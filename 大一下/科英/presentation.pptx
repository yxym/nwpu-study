
<file path=[Content_Types].xml><?xml version="1.0" encoding="utf-8"?>
<Types xmlns="http://schemas.openxmlformats.org/package/2006/content-types">
  <Default Extension="bin" ContentType="application/vnd.openxmlformats-officedocument.oleObject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notesSlides/notesSlide1.xml" ContentType="application/vnd.openxmlformats-officedocument.presentationml.notesSlide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8"/>
  </p:notesMasterIdLst>
  <p:sldIdLst>
    <p:sldId id="8721" r:id="rId2"/>
    <p:sldId id="442" r:id="rId3"/>
    <p:sldId id="263" r:id="rId4"/>
    <p:sldId id="256" r:id="rId5"/>
    <p:sldId id="8766" r:id="rId6"/>
    <p:sldId id="8738" r:id="rId7"/>
    <p:sldId id="8735" r:id="rId8"/>
    <p:sldId id="8741" r:id="rId9"/>
    <p:sldId id="8732" r:id="rId10"/>
    <p:sldId id="8722" r:id="rId11"/>
    <p:sldId id="8752" r:id="rId12"/>
    <p:sldId id="8745" r:id="rId13"/>
    <p:sldId id="8751" r:id="rId14"/>
    <p:sldId id="8733" r:id="rId15"/>
    <p:sldId id="8760" r:id="rId16"/>
    <p:sldId id="8762" r:id="rId17"/>
    <p:sldId id="8761" r:id="rId18"/>
    <p:sldId id="8764" r:id="rId19"/>
    <p:sldId id="8723" r:id="rId20"/>
    <p:sldId id="8734" r:id="rId21"/>
    <p:sldId id="8724" r:id="rId22"/>
    <p:sldId id="8753" r:id="rId23"/>
    <p:sldId id="8756" r:id="rId24"/>
    <p:sldId id="8755" r:id="rId25"/>
    <p:sldId id="8767" r:id="rId26"/>
    <p:sldId id="8765" r:id="rId27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00A15C55-8517-42AA-B614-E9B94910E393}" styleName="中度样式 2 - 强调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中度样式 2 - 强调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FD0F851-EC5A-4D38-B0AD-8093EC10F338}" styleName="浅色样式 1 - 强调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882"/>
    <p:restoredTop sz="94638"/>
  </p:normalViewPr>
  <p:slideViewPr>
    <p:cSldViewPr snapToGrid="0" showGuides="1">
      <p:cViewPr varScale="1">
        <p:scale>
          <a:sx n="128" d="100"/>
          <a:sy n="128" d="100"/>
        </p:scale>
        <p:origin x="336" y="16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0C0251F-6C67-4D1F-B662-05F6952CED7E}" type="datetimeFigureOut">
              <a:rPr lang="zh-CN" altLang="en-US" smtClean="0"/>
              <a:t>2023/4/18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F0DCBE7-7FF4-47B6-9EF4-F565F959F56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685730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sz="2800" kern="0" baseline="-25000" dirty="0">
              <a:solidFill>
                <a:srgbClr val="000000"/>
              </a:solidFill>
              <a:ea typeface="PingFang SC" panose="020B0400000000000000" pitchFamily="34" charset="-122"/>
              <a:cs typeface="+mn-cs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F0DCBE7-7FF4-47B6-9EF4-F565F959F560}" type="slidenum">
              <a:rPr lang="zh-CN" altLang="en-US" smtClean="0"/>
              <a:t>12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8069921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B8BA62E-D540-C7DB-6A49-BB0E31952D6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434835D5-E8B7-B885-0435-B25F9B338D8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4EABE12-E3CC-11E3-9E35-55103A5F00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3666B4-CA6B-4B75-80D0-278C7C8AF97F}" type="datetimeFigureOut">
              <a:rPr lang="zh-CN" altLang="en-US" smtClean="0"/>
              <a:t>2023/4/18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A943A51-C81E-764A-57AA-940732DCEA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4F0C2C6-283E-C1BE-411F-5FDFFDD699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E6E23A-DE15-4CFB-B55D-F63882650D6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559028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CE87CB8-9364-0288-DBC7-A73985C422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03B4727-9F01-94F0-ECF7-FD8307D6BE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EBB85D9-95BA-8311-2622-E2524AFE59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3666B4-CA6B-4B75-80D0-278C7C8AF97F}" type="datetimeFigureOut">
              <a:rPr lang="zh-CN" altLang="en-US" smtClean="0"/>
              <a:t>2023/4/18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A1FBB35-374D-8085-E146-E95F13051F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FFA2C48-9B48-04DC-E249-E06D1DB328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E6E23A-DE15-4CFB-B55D-F63882650D6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8317657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7E2EB32-7F78-BBD0-8C52-0BDA9963CD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97FE5F36-1AB0-B49A-746C-B5B48AAC15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969716C-1291-9641-5385-369DD83815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3666B4-CA6B-4B75-80D0-278C7C8AF97F}" type="datetimeFigureOut">
              <a:rPr lang="zh-CN" altLang="en-US" smtClean="0"/>
              <a:t>2023/4/18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2812B3C-A2CE-5404-B546-6138B52B08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CD4D470-A9A5-F5A6-2F0D-B39F5D838C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E6E23A-DE15-4CFB-B55D-F63882650D6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034436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05DDD45-C978-F82A-C4B4-3DC4A0C50D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A1ED09D-24FF-B3B4-3CF8-7DC497033CC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AFEC9B5B-5953-3304-88B8-857FC439E10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4A53A2E8-A1A6-08CA-6D41-C8EEC47086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3666B4-CA6B-4B75-80D0-278C7C8AF97F}" type="datetimeFigureOut">
              <a:rPr lang="zh-CN" altLang="en-US" smtClean="0"/>
              <a:t>2023/4/18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4ED1A997-886D-CC92-3855-3F0119B95D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D8AE112D-5CEF-790A-4A3E-6BC77FDA55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E6E23A-DE15-4CFB-B55D-F63882650D6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982634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1CBC10D-205E-C42C-DF1D-60FDA7216C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377E49B6-26B2-ACDA-FDA3-911F2C358F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CB60051F-A780-3CE6-9BFC-59CCF72CAC0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A0D5E793-31A5-927F-44B4-C37C8AB747F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90B17913-FD36-A9B8-C322-F0C811E173B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57BB8609-5031-1A2D-12C9-D327643ED8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3666B4-CA6B-4B75-80D0-278C7C8AF97F}" type="datetimeFigureOut">
              <a:rPr lang="zh-CN" altLang="en-US" smtClean="0"/>
              <a:t>2023/4/18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35619A6E-6EEE-722B-B346-99EAC8A7E3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E22E180F-0157-BFF2-6A51-7922BF2B4E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E6E23A-DE15-4CFB-B55D-F63882650D6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6919402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FAEECE6-D809-0467-F238-A79776AABD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D84A0E04-6499-1C65-FC9F-B476A986AD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3666B4-CA6B-4B75-80D0-278C7C8AF97F}" type="datetimeFigureOut">
              <a:rPr lang="zh-CN" altLang="en-US" smtClean="0"/>
              <a:t>2023/4/18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441EC2BE-959E-4B77-9789-D687A5099A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195F6498-4801-6809-11AC-4226DB0FF6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E6E23A-DE15-4CFB-B55D-F63882650D6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2524406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330C600B-EFE6-69E6-E76D-5F20F5D98C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3666B4-CA6B-4B75-80D0-278C7C8AF97F}" type="datetimeFigureOut">
              <a:rPr lang="zh-CN" altLang="en-US" smtClean="0"/>
              <a:t>2023/4/18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97CD4F96-163F-9232-4494-F0D60BD842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359282C-889F-9D81-8C24-4088992BF2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E6E23A-DE15-4CFB-B55D-F63882650D6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2028947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3FE454D-D5EA-EB4A-6293-DB63D22739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7C2B0E8-AAC8-72DF-BB99-2E7FE454B0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216118C6-E63A-7D06-E130-5E460A7DEF0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58041FA4-83E6-C48F-8C07-697E2EE13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3666B4-CA6B-4B75-80D0-278C7C8AF97F}" type="datetimeFigureOut">
              <a:rPr lang="zh-CN" altLang="en-US" smtClean="0"/>
              <a:t>2023/4/18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6FC8087F-8D04-FDBB-9A99-4168A7DB6D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9A973E99-7F88-341B-936E-6EDFE82385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E6E23A-DE15-4CFB-B55D-F63882650D6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9315452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22EA8FD-489B-6683-A0BD-1BDBF57042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B290E232-3F56-B3C4-C12E-A373A09FED3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C0591D81-D48A-97C0-4A0B-ABC28817281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FD9F8293-0863-20FC-D628-1D11C94403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3666B4-CA6B-4B75-80D0-278C7C8AF97F}" type="datetimeFigureOut">
              <a:rPr lang="zh-CN" altLang="en-US" smtClean="0"/>
              <a:t>2023/4/18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08D6E02C-31B6-4792-6A05-6FAD3B68FC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9A7014A0-0DB4-1477-F26C-CC26CFE9B9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E6E23A-DE15-4CFB-B55D-F63882650D6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6333937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02FD4B6-CD53-1F4B-9BB5-F4FA794970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2166959D-36C1-5CDF-FF53-F2D22896A1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BE10673-1EF7-3371-E917-2083FA661B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3666B4-CA6B-4B75-80D0-278C7C8AF97F}" type="datetimeFigureOut">
              <a:rPr lang="zh-CN" altLang="en-US" smtClean="0"/>
              <a:t>2023/4/18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7736BE1-C958-BFCF-5A63-9C3DD9CDFB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A6CD990-15B0-139F-5929-C81FCE317B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E6E23A-DE15-4CFB-B55D-F63882650D6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9020237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943D9D99-5354-F802-2223-CE4AAD6E40C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E4B61A02-CC60-3477-E4B4-7BEF2F1D43E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9CDDAE5-5A19-2E48-D04B-7AAD798021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3666B4-CA6B-4B75-80D0-278C7C8AF97F}" type="datetimeFigureOut">
              <a:rPr lang="zh-CN" altLang="en-US" smtClean="0"/>
              <a:t>2023/4/18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2E2E7F0-9690-2D8B-0D87-594B0406FB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822F1E6-FC48-890E-4474-93DB3B8339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E6E23A-DE15-4CFB-B55D-F63882650D6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8814275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094094E4-37D8-2C05-12C9-40F4DF1BC0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8487CCED-69EC-9829-5CBF-2C5ACA40DA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09A4122-4E8F-C5B7-F7D7-15AB7AC975E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63666B4-CA6B-4B75-80D0-278C7C8AF97F}" type="datetimeFigureOut">
              <a:rPr lang="zh-CN" altLang="en-US" smtClean="0"/>
              <a:t>2023/4/18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7E91199-4B76-5126-C710-ECFB0C7BD47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83B6405-65A9-35D0-9ECF-9FFFB0C805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BE6E23A-DE15-4CFB-B55D-F63882650D6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983554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2.png"/><Relationship Id="rId7" Type="http://schemas.openxmlformats.org/officeDocument/2006/relationships/image" Target="../media/image4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microsoft.com/office/2007/relationships/hdphoto" Target="../media/hdphoto2.wdp"/><Relationship Id="rId5" Type="http://schemas.openxmlformats.org/officeDocument/2006/relationships/image" Target="../media/image3.png"/><Relationship Id="rId4" Type="http://schemas.microsoft.com/office/2007/relationships/hdphoto" Target="../media/hdphoto1.wdp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11.sv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png"/><Relationship Id="rId5" Type="http://schemas.openxmlformats.org/officeDocument/2006/relationships/image" Target="../media/image9.svg"/><Relationship Id="rId4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svg"/><Relationship Id="rId3" Type="http://schemas.openxmlformats.org/officeDocument/2006/relationships/image" Target="../media/image12.png"/><Relationship Id="rId7" Type="http://schemas.openxmlformats.org/officeDocument/2006/relationships/image" Target="../media/image10.png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.xml"/><Relationship Id="rId6" Type="http://schemas.openxmlformats.org/officeDocument/2006/relationships/image" Target="../media/image9.sv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microsoft.com/office/2007/relationships/hdphoto" Target="../media/hdphoto3.wdp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jp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microsoft.com/office/2007/relationships/hdphoto" Target="../media/hdphoto3.wdp"/><Relationship Id="rId7" Type="http://schemas.openxmlformats.org/officeDocument/2006/relationships/image" Target="../media/image16.sv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14.jpeg"/><Relationship Id="rId4" Type="http://schemas.openxmlformats.org/officeDocument/2006/relationships/image" Target="../media/image4.jpg"/><Relationship Id="rId9" Type="http://schemas.openxmlformats.org/officeDocument/2006/relationships/image" Target="../media/image18.svg"/></Relationships>
</file>

<file path=ppt/slides/_rels/slide6.xml.rels><?xml version="1.0" encoding="UTF-8" standalone="yes"?>
<Relationships xmlns="http://schemas.openxmlformats.org/package/2006/relationships"><Relationship Id="rId3" Type="http://schemas.microsoft.com/office/2007/relationships/hdphoto" Target="../media/hdphoto3.wdp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4.jpg"/></Relationships>
</file>

<file path=ppt/slides/_rels/slide7.xml.rels><?xml version="1.0" encoding="UTF-8" standalone="yes"?>
<Relationships xmlns="http://schemas.openxmlformats.org/package/2006/relationships"><Relationship Id="rId3" Type="http://schemas.microsoft.com/office/2007/relationships/hdphoto" Target="../media/hdphoto3.wdp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Relationship Id="rId6" Type="http://schemas.microsoft.com/office/2007/relationships/hdphoto" Target="../media/hdphoto4.wdp"/><Relationship Id="rId5" Type="http://schemas.openxmlformats.org/officeDocument/2006/relationships/image" Target="../media/image21.png"/><Relationship Id="rId4" Type="http://schemas.openxmlformats.org/officeDocument/2006/relationships/image" Target="../media/image4.jpg"/></Relationships>
</file>

<file path=ppt/slides/_rels/slide8.xml.rels><?xml version="1.0" encoding="UTF-8" standalone="yes"?>
<Relationships xmlns="http://schemas.openxmlformats.org/package/2006/relationships"><Relationship Id="rId8" Type="http://schemas.microsoft.com/office/2007/relationships/hdphoto" Target="../media/hdphoto6.wdp"/><Relationship Id="rId3" Type="http://schemas.microsoft.com/office/2007/relationships/hdphoto" Target="../media/hdphoto3.wdp"/><Relationship Id="rId7" Type="http://schemas.openxmlformats.org/officeDocument/2006/relationships/image" Target="../media/image21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Relationship Id="rId6" Type="http://schemas.microsoft.com/office/2007/relationships/hdphoto" Target="../media/hdphoto5.wdp"/><Relationship Id="rId5" Type="http://schemas.openxmlformats.org/officeDocument/2006/relationships/image" Target="../media/image22.png"/><Relationship Id="rId4" Type="http://schemas.openxmlformats.org/officeDocument/2006/relationships/image" Target="../media/image4.jp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svg"/><Relationship Id="rId3" Type="http://schemas.openxmlformats.org/officeDocument/2006/relationships/image" Target="../media/image12.png"/><Relationship Id="rId7" Type="http://schemas.openxmlformats.org/officeDocument/2006/relationships/image" Target="../media/image8.png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2.xml"/><Relationship Id="rId6" Type="http://schemas.openxmlformats.org/officeDocument/2006/relationships/image" Target="../media/image11.svg"/><Relationship Id="rId5" Type="http://schemas.openxmlformats.org/officeDocument/2006/relationships/image" Target="../media/image10.png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3" Type="http://schemas.microsoft.com/office/2007/relationships/hdphoto" Target="../media/hdphoto3.wdp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jpg"/></Relationships>
</file>

<file path=ppt/slides/_rels/slide11.xml.rels><?xml version="1.0" encoding="UTF-8" standalone="yes"?>
<Relationships xmlns="http://schemas.openxmlformats.org/package/2006/relationships"><Relationship Id="rId3" Type="http://schemas.microsoft.com/office/2007/relationships/hdphoto" Target="../media/hdphoto3.wdp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3.png"/><Relationship Id="rId4" Type="http://schemas.openxmlformats.org/officeDocument/2006/relationships/image" Target="../media/image4.jp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jpg"/><Relationship Id="rId4" Type="http://schemas.microsoft.com/office/2007/relationships/hdphoto" Target="../media/hdphoto3.wdp"/></Relationships>
</file>

<file path=ppt/slides/_rels/slide13.xml.rels><?xml version="1.0" encoding="UTF-8" standalone="yes"?>
<Relationships xmlns="http://schemas.openxmlformats.org/package/2006/relationships"><Relationship Id="rId3" Type="http://schemas.microsoft.com/office/2007/relationships/hdphoto" Target="../media/hdphoto3.wdp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jp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svg"/><Relationship Id="rId3" Type="http://schemas.openxmlformats.org/officeDocument/2006/relationships/image" Target="../media/image12.png"/><Relationship Id="rId7" Type="http://schemas.openxmlformats.org/officeDocument/2006/relationships/image" Target="../media/image8.png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3.xml"/><Relationship Id="rId6" Type="http://schemas.openxmlformats.org/officeDocument/2006/relationships/image" Target="../media/image11.svg"/><Relationship Id="rId5" Type="http://schemas.openxmlformats.org/officeDocument/2006/relationships/image" Target="../media/image10.png"/><Relationship Id="rId4" Type="http://schemas.openxmlformats.org/officeDocument/2006/relationships/image" Target="../media/image7.png"/></Relationships>
</file>

<file path=ppt/slides/_rels/slide15.xml.rels><?xml version="1.0" encoding="UTF-8" standalone="yes"?>
<Relationships xmlns="http://schemas.openxmlformats.org/package/2006/relationships"><Relationship Id="rId3" Type="http://schemas.microsoft.com/office/2007/relationships/hdphoto" Target="../media/hdphoto3.wdp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jpg"/></Relationships>
</file>

<file path=ppt/slides/_rels/slide16.xml.rels><?xml version="1.0" encoding="UTF-8" standalone="yes"?>
<Relationships xmlns="http://schemas.openxmlformats.org/package/2006/relationships"><Relationship Id="rId3" Type="http://schemas.microsoft.com/office/2007/relationships/hdphoto" Target="../media/hdphoto3.wdp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jpg"/></Relationships>
</file>

<file path=ppt/slides/_rels/slide17.xml.rels><?xml version="1.0" encoding="UTF-8" standalone="yes"?>
<Relationships xmlns="http://schemas.openxmlformats.org/package/2006/relationships"><Relationship Id="rId3" Type="http://schemas.microsoft.com/office/2007/relationships/hdphoto" Target="../media/hdphoto3.wdp"/><Relationship Id="rId7" Type="http://schemas.openxmlformats.org/officeDocument/2006/relationships/image" Target="../media/image26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4.jpg"/></Relationships>
</file>

<file path=ppt/slides/_rels/slide18.xml.rels><?xml version="1.0" encoding="UTF-8" standalone="yes"?>
<Relationships xmlns="http://schemas.openxmlformats.org/package/2006/relationships"><Relationship Id="rId3" Type="http://schemas.microsoft.com/office/2007/relationships/hdphoto" Target="../media/hdphoto3.wdp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7.wmf"/><Relationship Id="rId5" Type="http://schemas.openxmlformats.org/officeDocument/2006/relationships/oleObject" Target="../embeddings/oleObject1.bin"/><Relationship Id="rId4" Type="http://schemas.openxmlformats.org/officeDocument/2006/relationships/image" Target="../media/image4.jpg"/></Relationships>
</file>

<file path=ppt/slides/_rels/slide19.xml.rels><?xml version="1.0" encoding="UTF-8" standalone="yes"?>
<Relationships xmlns="http://schemas.openxmlformats.org/package/2006/relationships"><Relationship Id="rId3" Type="http://schemas.microsoft.com/office/2007/relationships/hdphoto" Target="../media/hdphoto3.wdp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jp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svg"/><Relationship Id="rId3" Type="http://schemas.openxmlformats.org/officeDocument/2006/relationships/image" Target="../media/image12.png"/><Relationship Id="rId7" Type="http://schemas.openxmlformats.org/officeDocument/2006/relationships/image" Target="../media/image8.png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4.xml"/><Relationship Id="rId6" Type="http://schemas.openxmlformats.org/officeDocument/2006/relationships/image" Target="../media/image11.svg"/><Relationship Id="rId5" Type="http://schemas.openxmlformats.org/officeDocument/2006/relationships/image" Target="../media/image10.png"/><Relationship Id="rId4" Type="http://schemas.openxmlformats.org/officeDocument/2006/relationships/image" Target="../media/image7.png"/></Relationships>
</file>

<file path=ppt/slides/_rels/slide21.xml.rels><?xml version="1.0" encoding="UTF-8" standalone="yes"?>
<Relationships xmlns="http://schemas.openxmlformats.org/package/2006/relationships"><Relationship Id="rId3" Type="http://schemas.microsoft.com/office/2007/relationships/hdphoto" Target="../media/hdphoto3.wdp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Relationship Id="rId6" Type="http://schemas.microsoft.com/office/2007/relationships/hdphoto" Target="../media/hdphoto7.wdp"/><Relationship Id="rId5" Type="http://schemas.openxmlformats.org/officeDocument/2006/relationships/image" Target="../media/image28.png"/><Relationship Id="rId4" Type="http://schemas.openxmlformats.org/officeDocument/2006/relationships/image" Target="../media/image4.jpg"/></Relationships>
</file>

<file path=ppt/slides/_rels/slide22.xml.rels><?xml version="1.0" encoding="UTF-8" standalone="yes"?>
<Relationships xmlns="http://schemas.openxmlformats.org/package/2006/relationships"><Relationship Id="rId3" Type="http://schemas.microsoft.com/office/2007/relationships/hdphoto" Target="../media/hdphoto3.wdp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jpg"/></Relationships>
</file>

<file path=ppt/slides/_rels/slide23.xml.rels><?xml version="1.0" encoding="UTF-8" standalone="yes"?>
<Relationships xmlns="http://schemas.openxmlformats.org/package/2006/relationships"><Relationship Id="rId3" Type="http://schemas.microsoft.com/office/2007/relationships/hdphoto" Target="../media/hdphoto3.wdp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jpg"/></Relationships>
</file>

<file path=ppt/slides/_rels/slide24.xml.rels><?xml version="1.0" encoding="UTF-8" standalone="yes"?>
<Relationships xmlns="http://schemas.openxmlformats.org/package/2006/relationships"><Relationship Id="rId3" Type="http://schemas.microsoft.com/office/2007/relationships/hdphoto" Target="../media/hdphoto3.wdp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Relationship Id="rId5" Type="http://schemas.openxmlformats.org/officeDocument/2006/relationships/hyperlink" Target="http://cdiac.ornl.gov/" TargetMode="External"/><Relationship Id="rId4" Type="http://schemas.openxmlformats.org/officeDocument/2006/relationships/image" Target="../media/image4.jpg"/></Relationships>
</file>

<file path=ppt/slides/_rels/slide25.xml.rels><?xml version="1.0" encoding="UTF-8" standalone="yes"?>
<Relationships xmlns="http://schemas.openxmlformats.org/package/2006/relationships"><Relationship Id="rId3" Type="http://schemas.microsoft.com/office/2007/relationships/hdphoto" Target="../media/hdphoto3.wdp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jp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13.png"/><Relationship Id="rId7" Type="http://schemas.openxmlformats.org/officeDocument/2006/relationships/image" Target="../media/image11.svg"/><Relationship Id="rId2" Type="http://schemas.openxmlformats.org/officeDocument/2006/relationships/image" Target="../media/image29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11" Type="http://schemas.openxmlformats.org/officeDocument/2006/relationships/image" Target="../media/image31.svg"/><Relationship Id="rId5" Type="http://schemas.openxmlformats.org/officeDocument/2006/relationships/image" Target="../media/image4.jpg"/><Relationship Id="rId10" Type="http://schemas.openxmlformats.org/officeDocument/2006/relationships/image" Target="../media/image30.png"/><Relationship Id="rId4" Type="http://schemas.microsoft.com/office/2007/relationships/hdphoto" Target="../media/hdphoto3.wdp"/><Relationship Id="rId9" Type="http://schemas.openxmlformats.org/officeDocument/2006/relationships/image" Target="../media/image9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21800">
              <a:schemeClr val="accent6">
                <a:lumMod val="40000"/>
                <a:lumOff val="60000"/>
              </a:schemeClr>
            </a:gs>
            <a:gs pos="0">
              <a:schemeClr val="accent6">
                <a:lumMod val="20000"/>
                <a:lumOff val="80000"/>
              </a:schemeClr>
            </a:gs>
            <a:gs pos="100000">
              <a:schemeClr val="accent6">
                <a:lumMod val="60000"/>
                <a:lumOff val="4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图片 15">
            <a:extLst>
              <a:ext uri="{FF2B5EF4-FFF2-40B4-BE49-F238E27FC236}">
                <a16:creationId xmlns:a16="http://schemas.microsoft.com/office/drawing/2014/main" id="{25F1998B-1714-A65A-FAAF-60F5D65242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31234" y="-12763"/>
            <a:ext cx="12454467" cy="933465"/>
          </a:xfrm>
          <a:prstGeom prst="rect">
            <a:avLst/>
          </a:prstGeom>
        </p:spPr>
      </p:pic>
      <p:pic>
        <p:nvPicPr>
          <p:cNvPr id="2" name="图片 1">
            <a:extLst>
              <a:ext uri="{FF2B5EF4-FFF2-40B4-BE49-F238E27FC236}">
                <a16:creationId xmlns:a16="http://schemas.microsoft.com/office/drawing/2014/main" id="{F47478AC-898E-5BF3-AB9B-71B301E7065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10000" r="90000">
                        <a14:foregroundMark x1="78497" y1="42934" x2="75145" y2="51521"/>
                        <a14:foregroundMark x1="75145" y1="51521" x2="75145" y2="51163"/>
                        <a14:foregroundMark x1="76301" y1="38104" x2="74913" y2="35778"/>
                        <a14:foregroundMark x1="78613" y1="46691" x2="69133" y2="67084"/>
                        <a14:foregroundMark x1="69133" y1="67084" x2="72948" y2="67084"/>
                        <a14:foregroundMark x1="72948" y1="67084" x2="80925" y2="62433"/>
                        <a14:foregroundMark x1="81965" y1="61538" x2="75838" y2="72451"/>
                        <a14:foregroundMark x1="75838" y1="72451" x2="72717" y2="74240"/>
                        <a14:foregroundMark x1="79653" y1="70662" x2="73064" y2="76029"/>
                        <a14:foregroundMark x1="73064" y1="76029" x2="67746" y2="74776"/>
                        <a14:foregroundMark x1="68902" y1="77996" x2="75723" y2="78354"/>
                        <a14:foregroundMark x1="75723" y1="78354" x2="79769" y2="76923"/>
                        <a14:foregroundMark x1="79769" y1="76923" x2="81734" y2="70304"/>
                        <a14:foregroundMark x1="81734" y1="70304" x2="80462" y2="62612"/>
                        <a14:foregroundMark x1="80462" y1="62612" x2="80231" y2="62433"/>
                        <a14:foregroundMark x1="81272" y1="76744" x2="78497" y2="77818"/>
                        <a14:foregroundMark x1="73988" y1="43113" x2="72832" y2="47406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623810" y="3922728"/>
            <a:ext cx="5071939" cy="327770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01765707-AD59-463D-B1ED-24534A17207A}"/>
              </a:ext>
            </a:extLst>
          </p:cNvPr>
          <p:cNvSpPr txBox="1"/>
          <p:nvPr/>
        </p:nvSpPr>
        <p:spPr>
          <a:xfrm>
            <a:off x="401662" y="1321560"/>
            <a:ext cx="10126134" cy="4306500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4800" b="1" dirty="0">
                <a:solidFill>
                  <a:prstClr val="whit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New urea</a:t>
            </a: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4800" b="1" dirty="0">
                <a:solidFill>
                  <a:prstClr val="whit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manufacturing process </a:t>
            </a: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4800" b="1" dirty="0">
                <a:solidFill>
                  <a:prstClr val="whit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 agriculture</a:t>
            </a:r>
            <a:endParaRPr lang="zh-CN" altLang="zh-CN" sz="4800" b="1" dirty="0">
              <a:solidFill>
                <a:prstClr val="white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4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HelveticaExt-Normal"/>
              <a:ea typeface="OPPOSans B"/>
              <a:cs typeface="+mn-cs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39F6383B-8070-43FD-9B13-D6DD22322EBB}"/>
              </a:ext>
            </a:extLst>
          </p:cNvPr>
          <p:cNvSpPr txBox="1"/>
          <p:nvPr/>
        </p:nvSpPr>
        <p:spPr>
          <a:xfrm>
            <a:off x="401662" y="5043285"/>
            <a:ext cx="1688091" cy="584775"/>
          </a:xfrm>
          <a:prstGeom prst="rect">
            <a:avLst/>
          </a:prstGeom>
          <a:noFill/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  <a:alpha val="60000"/>
                  </a:prstClr>
                </a:solidFill>
                <a:effectLst/>
                <a:uLnTx/>
                <a:uFillTx/>
                <a:latin typeface="HelveticaExt-Normal"/>
                <a:ea typeface="OPPOSans B"/>
                <a:cs typeface="+mn-cs"/>
              </a:rPr>
              <a:t>Group A</a:t>
            </a:r>
          </a:p>
        </p:txBody>
      </p:sp>
      <p:pic>
        <p:nvPicPr>
          <p:cNvPr id="13" name="图片 12">
            <a:extLst>
              <a:ext uri="{FF2B5EF4-FFF2-40B4-BE49-F238E27FC236}">
                <a16:creationId xmlns:a16="http://schemas.microsoft.com/office/drawing/2014/main" id="{C748FD7B-9D41-ABFF-E5F8-C6672740B85D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srgbClr val="70AD47">
                <a:shade val="45000"/>
                <a:satMod val="135000"/>
              </a:srgb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9143" b="91429" l="9486" r="93281">
                        <a14:foregroundMark x1="68379" y1="36571" x2="75099" y2="56571"/>
                        <a14:foregroundMark x1="31225" y1="91429" x2="31225" y2="91429"/>
                        <a14:foregroundMark x1="93281" y1="46286" x2="93281" y2="46286"/>
                        <a14:foregroundMark x1="28854" y1="23429" x2="28854" y2="23429"/>
                        <a14:foregroundMark x1="28854" y1="77143" x2="28854" y2="77143"/>
                        <a14:foregroundMark x1="23320" y1="47429" x2="23320" y2="47429"/>
                        <a14:foregroundMark x1="27668" y1="33143" x2="27668" y2="33143"/>
                        <a14:foregroundMark x1="30435" y1="35429" x2="30435" y2="35429"/>
                        <a14:foregroundMark x1="30040" y1="32000" x2="30040" y2="32000"/>
                        <a14:foregroundMark x1="31621" y1="33714" x2="28063" y2="38857"/>
                        <a14:foregroundMark x1="30877" y1="33714" x2="28063" y2="40000"/>
                        <a14:foregroundMark x1="32411" y1="30286" x2="30877" y2="33714"/>
                        <a14:foregroundMark x1="30830" y1="61143" x2="26877" y2="69714"/>
                        <a14:backgroundMark x1="11067" y1="52000" x2="11067" y2="52000"/>
                        <a14:backgroundMark x1="11462" y1="54857" x2="11462" y2="54857"/>
                        <a14:backgroundMark x1="10672" y1="52571" x2="10672" y2="52571"/>
                        <a14:backgroundMark x1="11462" y1="51429" x2="10672" y2="53714"/>
                        <a14:backgroundMark x1="3557" y1="10286" x2="9486" y2="2286"/>
                        <a14:backgroundMark x1="26877" y1="33714" x2="26877" y2="33714"/>
                      </a14:backgroundRemoval>
                    </a14:imgEffect>
                    <a14:imgEffect>
                      <a14:artisticMarker/>
                    </a14:imgEffect>
                    <a14:imgEffect>
                      <a14:saturation sat="400000"/>
                    </a14:imgEffect>
                    <a14:imgEffect>
                      <a14:brightnessContrast bright="20000" contrast="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 rot="20298868">
            <a:off x="8585331" y="1522150"/>
            <a:ext cx="1251505" cy="86566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grpSp>
        <p:nvGrpSpPr>
          <p:cNvPr id="14" name="组合 13">
            <a:extLst>
              <a:ext uri="{FF2B5EF4-FFF2-40B4-BE49-F238E27FC236}">
                <a16:creationId xmlns:a16="http://schemas.microsoft.com/office/drawing/2014/main" id="{5DB08827-0E09-3DB1-32AF-6CD3582C0EDC}"/>
              </a:ext>
            </a:extLst>
          </p:cNvPr>
          <p:cNvGrpSpPr/>
          <p:nvPr/>
        </p:nvGrpSpPr>
        <p:grpSpPr>
          <a:xfrm>
            <a:off x="-131234" y="-39128"/>
            <a:ext cx="12454467" cy="876586"/>
            <a:chOff x="-131234" y="-60593"/>
            <a:chExt cx="12454467" cy="876586"/>
          </a:xfrm>
        </p:grpSpPr>
        <p:sp>
          <p:nvSpPr>
            <p:cNvPr id="18" name="矩形 17">
              <a:extLst>
                <a:ext uri="{FF2B5EF4-FFF2-40B4-BE49-F238E27FC236}">
                  <a16:creationId xmlns:a16="http://schemas.microsoft.com/office/drawing/2014/main" id="{25FA6D09-A3E2-59B4-235A-F19EEA0E0538}"/>
                </a:ext>
              </a:extLst>
            </p:cNvPr>
            <p:cNvSpPr/>
            <p:nvPr/>
          </p:nvSpPr>
          <p:spPr>
            <a:xfrm>
              <a:off x="-131234" y="-60593"/>
              <a:ext cx="12454467" cy="868211"/>
            </a:xfrm>
            <a:prstGeom prst="rect">
              <a:avLst/>
            </a:prstGeom>
            <a:solidFill>
              <a:srgbClr val="95C674">
                <a:alpha val="6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pic>
          <p:nvPicPr>
            <p:cNvPr id="15" name="图片 14" descr="图片包含 徽标&#10;&#10;描述已自动生成">
              <a:extLst>
                <a:ext uri="{FF2B5EF4-FFF2-40B4-BE49-F238E27FC236}">
                  <a16:creationId xmlns:a16="http://schemas.microsoft.com/office/drawing/2014/main" id="{F3623D6B-AEA3-2BDF-44F2-DA51E8CCC76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071552" y="1957"/>
              <a:ext cx="758724" cy="758724"/>
            </a:xfrm>
            <a:prstGeom prst="ellipse">
              <a:avLst/>
            </a:prstGeom>
          </p:spPr>
        </p:pic>
        <p:pic>
          <p:nvPicPr>
            <p:cNvPr id="17" name="图片 16" descr="徽标&#10;&#10;描述已自动生成">
              <a:extLst>
                <a:ext uri="{FF2B5EF4-FFF2-40B4-BE49-F238E27FC236}">
                  <a16:creationId xmlns:a16="http://schemas.microsoft.com/office/drawing/2014/main" id="{876E3A16-38C0-94D9-E576-F8BF9754C43D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148434" y="12755"/>
              <a:ext cx="758724" cy="758724"/>
            </a:xfrm>
            <a:prstGeom prst="ellipse">
              <a:avLst/>
            </a:prstGeom>
          </p:spPr>
        </p:pic>
        <p:sp>
          <p:nvSpPr>
            <p:cNvPr id="3" name="文本框 2">
              <a:extLst>
                <a:ext uri="{FF2B5EF4-FFF2-40B4-BE49-F238E27FC236}">
                  <a16:creationId xmlns:a16="http://schemas.microsoft.com/office/drawing/2014/main" id="{C8808C5C-6386-4CCA-959A-F1D8FF194FB5}"/>
                </a:ext>
              </a:extLst>
            </p:cNvPr>
            <p:cNvSpPr txBox="1"/>
            <p:nvPr/>
          </p:nvSpPr>
          <p:spPr>
            <a:xfrm>
              <a:off x="410632" y="-15004"/>
              <a:ext cx="3818466" cy="83099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4800" b="0" i="0" u="none" strike="noStrike" kern="1200" cap="none" spc="0" normalizeH="0" baseline="0" noProof="0" dirty="0">
                  <a:ln>
                    <a:solidFill>
                      <a:prstClr val="white"/>
                    </a:solidFill>
                  </a:ln>
                  <a:noFill/>
                  <a:effectLst/>
                  <a:uLnTx/>
                  <a:uFillTx/>
                  <a:latin typeface="Monument Extended" panose="00000500000000000000" pitchFamily="50" charset="0"/>
                  <a:ea typeface="OPPOSans B"/>
                  <a:cs typeface="+mn-cs"/>
                </a:rPr>
                <a:t>2023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36218402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图片 21" descr="背景图案&#10;&#10;描述已自动生成">
            <a:extLst>
              <a:ext uri="{FF2B5EF4-FFF2-40B4-BE49-F238E27FC236}">
                <a16:creationId xmlns:a16="http://schemas.microsoft.com/office/drawing/2014/main" id="{DFEB4C92-1CD9-21B8-E14C-0E0E7CD1A4D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21" name="矩形 20">
            <a:extLst>
              <a:ext uri="{FF2B5EF4-FFF2-40B4-BE49-F238E27FC236}">
                <a16:creationId xmlns:a16="http://schemas.microsoft.com/office/drawing/2014/main" id="{6A299EEC-8CBB-87E4-7910-B038091C1859}"/>
              </a:ext>
            </a:extLst>
          </p:cNvPr>
          <p:cNvSpPr/>
          <p:nvPr/>
        </p:nvSpPr>
        <p:spPr>
          <a:xfrm>
            <a:off x="0" y="-2"/>
            <a:ext cx="12192000" cy="6858000"/>
          </a:xfrm>
          <a:prstGeom prst="rect">
            <a:avLst/>
          </a:prstGeom>
          <a:gradFill flip="none" rotWithShape="1">
            <a:gsLst>
              <a:gs pos="6000">
                <a:schemeClr val="accent6">
                  <a:lumMod val="20000"/>
                  <a:lumOff val="80000"/>
                  <a:alpha val="33000"/>
                </a:schemeClr>
              </a:gs>
              <a:gs pos="23000">
                <a:schemeClr val="accent6">
                  <a:lumMod val="40000"/>
                  <a:lumOff val="60000"/>
                  <a:alpha val="83000"/>
                </a:schemeClr>
              </a:gs>
              <a:gs pos="73000">
                <a:schemeClr val="accent6">
                  <a:lumMod val="60000"/>
                  <a:lumOff val="40000"/>
                  <a:alpha val="49000"/>
                </a:schemeClr>
              </a:gs>
              <a:gs pos="38000">
                <a:schemeClr val="accent6">
                  <a:lumMod val="60000"/>
                  <a:lumOff val="40000"/>
                  <a:alpha val="39000"/>
                </a:schemeClr>
              </a:gs>
              <a:gs pos="100000">
                <a:schemeClr val="accent6">
                  <a:lumMod val="75000"/>
                  <a:alpha val="61000"/>
                </a:schemeClr>
              </a:gs>
            </a:gsLst>
            <a:lin ang="2700000" scaled="1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0E4A9799-6157-217F-4A03-623F0ADF3C6E}"/>
              </a:ext>
            </a:extLst>
          </p:cNvPr>
          <p:cNvSpPr/>
          <p:nvPr/>
        </p:nvSpPr>
        <p:spPr>
          <a:xfrm>
            <a:off x="0" y="0"/>
            <a:ext cx="6435634" cy="6989618"/>
          </a:xfrm>
          <a:custGeom>
            <a:avLst/>
            <a:gdLst>
              <a:gd name="connsiteX0" fmla="*/ 0 w 5643154"/>
              <a:gd name="connsiteY0" fmla="*/ 0 h 6989618"/>
              <a:gd name="connsiteX1" fmla="*/ 5643154 w 5643154"/>
              <a:gd name="connsiteY1" fmla="*/ 0 h 6989618"/>
              <a:gd name="connsiteX2" fmla="*/ 5643154 w 5643154"/>
              <a:gd name="connsiteY2" fmla="*/ 6989618 h 6989618"/>
              <a:gd name="connsiteX3" fmla="*/ 0 w 5643154"/>
              <a:gd name="connsiteY3" fmla="*/ 6989618 h 6989618"/>
              <a:gd name="connsiteX4" fmla="*/ 0 w 5643154"/>
              <a:gd name="connsiteY4" fmla="*/ 0 h 6989618"/>
              <a:gd name="connsiteX0" fmla="*/ 0 w 5643154"/>
              <a:gd name="connsiteY0" fmla="*/ 0 h 6989618"/>
              <a:gd name="connsiteX1" fmla="*/ 5643154 w 5643154"/>
              <a:gd name="connsiteY1" fmla="*/ 0 h 6989618"/>
              <a:gd name="connsiteX2" fmla="*/ 3866605 w 5643154"/>
              <a:gd name="connsiteY2" fmla="*/ 6928658 h 6989618"/>
              <a:gd name="connsiteX3" fmla="*/ 0 w 5643154"/>
              <a:gd name="connsiteY3" fmla="*/ 6989618 h 6989618"/>
              <a:gd name="connsiteX4" fmla="*/ 0 w 5643154"/>
              <a:gd name="connsiteY4" fmla="*/ 0 h 6989618"/>
              <a:gd name="connsiteX0" fmla="*/ 0 w 6435634"/>
              <a:gd name="connsiteY0" fmla="*/ 0 h 6989618"/>
              <a:gd name="connsiteX1" fmla="*/ 6435634 w 6435634"/>
              <a:gd name="connsiteY1" fmla="*/ 0 h 6989618"/>
              <a:gd name="connsiteX2" fmla="*/ 3866605 w 6435634"/>
              <a:gd name="connsiteY2" fmla="*/ 6928658 h 6989618"/>
              <a:gd name="connsiteX3" fmla="*/ 0 w 6435634"/>
              <a:gd name="connsiteY3" fmla="*/ 6989618 h 6989618"/>
              <a:gd name="connsiteX4" fmla="*/ 0 w 6435634"/>
              <a:gd name="connsiteY4" fmla="*/ 0 h 69896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435634" h="6989618">
                <a:moveTo>
                  <a:pt x="0" y="0"/>
                </a:moveTo>
                <a:lnTo>
                  <a:pt x="6435634" y="0"/>
                </a:lnTo>
                <a:lnTo>
                  <a:pt x="3866605" y="6928658"/>
                </a:lnTo>
                <a:lnTo>
                  <a:pt x="0" y="698961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6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59D5D366-34D1-B361-0628-B365F92482BD}"/>
              </a:ext>
            </a:extLst>
          </p:cNvPr>
          <p:cNvSpPr txBox="1"/>
          <p:nvPr/>
        </p:nvSpPr>
        <p:spPr>
          <a:xfrm>
            <a:off x="1101090" y="2603847"/>
            <a:ext cx="3718560" cy="1200329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altLang="zh-CN" sz="7200" b="1" dirty="0">
                <a:solidFill>
                  <a:schemeClr val="bg1">
                    <a:lumMod val="95000"/>
                  </a:schemeClr>
                </a:solidFill>
                <a:latin typeface="Adobe 黑体 Std R" panose="020B0400000000000000" pitchFamily="34" charset="-122"/>
                <a:ea typeface="Adobe 黑体 Std R" panose="020B0400000000000000" pitchFamily="34" charset="-122"/>
              </a:rPr>
              <a:t>C</a:t>
            </a:r>
            <a:r>
              <a:rPr lang="en-US" altLang="zh-CN" sz="4400" b="1" dirty="0">
                <a:solidFill>
                  <a:schemeClr val="bg1">
                    <a:lumMod val="95000"/>
                  </a:schemeClr>
                </a:solidFill>
                <a:latin typeface="Adobe 黑体 Std R" panose="020B0400000000000000" pitchFamily="34" charset="-122"/>
                <a:ea typeface="Adobe 黑体 Std R" panose="020B0400000000000000" pitchFamily="34" charset="-122"/>
              </a:rPr>
              <a:t>ONTENTS</a:t>
            </a:r>
            <a:endParaRPr lang="zh-CN" altLang="en-US" sz="4400" b="1" dirty="0">
              <a:solidFill>
                <a:schemeClr val="bg1">
                  <a:lumMod val="95000"/>
                </a:schemeClr>
              </a:solidFill>
              <a:latin typeface="Adobe 黑体 Std R" panose="020B0400000000000000" pitchFamily="34" charset="-122"/>
              <a:ea typeface="Adobe 黑体 Std R" panose="020B0400000000000000" pitchFamily="34" charset="-122"/>
            </a:endParaRP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34B4B1AD-4561-29AB-CB0D-2CAF5A14B002}"/>
              </a:ext>
            </a:extLst>
          </p:cNvPr>
          <p:cNvSpPr txBox="1"/>
          <p:nvPr/>
        </p:nvSpPr>
        <p:spPr>
          <a:xfrm>
            <a:off x="5747657" y="1191776"/>
            <a:ext cx="6627223" cy="4820487"/>
          </a:xfrm>
          <a:prstGeom prst="rect">
            <a:avLst/>
          </a:prstGeom>
          <a:noFill/>
          <a:effectLst>
            <a:glow rad="228600">
              <a:schemeClr val="accent6">
                <a:satMod val="175000"/>
                <a:alpha val="40000"/>
              </a:schemeClr>
            </a:glow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pPr marL="457200" indent="-457200">
              <a:lnSpc>
                <a:spcPct val="250000"/>
              </a:lnSpc>
              <a:buFont typeface="Wingdings" panose="05000000000000000000" pitchFamily="2" charset="2"/>
              <a:buChar char="Ø"/>
            </a:pPr>
            <a:r>
              <a:rPr lang="en-US" altLang="zh-CN" sz="3200" dirty="0">
                <a:solidFill>
                  <a:schemeClr val="bg1">
                    <a:lumMod val="95000"/>
                  </a:schemeClr>
                </a:solidFill>
                <a:latin typeface="Adobe 黑体 Std R" panose="020B0400000000000000" pitchFamily="34" charset="-122"/>
                <a:ea typeface="Adobe 黑体 Std R" panose="020B0400000000000000" pitchFamily="34" charset="-122"/>
              </a:rPr>
              <a:t>Background</a:t>
            </a:r>
          </a:p>
          <a:p>
            <a:pPr marL="457200" indent="-457200">
              <a:lnSpc>
                <a:spcPct val="250000"/>
              </a:lnSpc>
              <a:buFont typeface="Wingdings" panose="05000000000000000000" pitchFamily="2" charset="2"/>
              <a:buChar char="Ø"/>
            </a:pPr>
            <a:r>
              <a:rPr lang="en-US" altLang="zh-CN" sz="3200" dirty="0">
                <a:solidFill>
                  <a:schemeClr val="bg1">
                    <a:lumMod val="95000"/>
                  </a:schemeClr>
                </a:solidFill>
                <a:latin typeface="Adobe 黑体 Std R" panose="020B0400000000000000" pitchFamily="34" charset="-122"/>
                <a:ea typeface="Adobe 黑体 Std R" panose="020B0400000000000000" pitchFamily="34" charset="-122"/>
              </a:rPr>
              <a:t>Conventional manufacturing</a:t>
            </a:r>
          </a:p>
          <a:p>
            <a:pPr marL="457200" indent="-457200">
              <a:lnSpc>
                <a:spcPct val="250000"/>
              </a:lnSpc>
              <a:buFont typeface="Wingdings" panose="05000000000000000000" pitchFamily="2" charset="2"/>
              <a:buChar char="Ø"/>
            </a:pPr>
            <a:r>
              <a:rPr lang="en-US" altLang="zh-CN" sz="3200" dirty="0">
                <a:solidFill>
                  <a:schemeClr val="bg1">
                    <a:lumMod val="95000"/>
                  </a:schemeClr>
                </a:solidFill>
                <a:latin typeface="Adobe 黑体 Std R" panose="020B0400000000000000" pitchFamily="34" charset="-122"/>
                <a:ea typeface="Adobe 黑体 Std R" panose="020B0400000000000000" pitchFamily="34" charset="-122"/>
              </a:rPr>
              <a:t>Novel manufacturing</a:t>
            </a:r>
          </a:p>
          <a:p>
            <a:pPr marL="457200" indent="-457200">
              <a:lnSpc>
                <a:spcPct val="250000"/>
              </a:lnSpc>
              <a:buFont typeface="Wingdings" panose="05000000000000000000" pitchFamily="2" charset="2"/>
              <a:buChar char="Ø"/>
            </a:pPr>
            <a:r>
              <a:rPr lang="en-US" altLang="zh-CN" sz="3200" dirty="0">
                <a:solidFill>
                  <a:schemeClr val="bg1">
                    <a:lumMod val="95000"/>
                  </a:schemeClr>
                </a:solidFill>
                <a:latin typeface="Adobe 黑体 Std R" panose="020B0400000000000000" pitchFamily="34" charset="-122"/>
                <a:ea typeface="Adobe 黑体 Std R" panose="020B0400000000000000" pitchFamily="34" charset="-122"/>
              </a:rPr>
              <a:t>Conclusion and Outlook</a:t>
            </a:r>
            <a:endParaRPr lang="zh-CN" altLang="en-US" sz="3200" dirty="0">
              <a:solidFill>
                <a:schemeClr val="bg1">
                  <a:lumMod val="95000"/>
                </a:schemeClr>
              </a:solidFill>
              <a:latin typeface="Adobe 黑体 Std R" panose="020B0400000000000000" pitchFamily="34" charset="-122"/>
              <a:ea typeface="Adobe 黑体 Std R" panose="020B0400000000000000" pitchFamily="34" charset="-122"/>
            </a:endParaRP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8D0DCE10-0A4E-29DB-3AC5-94D920C19C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839"/>
            <a:ext cx="12192000" cy="85296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5" name="图形 4" descr="农作物 纯色填充">
            <a:extLst>
              <a:ext uri="{FF2B5EF4-FFF2-40B4-BE49-F238E27FC236}">
                <a16:creationId xmlns:a16="http://schemas.microsoft.com/office/drawing/2014/main" id="{88BF72D3-01C9-1E1B-5DB9-66C57FD5880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090910" y="5791234"/>
            <a:ext cx="914400" cy="914400"/>
          </a:xfrm>
          <a:prstGeom prst="rect">
            <a:avLst/>
          </a:prstGeom>
        </p:spPr>
      </p:pic>
      <p:pic>
        <p:nvPicPr>
          <p:cNvPr id="7" name="图形 6" descr="农作物 轮廓">
            <a:extLst>
              <a:ext uri="{FF2B5EF4-FFF2-40B4-BE49-F238E27FC236}">
                <a16:creationId xmlns:a16="http://schemas.microsoft.com/office/drawing/2014/main" id="{E006A03C-6742-46D1-D5A7-C91369E4FD7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86690" y="5791234"/>
            <a:ext cx="914400" cy="914400"/>
          </a:xfrm>
          <a:prstGeom prst="rect">
            <a:avLst/>
          </a:prstGeom>
        </p:spPr>
      </p:pic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6E6DE675-565E-F715-B70B-E142BBCABC38}"/>
              </a:ext>
            </a:extLst>
          </p:cNvPr>
          <p:cNvCxnSpPr/>
          <p:nvPr/>
        </p:nvCxnSpPr>
        <p:spPr>
          <a:xfrm>
            <a:off x="2233749" y="3602019"/>
            <a:ext cx="2315391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118279F2-06EB-5646-16F3-3872E7362D02}"/>
              </a:ext>
            </a:extLst>
          </p:cNvPr>
          <p:cNvCxnSpPr>
            <a:cxnSpLocks/>
          </p:cNvCxnSpPr>
          <p:nvPr/>
        </p:nvCxnSpPr>
        <p:spPr>
          <a:xfrm>
            <a:off x="982980" y="3754419"/>
            <a:ext cx="3718560" cy="0"/>
          </a:xfrm>
          <a:prstGeom prst="line">
            <a:avLst/>
          </a:prstGeom>
          <a:ln w="38100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8169855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3C884DC-C58C-4D83-9157-478A0AECA0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584" y="2609644"/>
            <a:ext cx="10515600" cy="2852737"/>
          </a:xfrm>
        </p:spPr>
        <p:txBody>
          <a:bodyPr/>
          <a:lstStyle/>
          <a:p>
            <a:r>
              <a:rPr lang="en-US" altLang="zh-CN" sz="8000" b="1" dirty="0">
                <a:solidFill>
                  <a:schemeClr val="tx1">
                    <a:lumMod val="95000"/>
                    <a:lumOff val="5000"/>
                  </a:schemeClr>
                </a:solidFill>
                <a:latin typeface="Algerian" panose="04020705040A02060702" pitchFamily="82" charset="0"/>
                <a:ea typeface="Adobe 黑体 Std R" panose="020B0400000000000000" pitchFamily="34" charset="-122"/>
                <a:cs typeface="Arial" panose="020B0604020202020204" pitchFamily="34" charset="0"/>
              </a:rPr>
              <a:t>B</a:t>
            </a:r>
            <a:r>
              <a:rPr lang="en-US" altLang="zh-CN" sz="6600" dirty="0">
                <a:solidFill>
                  <a:schemeClr val="tx1">
                    <a:lumMod val="95000"/>
                    <a:lumOff val="5000"/>
                  </a:schemeClr>
                </a:solidFill>
                <a:latin typeface="Algerian" panose="04020705040A02060702" pitchFamily="82" charset="0"/>
                <a:ea typeface="Adobe 黑体 Std R" panose="020B0400000000000000" pitchFamily="34" charset="-122"/>
                <a:cs typeface="Arial" panose="020B0604020202020204" pitchFamily="34" charset="0"/>
              </a:rPr>
              <a:t>ackground</a:t>
            </a:r>
            <a:br>
              <a:rPr lang="en-US" altLang="zh-CN" sz="6000" dirty="0">
                <a:solidFill>
                  <a:schemeClr val="bg1">
                    <a:lumMod val="95000"/>
                  </a:schemeClr>
                </a:solidFill>
                <a:latin typeface="Adobe 黑体 Std R" panose="020B0400000000000000" pitchFamily="34" charset="-122"/>
                <a:ea typeface="Adobe 黑体 Std R" panose="020B0400000000000000" pitchFamily="34" charset="-122"/>
              </a:rPr>
            </a:br>
            <a:endParaRPr lang="en-US" altLang="zh-CN" dirty="0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77F22C32-F19E-40C5-B921-FC2EF1893522}"/>
              </a:ext>
            </a:extLst>
          </p:cNvPr>
          <p:cNvSpPr txBox="1"/>
          <p:nvPr/>
        </p:nvSpPr>
        <p:spPr>
          <a:xfrm>
            <a:off x="1671972" y="2171435"/>
            <a:ext cx="1023516" cy="876417"/>
          </a:xfrm>
          <a:prstGeom prst="rect">
            <a:avLst/>
          </a:prstGeom>
          <a:noFill/>
          <a:ln w="117475">
            <a:noFill/>
          </a:ln>
        </p:spPr>
        <p:txBody>
          <a:bodyPr wrap="none" rtlCol="0">
            <a:prstTxWarp prst="textPlain">
              <a:avLst/>
            </a:prstTxWarp>
            <a:spAutoFit/>
          </a:bodyPr>
          <a:lstStyle/>
          <a:p>
            <a:r>
              <a:rPr lang="en-US" altLang="zh-CN" b="1" spc="100" dirty="0">
                <a:latin typeface="Algerian" panose="04020705040A02060702" pitchFamily="82" charset="0"/>
                <a:ea typeface="微软雅黑" panose="020B0503020204020204" pitchFamily="34" charset="-122"/>
                <a:cs typeface="Arial" panose="020B0604020202020204" pitchFamily="34" charset="0"/>
                <a:sym typeface="Arial" panose="020B0604020202020204" pitchFamily="34" charset="0"/>
              </a:rPr>
              <a:t>01</a:t>
            </a:r>
            <a:endParaRPr lang="zh-CN" altLang="en-US" b="1" spc="100" dirty="0">
              <a:latin typeface="Algerian" panose="04020705040A02060702" pitchFamily="82" charset="0"/>
              <a:ea typeface="微软雅黑" panose="020B0503020204020204" pitchFamily="34" charset="-122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6A7F4D19-F45F-61D3-1193-993229EA01B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220133" y="5839"/>
            <a:ext cx="12547600" cy="95089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3" name="图形 2" descr="农作物 纯色填充">
            <a:extLst>
              <a:ext uri="{FF2B5EF4-FFF2-40B4-BE49-F238E27FC236}">
                <a16:creationId xmlns:a16="http://schemas.microsoft.com/office/drawing/2014/main" id="{C9677BFA-F67C-13F6-D653-55EA580BB2B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034184" y="5900590"/>
            <a:ext cx="914400" cy="914400"/>
          </a:xfrm>
          <a:prstGeom prst="rect">
            <a:avLst/>
          </a:prstGeom>
        </p:spPr>
      </p:pic>
      <p:pic>
        <p:nvPicPr>
          <p:cNvPr id="6" name="图形 5" descr="农作物 轮廓">
            <a:extLst>
              <a:ext uri="{FF2B5EF4-FFF2-40B4-BE49-F238E27FC236}">
                <a16:creationId xmlns:a16="http://schemas.microsoft.com/office/drawing/2014/main" id="{938585A8-36D7-5239-C700-C2559309A45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86690" y="5791234"/>
            <a:ext cx="914400" cy="914400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226703830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DEE29C4-BA3A-DAC5-0975-1B0068AE89B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33FD5223-F61E-9FAD-64F8-29755892315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zh-CN" altLang="en-US"/>
          </a:p>
        </p:txBody>
      </p:sp>
      <p:pic>
        <p:nvPicPr>
          <p:cNvPr id="7" name="图片 6" descr="背景图案&#10;&#10;描述已自动生成">
            <a:extLst>
              <a:ext uri="{FF2B5EF4-FFF2-40B4-BE49-F238E27FC236}">
                <a16:creationId xmlns:a16="http://schemas.microsoft.com/office/drawing/2014/main" id="{585A5856-74D3-1E98-18C9-5453AA6BA5C5}"/>
              </a:ext>
            </a:extLst>
          </p:cNvPr>
          <p:cNvPicPr>
            <a:picLocks noChangeAspect="1"/>
          </p:cNvPicPr>
          <p:nvPr/>
        </p:nvPicPr>
        <p:blipFill>
          <a:blip r:embed="rId2">
            <a:grayscl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4700"/>
                    </a14:imgEffect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" y="0"/>
            <a:ext cx="12192002" cy="68580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2" name="矩形 11">
            <a:extLst>
              <a:ext uri="{FF2B5EF4-FFF2-40B4-BE49-F238E27FC236}">
                <a16:creationId xmlns:a16="http://schemas.microsoft.com/office/drawing/2014/main" id="{EAEC1B17-7E65-F88C-ABC1-2528E1B5F545}"/>
              </a:ext>
            </a:extLst>
          </p:cNvPr>
          <p:cNvSpPr/>
          <p:nvPr/>
        </p:nvSpPr>
        <p:spPr>
          <a:xfrm>
            <a:off x="0" y="-39111"/>
            <a:ext cx="12192000" cy="964941"/>
          </a:xfrm>
          <a:prstGeom prst="rect">
            <a:avLst/>
          </a:prstGeom>
          <a:gradFill>
            <a:gsLst>
              <a:gs pos="7446">
                <a:srgbClr val="548235"/>
              </a:gs>
              <a:gs pos="51000">
                <a:schemeClr val="accent6">
                  <a:lumMod val="75000"/>
                </a:schemeClr>
              </a:gs>
              <a:gs pos="100000">
                <a:schemeClr val="accent6">
                  <a:lumMod val="75000"/>
                </a:schemeClr>
              </a:gs>
            </a:gsLst>
            <a:lin ang="5400000" scaled="1"/>
          </a:gra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D623BE95-6382-0B02-E7C6-F76B82728BD1}"/>
              </a:ext>
            </a:extLst>
          </p:cNvPr>
          <p:cNvSpPr txBox="1"/>
          <p:nvPr/>
        </p:nvSpPr>
        <p:spPr>
          <a:xfrm>
            <a:off x="966921" y="291496"/>
            <a:ext cx="128016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0" lang="en-US" altLang="zh-CN" sz="2400" b="1" i="0" u="none" strike="noStrike" kern="0" cap="none" spc="0" normalizeH="0" baseline="0" noProof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rPr>
              <a:t>Background</a:t>
            </a:r>
            <a:r>
              <a:rPr kumimoji="0" lang="en-US" altLang="zh-CN" sz="2400" b="1" i="0" u="none" strike="noStrike" kern="0" cap="none" spc="0" normalizeH="0" baseline="0" noProof="0" dirty="0">
                <a:ln>
                  <a:noFill/>
                </a:ln>
                <a:solidFill>
                  <a:schemeClr val="bg1">
                    <a:lumMod val="95000"/>
                  </a:schemeClr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rPr>
              <a:t>        </a:t>
            </a:r>
            <a:r>
              <a:rPr lang="en-US" altLang="zh-CN" sz="2400" b="1" dirty="0">
                <a:solidFill>
                  <a:schemeClr val="bg1">
                    <a:lumMod val="9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Conventional      </a:t>
            </a:r>
            <a:r>
              <a:rPr kumimoji="0" lang="en-US" altLang="zh-CN" sz="2400" b="1" i="0" u="none" strike="noStrike" kern="0" cap="none" spc="0" normalizeH="0" baseline="0" noProof="0" dirty="0">
                <a:ln>
                  <a:noFill/>
                </a:ln>
                <a:solidFill>
                  <a:schemeClr val="bg1">
                    <a:lumMod val="95000"/>
                  </a:schemeClr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rPr>
              <a:t>Novel       Conclusion and Outlook</a:t>
            </a:r>
          </a:p>
          <a:p>
            <a:endParaRPr kumimoji="0" lang="en-US" altLang="zh-CN" sz="1800" b="0" i="0" u="none" strike="noStrike" kern="0" cap="none" spc="0" normalizeH="0" baseline="0" noProof="0" dirty="0">
              <a:ln>
                <a:noFill/>
              </a:ln>
              <a:solidFill>
                <a:prstClr val="white">
                  <a:lumMod val="65000"/>
                </a:prstClr>
              </a:solidFill>
              <a:effectLst/>
              <a:uLnTx/>
              <a:uFillTx/>
              <a:latin typeface="HelveticaExt-Normal"/>
              <a:ea typeface="OPPOSans B"/>
            </a:endParaRPr>
          </a:p>
          <a:p>
            <a:endParaRPr lang="en-US" altLang="zh-CN" sz="1800" dirty="0">
              <a:solidFill>
                <a:schemeClr val="bg1">
                  <a:lumMod val="95000"/>
                </a:schemeClr>
              </a:solidFill>
              <a:latin typeface="Adobe 黑体 Std R" panose="020B0400000000000000" pitchFamily="34" charset="-122"/>
              <a:ea typeface="Adobe 黑体 Std R" panose="020B0400000000000000" pitchFamily="34" charset="-122"/>
            </a:endParaRPr>
          </a:p>
          <a:p>
            <a:endParaRPr kumimoji="0" lang="zh-CN" altLang="en-US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endParaRPr lang="zh-CN" altLang="en-US" dirty="0"/>
          </a:p>
        </p:txBody>
      </p:sp>
      <p:pic>
        <p:nvPicPr>
          <p:cNvPr id="20" name="图片 19" descr="图片包含 徽标&#10;&#10;描述已自动生成">
            <a:extLst>
              <a:ext uri="{FF2B5EF4-FFF2-40B4-BE49-F238E27FC236}">
                <a16:creationId xmlns:a16="http://schemas.microsoft.com/office/drawing/2014/main" id="{7A0B4C53-65DF-7639-2804-731E7FCEC2B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0359" y="25078"/>
            <a:ext cx="836562" cy="836562"/>
          </a:xfrm>
          <a:prstGeom prst="ellipse">
            <a:avLst/>
          </a:prstGeom>
        </p:spPr>
      </p:pic>
      <p:sp>
        <p:nvSpPr>
          <p:cNvPr id="4" name="文本框 3">
            <a:extLst>
              <a:ext uri="{FF2B5EF4-FFF2-40B4-BE49-F238E27FC236}">
                <a16:creationId xmlns:a16="http://schemas.microsoft.com/office/drawing/2014/main" id="{0ACC9F77-9808-F04C-41BC-0FF6DE0BF500}"/>
              </a:ext>
            </a:extLst>
          </p:cNvPr>
          <p:cNvSpPr txBox="1"/>
          <p:nvPr/>
        </p:nvSpPr>
        <p:spPr>
          <a:xfrm>
            <a:off x="688427" y="1248124"/>
            <a:ext cx="425053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i="1" dirty="0">
                <a:latin typeface="Century Gothic" panose="020B0502020202020204" pitchFamily="34" charset="0"/>
              </a:rPr>
              <a:t>Greenhouse gas</a:t>
            </a:r>
            <a:endParaRPr lang="zh-CN" altLang="en-US" sz="3200" b="1" i="1" dirty="0">
              <a:latin typeface="Century Gothic" panose="020B0502020202020204" pitchFamily="34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72C2A9F4-A723-FE06-ECB0-1BE8E4494DEB}"/>
              </a:ext>
            </a:extLst>
          </p:cNvPr>
          <p:cNvSpPr txBox="1"/>
          <p:nvPr/>
        </p:nvSpPr>
        <p:spPr>
          <a:xfrm>
            <a:off x="688427" y="2127574"/>
            <a:ext cx="10568152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altLang="zh-CN" sz="4000" dirty="0">
                <a:solidFill>
                  <a:srgbClr val="101214"/>
                </a:solidFill>
                <a:latin typeface="Angsana New" panose="02020603050405020304" pitchFamily="18" charset="-34"/>
                <a:ea typeface="PingFang SC" panose="020B0400000000000000" pitchFamily="34" charset="-122"/>
                <a:cs typeface="Angsana New" panose="02020603050405020304" pitchFamily="18" charset="-34"/>
              </a:rPr>
              <a:t>Greenhouse gases are gases that cause the greenhouse effect.</a:t>
            </a:r>
          </a:p>
          <a:p>
            <a:pPr algn="just"/>
            <a:endParaRPr lang="en-US" altLang="zh-CN" sz="4000" dirty="0">
              <a:solidFill>
                <a:srgbClr val="101214"/>
              </a:solidFill>
              <a:latin typeface="Angsana New" panose="02020603050405020304" pitchFamily="18" charset="-34"/>
              <a:ea typeface="PingFang SC" panose="020B0400000000000000" pitchFamily="34" charset="-122"/>
              <a:cs typeface="Angsana New" panose="02020603050405020304" pitchFamily="18" charset="-34"/>
            </a:endParaRP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en-US" altLang="zh-CN" sz="4000" dirty="0">
                <a:solidFill>
                  <a:srgbClr val="101214"/>
                </a:solidFill>
                <a:latin typeface="Angsana New" panose="02020603050405020304" pitchFamily="18" charset="-34"/>
                <a:ea typeface="PingFang SC" panose="020B0400000000000000" pitchFamily="34" charset="-122"/>
                <a:cs typeface="Angsana New" panose="02020603050405020304" pitchFamily="18" charset="-34"/>
              </a:rPr>
              <a:t>Natural greenhouse gases contain water vapor, </a:t>
            </a:r>
            <a:r>
              <a:rPr lang="en-US" altLang="zh-CN" sz="4800" dirty="0">
                <a:solidFill>
                  <a:schemeClr val="accent1">
                    <a:lumMod val="75000"/>
                  </a:schemeClr>
                </a:solidFill>
                <a:latin typeface="Angsana New" panose="02020603050405020304" pitchFamily="18" charset="-34"/>
                <a:ea typeface="PingFang SC" panose="020B0400000000000000" pitchFamily="34" charset="-122"/>
                <a:cs typeface="Angsana New" panose="02020603050405020304" pitchFamily="18" charset="-34"/>
              </a:rPr>
              <a:t>carbon dioxide(CO</a:t>
            </a:r>
            <a:r>
              <a:rPr lang="en-US" altLang="zh-CN" sz="4800" baseline="-25000" dirty="0">
                <a:solidFill>
                  <a:schemeClr val="accent1">
                    <a:lumMod val="75000"/>
                  </a:schemeClr>
                </a:solidFill>
                <a:latin typeface="Angsana New" panose="02020603050405020304" pitchFamily="18" charset="-34"/>
                <a:ea typeface="PingFang SC" panose="020B0400000000000000" pitchFamily="34" charset="-122"/>
                <a:cs typeface="Angsana New" panose="02020603050405020304" pitchFamily="18" charset="-34"/>
              </a:rPr>
              <a:t>2</a:t>
            </a:r>
            <a:r>
              <a:rPr lang="en-US" altLang="zh-CN" sz="4800" dirty="0">
                <a:solidFill>
                  <a:schemeClr val="accent1">
                    <a:lumMod val="75000"/>
                  </a:schemeClr>
                </a:solidFill>
                <a:latin typeface="Angsana New" panose="02020603050405020304" pitchFamily="18" charset="-34"/>
                <a:ea typeface="PingFang SC" panose="020B0400000000000000" pitchFamily="34" charset="-122"/>
                <a:cs typeface="Angsana New" panose="02020603050405020304" pitchFamily="18" charset="-34"/>
              </a:rPr>
              <a:t>) </a:t>
            </a:r>
            <a:r>
              <a:rPr lang="en-US" altLang="zh-CN" sz="4000" dirty="0">
                <a:solidFill>
                  <a:srgbClr val="101214"/>
                </a:solidFill>
                <a:latin typeface="Angsana New" panose="02020603050405020304" pitchFamily="18" charset="-34"/>
                <a:ea typeface="PingFang SC" panose="020B0400000000000000" pitchFamily="34" charset="-122"/>
                <a:cs typeface="Angsana New" panose="02020603050405020304" pitchFamily="18" charset="-34"/>
              </a:rPr>
              <a:t>and ozone(O</a:t>
            </a:r>
            <a:r>
              <a:rPr lang="en-US" altLang="zh-CN" sz="4000" baseline="-25000" dirty="0">
                <a:solidFill>
                  <a:srgbClr val="101214"/>
                </a:solidFill>
                <a:latin typeface="Angsana New" panose="02020603050405020304" pitchFamily="18" charset="-34"/>
                <a:ea typeface="PingFang SC" panose="020B0400000000000000" pitchFamily="34" charset="-122"/>
                <a:cs typeface="Angsana New" panose="02020603050405020304" pitchFamily="18" charset="-34"/>
              </a:rPr>
              <a:t>3</a:t>
            </a:r>
            <a:r>
              <a:rPr lang="en-US" altLang="zh-CN" sz="4000" dirty="0">
                <a:solidFill>
                  <a:srgbClr val="101214"/>
                </a:solidFill>
                <a:latin typeface="Angsana New" panose="02020603050405020304" pitchFamily="18" charset="-34"/>
                <a:ea typeface="PingFang SC" panose="020B0400000000000000" pitchFamily="34" charset="-122"/>
                <a:cs typeface="Angsana New" panose="02020603050405020304" pitchFamily="18" charset="-34"/>
              </a:rPr>
              <a:t>), methane(CH</a:t>
            </a:r>
            <a:r>
              <a:rPr lang="en-US" altLang="zh-CN" sz="4000" baseline="-25000" dirty="0">
                <a:solidFill>
                  <a:srgbClr val="101214"/>
                </a:solidFill>
                <a:latin typeface="Angsana New" panose="02020603050405020304" pitchFamily="18" charset="-34"/>
                <a:ea typeface="PingFang SC" panose="020B0400000000000000" pitchFamily="34" charset="-122"/>
                <a:cs typeface="Angsana New" panose="02020603050405020304" pitchFamily="18" charset="-34"/>
              </a:rPr>
              <a:t>4</a:t>
            </a:r>
            <a:r>
              <a:rPr lang="en-US" altLang="zh-CN" sz="4000" dirty="0">
                <a:solidFill>
                  <a:srgbClr val="101214"/>
                </a:solidFill>
                <a:latin typeface="Angsana New" panose="02020603050405020304" pitchFamily="18" charset="-34"/>
                <a:ea typeface="PingFang SC" panose="020B0400000000000000" pitchFamily="34" charset="-122"/>
                <a:cs typeface="Angsana New" panose="02020603050405020304" pitchFamily="18" charset="-34"/>
              </a:rPr>
              <a:t>), nitrogen oxide (NO</a:t>
            </a:r>
            <a:r>
              <a:rPr lang="en-US" altLang="zh-CN" sz="4000" baseline="-25000" dirty="0">
                <a:solidFill>
                  <a:srgbClr val="101214"/>
                </a:solidFill>
                <a:latin typeface="Angsana New" panose="02020603050405020304" pitchFamily="18" charset="-34"/>
                <a:ea typeface="PingFang SC" panose="020B0400000000000000" pitchFamily="34" charset="-122"/>
                <a:cs typeface="Angsana New" panose="02020603050405020304" pitchFamily="18" charset="-34"/>
              </a:rPr>
              <a:t>x</a:t>
            </a:r>
            <a:r>
              <a:rPr lang="en-US" altLang="zh-CN" sz="4000" dirty="0">
                <a:solidFill>
                  <a:srgbClr val="101214"/>
                </a:solidFill>
                <a:latin typeface="Angsana New" panose="02020603050405020304" pitchFamily="18" charset="-34"/>
                <a:ea typeface="PingFang SC" panose="020B0400000000000000" pitchFamily="34" charset="-122"/>
                <a:cs typeface="Angsana New" panose="02020603050405020304" pitchFamily="18" charset="-34"/>
              </a:rPr>
              <a:t>)</a:t>
            </a:r>
          </a:p>
          <a:p>
            <a:pPr algn="just"/>
            <a:endParaRPr kumimoji="1" lang="zh-CN" altLang="en-US" sz="2400" dirty="0">
              <a:latin typeface="PingFang SC" panose="020B0400000000000000" pitchFamily="34" charset="-122"/>
              <a:ea typeface="PingFang SC" panose="020B0400000000000000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45600123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DEE29C4-BA3A-DAC5-0975-1B0068AE89B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33FD5223-F61E-9FAD-64F8-29755892315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zh-CN" altLang="en-US"/>
          </a:p>
        </p:txBody>
      </p:sp>
      <p:pic>
        <p:nvPicPr>
          <p:cNvPr id="7" name="图片 6" descr="背景图案&#10;&#10;描述已自动生成">
            <a:extLst>
              <a:ext uri="{FF2B5EF4-FFF2-40B4-BE49-F238E27FC236}">
                <a16:creationId xmlns:a16="http://schemas.microsoft.com/office/drawing/2014/main" id="{585A5856-74D3-1E98-18C9-5453AA6BA5C5}"/>
              </a:ext>
            </a:extLst>
          </p:cNvPr>
          <p:cNvPicPr>
            <a:picLocks noChangeAspect="1"/>
          </p:cNvPicPr>
          <p:nvPr/>
        </p:nvPicPr>
        <p:blipFill>
          <a:blip r:embed="rId2">
            <a:grayscl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4700"/>
                    </a14:imgEffect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312"/>
            <a:ext cx="12192000" cy="685799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2" name="矩形 11">
            <a:extLst>
              <a:ext uri="{FF2B5EF4-FFF2-40B4-BE49-F238E27FC236}">
                <a16:creationId xmlns:a16="http://schemas.microsoft.com/office/drawing/2014/main" id="{EAEC1B17-7E65-F88C-ABC1-2528E1B5F545}"/>
              </a:ext>
            </a:extLst>
          </p:cNvPr>
          <p:cNvSpPr/>
          <p:nvPr/>
        </p:nvSpPr>
        <p:spPr>
          <a:xfrm>
            <a:off x="0" y="-39111"/>
            <a:ext cx="12192000" cy="964941"/>
          </a:xfrm>
          <a:prstGeom prst="rect">
            <a:avLst/>
          </a:prstGeom>
          <a:gradFill>
            <a:gsLst>
              <a:gs pos="7446">
                <a:srgbClr val="548235"/>
              </a:gs>
              <a:gs pos="51000">
                <a:schemeClr val="accent6">
                  <a:lumMod val="75000"/>
                </a:schemeClr>
              </a:gs>
              <a:gs pos="100000">
                <a:schemeClr val="accent6">
                  <a:lumMod val="75000"/>
                </a:schemeClr>
              </a:gs>
            </a:gsLst>
            <a:lin ang="5400000" scaled="1"/>
          </a:gra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D623BE95-6382-0B02-E7C6-F76B82728BD1}"/>
              </a:ext>
            </a:extLst>
          </p:cNvPr>
          <p:cNvSpPr txBox="1"/>
          <p:nvPr/>
        </p:nvSpPr>
        <p:spPr>
          <a:xfrm>
            <a:off x="1097280" y="233075"/>
            <a:ext cx="128016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0" lang="en-US" altLang="zh-CN" sz="2400" b="1" i="0" u="none" strike="noStrike" kern="0" cap="none" spc="0" normalizeH="0" baseline="0" noProof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rPr>
              <a:t>Background</a:t>
            </a:r>
            <a:r>
              <a:rPr kumimoji="0" lang="en-US" altLang="zh-CN" sz="2400" b="1" i="0" u="none" strike="noStrike" kern="0" cap="none" spc="0" normalizeH="0" baseline="0" noProof="0" dirty="0">
                <a:ln>
                  <a:noFill/>
                </a:ln>
                <a:solidFill>
                  <a:schemeClr val="bg1">
                    <a:lumMod val="95000"/>
                  </a:schemeClr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rPr>
              <a:t>        </a:t>
            </a:r>
            <a:r>
              <a:rPr lang="en-US" altLang="zh-CN" sz="2400" b="1" dirty="0">
                <a:solidFill>
                  <a:schemeClr val="bg1">
                    <a:lumMod val="9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Conventional      </a:t>
            </a:r>
            <a:r>
              <a:rPr kumimoji="0" lang="en-US" altLang="zh-CN" sz="2400" b="1" i="0" u="none" strike="noStrike" kern="0" cap="none" spc="0" normalizeH="0" baseline="0" noProof="0" dirty="0">
                <a:ln>
                  <a:noFill/>
                </a:ln>
                <a:solidFill>
                  <a:schemeClr val="bg1">
                    <a:lumMod val="95000"/>
                  </a:schemeClr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rPr>
              <a:t>Novel       Conclusion and Outlook</a:t>
            </a:r>
          </a:p>
          <a:p>
            <a:endParaRPr kumimoji="0" lang="en-US" altLang="zh-CN" sz="1800" b="0" i="0" u="none" strike="noStrike" kern="0" cap="none" spc="0" normalizeH="0" baseline="0" noProof="0" dirty="0">
              <a:ln>
                <a:noFill/>
              </a:ln>
              <a:solidFill>
                <a:prstClr val="white">
                  <a:lumMod val="65000"/>
                </a:prstClr>
              </a:solidFill>
              <a:effectLst/>
              <a:uLnTx/>
              <a:uFillTx/>
              <a:latin typeface="HelveticaExt-Normal"/>
              <a:ea typeface="OPPOSans B"/>
            </a:endParaRPr>
          </a:p>
          <a:p>
            <a:endParaRPr lang="en-US" altLang="zh-CN" sz="1800" dirty="0">
              <a:solidFill>
                <a:schemeClr val="bg1">
                  <a:lumMod val="95000"/>
                </a:schemeClr>
              </a:solidFill>
              <a:latin typeface="Adobe 黑体 Std R" panose="020B0400000000000000" pitchFamily="34" charset="-122"/>
              <a:ea typeface="Adobe 黑体 Std R" panose="020B0400000000000000" pitchFamily="34" charset="-122"/>
            </a:endParaRPr>
          </a:p>
          <a:p>
            <a:endParaRPr kumimoji="0" lang="zh-CN" altLang="en-US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endParaRPr lang="zh-CN" altLang="en-US" dirty="0"/>
          </a:p>
        </p:txBody>
      </p:sp>
      <p:pic>
        <p:nvPicPr>
          <p:cNvPr id="20" name="图片 19" descr="图片包含 徽标&#10;&#10;描述已自动生成">
            <a:extLst>
              <a:ext uri="{FF2B5EF4-FFF2-40B4-BE49-F238E27FC236}">
                <a16:creationId xmlns:a16="http://schemas.microsoft.com/office/drawing/2014/main" id="{7A0B4C53-65DF-7639-2804-731E7FCEC2B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0359" y="25078"/>
            <a:ext cx="836562" cy="836562"/>
          </a:xfrm>
          <a:prstGeom prst="ellipse">
            <a:avLst/>
          </a:prstGeom>
        </p:spPr>
      </p:pic>
      <p:sp>
        <p:nvSpPr>
          <p:cNvPr id="4" name="标题 1">
            <a:extLst>
              <a:ext uri="{FF2B5EF4-FFF2-40B4-BE49-F238E27FC236}">
                <a16:creationId xmlns:a16="http://schemas.microsoft.com/office/drawing/2014/main" id="{FADACC99-D669-7107-B392-1AD56DE350DC}"/>
              </a:ext>
            </a:extLst>
          </p:cNvPr>
          <p:cNvSpPr txBox="1">
            <a:spLocks/>
          </p:cNvSpPr>
          <p:nvPr/>
        </p:nvSpPr>
        <p:spPr>
          <a:xfrm>
            <a:off x="-1573460" y="2814475"/>
            <a:ext cx="11353800" cy="96494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2800" b="1" i="1" dirty="0">
                <a:latin typeface="Century Gothic" panose="020B0502020202020204" pitchFamily="34" charset="0"/>
                <a:ea typeface="+mn-ea"/>
                <a:cs typeface="+mn-cs"/>
              </a:rPr>
              <a:t>Carbon emission data for individual countries</a:t>
            </a:r>
            <a:endParaRPr lang="zh-CN" altLang="en-US" sz="2800" b="1" i="1" dirty="0"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pic>
        <p:nvPicPr>
          <p:cNvPr id="5" name="Picture 4" descr="科学网—根据CDIAC数据更新的各国碳排放曲线比较图 - 蒋大和的博文">
            <a:extLst>
              <a:ext uri="{FF2B5EF4-FFF2-40B4-BE49-F238E27FC236}">
                <a16:creationId xmlns:a16="http://schemas.microsoft.com/office/drawing/2014/main" id="{DBA51DE9-BB22-E965-8FD2-6EE8BF9AEDB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73817" y="3862363"/>
            <a:ext cx="4232348" cy="25123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文本框 7">
            <a:extLst>
              <a:ext uri="{FF2B5EF4-FFF2-40B4-BE49-F238E27FC236}">
                <a16:creationId xmlns:a16="http://schemas.microsoft.com/office/drawing/2014/main" id="{4BC6CA2D-A464-30BA-077B-A58781CE7C58}"/>
              </a:ext>
            </a:extLst>
          </p:cNvPr>
          <p:cNvSpPr txBox="1"/>
          <p:nvPr/>
        </p:nvSpPr>
        <p:spPr>
          <a:xfrm>
            <a:off x="130359" y="1192034"/>
            <a:ext cx="819018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800" b="1" i="1" dirty="0">
                <a:latin typeface="Century Gothic" panose="020B0502020202020204" pitchFamily="34" charset="0"/>
              </a:rPr>
              <a:t>Mechanism of greenhouse gas action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28668938-4AEA-F962-F1A0-BD9C31CCC84F}"/>
              </a:ext>
            </a:extLst>
          </p:cNvPr>
          <p:cNvSpPr txBox="1"/>
          <p:nvPr/>
        </p:nvSpPr>
        <p:spPr>
          <a:xfrm>
            <a:off x="321227" y="2229700"/>
            <a:ext cx="7047186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3200" dirty="0">
                <a:latin typeface="Angsana New" panose="02020603050405020304" pitchFamily="18" charset="-34"/>
                <a:cs typeface="Angsana New" panose="02020603050405020304" pitchFamily="18" charset="-34"/>
              </a:rPr>
              <a:t>It's like dressing the earth to stop it from dissipating heat</a:t>
            </a:r>
            <a:endParaRPr lang="zh-CN" altLang="en-US" sz="3200" dirty="0">
              <a:latin typeface="Angsana New" panose="02020603050405020304" pitchFamily="18" charset="-34"/>
              <a:cs typeface="Angsana New" panose="02020603050405020304" pitchFamily="18" charset="-34"/>
            </a:endParaRPr>
          </a:p>
        </p:txBody>
      </p:sp>
      <p:pic>
        <p:nvPicPr>
          <p:cNvPr id="13" name="图形 12" descr="地球仪 - 亚洲 纯色填充">
            <a:extLst>
              <a:ext uri="{FF2B5EF4-FFF2-40B4-BE49-F238E27FC236}">
                <a16:creationId xmlns:a16="http://schemas.microsoft.com/office/drawing/2014/main" id="{EFBC96F0-79E5-A34D-7DBE-A49E99FA83A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300687" y="2171763"/>
            <a:ext cx="914400" cy="914400"/>
          </a:xfrm>
          <a:prstGeom prst="rect">
            <a:avLst/>
          </a:prstGeom>
        </p:spPr>
      </p:pic>
      <p:pic>
        <p:nvPicPr>
          <p:cNvPr id="15" name="图形 14" descr="脏衣服 轮廓">
            <a:extLst>
              <a:ext uri="{FF2B5EF4-FFF2-40B4-BE49-F238E27FC236}">
                <a16:creationId xmlns:a16="http://schemas.microsoft.com/office/drawing/2014/main" id="{86CCA56A-0DE2-7198-768C-D9C38C99239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021231" y="1802687"/>
            <a:ext cx="1473311" cy="1473311"/>
          </a:xfrm>
          <a:prstGeom prst="rect">
            <a:avLst/>
          </a:prstGeom>
        </p:spPr>
      </p:pic>
      <p:sp>
        <p:nvSpPr>
          <p:cNvPr id="21" name="文本框 20">
            <a:extLst>
              <a:ext uri="{FF2B5EF4-FFF2-40B4-BE49-F238E27FC236}">
                <a16:creationId xmlns:a16="http://schemas.microsoft.com/office/drawing/2014/main" id="{77967FF7-E92F-322F-DB92-118F6BEFD69C}"/>
              </a:ext>
            </a:extLst>
          </p:cNvPr>
          <p:cNvSpPr txBox="1"/>
          <p:nvPr/>
        </p:nvSpPr>
        <p:spPr>
          <a:xfrm>
            <a:off x="240889" y="4218879"/>
            <a:ext cx="7725102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altLang="zh-CN" sz="3200" dirty="0">
                <a:latin typeface="Angsana New" panose="02020603050405020304" pitchFamily="18" charset="-34"/>
                <a:cs typeface="Angsana New" panose="02020603050405020304" pitchFamily="18" charset="-34"/>
              </a:rPr>
              <a:t>Carbon emissions are on the rise in almost every country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altLang="zh-CN" sz="3200" dirty="0">
                <a:latin typeface="Angsana New" panose="02020603050405020304" pitchFamily="18" charset="-34"/>
                <a:cs typeface="Angsana New" panose="02020603050405020304" pitchFamily="18" charset="-34"/>
              </a:rPr>
              <a:t>This is particularly serious in China</a:t>
            </a:r>
            <a:endParaRPr lang="zh-CN" altLang="en-US" sz="3200" dirty="0">
              <a:latin typeface="Angsana New" panose="02020603050405020304" pitchFamily="18" charset="-34"/>
              <a:cs typeface="Angsana New" panose="02020603050405020304" pitchFamily="18" charset="-34"/>
            </a:endParaRPr>
          </a:p>
          <a:p>
            <a:endParaRPr lang="zh-CN" altLang="en-US" sz="3200" dirty="0">
              <a:latin typeface="Angsana New" panose="02020603050405020304" pitchFamily="18" charset="-34"/>
              <a:cs typeface="Angsana New" panose="02020603050405020304" pitchFamily="18" charset="-34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4CA1B755-E507-7623-4147-718EA566BC4C}"/>
              </a:ext>
            </a:extLst>
          </p:cNvPr>
          <p:cNvSpPr txBox="1"/>
          <p:nvPr/>
        </p:nvSpPr>
        <p:spPr>
          <a:xfrm>
            <a:off x="7498080" y="6450335"/>
            <a:ext cx="40892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kern="0" dirty="0">
                <a:solidFill>
                  <a:sysClr val="windowText" lastClr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Figure 1.Global carbon emissions data</a:t>
            </a:r>
            <a:r>
              <a:rPr lang="en-US" altLang="zh-CN" kern="0" baseline="30000" dirty="0">
                <a:solidFill>
                  <a:sysClr val="windowText" lastClr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[1]</a:t>
            </a:r>
            <a:endParaRPr lang="zh-CN" altLang="en-US" kern="0" baseline="30000" dirty="0">
              <a:solidFill>
                <a:sysClr val="windowText" lastClr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2077892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8" grpId="0"/>
      <p:bldP spid="10" grpId="0"/>
      <p:bldP spid="21" grpId="0"/>
      <p:bldP spid="6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DEE29C4-BA3A-DAC5-0975-1B0068AE89B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33FD5223-F61E-9FAD-64F8-29755892315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zh-CN" altLang="en-US"/>
          </a:p>
        </p:txBody>
      </p:sp>
      <p:pic>
        <p:nvPicPr>
          <p:cNvPr id="7" name="图片 6" descr="背景图案&#10;&#10;描述已自动生成">
            <a:extLst>
              <a:ext uri="{FF2B5EF4-FFF2-40B4-BE49-F238E27FC236}">
                <a16:creationId xmlns:a16="http://schemas.microsoft.com/office/drawing/2014/main" id="{585A5856-74D3-1E98-18C9-5453AA6BA5C5}"/>
              </a:ext>
            </a:extLst>
          </p:cNvPr>
          <p:cNvPicPr>
            <a:picLocks noChangeAspect="1"/>
          </p:cNvPicPr>
          <p:nvPr/>
        </p:nvPicPr>
        <p:blipFill>
          <a:blip r:embed="rId2">
            <a:grayscl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4700"/>
                    </a14:imgEffect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39111"/>
            <a:ext cx="12192000" cy="685799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2" name="矩形 11">
            <a:extLst>
              <a:ext uri="{FF2B5EF4-FFF2-40B4-BE49-F238E27FC236}">
                <a16:creationId xmlns:a16="http://schemas.microsoft.com/office/drawing/2014/main" id="{EAEC1B17-7E65-F88C-ABC1-2528E1B5F545}"/>
              </a:ext>
            </a:extLst>
          </p:cNvPr>
          <p:cNvSpPr/>
          <p:nvPr/>
        </p:nvSpPr>
        <p:spPr>
          <a:xfrm>
            <a:off x="0" y="-39111"/>
            <a:ext cx="12192000" cy="964941"/>
          </a:xfrm>
          <a:prstGeom prst="rect">
            <a:avLst/>
          </a:prstGeom>
          <a:gradFill>
            <a:gsLst>
              <a:gs pos="7446">
                <a:srgbClr val="548235"/>
              </a:gs>
              <a:gs pos="51000">
                <a:schemeClr val="accent6">
                  <a:lumMod val="75000"/>
                </a:schemeClr>
              </a:gs>
              <a:gs pos="100000">
                <a:schemeClr val="accent6">
                  <a:lumMod val="75000"/>
                </a:schemeClr>
              </a:gs>
            </a:gsLst>
            <a:lin ang="5400000" scaled="1"/>
          </a:gra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D623BE95-6382-0B02-E7C6-F76B82728BD1}"/>
              </a:ext>
            </a:extLst>
          </p:cNvPr>
          <p:cNvSpPr txBox="1"/>
          <p:nvPr/>
        </p:nvSpPr>
        <p:spPr>
          <a:xfrm>
            <a:off x="1097280" y="233075"/>
            <a:ext cx="128016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0" lang="en-US" altLang="zh-CN" sz="2400" b="1" i="0" u="none" strike="noStrike" kern="0" cap="none" spc="0" normalizeH="0" baseline="0" noProof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rPr>
              <a:t>Background</a:t>
            </a:r>
            <a:r>
              <a:rPr kumimoji="0" lang="en-US" altLang="zh-CN" sz="2400" b="1" i="0" u="none" strike="noStrike" kern="0" cap="none" spc="0" normalizeH="0" baseline="0" noProof="0" dirty="0">
                <a:ln>
                  <a:noFill/>
                </a:ln>
                <a:solidFill>
                  <a:schemeClr val="bg1">
                    <a:lumMod val="95000"/>
                  </a:schemeClr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rPr>
              <a:t>        </a:t>
            </a:r>
            <a:r>
              <a:rPr lang="en-US" altLang="zh-CN" sz="2400" b="1" dirty="0">
                <a:solidFill>
                  <a:schemeClr val="bg1">
                    <a:lumMod val="9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Conventional      </a:t>
            </a:r>
            <a:r>
              <a:rPr kumimoji="0" lang="en-US" altLang="zh-CN" sz="2400" b="1" i="0" u="none" strike="noStrike" kern="0" cap="none" spc="0" normalizeH="0" baseline="0" noProof="0" dirty="0">
                <a:ln>
                  <a:noFill/>
                </a:ln>
                <a:solidFill>
                  <a:schemeClr val="bg1">
                    <a:lumMod val="95000"/>
                  </a:schemeClr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rPr>
              <a:t>Novel       Conclusion and Outlook</a:t>
            </a:r>
          </a:p>
          <a:p>
            <a:endParaRPr kumimoji="0" lang="en-US" altLang="zh-CN" sz="1800" b="0" i="0" u="none" strike="noStrike" kern="0" cap="none" spc="0" normalizeH="0" baseline="0" noProof="0" dirty="0">
              <a:ln>
                <a:noFill/>
              </a:ln>
              <a:solidFill>
                <a:prstClr val="white">
                  <a:lumMod val="65000"/>
                </a:prstClr>
              </a:solidFill>
              <a:effectLst/>
              <a:uLnTx/>
              <a:uFillTx/>
              <a:latin typeface="HelveticaExt-Normal"/>
              <a:ea typeface="OPPOSans B"/>
            </a:endParaRPr>
          </a:p>
          <a:p>
            <a:endParaRPr lang="en-US" altLang="zh-CN" sz="1800" dirty="0">
              <a:solidFill>
                <a:schemeClr val="bg1">
                  <a:lumMod val="95000"/>
                </a:schemeClr>
              </a:solidFill>
              <a:latin typeface="Adobe 黑体 Std R" panose="020B0400000000000000" pitchFamily="34" charset="-122"/>
              <a:ea typeface="Adobe 黑体 Std R" panose="020B0400000000000000" pitchFamily="34" charset="-122"/>
            </a:endParaRPr>
          </a:p>
          <a:p>
            <a:endParaRPr kumimoji="0" lang="zh-CN" altLang="en-US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endParaRPr lang="zh-CN" altLang="en-US" dirty="0"/>
          </a:p>
        </p:txBody>
      </p:sp>
      <p:pic>
        <p:nvPicPr>
          <p:cNvPr id="20" name="图片 19" descr="图片包含 徽标&#10;&#10;描述已自动生成">
            <a:extLst>
              <a:ext uri="{FF2B5EF4-FFF2-40B4-BE49-F238E27FC236}">
                <a16:creationId xmlns:a16="http://schemas.microsoft.com/office/drawing/2014/main" id="{7A0B4C53-65DF-7639-2804-731E7FCEC2B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0359" y="25078"/>
            <a:ext cx="836562" cy="836562"/>
          </a:xfrm>
          <a:prstGeom prst="ellipse">
            <a:avLst/>
          </a:prstGeom>
        </p:spPr>
      </p:pic>
      <p:sp>
        <p:nvSpPr>
          <p:cNvPr id="4" name="标题 1">
            <a:extLst>
              <a:ext uri="{FF2B5EF4-FFF2-40B4-BE49-F238E27FC236}">
                <a16:creationId xmlns:a16="http://schemas.microsoft.com/office/drawing/2014/main" id="{FF47272B-D533-399B-F113-785F4E0B7E7A}"/>
              </a:ext>
            </a:extLst>
          </p:cNvPr>
          <p:cNvSpPr txBox="1">
            <a:spLocks/>
          </p:cNvSpPr>
          <p:nvPr/>
        </p:nvSpPr>
        <p:spPr>
          <a:xfrm>
            <a:off x="-513167" y="1337948"/>
            <a:ext cx="7841799" cy="736973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2800" b="1" i="1" dirty="0">
                <a:latin typeface="Century Gothic" panose="020B0502020202020204" pitchFamily="34" charset="0"/>
                <a:ea typeface="+mn-ea"/>
                <a:cs typeface="+mn-cs"/>
              </a:rPr>
              <a:t>The dangers of carbon emissions</a:t>
            </a:r>
            <a:endParaRPr lang="zh-CN" altLang="en-US" sz="2800" b="1" i="1" dirty="0"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5" name="内容占位符 2">
            <a:extLst>
              <a:ext uri="{FF2B5EF4-FFF2-40B4-BE49-F238E27FC236}">
                <a16:creationId xmlns:a16="http://schemas.microsoft.com/office/drawing/2014/main" id="{80DCACDF-B3F9-57B9-1636-238F34AC1329}"/>
              </a:ext>
            </a:extLst>
          </p:cNvPr>
          <p:cNvSpPr txBox="1">
            <a:spLocks/>
          </p:cNvSpPr>
          <p:nvPr/>
        </p:nvSpPr>
        <p:spPr>
          <a:xfrm>
            <a:off x="1021080" y="2444928"/>
            <a:ext cx="4937760" cy="279139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 algn="just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altLang="zh-CN" sz="4000" dirty="0">
                <a:latin typeface="Angsana New" panose="02020603050405020304" pitchFamily="18" charset="-34"/>
                <a:cs typeface="Angsana New" panose="02020603050405020304" pitchFamily="18" charset="-34"/>
              </a:rPr>
              <a:t>Climate change</a:t>
            </a:r>
          </a:p>
          <a:p>
            <a:pPr marL="342900" indent="-342900" algn="just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altLang="zh-CN" sz="4000" dirty="0">
                <a:latin typeface="Angsana New" panose="02020603050405020304" pitchFamily="18" charset="-34"/>
                <a:cs typeface="Angsana New" panose="02020603050405020304" pitchFamily="18" charset="-34"/>
              </a:rPr>
              <a:t>Ecosystem threats</a:t>
            </a:r>
          </a:p>
          <a:p>
            <a:pPr marL="342900" indent="-342900" algn="just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altLang="zh-CN" sz="4000" dirty="0">
                <a:latin typeface="Angsana New" panose="02020603050405020304" pitchFamily="18" charset="-34"/>
                <a:cs typeface="Angsana New" panose="02020603050405020304" pitchFamily="18" charset="-34"/>
              </a:rPr>
              <a:t>Economic impacts</a:t>
            </a:r>
          </a:p>
          <a:p>
            <a:pPr marL="342900" indent="-342900" algn="just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altLang="zh-CN" sz="4000" dirty="0">
                <a:latin typeface="Angsana New" panose="02020603050405020304" pitchFamily="18" charset="-34"/>
                <a:cs typeface="Angsana New" panose="02020603050405020304" pitchFamily="18" charset="-34"/>
              </a:rPr>
              <a:t>Global Health Issues</a:t>
            </a:r>
            <a:endParaRPr lang="zh-CN" altLang="en-US" sz="4000" dirty="0">
              <a:latin typeface="Angsana New" panose="02020603050405020304" pitchFamily="18" charset="-34"/>
              <a:cs typeface="Angsana New" panose="02020603050405020304" pitchFamily="18" charset="-34"/>
            </a:endParaRPr>
          </a:p>
        </p:txBody>
      </p:sp>
      <p:pic>
        <p:nvPicPr>
          <p:cNvPr id="6" name="内容占位符 4">
            <a:extLst>
              <a:ext uri="{FF2B5EF4-FFF2-40B4-BE49-F238E27FC236}">
                <a16:creationId xmlns:a16="http://schemas.microsoft.com/office/drawing/2014/main" id="{F6099312-4F23-6150-B234-F9833213F7F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5802" y="2896559"/>
            <a:ext cx="4777508" cy="2479415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8" name="内容占位符 6">
            <a:extLst>
              <a:ext uri="{FF2B5EF4-FFF2-40B4-BE49-F238E27FC236}">
                <a16:creationId xmlns:a16="http://schemas.microsoft.com/office/drawing/2014/main" id="{686FC059-56F5-2F66-3A92-9364B336FD5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53346" y="1226592"/>
            <a:ext cx="2339964" cy="1454382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9" name="文本框 8">
            <a:extLst>
              <a:ext uri="{FF2B5EF4-FFF2-40B4-BE49-F238E27FC236}">
                <a16:creationId xmlns:a16="http://schemas.microsoft.com/office/drawing/2014/main" id="{6D01C1B9-86E8-F4D5-978D-BDCF34280EC8}"/>
              </a:ext>
            </a:extLst>
          </p:cNvPr>
          <p:cNvSpPr txBox="1"/>
          <p:nvPr/>
        </p:nvSpPr>
        <p:spPr>
          <a:xfrm>
            <a:off x="5958840" y="5622547"/>
            <a:ext cx="54606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kern="0" dirty="0">
                <a:solidFill>
                  <a:sysClr val="windowText" lastClr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Figure 2.Global frequency of extreme weather events</a:t>
            </a:r>
            <a:r>
              <a:rPr lang="en-US" altLang="zh-CN" kern="0" baseline="30000" dirty="0">
                <a:solidFill>
                  <a:sysClr val="windowText" lastClr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[2]</a:t>
            </a:r>
            <a:endParaRPr lang="zh-CN" altLang="en-US" kern="0" baseline="30000" dirty="0">
              <a:solidFill>
                <a:sysClr val="windowText" lastClr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AEBF4BCF-6219-EAC9-3D50-E2B7821718F3}"/>
              </a:ext>
            </a:extLst>
          </p:cNvPr>
          <p:cNvSpPr/>
          <p:nvPr/>
        </p:nvSpPr>
        <p:spPr>
          <a:xfrm>
            <a:off x="119850" y="5929072"/>
            <a:ext cx="11164814" cy="591444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zh-CN" sz="2400" b="1" i="1" dirty="0">
                <a:solidFill>
                  <a:schemeClr val="accent1">
                    <a:lumMod val="75000"/>
                  </a:schemeClr>
                </a:solidFill>
                <a:latin typeface="Adobe 黑体 Std R" panose="020B0400000000000000" pitchFamily="34" charset="-122"/>
                <a:ea typeface="Adobe 黑体 Std R" panose="020B0400000000000000" pitchFamily="34" charset="-122"/>
              </a:rPr>
              <a:t>We</a:t>
            </a:r>
            <a:r>
              <a:rPr lang="zh-CN" altLang="en-US" sz="2400" b="1" i="1" dirty="0">
                <a:solidFill>
                  <a:schemeClr val="accent1">
                    <a:lumMod val="75000"/>
                  </a:schemeClr>
                </a:solidFill>
                <a:latin typeface="Adobe 黑体 Std R" panose="020B0400000000000000" pitchFamily="34" charset="-122"/>
                <a:ea typeface="Adobe 黑体 Std R" panose="020B0400000000000000" pitchFamily="34" charset="-122"/>
              </a:rPr>
              <a:t> </a:t>
            </a:r>
            <a:r>
              <a:rPr lang="en-US" altLang="zh-CN" sz="2400" b="1" i="1" dirty="0">
                <a:solidFill>
                  <a:schemeClr val="accent1">
                    <a:lumMod val="75000"/>
                  </a:schemeClr>
                </a:solidFill>
                <a:latin typeface="Adobe 黑体 Std R" panose="020B0400000000000000" pitchFamily="34" charset="-122"/>
                <a:ea typeface="Adobe 黑体 Std R" panose="020B0400000000000000" pitchFamily="34" charset="-122"/>
              </a:rPr>
              <a:t>need</a:t>
            </a:r>
            <a:r>
              <a:rPr lang="zh-CN" altLang="en-US" sz="2400" b="1" i="1" dirty="0">
                <a:solidFill>
                  <a:schemeClr val="accent1">
                    <a:lumMod val="75000"/>
                  </a:schemeClr>
                </a:solidFill>
                <a:latin typeface="Adobe 黑体 Std R" panose="020B0400000000000000" pitchFamily="34" charset="-122"/>
                <a:ea typeface="Adobe 黑体 Std R" panose="020B0400000000000000" pitchFamily="34" charset="-122"/>
              </a:rPr>
              <a:t> </a:t>
            </a:r>
            <a:r>
              <a:rPr lang="en-US" altLang="zh-CN" sz="2400" b="1" i="1" dirty="0">
                <a:solidFill>
                  <a:schemeClr val="accent1">
                    <a:lumMod val="75000"/>
                  </a:schemeClr>
                </a:solidFill>
                <a:latin typeface="Adobe 黑体 Std R" panose="020B0400000000000000" pitchFamily="34" charset="-122"/>
                <a:ea typeface="Adobe 黑体 Std R" panose="020B0400000000000000" pitchFamily="34" charset="-122"/>
              </a:rPr>
              <a:t>to</a:t>
            </a:r>
            <a:r>
              <a:rPr lang="zh-CN" altLang="en-US" sz="2400" b="1" i="1" dirty="0">
                <a:solidFill>
                  <a:schemeClr val="accent1">
                    <a:lumMod val="75000"/>
                  </a:schemeClr>
                </a:solidFill>
                <a:latin typeface="Adobe 黑体 Std R" panose="020B0400000000000000" pitchFamily="34" charset="-122"/>
                <a:ea typeface="Adobe 黑体 Std R" panose="020B0400000000000000" pitchFamily="34" charset="-122"/>
              </a:rPr>
              <a:t> </a:t>
            </a:r>
            <a:r>
              <a:rPr lang="en-US" altLang="zh-CN" sz="2400" b="1" i="1" dirty="0">
                <a:solidFill>
                  <a:schemeClr val="accent1">
                    <a:lumMod val="75000"/>
                  </a:schemeClr>
                </a:solidFill>
                <a:latin typeface="Adobe 黑体 Std R" panose="020B0400000000000000" pitchFamily="34" charset="-122"/>
                <a:ea typeface="Adobe 黑体 Std R" panose="020B0400000000000000" pitchFamily="34" charset="-122"/>
              </a:rPr>
              <a:t>take</a:t>
            </a:r>
            <a:r>
              <a:rPr lang="zh-CN" altLang="en-US" sz="2400" b="1" i="1" dirty="0">
                <a:solidFill>
                  <a:schemeClr val="accent1">
                    <a:lumMod val="75000"/>
                  </a:schemeClr>
                </a:solidFill>
                <a:latin typeface="Adobe 黑体 Std R" panose="020B0400000000000000" pitchFamily="34" charset="-122"/>
                <a:ea typeface="Adobe 黑体 Std R" panose="020B0400000000000000" pitchFamily="34" charset="-122"/>
              </a:rPr>
              <a:t> </a:t>
            </a:r>
            <a:r>
              <a:rPr lang="en-US" altLang="zh-CN" sz="2400" b="1" i="1" dirty="0">
                <a:solidFill>
                  <a:schemeClr val="accent1">
                    <a:lumMod val="75000"/>
                  </a:schemeClr>
                </a:solidFill>
                <a:latin typeface="Adobe 黑体 Std R" panose="020B0400000000000000" pitchFamily="34" charset="-122"/>
                <a:ea typeface="Adobe 黑体 Std R" panose="020B0400000000000000" pitchFamily="34" charset="-122"/>
              </a:rPr>
              <a:t>actions</a:t>
            </a:r>
            <a:r>
              <a:rPr lang="zh-CN" altLang="en-US" sz="2400" b="1" i="1" dirty="0">
                <a:solidFill>
                  <a:schemeClr val="accent1">
                    <a:lumMod val="75000"/>
                  </a:schemeClr>
                </a:solidFill>
                <a:latin typeface="Adobe 黑体 Std R" panose="020B0400000000000000" pitchFamily="34" charset="-122"/>
                <a:ea typeface="Adobe 黑体 Std R" panose="020B0400000000000000" pitchFamily="34" charset="-122"/>
              </a:rPr>
              <a:t> </a:t>
            </a:r>
            <a:r>
              <a:rPr lang="en-US" altLang="zh-CN" sz="2400" b="1" i="1" dirty="0">
                <a:solidFill>
                  <a:schemeClr val="accent1">
                    <a:lumMod val="75000"/>
                  </a:schemeClr>
                </a:solidFill>
                <a:latin typeface="Adobe 黑体 Std R" panose="020B0400000000000000" pitchFamily="34" charset="-122"/>
                <a:ea typeface="Adobe 黑体 Std R" panose="020B0400000000000000" pitchFamily="34" charset="-122"/>
              </a:rPr>
              <a:t>to solve these problems!</a:t>
            </a:r>
          </a:p>
        </p:txBody>
      </p:sp>
    </p:spTree>
    <p:extLst>
      <p:ext uri="{BB962C8B-B14F-4D97-AF65-F5344CB8AC3E}">
        <p14:creationId xmlns:p14="http://schemas.microsoft.com/office/powerpoint/2010/main" val="13426405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9" grpId="0"/>
      <p:bldP spid="10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DEE29C4-BA3A-DAC5-0975-1B0068AE89B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33FD5223-F61E-9FAD-64F8-29755892315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zh-CN" altLang="en-US"/>
          </a:p>
        </p:txBody>
      </p:sp>
      <p:pic>
        <p:nvPicPr>
          <p:cNvPr id="7" name="图片 6" descr="背景图案&#10;&#10;描述已自动生成">
            <a:extLst>
              <a:ext uri="{FF2B5EF4-FFF2-40B4-BE49-F238E27FC236}">
                <a16:creationId xmlns:a16="http://schemas.microsoft.com/office/drawing/2014/main" id="{585A5856-74D3-1E98-18C9-5453AA6BA5C5}"/>
              </a:ext>
            </a:extLst>
          </p:cNvPr>
          <p:cNvPicPr>
            <a:picLocks noChangeAspect="1"/>
          </p:cNvPicPr>
          <p:nvPr/>
        </p:nvPicPr>
        <p:blipFill>
          <a:blip r:embed="rId2">
            <a:grayscl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4700"/>
                    </a14:imgEffect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"/>
            <a:ext cx="12192000" cy="685799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2" name="矩形 11">
            <a:extLst>
              <a:ext uri="{FF2B5EF4-FFF2-40B4-BE49-F238E27FC236}">
                <a16:creationId xmlns:a16="http://schemas.microsoft.com/office/drawing/2014/main" id="{EAEC1B17-7E65-F88C-ABC1-2528E1B5F545}"/>
              </a:ext>
            </a:extLst>
          </p:cNvPr>
          <p:cNvSpPr/>
          <p:nvPr/>
        </p:nvSpPr>
        <p:spPr>
          <a:xfrm>
            <a:off x="0" y="-39111"/>
            <a:ext cx="12192000" cy="964941"/>
          </a:xfrm>
          <a:prstGeom prst="rect">
            <a:avLst/>
          </a:prstGeom>
          <a:gradFill>
            <a:gsLst>
              <a:gs pos="7446">
                <a:srgbClr val="548235"/>
              </a:gs>
              <a:gs pos="51000">
                <a:schemeClr val="accent6">
                  <a:lumMod val="75000"/>
                </a:schemeClr>
              </a:gs>
              <a:gs pos="100000">
                <a:schemeClr val="accent6">
                  <a:lumMod val="75000"/>
                </a:schemeClr>
              </a:gs>
            </a:gsLst>
            <a:lin ang="5400000" scaled="1"/>
          </a:gra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D623BE95-6382-0B02-E7C6-F76B82728BD1}"/>
              </a:ext>
            </a:extLst>
          </p:cNvPr>
          <p:cNvSpPr txBox="1"/>
          <p:nvPr/>
        </p:nvSpPr>
        <p:spPr>
          <a:xfrm>
            <a:off x="1097280" y="233075"/>
            <a:ext cx="128016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0" lang="en-US" altLang="zh-CN" sz="2400" b="1" i="0" u="none" strike="noStrike" kern="0" cap="none" spc="0" normalizeH="0" baseline="0" noProof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rPr>
              <a:t>Background</a:t>
            </a:r>
            <a:r>
              <a:rPr kumimoji="0" lang="en-US" altLang="zh-CN" sz="2400" b="1" i="0" u="none" strike="noStrike" kern="0" cap="none" spc="0" normalizeH="0" baseline="0" noProof="0" dirty="0">
                <a:ln>
                  <a:noFill/>
                </a:ln>
                <a:solidFill>
                  <a:schemeClr val="bg1">
                    <a:lumMod val="95000"/>
                  </a:schemeClr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rPr>
              <a:t>        </a:t>
            </a:r>
            <a:r>
              <a:rPr lang="en-US" altLang="zh-CN" sz="2400" b="1" dirty="0">
                <a:solidFill>
                  <a:schemeClr val="bg1">
                    <a:lumMod val="9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Conventional      </a:t>
            </a:r>
            <a:r>
              <a:rPr kumimoji="0" lang="en-US" altLang="zh-CN" sz="2400" b="1" i="0" u="none" strike="noStrike" kern="0" cap="none" spc="0" normalizeH="0" baseline="0" noProof="0" dirty="0">
                <a:ln>
                  <a:noFill/>
                </a:ln>
                <a:solidFill>
                  <a:schemeClr val="bg1">
                    <a:lumMod val="95000"/>
                  </a:schemeClr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rPr>
              <a:t>Novel       Conclusion and Outlook</a:t>
            </a:r>
          </a:p>
          <a:p>
            <a:endParaRPr kumimoji="0" lang="en-US" altLang="zh-CN" sz="1800" b="0" i="0" u="none" strike="noStrike" kern="0" cap="none" spc="0" normalizeH="0" baseline="0" noProof="0" dirty="0">
              <a:ln>
                <a:noFill/>
              </a:ln>
              <a:solidFill>
                <a:prstClr val="white">
                  <a:lumMod val="65000"/>
                </a:prstClr>
              </a:solidFill>
              <a:effectLst/>
              <a:uLnTx/>
              <a:uFillTx/>
              <a:latin typeface="HelveticaExt-Normal"/>
              <a:ea typeface="OPPOSans B"/>
            </a:endParaRPr>
          </a:p>
          <a:p>
            <a:endParaRPr lang="en-US" altLang="zh-CN" sz="1800" dirty="0">
              <a:solidFill>
                <a:schemeClr val="bg1">
                  <a:lumMod val="95000"/>
                </a:schemeClr>
              </a:solidFill>
              <a:latin typeface="Adobe 黑体 Std R" panose="020B0400000000000000" pitchFamily="34" charset="-122"/>
              <a:ea typeface="Adobe 黑体 Std R" panose="020B0400000000000000" pitchFamily="34" charset="-122"/>
            </a:endParaRPr>
          </a:p>
          <a:p>
            <a:endParaRPr kumimoji="0" lang="zh-CN" altLang="en-US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endParaRPr lang="zh-CN" altLang="en-US" dirty="0"/>
          </a:p>
        </p:txBody>
      </p:sp>
      <p:pic>
        <p:nvPicPr>
          <p:cNvPr id="20" name="图片 19" descr="图片包含 徽标&#10;&#10;描述已自动生成">
            <a:extLst>
              <a:ext uri="{FF2B5EF4-FFF2-40B4-BE49-F238E27FC236}">
                <a16:creationId xmlns:a16="http://schemas.microsoft.com/office/drawing/2014/main" id="{7A0B4C53-65DF-7639-2804-731E7FCEC2B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0359" y="25078"/>
            <a:ext cx="836562" cy="836562"/>
          </a:xfrm>
          <a:prstGeom prst="ellipse">
            <a:avLst/>
          </a:prstGeom>
        </p:spPr>
      </p:pic>
      <p:sp>
        <p:nvSpPr>
          <p:cNvPr id="8" name="文本框 7">
            <a:extLst>
              <a:ext uri="{FF2B5EF4-FFF2-40B4-BE49-F238E27FC236}">
                <a16:creationId xmlns:a16="http://schemas.microsoft.com/office/drawing/2014/main" id="{4D207BE3-04F3-6C91-D62E-047FCD83903B}"/>
              </a:ext>
            </a:extLst>
          </p:cNvPr>
          <p:cNvSpPr txBox="1"/>
          <p:nvPr/>
        </p:nvSpPr>
        <p:spPr>
          <a:xfrm>
            <a:off x="5275173" y="1198016"/>
            <a:ext cx="704718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4400" i="1" dirty="0">
                <a:solidFill>
                  <a:schemeClr val="accent5">
                    <a:lumMod val="75000"/>
                  </a:schemeClr>
                </a:solidFill>
                <a:latin typeface="Arial Black" panose="020B0A04020102020204" pitchFamily="34" charset="0"/>
              </a:rPr>
              <a:t>urea</a:t>
            </a:r>
            <a:endParaRPr lang="zh-CN" altLang="en-US" sz="4400" i="1" dirty="0">
              <a:solidFill>
                <a:schemeClr val="accent5">
                  <a:lumMod val="7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EC57C30F-E20F-F76D-B7BC-97C595933E8E}"/>
              </a:ext>
            </a:extLst>
          </p:cNvPr>
          <p:cNvSpPr txBox="1"/>
          <p:nvPr/>
        </p:nvSpPr>
        <p:spPr>
          <a:xfrm>
            <a:off x="548640" y="2064923"/>
            <a:ext cx="10640704" cy="3724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71500" indent="-571500">
              <a:buFont typeface="Wingdings" panose="05000000000000000000" pitchFamily="2" charset="2"/>
              <a:buChar char="Ø"/>
            </a:pPr>
            <a:r>
              <a:rPr lang="en-US" altLang="zh-CN" sz="2800" b="1" i="1" dirty="0">
                <a:latin typeface="Century Gothic" panose="020B0502020202020204" pitchFamily="34" charset="0"/>
              </a:rPr>
              <a:t>Carbon emissions</a:t>
            </a:r>
          </a:p>
          <a:p>
            <a:r>
              <a:rPr lang="en-US" altLang="zh-CN" sz="4000" dirty="0">
                <a:latin typeface="Angsana New" panose="02020603050405020304" pitchFamily="18" charset="-34"/>
                <a:cs typeface="Angsana New" panose="02020603050405020304" pitchFamily="18" charset="-34"/>
              </a:rPr>
              <a:t>      </a:t>
            </a:r>
          </a:p>
          <a:p>
            <a:r>
              <a:rPr lang="en-US" altLang="zh-CN" sz="4000" dirty="0">
                <a:latin typeface="Angsana New" panose="02020603050405020304" pitchFamily="18" charset="-34"/>
                <a:cs typeface="Angsana New" panose="02020603050405020304" pitchFamily="18" charset="-34"/>
              </a:rPr>
              <a:t> CO</a:t>
            </a:r>
            <a:r>
              <a:rPr lang="en-US" altLang="zh-CN" sz="4000" baseline="-25000" dirty="0">
                <a:latin typeface="Angsana New" panose="02020603050405020304" pitchFamily="18" charset="-34"/>
                <a:cs typeface="Angsana New" panose="02020603050405020304" pitchFamily="18" charset="-34"/>
              </a:rPr>
              <a:t>2</a:t>
            </a:r>
            <a:r>
              <a:rPr lang="en-US" altLang="zh-CN" sz="4000" dirty="0">
                <a:latin typeface="Angsana New" panose="02020603050405020304" pitchFamily="18" charset="-34"/>
                <a:cs typeface="Angsana New" panose="02020603050405020304" pitchFamily="18" charset="-34"/>
              </a:rPr>
              <a:t> as </a:t>
            </a:r>
            <a:r>
              <a:rPr lang="en-US" altLang="zh-CN" sz="4400" dirty="0">
                <a:solidFill>
                  <a:schemeClr val="accent5">
                    <a:lumMod val="75000"/>
                  </a:schemeClr>
                </a:solidFill>
                <a:latin typeface="Angsana New" panose="02020603050405020304" pitchFamily="18" charset="-34"/>
                <a:cs typeface="Angsana New" panose="02020603050405020304" pitchFamily="18" charset="-34"/>
              </a:rPr>
              <a:t>feedstock</a:t>
            </a:r>
            <a:endParaRPr lang="en-US" altLang="zh-CN" sz="4000" dirty="0">
              <a:solidFill>
                <a:schemeClr val="accent5">
                  <a:lumMod val="75000"/>
                </a:schemeClr>
              </a:solidFill>
              <a:latin typeface="Angsana New" panose="02020603050405020304" pitchFamily="18" charset="-34"/>
              <a:cs typeface="Angsana New" panose="02020603050405020304" pitchFamily="18" charset="-34"/>
            </a:endParaRPr>
          </a:p>
          <a:p>
            <a:r>
              <a:rPr lang="en-US" altLang="zh-CN" sz="4000" dirty="0">
                <a:latin typeface="Angsana New" panose="02020603050405020304" pitchFamily="18" charset="-34"/>
                <a:cs typeface="Angsana New" panose="02020603050405020304" pitchFamily="18" charset="-34"/>
              </a:rPr>
              <a:t>      </a:t>
            </a:r>
          </a:p>
          <a:p>
            <a:r>
              <a:rPr lang="en-US" altLang="zh-CN" sz="4000" dirty="0">
                <a:latin typeface="Angsana New" panose="02020603050405020304" pitchFamily="18" charset="-34"/>
                <a:cs typeface="Angsana New" panose="02020603050405020304" pitchFamily="18" charset="-34"/>
              </a:rPr>
              <a:t> Application in agriculture to promote </a:t>
            </a:r>
            <a:r>
              <a:rPr lang="en-US" altLang="zh-CN" sz="4400" dirty="0">
                <a:solidFill>
                  <a:schemeClr val="accent5">
                    <a:lumMod val="75000"/>
                  </a:schemeClr>
                </a:solidFill>
                <a:latin typeface="Angsana New" panose="02020603050405020304" pitchFamily="18" charset="-34"/>
                <a:cs typeface="Angsana New" panose="02020603050405020304" pitchFamily="18" charset="-34"/>
              </a:rPr>
              <a:t>photosynthesis</a:t>
            </a:r>
            <a:r>
              <a:rPr lang="en-US" altLang="zh-CN" sz="4000" dirty="0">
                <a:latin typeface="Angsana New" panose="02020603050405020304" pitchFamily="18" charset="-34"/>
                <a:cs typeface="Angsana New" panose="02020603050405020304" pitchFamily="18" charset="-34"/>
              </a:rPr>
              <a:t> of crops to absorb CO</a:t>
            </a:r>
            <a:r>
              <a:rPr lang="en-US" altLang="zh-CN" sz="4000" baseline="-25000" dirty="0">
                <a:latin typeface="Angsana New" panose="02020603050405020304" pitchFamily="18" charset="-34"/>
                <a:cs typeface="Angsana New" panose="02020603050405020304" pitchFamily="18" charset="-34"/>
              </a:rPr>
              <a:t>2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694C3004-562A-90FC-0A5D-307E2B25A737}"/>
              </a:ext>
            </a:extLst>
          </p:cNvPr>
          <p:cNvSpPr txBox="1"/>
          <p:nvPr/>
        </p:nvSpPr>
        <p:spPr>
          <a:xfrm>
            <a:off x="4278450" y="3135818"/>
            <a:ext cx="402809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600" dirty="0">
                <a:solidFill>
                  <a:schemeClr val="accent6">
                    <a:lumMod val="75000"/>
                  </a:schemeClr>
                </a:solidFill>
                <a:latin typeface="Angsana New" panose="02020603050405020304" pitchFamily="18" charset="-34"/>
                <a:cs typeface="Angsana New" panose="02020603050405020304" pitchFamily="18" charset="-34"/>
              </a:rPr>
              <a:t>60 tons urea~40</a:t>
            </a:r>
            <a:r>
              <a:rPr lang="zh-CN" altLang="en-US" sz="3600" dirty="0">
                <a:solidFill>
                  <a:schemeClr val="accent6">
                    <a:lumMod val="75000"/>
                  </a:schemeClr>
                </a:solidFill>
                <a:latin typeface="Angsana New" panose="02020603050405020304" pitchFamily="18" charset="-34"/>
                <a:cs typeface="Angsana New" panose="02020603050405020304" pitchFamily="18" charset="-34"/>
              </a:rPr>
              <a:t> </a:t>
            </a:r>
            <a:r>
              <a:rPr lang="en-US" altLang="zh-CN" sz="3600" dirty="0">
                <a:solidFill>
                  <a:schemeClr val="accent6">
                    <a:lumMod val="75000"/>
                  </a:schemeClr>
                </a:solidFill>
                <a:latin typeface="Angsana New" panose="02020603050405020304" pitchFamily="18" charset="-34"/>
                <a:cs typeface="Angsana New" panose="02020603050405020304" pitchFamily="18" charset="-34"/>
              </a:rPr>
              <a:t>tons CO</a:t>
            </a:r>
            <a:r>
              <a:rPr lang="en-US" altLang="zh-CN" sz="3600" baseline="-25000" dirty="0">
                <a:solidFill>
                  <a:schemeClr val="accent6">
                    <a:lumMod val="75000"/>
                  </a:schemeClr>
                </a:solidFill>
                <a:latin typeface="Angsana New" panose="02020603050405020304" pitchFamily="18" charset="-34"/>
                <a:cs typeface="Angsana New" panose="02020603050405020304" pitchFamily="18" charset="-34"/>
              </a:rPr>
              <a:t>2</a:t>
            </a:r>
            <a:endParaRPr lang="zh-CN" altLang="en-US" sz="3600" baseline="-25000" dirty="0">
              <a:solidFill>
                <a:schemeClr val="accent6">
                  <a:lumMod val="75000"/>
                </a:schemeClr>
              </a:solidFill>
              <a:latin typeface="Angsana New" panose="02020603050405020304" pitchFamily="18" charset="-34"/>
              <a:cs typeface="Angsana New" panose="02020603050405020304" pitchFamily="18" charset="-34"/>
            </a:endParaRPr>
          </a:p>
        </p:txBody>
      </p:sp>
      <p:pic>
        <p:nvPicPr>
          <p:cNvPr id="13" name="Picture 2" descr="尿液中什么成分和高锰酸钾会发生反应？ - 知乎">
            <a:extLst>
              <a:ext uri="{FF2B5EF4-FFF2-40B4-BE49-F238E27FC236}">
                <a16:creationId xmlns:a16="http://schemas.microsoft.com/office/drawing/2014/main" id="{B91BF369-38D8-ED94-791A-3AF3787EDD3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8772" b="92732" l="4685" r="89962">
                        <a14:foregroundMark x1="71893" y1="22055" x2="71893" y2="22055"/>
                        <a14:foregroundMark x1="89866" y1="49624" x2="89866" y2="49624"/>
                        <a14:foregroundMark x1="70650" y1="84461" x2="70650" y2="84461"/>
                        <a14:foregroundMark x1="24570" y1="30075" x2="24570" y2="30075"/>
                        <a14:foregroundMark x1="26099" y1="46366" x2="26099" y2="46366"/>
                        <a14:foregroundMark x1="21224" y1="62155" x2="21224" y2="62155"/>
                        <a14:foregroundMark x1="29732" y1="62657" x2="29732" y2="62657"/>
                        <a14:foregroundMark x1="30210" y1="62907" x2="30210" y2="62907"/>
                        <a14:foregroundMark x1="34799" y1="66416" x2="34799" y2="66416"/>
                        <a14:foregroundMark x1="40344" y1="70677" x2="40344" y2="70677"/>
                        <a14:foregroundMark x1="45602" y1="80201" x2="45602" y2="80201"/>
                        <a14:foregroundMark x1="16635" y1="71178" x2="16635" y2="71178"/>
                        <a14:foregroundMark x1="11090" y1="77945" x2="11090" y2="77945"/>
                        <a14:foregroundMark x1="4780" y1="71679" x2="4780" y2="71679"/>
                        <a14:foregroundMark x1="82409" y1="91729" x2="82409" y2="91729"/>
                        <a14:foregroundMark x1="71128" y1="92982" x2="71128" y2="92982"/>
                        <a14:foregroundMark x1="72467" y1="8772" x2="72467" y2="8772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r="47379"/>
          <a:stretch/>
        </p:blipFill>
        <p:spPr bwMode="auto">
          <a:xfrm>
            <a:off x="7218296" y="944904"/>
            <a:ext cx="1954021" cy="14164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4614016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0" grpId="0"/>
      <p:bldP spid="1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DEE29C4-BA3A-DAC5-0975-1B0068AE89B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33FD5223-F61E-9FAD-64F8-29755892315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zh-CN" altLang="en-US"/>
          </a:p>
        </p:txBody>
      </p:sp>
      <p:pic>
        <p:nvPicPr>
          <p:cNvPr id="7" name="图片 6" descr="背景图案&#10;&#10;描述已自动生成">
            <a:extLst>
              <a:ext uri="{FF2B5EF4-FFF2-40B4-BE49-F238E27FC236}">
                <a16:creationId xmlns:a16="http://schemas.microsoft.com/office/drawing/2014/main" id="{585A5856-74D3-1E98-18C9-5453AA6BA5C5}"/>
              </a:ext>
            </a:extLst>
          </p:cNvPr>
          <p:cNvPicPr>
            <a:picLocks noChangeAspect="1"/>
          </p:cNvPicPr>
          <p:nvPr/>
        </p:nvPicPr>
        <p:blipFill>
          <a:blip r:embed="rId2">
            <a:grayscl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4700"/>
                    </a14:imgEffect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39111"/>
            <a:ext cx="12192000" cy="685799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2" name="矩形 11">
            <a:extLst>
              <a:ext uri="{FF2B5EF4-FFF2-40B4-BE49-F238E27FC236}">
                <a16:creationId xmlns:a16="http://schemas.microsoft.com/office/drawing/2014/main" id="{EAEC1B17-7E65-F88C-ABC1-2528E1B5F545}"/>
              </a:ext>
            </a:extLst>
          </p:cNvPr>
          <p:cNvSpPr/>
          <p:nvPr/>
        </p:nvSpPr>
        <p:spPr>
          <a:xfrm>
            <a:off x="0" y="-39111"/>
            <a:ext cx="12192000" cy="964941"/>
          </a:xfrm>
          <a:prstGeom prst="rect">
            <a:avLst/>
          </a:prstGeom>
          <a:gradFill>
            <a:gsLst>
              <a:gs pos="7446">
                <a:srgbClr val="548235"/>
              </a:gs>
              <a:gs pos="51000">
                <a:schemeClr val="accent6">
                  <a:lumMod val="75000"/>
                </a:schemeClr>
              </a:gs>
              <a:gs pos="100000">
                <a:schemeClr val="accent6">
                  <a:lumMod val="75000"/>
                </a:schemeClr>
              </a:gs>
            </a:gsLst>
            <a:lin ang="5400000" scaled="1"/>
          </a:gra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D623BE95-6382-0B02-E7C6-F76B82728BD1}"/>
              </a:ext>
            </a:extLst>
          </p:cNvPr>
          <p:cNvSpPr txBox="1"/>
          <p:nvPr/>
        </p:nvSpPr>
        <p:spPr>
          <a:xfrm>
            <a:off x="1097280" y="233075"/>
            <a:ext cx="128016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0" lang="en-US" altLang="zh-CN" sz="2400" b="1" i="0" u="none" strike="noStrike" kern="0" cap="none" spc="0" normalizeH="0" baseline="0" noProof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rPr>
              <a:t>Background</a:t>
            </a:r>
            <a:r>
              <a:rPr kumimoji="0" lang="en-US" altLang="zh-CN" sz="2400" b="1" i="0" u="none" strike="noStrike" kern="0" cap="none" spc="0" normalizeH="0" baseline="0" noProof="0" dirty="0">
                <a:ln>
                  <a:noFill/>
                </a:ln>
                <a:solidFill>
                  <a:schemeClr val="bg1">
                    <a:lumMod val="95000"/>
                  </a:schemeClr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rPr>
              <a:t>        </a:t>
            </a:r>
            <a:r>
              <a:rPr lang="en-US" altLang="zh-CN" sz="2400" b="1" dirty="0">
                <a:solidFill>
                  <a:schemeClr val="bg1">
                    <a:lumMod val="9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Conventional      </a:t>
            </a:r>
            <a:r>
              <a:rPr kumimoji="0" lang="en-US" altLang="zh-CN" sz="2400" b="1" i="0" u="none" strike="noStrike" kern="0" cap="none" spc="0" normalizeH="0" baseline="0" noProof="0" dirty="0">
                <a:ln>
                  <a:noFill/>
                </a:ln>
                <a:solidFill>
                  <a:schemeClr val="bg1">
                    <a:lumMod val="95000"/>
                  </a:schemeClr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rPr>
              <a:t>Novel       Conclusion and Outlook</a:t>
            </a:r>
          </a:p>
          <a:p>
            <a:endParaRPr kumimoji="0" lang="en-US" altLang="zh-CN" sz="1800" b="0" i="0" u="none" strike="noStrike" kern="0" cap="none" spc="0" normalizeH="0" baseline="0" noProof="0" dirty="0">
              <a:ln>
                <a:noFill/>
              </a:ln>
              <a:solidFill>
                <a:prstClr val="white">
                  <a:lumMod val="65000"/>
                </a:prstClr>
              </a:solidFill>
              <a:effectLst/>
              <a:uLnTx/>
              <a:uFillTx/>
              <a:latin typeface="HelveticaExt-Normal"/>
              <a:ea typeface="OPPOSans B"/>
            </a:endParaRPr>
          </a:p>
          <a:p>
            <a:endParaRPr lang="en-US" altLang="zh-CN" sz="1800" dirty="0">
              <a:solidFill>
                <a:schemeClr val="bg1">
                  <a:lumMod val="95000"/>
                </a:schemeClr>
              </a:solidFill>
              <a:latin typeface="Adobe 黑体 Std R" panose="020B0400000000000000" pitchFamily="34" charset="-122"/>
              <a:ea typeface="Adobe 黑体 Std R" panose="020B0400000000000000" pitchFamily="34" charset="-122"/>
            </a:endParaRPr>
          </a:p>
          <a:p>
            <a:endParaRPr kumimoji="0" lang="zh-CN" altLang="en-US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endParaRPr lang="zh-CN" altLang="en-US" dirty="0"/>
          </a:p>
        </p:txBody>
      </p:sp>
      <p:pic>
        <p:nvPicPr>
          <p:cNvPr id="20" name="图片 19" descr="图片包含 徽标&#10;&#10;描述已自动生成">
            <a:extLst>
              <a:ext uri="{FF2B5EF4-FFF2-40B4-BE49-F238E27FC236}">
                <a16:creationId xmlns:a16="http://schemas.microsoft.com/office/drawing/2014/main" id="{7A0B4C53-65DF-7639-2804-731E7FCEC2B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0359" y="25078"/>
            <a:ext cx="836562" cy="836562"/>
          </a:xfrm>
          <a:prstGeom prst="ellipse">
            <a:avLst/>
          </a:prstGeom>
        </p:spPr>
      </p:pic>
      <p:sp>
        <p:nvSpPr>
          <p:cNvPr id="4" name="标题 7">
            <a:extLst>
              <a:ext uri="{FF2B5EF4-FFF2-40B4-BE49-F238E27FC236}">
                <a16:creationId xmlns:a16="http://schemas.microsoft.com/office/drawing/2014/main" id="{27E07584-7CCE-3D7D-174C-C825E9F30CD5}"/>
              </a:ext>
            </a:extLst>
          </p:cNvPr>
          <p:cNvSpPr txBox="1">
            <a:spLocks/>
          </p:cNvSpPr>
          <p:nvPr/>
        </p:nvSpPr>
        <p:spPr>
          <a:xfrm>
            <a:off x="838200" y="1232028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zh-CN" altLang="en-US" sz="4800" b="1" dirty="0"/>
          </a:p>
        </p:txBody>
      </p:sp>
      <p:sp>
        <p:nvSpPr>
          <p:cNvPr id="5" name="内容占位符 8">
            <a:extLst>
              <a:ext uri="{FF2B5EF4-FFF2-40B4-BE49-F238E27FC236}">
                <a16:creationId xmlns:a16="http://schemas.microsoft.com/office/drawing/2014/main" id="{7648925D-DADD-EAC6-AC93-7151A105300E}"/>
              </a:ext>
            </a:extLst>
          </p:cNvPr>
          <p:cNvSpPr txBox="1">
            <a:spLocks/>
          </p:cNvSpPr>
          <p:nvPr/>
        </p:nvSpPr>
        <p:spPr>
          <a:xfrm>
            <a:off x="838200" y="2783090"/>
            <a:ext cx="10515600" cy="344111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>
              <a:lnSpc>
                <a:spcPct val="100000"/>
              </a:lnSpc>
            </a:pPr>
            <a:endParaRPr lang="zh-CN" altLang="en-US" sz="3200" dirty="0"/>
          </a:p>
        </p:txBody>
      </p:sp>
      <p:sp>
        <p:nvSpPr>
          <p:cNvPr id="8" name="标题 1">
            <a:extLst>
              <a:ext uri="{FF2B5EF4-FFF2-40B4-BE49-F238E27FC236}">
                <a16:creationId xmlns:a16="http://schemas.microsoft.com/office/drawing/2014/main" id="{F3100698-1812-D9C9-0FB4-834F2CEC1137}"/>
              </a:ext>
            </a:extLst>
          </p:cNvPr>
          <p:cNvSpPr txBox="1">
            <a:spLocks/>
          </p:cNvSpPr>
          <p:nvPr/>
        </p:nvSpPr>
        <p:spPr>
          <a:xfrm>
            <a:off x="135110" y="1135880"/>
            <a:ext cx="7120218" cy="84678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2800" b="1" i="1" dirty="0">
                <a:latin typeface="Century Gothic" panose="020B0502020202020204" pitchFamily="34" charset="0"/>
                <a:ea typeface="+mn-ea"/>
                <a:cs typeface="+mn-cs"/>
              </a:rPr>
              <a:t>Application of urea in agriculture</a:t>
            </a:r>
            <a:endParaRPr lang="zh-CN" altLang="en-US" sz="2800" b="1" i="1" dirty="0"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10" name="文本占位符 5">
            <a:extLst>
              <a:ext uri="{FF2B5EF4-FFF2-40B4-BE49-F238E27FC236}">
                <a16:creationId xmlns:a16="http://schemas.microsoft.com/office/drawing/2014/main" id="{216B92BF-93A5-3CAA-9FB1-1B94EED1FBF5}"/>
              </a:ext>
            </a:extLst>
          </p:cNvPr>
          <p:cNvSpPr txBox="1">
            <a:spLocks/>
          </p:cNvSpPr>
          <p:nvPr/>
        </p:nvSpPr>
        <p:spPr>
          <a:xfrm>
            <a:off x="624292" y="2093373"/>
            <a:ext cx="5839548" cy="2383461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en-US" altLang="zh-CN" sz="4000" dirty="0">
                <a:latin typeface="Angsana New" panose="02020603050405020304" pitchFamily="18" charset="-34"/>
                <a:cs typeface="Angsana New" panose="02020603050405020304" pitchFamily="18" charset="-34"/>
              </a:rPr>
              <a:t>Urea is a high concentration nitrogen fertilizer---Increase crop yields.</a:t>
            </a:r>
            <a:br>
              <a:rPr lang="en-US" altLang="zh-CN" sz="4000" dirty="0">
                <a:latin typeface="Angsana New" panose="02020603050405020304" pitchFamily="18" charset="-34"/>
                <a:cs typeface="Angsana New" panose="02020603050405020304" pitchFamily="18" charset="-34"/>
              </a:rPr>
            </a:br>
            <a:endParaRPr lang="zh-CN" altLang="en-US" sz="4000" dirty="0">
              <a:latin typeface="Angsana New" panose="02020603050405020304" pitchFamily="18" charset="-34"/>
              <a:cs typeface="Angsana New" panose="02020603050405020304" pitchFamily="18" charset="-34"/>
            </a:endParaRPr>
          </a:p>
        </p:txBody>
      </p:sp>
      <p:pic>
        <p:nvPicPr>
          <p:cNvPr id="11" name="内容占位符 4" descr="江西省 吉安市 吉水县-吉水县金辉农资专卖店-主营农资产品_价格_图片_信息_地址-大丰收农资商城">
            <a:extLst>
              <a:ext uri="{FF2B5EF4-FFF2-40B4-BE49-F238E27FC236}">
                <a16:creationId xmlns:a16="http://schemas.microsoft.com/office/drawing/2014/main" id="{1004E60D-38F8-3386-B1A1-499E57B8530C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3875" b="97250" l="10000" r="90000">
                        <a14:foregroundMark x1="63250" y1="17250" x2="63250" y2="17250"/>
                        <a14:foregroundMark x1="54875" y1="12125" x2="54875" y2="12125"/>
                        <a14:foregroundMark x1="26875" y1="9125" x2="26875" y2="9125"/>
                        <a14:foregroundMark x1="22375" y1="13375" x2="22375" y2="13375"/>
                        <a14:foregroundMark x1="27875" y1="6125" x2="27875" y2="6125"/>
                        <a14:foregroundMark x1="74125" y1="3875" x2="74125" y2="3875"/>
                        <a14:foregroundMark x1="50625" y1="83875" x2="50625" y2="83875"/>
                        <a14:foregroundMark x1="68500" y1="87375" x2="68500" y2="87375"/>
                        <a14:foregroundMark x1="67500" y1="85625" x2="67500" y2="85625"/>
                        <a14:foregroundMark x1="63250" y1="92500" x2="63250" y2="92500"/>
                        <a14:foregroundMark x1="57500" y1="92250" x2="57500" y2="92250"/>
                        <a14:foregroundMark x1="54625" y1="90875" x2="54625" y2="90875"/>
                        <a14:foregroundMark x1="51125" y1="94000" x2="51125" y2="94000"/>
                        <a14:foregroundMark x1="42750" y1="93250" x2="42750" y2="93250"/>
                        <a14:foregroundMark x1="38000" y1="93000" x2="38000" y2="93000"/>
                        <a14:foregroundMark x1="35000" y1="92000" x2="35000" y2="92000"/>
                        <a14:foregroundMark x1="35500" y1="89375" x2="35500" y2="89375"/>
                        <a14:foregroundMark x1="34750" y1="90875" x2="34750" y2="90875"/>
                        <a14:foregroundMark x1="26375" y1="91125" x2="26375" y2="91125"/>
                        <a14:foregroundMark x1="75625" y1="97000" x2="75625" y2="97000"/>
                        <a14:foregroundMark x1="62750" y1="97250" x2="62750" y2="97250"/>
                        <a14:foregroundMark x1="67250" y1="97000" x2="67250" y2="97000"/>
                        <a14:foregroundMark x1="55625" y1="96500" x2="55625" y2="96500"/>
                        <a14:foregroundMark x1="46125" y1="97000" x2="46125" y2="97000"/>
                        <a14:foregroundMark x1="30750" y1="97250" x2="30750" y2="97250"/>
                        <a14:foregroundMark x1="26375" y1="97250" x2="26375" y2="9725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10520" b="10520"/>
          <a:stretch/>
        </p:blipFill>
        <p:spPr bwMode="auto">
          <a:xfrm rot="21052183">
            <a:off x="7740351" y="2372145"/>
            <a:ext cx="4302252" cy="3397096"/>
          </a:xfrm>
          <a:prstGeom prst="rect">
            <a:avLst/>
          </a:prstGeom>
          <a:noFill/>
          <a:ln>
            <a:noFill/>
          </a:ln>
        </p:spPr>
      </p:pic>
      <p:pic>
        <p:nvPicPr>
          <p:cNvPr id="6" name="Picture 2" descr="尿液中什么成分和高锰酸钾会发生反应？ - 知乎">
            <a:extLst>
              <a:ext uri="{FF2B5EF4-FFF2-40B4-BE49-F238E27FC236}">
                <a16:creationId xmlns:a16="http://schemas.microsoft.com/office/drawing/2014/main" id="{7F320857-C164-41F2-6EA8-063C65AC2E1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8772" b="92732" l="4685" r="89962">
                        <a14:foregroundMark x1="71893" y1="22055" x2="71893" y2="22055"/>
                        <a14:foregroundMark x1="89866" y1="49624" x2="89866" y2="49624"/>
                        <a14:foregroundMark x1="70650" y1="84461" x2="70650" y2="84461"/>
                        <a14:foregroundMark x1="24570" y1="30075" x2="24570" y2="30075"/>
                        <a14:foregroundMark x1="26099" y1="46366" x2="26099" y2="46366"/>
                        <a14:foregroundMark x1="21224" y1="62155" x2="21224" y2="62155"/>
                        <a14:foregroundMark x1="29732" y1="62657" x2="29732" y2="62657"/>
                        <a14:foregroundMark x1="30210" y1="62907" x2="30210" y2="62907"/>
                        <a14:foregroundMark x1="34799" y1="66416" x2="34799" y2="66416"/>
                        <a14:foregroundMark x1="40344" y1="70677" x2="40344" y2="70677"/>
                        <a14:foregroundMark x1="45602" y1="80201" x2="45602" y2="80201"/>
                        <a14:foregroundMark x1="16635" y1="71178" x2="16635" y2="71178"/>
                        <a14:foregroundMark x1="11090" y1="77945" x2="11090" y2="77945"/>
                        <a14:foregroundMark x1="4780" y1="71679" x2="4780" y2="71679"/>
                        <a14:foregroundMark x1="82409" y1="91729" x2="82409" y2="91729"/>
                        <a14:foregroundMark x1="71128" y1="92982" x2="71128" y2="92982"/>
                        <a14:foregroundMark x1="72467" y1="8772" x2="72467" y2="8772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51595"/>
          <a:stretch/>
        </p:blipFill>
        <p:spPr bwMode="auto">
          <a:xfrm>
            <a:off x="6936280" y="1222039"/>
            <a:ext cx="1416328" cy="11161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文本框 12">
            <a:extLst>
              <a:ext uri="{FF2B5EF4-FFF2-40B4-BE49-F238E27FC236}">
                <a16:creationId xmlns:a16="http://schemas.microsoft.com/office/drawing/2014/main" id="{F60F22F5-248C-D687-103A-D13049C7A992}"/>
              </a:ext>
            </a:extLst>
          </p:cNvPr>
          <p:cNvSpPr txBox="1"/>
          <p:nvPr/>
        </p:nvSpPr>
        <p:spPr>
          <a:xfrm>
            <a:off x="624292" y="3641526"/>
            <a:ext cx="983323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400" kern="0" dirty="0">
                <a:solidFill>
                  <a:srgbClr val="000000"/>
                </a:solidFill>
                <a:latin typeface="Adobe 黑体 Std R" panose="020B0400000000000000" pitchFamily="34" charset="-122"/>
                <a:ea typeface="Adobe 黑体 Std R" panose="020B0400000000000000" pitchFamily="34" charset="-122"/>
              </a:rPr>
              <a:t>According to the International Fertilizer Association</a:t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71E1DC0E-8763-7489-0D9A-1D024CD6E6B6}"/>
              </a:ext>
            </a:extLst>
          </p:cNvPr>
          <p:cNvSpPr txBox="1"/>
          <p:nvPr/>
        </p:nvSpPr>
        <p:spPr>
          <a:xfrm>
            <a:off x="624292" y="4287940"/>
            <a:ext cx="2667548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dirty="0">
                <a:latin typeface="Angsana New" panose="02020603050405020304" pitchFamily="18" charset="-34"/>
                <a:cs typeface="Angsana New" panose="02020603050405020304" pitchFamily="18" charset="-34"/>
              </a:rPr>
              <a:t>186 million tons of urea are consumed globally each year</a:t>
            </a:r>
            <a:endParaRPr lang="zh-CN" altLang="en-US" sz="3200" dirty="0">
              <a:latin typeface="Angsana New" panose="02020603050405020304" pitchFamily="18" charset="-34"/>
              <a:cs typeface="Angsana New" panose="02020603050405020304" pitchFamily="18" charset="-34"/>
            </a:endParaRP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59EF484B-4E10-68BE-BDAF-D71C2B601E38}"/>
              </a:ext>
            </a:extLst>
          </p:cNvPr>
          <p:cNvSpPr txBox="1"/>
          <p:nvPr/>
        </p:nvSpPr>
        <p:spPr>
          <a:xfrm>
            <a:off x="3319440" y="4362203"/>
            <a:ext cx="194957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800" dirty="0">
                <a:latin typeface="Angsana New" panose="02020603050405020304" pitchFamily="18" charset="-34"/>
                <a:cs typeface="Angsana New" panose="02020603050405020304" pitchFamily="18" charset="-34"/>
              </a:rPr>
              <a:t>75% in agriculture</a:t>
            </a:r>
            <a:endParaRPr lang="zh-CN" altLang="en-US" sz="2800" dirty="0">
              <a:latin typeface="Angsana New" panose="02020603050405020304" pitchFamily="18" charset="-34"/>
              <a:cs typeface="Angsana New" panose="02020603050405020304" pitchFamily="18" charset="-34"/>
            </a:endParaRPr>
          </a:p>
        </p:txBody>
      </p:sp>
      <p:sp>
        <p:nvSpPr>
          <p:cNvPr id="16" name="箭头: 右 15">
            <a:extLst>
              <a:ext uri="{FF2B5EF4-FFF2-40B4-BE49-F238E27FC236}">
                <a16:creationId xmlns:a16="http://schemas.microsoft.com/office/drawing/2014/main" id="{406A8C56-BDF4-CCB5-B52E-FB6D2C5C3C1E}"/>
              </a:ext>
            </a:extLst>
          </p:cNvPr>
          <p:cNvSpPr/>
          <p:nvPr/>
        </p:nvSpPr>
        <p:spPr>
          <a:xfrm>
            <a:off x="3319440" y="4744697"/>
            <a:ext cx="2013279" cy="605178"/>
          </a:xfrm>
          <a:prstGeom prst="rightArrow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85A90515-8151-2D0B-7D02-1481047A5319}"/>
              </a:ext>
            </a:extLst>
          </p:cNvPr>
          <p:cNvSpPr txBox="1"/>
          <p:nvPr/>
        </p:nvSpPr>
        <p:spPr>
          <a:xfrm>
            <a:off x="5659821" y="4788197"/>
            <a:ext cx="212520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dirty="0">
                <a:latin typeface="Angsana New" panose="02020603050405020304" pitchFamily="18" charset="-34"/>
                <a:cs typeface="Angsana New" panose="02020603050405020304" pitchFamily="18" charset="-34"/>
              </a:rPr>
              <a:t>135 million tons</a:t>
            </a:r>
            <a:endParaRPr lang="zh-CN" altLang="en-US" sz="3200" dirty="0">
              <a:latin typeface="Angsana New" panose="02020603050405020304" pitchFamily="18" charset="-34"/>
              <a:cs typeface="Angsana New" panose="02020603050405020304" pitchFamily="18" charset="-34"/>
            </a:endParaRPr>
          </a:p>
        </p:txBody>
      </p:sp>
    </p:spTree>
    <p:extLst>
      <p:ext uri="{BB962C8B-B14F-4D97-AF65-F5344CB8AC3E}">
        <p14:creationId xmlns:p14="http://schemas.microsoft.com/office/powerpoint/2010/main" val="425095897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4" grpId="0"/>
      <p:bldP spid="15" grpId="0"/>
      <p:bldP spid="16" grpId="0" animBg="1"/>
      <p:bldP spid="17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3C884DC-C58C-4D83-9157-478A0AECA0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534" y="2383440"/>
            <a:ext cx="10515600" cy="2852737"/>
          </a:xfrm>
        </p:spPr>
        <p:txBody>
          <a:bodyPr>
            <a:normAutofit fontScale="90000"/>
          </a:bodyPr>
          <a:lstStyle/>
          <a:p>
            <a:pPr>
              <a:lnSpc>
                <a:spcPct val="150000"/>
              </a:lnSpc>
              <a:spcAft>
                <a:spcPts val="1200"/>
              </a:spcAft>
            </a:pPr>
            <a:br>
              <a:rPr lang="en-US" altLang="zh-CN" dirty="0">
                <a:solidFill>
                  <a:schemeClr val="tx1">
                    <a:lumMod val="95000"/>
                    <a:lumOff val="5000"/>
                  </a:schemeClr>
                </a:solidFill>
                <a:latin typeface="Adobe 黑体 Std R" panose="020B0400000000000000" pitchFamily="34" charset="-122"/>
                <a:ea typeface="Adobe 黑体 Std R" panose="020B0400000000000000" pitchFamily="34" charset="-122"/>
              </a:rPr>
            </a:br>
            <a:br>
              <a:rPr lang="en-US" altLang="zh-CN" sz="6000" dirty="0">
                <a:solidFill>
                  <a:schemeClr val="bg1">
                    <a:lumMod val="95000"/>
                  </a:schemeClr>
                </a:solidFill>
                <a:latin typeface="Adobe 黑体 Std R" panose="020B0400000000000000" pitchFamily="34" charset="-122"/>
                <a:ea typeface="Adobe 黑体 Std R" panose="020B0400000000000000" pitchFamily="34" charset="-122"/>
              </a:rPr>
            </a:br>
            <a:r>
              <a:rPr lang="en-US" altLang="zh-CN" sz="8000" dirty="0">
                <a:solidFill>
                  <a:schemeClr val="tx1">
                    <a:lumMod val="95000"/>
                    <a:lumOff val="5000"/>
                  </a:schemeClr>
                </a:solidFill>
                <a:latin typeface="Algerian" panose="04020705040A02060702" pitchFamily="82" charset="0"/>
                <a:ea typeface="Adobe 黑体 Std R" panose="020B0400000000000000" pitchFamily="34" charset="-122"/>
                <a:cs typeface="Arial" panose="020B0604020202020204" pitchFamily="34" charset="0"/>
              </a:rPr>
              <a:t>C</a:t>
            </a:r>
            <a:r>
              <a:rPr lang="en-US" altLang="zh-CN" dirty="0">
                <a:solidFill>
                  <a:schemeClr val="tx1">
                    <a:lumMod val="95000"/>
                    <a:lumOff val="5000"/>
                  </a:schemeClr>
                </a:solidFill>
                <a:latin typeface="Algerian" panose="04020705040A02060702" pitchFamily="82" charset="0"/>
                <a:ea typeface="Adobe 黑体 Std R" panose="020B0400000000000000" pitchFamily="34" charset="-122"/>
                <a:cs typeface="Arial" panose="020B0604020202020204" pitchFamily="34" charset="0"/>
              </a:rPr>
              <a:t>ONVENTIONAL</a:t>
            </a:r>
            <a:br>
              <a:rPr lang="en-US" altLang="zh-CN" dirty="0">
                <a:solidFill>
                  <a:schemeClr val="tx1">
                    <a:lumMod val="95000"/>
                    <a:lumOff val="5000"/>
                  </a:schemeClr>
                </a:solidFill>
                <a:latin typeface="Algerian" panose="04020705040A02060702" pitchFamily="82" charset="0"/>
                <a:ea typeface="Adobe 黑体 Std R" panose="020B0400000000000000" pitchFamily="34" charset="-122"/>
                <a:cs typeface="Arial" panose="020B0604020202020204" pitchFamily="34" charset="0"/>
              </a:rPr>
            </a:br>
            <a:r>
              <a:rPr lang="en-US" altLang="zh-CN" sz="7300" dirty="0">
                <a:solidFill>
                  <a:schemeClr val="tx1">
                    <a:lumMod val="95000"/>
                    <a:lumOff val="5000"/>
                  </a:schemeClr>
                </a:solidFill>
                <a:latin typeface="Algerian" panose="04020705040A02060702" pitchFamily="82" charset="0"/>
                <a:ea typeface="Adobe 黑体 Std R" panose="020B0400000000000000" pitchFamily="34" charset="-122"/>
                <a:cs typeface="Arial" panose="020B0604020202020204" pitchFamily="34" charset="0"/>
              </a:rPr>
              <a:t>M</a:t>
            </a:r>
            <a:r>
              <a:rPr lang="en-US" altLang="zh-CN" dirty="0">
                <a:solidFill>
                  <a:schemeClr val="tx1">
                    <a:lumMod val="95000"/>
                    <a:lumOff val="5000"/>
                  </a:schemeClr>
                </a:solidFill>
                <a:latin typeface="Algerian" panose="04020705040A02060702" pitchFamily="82" charset="0"/>
                <a:ea typeface="Adobe 黑体 Std R" panose="020B0400000000000000" pitchFamily="34" charset="-122"/>
                <a:cs typeface="Arial" panose="020B0604020202020204" pitchFamily="34" charset="0"/>
              </a:rPr>
              <a:t>anufacturing</a:t>
            </a:r>
            <a:endParaRPr lang="en-US" altLang="zh-CN" dirty="0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77F22C32-F19E-40C5-B921-FC2EF1893522}"/>
              </a:ext>
            </a:extLst>
          </p:cNvPr>
          <p:cNvSpPr txBox="1"/>
          <p:nvPr/>
        </p:nvSpPr>
        <p:spPr>
          <a:xfrm>
            <a:off x="2163039" y="1507023"/>
            <a:ext cx="1023516" cy="876417"/>
          </a:xfrm>
          <a:prstGeom prst="rect">
            <a:avLst/>
          </a:prstGeom>
          <a:noFill/>
          <a:ln w="117475">
            <a:noFill/>
          </a:ln>
        </p:spPr>
        <p:txBody>
          <a:bodyPr wrap="none" rtlCol="0">
            <a:prstTxWarp prst="textPlain">
              <a:avLst/>
            </a:prstTxWarp>
            <a:spAutoFit/>
          </a:bodyPr>
          <a:lstStyle/>
          <a:p>
            <a:r>
              <a:rPr lang="en-US" altLang="zh-CN" b="1" spc="100" dirty="0">
                <a:latin typeface="Algerian" panose="04020705040A02060702" pitchFamily="82" charset="0"/>
                <a:ea typeface="微软雅黑" panose="020B0503020204020204" pitchFamily="34" charset="-122"/>
                <a:cs typeface="Arial" panose="020B0604020202020204" pitchFamily="34" charset="0"/>
                <a:sym typeface="Arial" panose="020B0604020202020204" pitchFamily="34" charset="0"/>
              </a:rPr>
              <a:t>02</a:t>
            </a:r>
            <a:endParaRPr lang="zh-CN" altLang="en-US" b="1" spc="100" dirty="0">
              <a:latin typeface="Algerian" panose="04020705040A02060702" pitchFamily="82" charset="0"/>
              <a:ea typeface="微软雅黑" panose="020B0503020204020204" pitchFamily="34" charset="-122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6A7F4D19-F45F-61D3-1193-993229EA01B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220133" y="5839"/>
            <a:ext cx="12547600" cy="95089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3" name="图形 2" descr="农作物 轮廓">
            <a:extLst>
              <a:ext uri="{FF2B5EF4-FFF2-40B4-BE49-F238E27FC236}">
                <a16:creationId xmlns:a16="http://schemas.microsoft.com/office/drawing/2014/main" id="{D67D0101-0C7E-F882-F25E-E2D43302F01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86690" y="5791234"/>
            <a:ext cx="914400" cy="914400"/>
          </a:xfrm>
          <a:prstGeom prst="rect">
            <a:avLst/>
          </a:prstGeom>
        </p:spPr>
      </p:pic>
      <p:pic>
        <p:nvPicPr>
          <p:cNvPr id="6" name="图形 5" descr="农作物 纯色填充">
            <a:extLst>
              <a:ext uri="{FF2B5EF4-FFF2-40B4-BE49-F238E27FC236}">
                <a16:creationId xmlns:a16="http://schemas.microsoft.com/office/drawing/2014/main" id="{F8D778B0-9969-014F-8C8D-D6C07531437A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034184" y="5900590"/>
            <a:ext cx="914400" cy="914400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14003342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DEE29C4-BA3A-DAC5-0975-1B0068AE89B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33FD5223-F61E-9FAD-64F8-29755892315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zh-CN" altLang="en-US"/>
          </a:p>
        </p:txBody>
      </p:sp>
      <p:pic>
        <p:nvPicPr>
          <p:cNvPr id="7" name="图片 6" descr="背景图案&#10;&#10;描述已自动生成">
            <a:extLst>
              <a:ext uri="{FF2B5EF4-FFF2-40B4-BE49-F238E27FC236}">
                <a16:creationId xmlns:a16="http://schemas.microsoft.com/office/drawing/2014/main" id="{585A5856-74D3-1E98-18C9-5453AA6BA5C5}"/>
              </a:ext>
            </a:extLst>
          </p:cNvPr>
          <p:cNvPicPr>
            <a:picLocks noChangeAspect="1"/>
          </p:cNvPicPr>
          <p:nvPr/>
        </p:nvPicPr>
        <p:blipFill>
          <a:blip r:embed="rId2">
            <a:grayscl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4700"/>
                    </a14:imgEffect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"/>
            <a:ext cx="12192000" cy="685799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2" name="矩形 11">
            <a:extLst>
              <a:ext uri="{FF2B5EF4-FFF2-40B4-BE49-F238E27FC236}">
                <a16:creationId xmlns:a16="http://schemas.microsoft.com/office/drawing/2014/main" id="{EAEC1B17-7E65-F88C-ABC1-2528E1B5F545}"/>
              </a:ext>
            </a:extLst>
          </p:cNvPr>
          <p:cNvSpPr/>
          <p:nvPr/>
        </p:nvSpPr>
        <p:spPr>
          <a:xfrm>
            <a:off x="0" y="-39111"/>
            <a:ext cx="12192000" cy="964941"/>
          </a:xfrm>
          <a:prstGeom prst="rect">
            <a:avLst/>
          </a:prstGeom>
          <a:gradFill>
            <a:gsLst>
              <a:gs pos="7446">
                <a:srgbClr val="548235"/>
              </a:gs>
              <a:gs pos="51000">
                <a:schemeClr val="accent6">
                  <a:lumMod val="75000"/>
                </a:schemeClr>
              </a:gs>
              <a:gs pos="100000">
                <a:schemeClr val="accent6">
                  <a:lumMod val="75000"/>
                </a:schemeClr>
              </a:gs>
            </a:gsLst>
            <a:lin ang="5400000" scaled="1"/>
          </a:gra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D623BE95-6382-0B02-E7C6-F76B82728BD1}"/>
              </a:ext>
            </a:extLst>
          </p:cNvPr>
          <p:cNvSpPr txBox="1"/>
          <p:nvPr/>
        </p:nvSpPr>
        <p:spPr>
          <a:xfrm>
            <a:off x="1097280" y="233075"/>
            <a:ext cx="128016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0" lang="en-US" altLang="zh-CN" sz="2400" b="1" i="0" u="none" strike="noStrike" kern="0" cap="none" spc="0" normalizeH="0" baseline="0" noProof="0" dirty="0">
                <a:ln>
                  <a:noFill/>
                </a:ln>
                <a:solidFill>
                  <a:schemeClr val="bg1">
                    <a:lumMod val="95000"/>
                  </a:schemeClr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rPr>
              <a:t>Background        </a:t>
            </a:r>
            <a:r>
              <a:rPr lang="en-US" altLang="zh-CN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Conventional </a:t>
            </a:r>
            <a:r>
              <a:rPr lang="en-US" altLang="zh-CN" sz="2400" b="1" dirty="0">
                <a:solidFill>
                  <a:schemeClr val="bg1">
                    <a:lumMod val="9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    </a:t>
            </a:r>
            <a:r>
              <a:rPr kumimoji="0" lang="en-US" altLang="zh-CN" sz="2400" b="1" i="0" u="none" strike="noStrike" kern="0" cap="none" spc="0" normalizeH="0" baseline="0" noProof="0" dirty="0">
                <a:ln>
                  <a:noFill/>
                </a:ln>
                <a:solidFill>
                  <a:schemeClr val="bg1">
                    <a:lumMod val="95000"/>
                  </a:schemeClr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rPr>
              <a:t>Novel       Conclusion and Outlook</a:t>
            </a:r>
          </a:p>
          <a:p>
            <a:endParaRPr kumimoji="0" lang="en-US" altLang="zh-CN" sz="1800" b="0" i="0" u="none" strike="noStrike" kern="0" cap="none" spc="0" normalizeH="0" baseline="0" noProof="0" dirty="0">
              <a:ln>
                <a:noFill/>
              </a:ln>
              <a:solidFill>
                <a:prstClr val="white">
                  <a:lumMod val="65000"/>
                </a:prstClr>
              </a:solidFill>
              <a:effectLst/>
              <a:uLnTx/>
              <a:uFillTx/>
              <a:latin typeface="HelveticaExt-Normal"/>
              <a:ea typeface="OPPOSans B"/>
            </a:endParaRPr>
          </a:p>
          <a:p>
            <a:endParaRPr lang="en-US" altLang="zh-CN" sz="1800" dirty="0">
              <a:solidFill>
                <a:schemeClr val="bg1">
                  <a:lumMod val="95000"/>
                </a:schemeClr>
              </a:solidFill>
              <a:latin typeface="Adobe 黑体 Std R" panose="020B0400000000000000" pitchFamily="34" charset="-122"/>
              <a:ea typeface="Adobe 黑体 Std R" panose="020B0400000000000000" pitchFamily="34" charset="-122"/>
            </a:endParaRPr>
          </a:p>
          <a:p>
            <a:endParaRPr kumimoji="0" lang="zh-CN" altLang="en-US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endParaRPr lang="zh-CN" altLang="en-US" dirty="0"/>
          </a:p>
        </p:txBody>
      </p:sp>
      <p:pic>
        <p:nvPicPr>
          <p:cNvPr id="20" name="图片 19" descr="图片包含 徽标&#10;&#10;描述已自动生成">
            <a:extLst>
              <a:ext uri="{FF2B5EF4-FFF2-40B4-BE49-F238E27FC236}">
                <a16:creationId xmlns:a16="http://schemas.microsoft.com/office/drawing/2014/main" id="{7A0B4C53-65DF-7639-2804-731E7FCEC2B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0359" y="25078"/>
            <a:ext cx="836562" cy="836562"/>
          </a:xfrm>
          <a:prstGeom prst="ellipse">
            <a:avLst/>
          </a:prstGeom>
        </p:spPr>
      </p:pic>
      <p:sp>
        <p:nvSpPr>
          <p:cNvPr id="4" name="内容占位符 2">
            <a:extLst>
              <a:ext uri="{FF2B5EF4-FFF2-40B4-BE49-F238E27FC236}">
                <a16:creationId xmlns:a16="http://schemas.microsoft.com/office/drawing/2014/main" id="{B78C9E71-C9FF-DCE5-85F3-0F69A3F7EFE2}"/>
              </a:ext>
            </a:extLst>
          </p:cNvPr>
          <p:cNvSpPr txBox="1">
            <a:spLocks/>
          </p:cNvSpPr>
          <p:nvPr/>
        </p:nvSpPr>
        <p:spPr>
          <a:xfrm>
            <a:off x="548640" y="1861263"/>
            <a:ext cx="10791552" cy="10863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>
              <a:lnSpc>
                <a:spcPct val="110000"/>
              </a:lnSpc>
            </a:pPr>
            <a:r>
              <a:rPr lang="en-US" altLang="zh-CN" dirty="0">
                <a:latin typeface="Adobe 黑体 Std R" panose="020B0400000000000000" pitchFamily="34" charset="-122"/>
                <a:ea typeface="Adobe 黑体 Std R" panose="020B0400000000000000" pitchFamily="34" charset="-122"/>
              </a:rPr>
              <a:t>Traditionally, using a two-step synthesis process can composite urea</a:t>
            </a:r>
            <a:r>
              <a:rPr lang="en-US" altLang="zh-CN" baseline="30000" dirty="0">
                <a:latin typeface="Adobe 黑体 Std R" panose="020B0400000000000000" pitchFamily="34" charset="-122"/>
                <a:ea typeface="Adobe 黑体 Std R" panose="020B0400000000000000" pitchFamily="34" charset="-122"/>
              </a:rPr>
              <a:t>[3]</a:t>
            </a:r>
            <a:r>
              <a:rPr lang="en-US" altLang="zh-CN" dirty="0">
                <a:latin typeface="Adobe 黑体 Std R" panose="020B0400000000000000" pitchFamily="34" charset="-122"/>
                <a:ea typeface="Adobe 黑体 Std R" panose="020B0400000000000000" pitchFamily="34" charset="-122"/>
              </a:rPr>
              <a:t>. </a:t>
            </a:r>
          </a:p>
        </p:txBody>
      </p:sp>
      <p:grpSp>
        <p:nvGrpSpPr>
          <p:cNvPr id="13" name="组合 12">
            <a:extLst>
              <a:ext uri="{FF2B5EF4-FFF2-40B4-BE49-F238E27FC236}">
                <a16:creationId xmlns:a16="http://schemas.microsoft.com/office/drawing/2014/main" id="{E4EF9E46-0667-AB2B-8E49-C800820277E1}"/>
              </a:ext>
            </a:extLst>
          </p:cNvPr>
          <p:cNvGrpSpPr/>
          <p:nvPr/>
        </p:nvGrpSpPr>
        <p:grpSpPr>
          <a:xfrm>
            <a:off x="1860091" y="3267923"/>
            <a:ext cx="8331438" cy="2373926"/>
            <a:chOff x="-9451824" y="3200197"/>
            <a:chExt cx="13177702" cy="2373926"/>
          </a:xfrm>
        </p:grpSpPr>
        <p:sp>
          <p:nvSpPr>
            <p:cNvPr id="5" name="文本框 4">
              <a:extLst>
                <a:ext uri="{FF2B5EF4-FFF2-40B4-BE49-F238E27FC236}">
                  <a16:creationId xmlns:a16="http://schemas.microsoft.com/office/drawing/2014/main" id="{4070EDCB-AC6A-E3A3-0C5C-A3EE705C4CCC}"/>
                </a:ext>
              </a:extLst>
            </p:cNvPr>
            <p:cNvSpPr txBox="1"/>
            <p:nvPr/>
          </p:nvSpPr>
          <p:spPr>
            <a:xfrm>
              <a:off x="-7771892" y="3200197"/>
              <a:ext cx="4674474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2800" b="1" kern="0" dirty="0">
                  <a:ln w="0">
                    <a:solidFill>
                      <a:schemeClr val="accent6">
                        <a:lumMod val="50000"/>
                      </a:schemeClr>
                    </a:solidFill>
                  </a:ln>
                  <a:solidFill>
                    <a:schemeClr val="bg2">
                      <a:lumMod val="50000"/>
                    </a:schemeClr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  <a:reflection blurRad="6350" stA="55000" endA="300" endPos="45500" dir="5400000" sy="-100000" algn="bl" rotWithShape="0"/>
                  </a:effectLst>
                  <a:latin typeface="PingFang SC" panose="020B0400000000000000" pitchFamily="34" charset="-122"/>
                  <a:ea typeface="PingFang SC" panose="020B0400000000000000" pitchFamily="34" charset="-122"/>
                  <a:cs typeface="宋体" panose="02010600030101010101" pitchFamily="2" charset="-122"/>
                </a:rPr>
                <a:t>Produce NH</a:t>
              </a:r>
              <a:r>
                <a:rPr lang="en-US" altLang="zh-CN" sz="2800" b="1" kern="0" baseline="-25000" dirty="0">
                  <a:ln w="0">
                    <a:solidFill>
                      <a:schemeClr val="accent6">
                        <a:lumMod val="50000"/>
                      </a:schemeClr>
                    </a:solidFill>
                  </a:ln>
                  <a:solidFill>
                    <a:schemeClr val="bg2">
                      <a:lumMod val="50000"/>
                    </a:schemeClr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  <a:reflection blurRad="6350" stA="55000" endA="300" endPos="45500" dir="5400000" sy="-100000" algn="bl" rotWithShape="0"/>
                  </a:effectLst>
                  <a:latin typeface="PingFang SC" panose="020B0400000000000000" pitchFamily="34" charset="-122"/>
                  <a:ea typeface="PingFang SC" panose="020B0400000000000000" pitchFamily="34" charset="-122"/>
                  <a:cs typeface="宋体" panose="02010600030101010101" pitchFamily="2" charset="-122"/>
                </a:rPr>
                <a:t>3</a:t>
              </a:r>
              <a:endParaRPr kumimoji="1" lang="zh-CN" altLang="en-US" sz="2800" b="1" dirty="0">
                <a:ln w="0">
                  <a:solidFill>
                    <a:schemeClr val="accent6">
                      <a:lumMod val="50000"/>
                    </a:schemeClr>
                  </a:solidFill>
                </a:ln>
                <a:solidFill>
                  <a:schemeClr val="bg2">
                    <a:lumMod val="50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  <a:reflection blurRad="6350" stA="55000" endA="300" endPos="45500" dir="5400000" sy="-100000" algn="bl" rotWithShape="0"/>
                </a:effectLst>
                <a:latin typeface="PingFang SC" panose="020B0400000000000000" pitchFamily="34" charset="-122"/>
                <a:ea typeface="PingFang SC" panose="020B0400000000000000" pitchFamily="34" charset="-122"/>
              </a:endParaRPr>
            </a:p>
          </p:txBody>
        </p:sp>
        <p:sp>
          <p:nvSpPr>
            <p:cNvPr id="6" name="文本框 5">
              <a:extLst>
                <a:ext uri="{FF2B5EF4-FFF2-40B4-BE49-F238E27FC236}">
                  <a16:creationId xmlns:a16="http://schemas.microsoft.com/office/drawing/2014/main" id="{BDCE7F29-274A-6CAC-20C0-5FE735DC63F6}"/>
                </a:ext>
              </a:extLst>
            </p:cNvPr>
            <p:cNvSpPr txBox="1"/>
            <p:nvPr/>
          </p:nvSpPr>
          <p:spPr>
            <a:xfrm>
              <a:off x="-9451824" y="4989348"/>
              <a:ext cx="8034339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2800" b="1" kern="0" dirty="0">
                  <a:ln w="0">
                    <a:solidFill>
                      <a:schemeClr val="accent6">
                        <a:lumMod val="50000"/>
                      </a:schemeClr>
                    </a:solidFill>
                  </a:ln>
                  <a:solidFill>
                    <a:schemeClr val="bg2">
                      <a:lumMod val="50000"/>
                    </a:schemeClr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  <a:reflection blurRad="6350" stA="55000" endA="300" endPos="45500" dir="5400000" sy="-100000" algn="bl" rotWithShape="0"/>
                  </a:effectLst>
                  <a:latin typeface="PingFang SC" panose="020B0400000000000000" pitchFamily="34" charset="-122"/>
                  <a:ea typeface="PingFang SC" panose="020B0400000000000000" pitchFamily="34" charset="-122"/>
                  <a:cs typeface="宋体" panose="02010600030101010101" pitchFamily="2" charset="-122"/>
                </a:rPr>
                <a:t>Reaction of </a:t>
              </a:r>
              <a:r>
                <a:rPr lang="en-US" altLang="zh-CN" sz="3200" b="1" kern="0" dirty="0">
                  <a:ln w="0">
                    <a:solidFill>
                      <a:schemeClr val="accent6">
                        <a:lumMod val="50000"/>
                      </a:schemeClr>
                    </a:solidFill>
                  </a:ln>
                  <a:solidFill>
                    <a:schemeClr val="bg2">
                      <a:lumMod val="50000"/>
                    </a:schemeClr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  <a:reflection blurRad="6350" stA="55000" endA="300" endPos="45500" dir="5400000" sy="-100000" algn="bl" rotWithShape="0"/>
                  </a:effectLst>
                  <a:latin typeface="PingFang SC" panose="020B0400000000000000" pitchFamily="34" charset="-122"/>
                  <a:ea typeface="PingFang SC" panose="020B0400000000000000" pitchFamily="34" charset="-122"/>
                  <a:cs typeface="宋体" panose="02010600030101010101" pitchFamily="2" charset="-122"/>
                </a:rPr>
                <a:t>NH</a:t>
              </a:r>
              <a:r>
                <a:rPr lang="en-US" altLang="zh-CN" sz="3200" b="1" kern="0" baseline="-25000" dirty="0">
                  <a:ln w="0">
                    <a:solidFill>
                      <a:schemeClr val="accent6">
                        <a:lumMod val="50000"/>
                      </a:schemeClr>
                    </a:solidFill>
                  </a:ln>
                  <a:solidFill>
                    <a:schemeClr val="bg2">
                      <a:lumMod val="50000"/>
                    </a:schemeClr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  <a:reflection blurRad="6350" stA="55000" endA="300" endPos="45500" dir="5400000" sy="-100000" algn="bl" rotWithShape="0"/>
                  </a:effectLst>
                  <a:latin typeface="PingFang SC" panose="020B0400000000000000" pitchFamily="34" charset="-122"/>
                  <a:ea typeface="PingFang SC" panose="020B0400000000000000" pitchFamily="34" charset="-122"/>
                  <a:cs typeface="宋体" panose="02010600030101010101" pitchFamily="2" charset="-122"/>
                </a:rPr>
                <a:t>3</a:t>
              </a:r>
              <a:r>
                <a:rPr lang="en-US" altLang="zh-CN" sz="2800" b="1" kern="0" dirty="0">
                  <a:ln w="0">
                    <a:solidFill>
                      <a:schemeClr val="accent6">
                        <a:lumMod val="50000"/>
                      </a:schemeClr>
                    </a:solidFill>
                  </a:ln>
                  <a:solidFill>
                    <a:schemeClr val="bg2">
                      <a:lumMod val="50000"/>
                    </a:schemeClr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  <a:reflection blurRad="6350" stA="55000" endA="300" endPos="45500" dir="5400000" sy="-100000" algn="bl" rotWithShape="0"/>
                  </a:effectLst>
                  <a:latin typeface="PingFang SC" panose="020B0400000000000000" pitchFamily="34" charset="-122"/>
                  <a:ea typeface="PingFang SC" panose="020B0400000000000000" pitchFamily="34" charset="-122"/>
                  <a:cs typeface="宋体" panose="02010600030101010101" pitchFamily="2" charset="-122"/>
                </a:rPr>
                <a:t> and CO</a:t>
              </a:r>
              <a:r>
                <a:rPr lang="en-US" altLang="zh-CN" sz="2800" b="1" kern="0" baseline="-25000" dirty="0">
                  <a:ln w="0">
                    <a:solidFill>
                      <a:schemeClr val="accent6">
                        <a:lumMod val="50000"/>
                      </a:schemeClr>
                    </a:solidFill>
                  </a:ln>
                  <a:solidFill>
                    <a:schemeClr val="bg2">
                      <a:lumMod val="50000"/>
                    </a:schemeClr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  <a:reflection blurRad="6350" stA="55000" endA="300" endPos="45500" dir="5400000" sy="-100000" algn="bl" rotWithShape="0"/>
                  </a:effectLst>
                  <a:latin typeface="PingFang SC" panose="020B0400000000000000" pitchFamily="34" charset="-122"/>
                  <a:ea typeface="PingFang SC" panose="020B0400000000000000" pitchFamily="34" charset="-122"/>
                  <a:cs typeface="宋体" panose="02010600030101010101" pitchFamily="2" charset="-122"/>
                </a:rPr>
                <a:t>2</a:t>
              </a:r>
              <a:endParaRPr kumimoji="1" lang="zh-CN" altLang="en-US" sz="2800" b="1" dirty="0">
                <a:ln w="0">
                  <a:solidFill>
                    <a:schemeClr val="accent6">
                      <a:lumMod val="50000"/>
                    </a:schemeClr>
                  </a:solidFill>
                </a:ln>
                <a:solidFill>
                  <a:schemeClr val="bg2">
                    <a:lumMod val="50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  <a:reflection blurRad="6350" stA="55000" endA="300" endPos="45500" dir="5400000" sy="-100000" algn="bl" rotWithShape="0"/>
                </a:effectLst>
                <a:latin typeface="PingFang SC" panose="020B0400000000000000" pitchFamily="34" charset="-122"/>
                <a:ea typeface="PingFang SC" panose="020B0400000000000000" pitchFamily="34" charset="-122"/>
              </a:endParaRPr>
            </a:p>
          </p:txBody>
        </p:sp>
        <p:cxnSp>
          <p:nvCxnSpPr>
            <p:cNvPr id="8" name="直线连接符 7">
              <a:extLst>
                <a:ext uri="{FF2B5EF4-FFF2-40B4-BE49-F238E27FC236}">
                  <a16:creationId xmlns:a16="http://schemas.microsoft.com/office/drawing/2014/main" id="{1592A5EF-BD8E-0399-38AF-48FACF3A5A13}"/>
                </a:ext>
              </a:extLst>
            </p:cNvPr>
            <p:cNvCxnSpPr>
              <a:cxnSpLocks/>
            </p:cNvCxnSpPr>
            <p:nvPr/>
          </p:nvCxnSpPr>
          <p:spPr>
            <a:xfrm>
              <a:off x="-1156349" y="3621927"/>
              <a:ext cx="2099935" cy="473236"/>
            </a:xfrm>
            <a:prstGeom prst="line">
              <a:avLst/>
            </a:prstGeom>
            <a:ln w="38100">
              <a:solidFill>
                <a:schemeClr val="bg2">
                  <a:lumMod val="50000"/>
                </a:schemeClr>
              </a:solidFill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9" name="直线连接符 8">
              <a:extLst>
                <a:ext uri="{FF2B5EF4-FFF2-40B4-BE49-F238E27FC236}">
                  <a16:creationId xmlns:a16="http://schemas.microsoft.com/office/drawing/2014/main" id="{160D6F57-5A2B-692D-786D-1BB5E449AE3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-1063592" y="4070438"/>
              <a:ext cx="2007179" cy="655502"/>
            </a:xfrm>
            <a:prstGeom prst="line">
              <a:avLst/>
            </a:prstGeom>
            <a:ln w="38100">
              <a:solidFill>
                <a:schemeClr val="bg2">
                  <a:lumMod val="50000"/>
                </a:schemeClr>
              </a:solidFill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10" name="文本框 9">
              <a:extLst>
                <a:ext uri="{FF2B5EF4-FFF2-40B4-BE49-F238E27FC236}">
                  <a16:creationId xmlns:a16="http://schemas.microsoft.com/office/drawing/2014/main" id="{7A7945D5-04FD-8E81-7D1B-313D4F433DC7}"/>
                </a:ext>
              </a:extLst>
            </p:cNvPr>
            <p:cNvSpPr txBox="1"/>
            <p:nvPr/>
          </p:nvSpPr>
          <p:spPr>
            <a:xfrm>
              <a:off x="1274225" y="3679268"/>
              <a:ext cx="2451653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3600" b="1" i="1" dirty="0">
                  <a:solidFill>
                    <a:schemeClr val="accent1">
                      <a:lumMod val="75000"/>
                    </a:schemeClr>
                  </a:solidFill>
                  <a:latin typeface="Adobe 黑体 Std R" panose="020B0400000000000000" pitchFamily="34" charset="-122"/>
                  <a:ea typeface="Adobe 黑体 Std R" panose="020B0400000000000000" pitchFamily="34" charset="-122"/>
                </a:rPr>
                <a:t>urea</a:t>
              </a:r>
              <a:endParaRPr lang="zh-CN" altLang="en-US" sz="3600" b="1" i="1" dirty="0">
                <a:solidFill>
                  <a:schemeClr val="accent1">
                    <a:lumMod val="75000"/>
                  </a:schemeClr>
                </a:solidFill>
                <a:latin typeface="Adobe 黑体 Std R" panose="020B0400000000000000" pitchFamily="34" charset="-122"/>
                <a:ea typeface="Adobe 黑体 Std R" panose="020B0400000000000000" pitchFamily="34" charset="-122"/>
              </a:endParaRP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318B8F9A-C435-39EA-0479-E2E2D314B750}"/>
              </a:ext>
            </a:extLst>
          </p:cNvPr>
          <p:cNvSpPr txBox="1"/>
          <p:nvPr/>
        </p:nvSpPr>
        <p:spPr>
          <a:xfrm>
            <a:off x="548640" y="1070873"/>
            <a:ext cx="704577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3200" b="1" i="1" dirty="0">
                <a:latin typeface="Century Gothic" panose="020B0502020202020204" pitchFamily="34" charset="0"/>
              </a:rPr>
              <a:t>Steps</a:t>
            </a:r>
            <a:endParaRPr lang="zh-CN" altLang="en-US" sz="3200" b="1" i="1" dirty="0"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3456753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DEE29C4-BA3A-DAC5-0975-1B0068AE89B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33FD5223-F61E-9FAD-64F8-29755892315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zh-CN" altLang="en-US"/>
          </a:p>
        </p:txBody>
      </p:sp>
      <p:pic>
        <p:nvPicPr>
          <p:cNvPr id="7" name="图片 6" descr="背景图案&#10;&#10;描述已自动生成">
            <a:extLst>
              <a:ext uri="{FF2B5EF4-FFF2-40B4-BE49-F238E27FC236}">
                <a16:creationId xmlns:a16="http://schemas.microsoft.com/office/drawing/2014/main" id="{585A5856-74D3-1E98-18C9-5453AA6BA5C5}"/>
              </a:ext>
            </a:extLst>
          </p:cNvPr>
          <p:cNvPicPr>
            <a:picLocks noChangeAspect="1"/>
          </p:cNvPicPr>
          <p:nvPr/>
        </p:nvPicPr>
        <p:blipFill>
          <a:blip r:embed="rId2">
            <a:grayscl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4700"/>
                    </a14:imgEffect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25935"/>
            <a:ext cx="12192000" cy="685799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2" name="矩形 11">
            <a:extLst>
              <a:ext uri="{FF2B5EF4-FFF2-40B4-BE49-F238E27FC236}">
                <a16:creationId xmlns:a16="http://schemas.microsoft.com/office/drawing/2014/main" id="{EAEC1B17-7E65-F88C-ABC1-2528E1B5F545}"/>
              </a:ext>
            </a:extLst>
          </p:cNvPr>
          <p:cNvSpPr/>
          <p:nvPr/>
        </p:nvSpPr>
        <p:spPr>
          <a:xfrm>
            <a:off x="0" y="-39111"/>
            <a:ext cx="12192000" cy="964941"/>
          </a:xfrm>
          <a:prstGeom prst="rect">
            <a:avLst/>
          </a:prstGeom>
          <a:gradFill>
            <a:gsLst>
              <a:gs pos="7446">
                <a:srgbClr val="548235"/>
              </a:gs>
              <a:gs pos="51000">
                <a:schemeClr val="accent6">
                  <a:lumMod val="75000"/>
                </a:schemeClr>
              </a:gs>
              <a:gs pos="100000">
                <a:schemeClr val="accent6">
                  <a:lumMod val="75000"/>
                </a:schemeClr>
              </a:gs>
            </a:gsLst>
            <a:lin ang="5400000" scaled="1"/>
          </a:gra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D623BE95-6382-0B02-E7C6-F76B82728BD1}"/>
              </a:ext>
            </a:extLst>
          </p:cNvPr>
          <p:cNvSpPr txBox="1"/>
          <p:nvPr/>
        </p:nvSpPr>
        <p:spPr>
          <a:xfrm>
            <a:off x="1097280" y="233075"/>
            <a:ext cx="128016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0" lang="en-US" altLang="zh-CN" sz="2400" b="1" i="0" u="none" strike="noStrike" kern="0" cap="none" spc="0" normalizeH="0" baseline="0" noProof="0" dirty="0">
                <a:ln>
                  <a:noFill/>
                </a:ln>
                <a:solidFill>
                  <a:schemeClr val="bg1">
                    <a:lumMod val="95000"/>
                  </a:schemeClr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rPr>
              <a:t>Background        </a:t>
            </a:r>
            <a:r>
              <a:rPr lang="en-US" altLang="zh-CN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Conventional </a:t>
            </a:r>
            <a:r>
              <a:rPr lang="en-US" altLang="zh-CN" sz="2400" b="1" dirty="0">
                <a:solidFill>
                  <a:schemeClr val="bg1">
                    <a:lumMod val="9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    </a:t>
            </a:r>
            <a:r>
              <a:rPr kumimoji="0" lang="en-US" altLang="zh-CN" sz="2400" b="1" i="0" u="none" strike="noStrike" kern="0" cap="none" spc="0" normalizeH="0" baseline="0" noProof="0" dirty="0">
                <a:ln>
                  <a:noFill/>
                </a:ln>
                <a:solidFill>
                  <a:schemeClr val="bg1">
                    <a:lumMod val="95000"/>
                  </a:schemeClr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rPr>
              <a:t>Novel       Conclusion and Outlook</a:t>
            </a:r>
          </a:p>
          <a:p>
            <a:endParaRPr kumimoji="0" lang="en-US" altLang="zh-CN" sz="1800" b="0" i="0" u="none" strike="noStrike" kern="0" cap="none" spc="0" normalizeH="0" baseline="0" noProof="0" dirty="0">
              <a:ln>
                <a:noFill/>
              </a:ln>
              <a:solidFill>
                <a:prstClr val="white">
                  <a:lumMod val="65000"/>
                </a:prstClr>
              </a:solidFill>
              <a:effectLst/>
              <a:uLnTx/>
              <a:uFillTx/>
              <a:latin typeface="HelveticaExt-Normal"/>
              <a:ea typeface="OPPOSans B"/>
            </a:endParaRPr>
          </a:p>
          <a:p>
            <a:endParaRPr lang="en-US" altLang="zh-CN" sz="1800" dirty="0">
              <a:solidFill>
                <a:schemeClr val="bg1">
                  <a:lumMod val="95000"/>
                </a:schemeClr>
              </a:solidFill>
              <a:latin typeface="Adobe 黑体 Std R" panose="020B0400000000000000" pitchFamily="34" charset="-122"/>
              <a:ea typeface="Adobe 黑体 Std R" panose="020B0400000000000000" pitchFamily="34" charset="-122"/>
            </a:endParaRPr>
          </a:p>
          <a:p>
            <a:endParaRPr kumimoji="0" lang="zh-CN" altLang="en-US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endParaRPr lang="zh-CN" altLang="en-US" dirty="0"/>
          </a:p>
        </p:txBody>
      </p:sp>
      <p:pic>
        <p:nvPicPr>
          <p:cNvPr id="20" name="图片 19" descr="图片包含 徽标&#10;&#10;描述已自动生成">
            <a:extLst>
              <a:ext uri="{FF2B5EF4-FFF2-40B4-BE49-F238E27FC236}">
                <a16:creationId xmlns:a16="http://schemas.microsoft.com/office/drawing/2014/main" id="{7A0B4C53-65DF-7639-2804-731E7FCEC2B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0359" y="25078"/>
            <a:ext cx="836562" cy="836562"/>
          </a:xfrm>
          <a:prstGeom prst="ellipse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EBC1C1DB-F5E0-DF6E-4037-CFE864F2A083}"/>
              </a:ext>
            </a:extLst>
          </p:cNvPr>
          <p:cNvSpPr txBox="1"/>
          <p:nvPr/>
        </p:nvSpPr>
        <p:spPr>
          <a:xfrm>
            <a:off x="377378" y="1934854"/>
            <a:ext cx="8320575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altLang="zh-CN" sz="2400" dirty="0">
                <a:latin typeface="Adobe 黑体 Std R" panose="020B0400000000000000" pitchFamily="34" charset="-122"/>
                <a:ea typeface="Adobe 黑体 Std R" panose="020B0400000000000000" pitchFamily="34" charset="-122"/>
              </a:rPr>
              <a:t>Producing NH</a:t>
            </a:r>
            <a:r>
              <a:rPr lang="en-US" altLang="zh-CN" sz="2400" baseline="-25000" dirty="0">
                <a:latin typeface="Adobe 黑体 Std R" panose="020B0400000000000000" pitchFamily="34" charset="-122"/>
                <a:ea typeface="Adobe 黑体 Std R" panose="020B0400000000000000" pitchFamily="34" charset="-122"/>
              </a:rPr>
              <a:t>3</a:t>
            </a:r>
            <a:r>
              <a:rPr lang="en-US" altLang="zh-CN" sz="2400" dirty="0">
                <a:latin typeface="Adobe 黑体 Std R" panose="020B0400000000000000" pitchFamily="34" charset="-122"/>
                <a:ea typeface="Adobe 黑体 Std R" panose="020B0400000000000000" pitchFamily="34" charset="-122"/>
              </a:rPr>
              <a:t> by the Haber-Bosch process</a:t>
            </a:r>
            <a:r>
              <a:rPr lang="en-US" altLang="zh-CN" sz="2400" baseline="30000" dirty="0">
                <a:latin typeface="Adobe 黑体 Std R" panose="020B0400000000000000" pitchFamily="34" charset="-122"/>
                <a:ea typeface="Adobe 黑体 Std R" panose="020B0400000000000000" pitchFamily="34" charset="-122"/>
              </a:rPr>
              <a:t>[3]</a:t>
            </a:r>
            <a:r>
              <a:rPr lang="en-US" altLang="zh-CN" sz="2400" dirty="0">
                <a:latin typeface="Adobe 黑体 Std R" panose="020B0400000000000000" pitchFamily="34" charset="-122"/>
                <a:ea typeface="Adobe 黑体 Std R" panose="020B0400000000000000" pitchFamily="34" charset="-122"/>
              </a:rPr>
              <a:t>.</a:t>
            </a:r>
          </a:p>
          <a:p>
            <a:pPr algn="just">
              <a:lnSpc>
                <a:spcPct val="100000"/>
              </a:lnSpc>
            </a:pPr>
            <a:endParaRPr lang="en-US" altLang="zh-CN" kern="0" dirty="0">
              <a:solidFill>
                <a:srgbClr val="000000"/>
              </a:solidFill>
              <a:latin typeface="PingFang SC" panose="020B0400000000000000" pitchFamily="34" charset="-122"/>
              <a:ea typeface="PingFang SC" panose="020B0400000000000000" pitchFamily="34" charset="-122"/>
              <a:cs typeface="宋体" panose="02010600030101010101" pitchFamily="2" charset="-122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B7B22B58-8216-D986-5D29-7AB5C7DCAFD1}"/>
              </a:ext>
            </a:extLst>
          </p:cNvPr>
          <p:cNvSpPr txBox="1"/>
          <p:nvPr/>
        </p:nvSpPr>
        <p:spPr>
          <a:xfrm>
            <a:off x="640491" y="1128613"/>
            <a:ext cx="697583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i="1" dirty="0">
                <a:latin typeface="Century Gothic" panose="020B0502020202020204" pitchFamily="34" charset="0"/>
              </a:rPr>
              <a:t>two-step synthesis process</a:t>
            </a:r>
            <a:endParaRPr lang="zh-CN" altLang="en-US" sz="3200" b="1" i="1" dirty="0">
              <a:latin typeface="Century Gothic" panose="020B0502020202020204" pitchFamily="34" charset="0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6E79A50B-BAE1-4FE6-2757-9F11E9B47F31}"/>
              </a:ext>
            </a:extLst>
          </p:cNvPr>
          <p:cNvSpPr txBox="1"/>
          <p:nvPr/>
        </p:nvSpPr>
        <p:spPr>
          <a:xfrm>
            <a:off x="1265493" y="4659262"/>
            <a:ext cx="377587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zh-CN" sz="2000" kern="0" dirty="0">
                <a:solidFill>
                  <a:srgbClr val="000000"/>
                </a:solidFill>
                <a:latin typeface="Arial" panose="020B0604020202020204" pitchFamily="34" charset="0"/>
                <a:ea typeface="PingFang SC" panose="020B0400000000000000" pitchFamily="34" charset="-122"/>
                <a:cs typeface="Arial" panose="020B0604020202020204" pitchFamily="34" charset="0"/>
              </a:rPr>
              <a:t>N</a:t>
            </a:r>
            <a:r>
              <a:rPr lang="en" altLang="zh-CN" sz="2000" kern="0" baseline="-25000" dirty="0">
                <a:solidFill>
                  <a:srgbClr val="000000"/>
                </a:solidFill>
                <a:latin typeface="Arial" panose="020B0604020202020204" pitchFamily="34" charset="0"/>
                <a:ea typeface="PingFang SC" panose="020B0400000000000000" pitchFamily="34" charset="-122"/>
                <a:cs typeface="Arial" panose="020B0604020202020204" pitchFamily="34" charset="0"/>
              </a:rPr>
              <a:t>2</a:t>
            </a:r>
            <a:r>
              <a:rPr lang="en" altLang="zh-CN" sz="2000" kern="0" dirty="0">
                <a:solidFill>
                  <a:srgbClr val="000000"/>
                </a:solidFill>
                <a:latin typeface="Arial" panose="020B0604020202020204" pitchFamily="34" charset="0"/>
                <a:ea typeface="PingFang SC" panose="020B0400000000000000" pitchFamily="34" charset="-122"/>
                <a:cs typeface="Arial" panose="020B0604020202020204" pitchFamily="34" charset="0"/>
              </a:rPr>
              <a:t> + H</a:t>
            </a:r>
            <a:r>
              <a:rPr lang="en" altLang="zh-CN" sz="2000" kern="0" baseline="-25000" dirty="0">
                <a:solidFill>
                  <a:srgbClr val="000000"/>
                </a:solidFill>
                <a:latin typeface="Arial" panose="020B0604020202020204" pitchFamily="34" charset="0"/>
                <a:ea typeface="PingFang SC" panose="020B0400000000000000" pitchFamily="34" charset="-122"/>
                <a:cs typeface="Arial" panose="020B0604020202020204" pitchFamily="34" charset="0"/>
              </a:rPr>
              <a:t>2</a:t>
            </a:r>
            <a:r>
              <a:rPr lang="en" altLang="zh-CN" sz="2000" kern="0" dirty="0">
                <a:solidFill>
                  <a:srgbClr val="000000"/>
                </a:solidFill>
                <a:latin typeface="Arial" panose="020B0604020202020204" pitchFamily="34" charset="0"/>
                <a:ea typeface="PingFang SC" panose="020B0400000000000000" pitchFamily="34" charset="-122"/>
                <a:cs typeface="Arial" panose="020B0604020202020204" pitchFamily="34" charset="0"/>
              </a:rPr>
              <a:t> → NH</a:t>
            </a:r>
            <a:r>
              <a:rPr lang="en" altLang="zh-CN" sz="2000" kern="0" baseline="-25000" dirty="0">
                <a:solidFill>
                  <a:srgbClr val="000000"/>
                </a:solidFill>
                <a:latin typeface="Arial" panose="020B0604020202020204" pitchFamily="34" charset="0"/>
                <a:ea typeface="PingFang SC" panose="020B0400000000000000" pitchFamily="34" charset="-122"/>
                <a:cs typeface="Arial" panose="020B0604020202020204" pitchFamily="34" charset="0"/>
              </a:rPr>
              <a:t>3</a:t>
            </a:r>
          </a:p>
        </p:txBody>
      </p:sp>
      <p:pic>
        <p:nvPicPr>
          <p:cNvPr id="10" name="图片 9" descr="日程表&#10;&#10;低可信度描述已自动生成">
            <a:extLst>
              <a:ext uri="{FF2B5EF4-FFF2-40B4-BE49-F238E27FC236}">
                <a16:creationId xmlns:a16="http://schemas.microsoft.com/office/drawing/2014/main" id="{AB77294E-7F22-40D3-F9D6-35CA88C56763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09" t="31700" r="27623" b="21002"/>
          <a:stretch/>
        </p:blipFill>
        <p:spPr>
          <a:xfrm>
            <a:off x="6540973" y="2778470"/>
            <a:ext cx="4358223" cy="2856563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rnd">
            <a:solidFill>
              <a:srgbClr val="FFFFFF"/>
            </a:solidFill>
          </a:ln>
          <a:effectLst>
            <a:outerShdw blurRad="50000" algn="tl" rotWithShape="0">
              <a:srgbClr val="000000">
                <a:alpha val="41000"/>
              </a:srgbClr>
            </a:outerShdw>
          </a:effectLst>
          <a:scene3d>
            <a:camera prst="orthographicFront"/>
            <a:lightRig rig="twoPt" dir="t">
              <a:rot lat="0" lon="0" rev="7800000"/>
            </a:lightRig>
          </a:scene3d>
          <a:sp3d contourW="6350">
            <a:bevelT w="50800" h="16510"/>
            <a:contourClr>
              <a:srgbClr val="C0C0C0"/>
            </a:contourClr>
          </a:sp3d>
        </p:spPr>
      </p:pic>
      <p:sp>
        <p:nvSpPr>
          <p:cNvPr id="13" name="文本框 12">
            <a:extLst>
              <a:ext uri="{FF2B5EF4-FFF2-40B4-BE49-F238E27FC236}">
                <a16:creationId xmlns:a16="http://schemas.microsoft.com/office/drawing/2014/main" id="{926FF611-D84D-F7A8-C983-9957B5676242}"/>
              </a:ext>
            </a:extLst>
          </p:cNvPr>
          <p:cNvSpPr txBox="1"/>
          <p:nvPr/>
        </p:nvSpPr>
        <p:spPr>
          <a:xfrm>
            <a:off x="867594" y="2673518"/>
            <a:ext cx="4380576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zh-CN" sz="2000" kern="0" dirty="0">
                <a:solidFill>
                  <a:srgbClr val="000000"/>
                </a:solidFill>
                <a:latin typeface="Arial" panose="020B0604020202020204" pitchFamily="34" charset="0"/>
                <a:ea typeface="PingFang SC" panose="020B0400000000000000" pitchFamily="34" charset="-122"/>
                <a:cs typeface="Arial" panose="020B0604020202020204" pitchFamily="34" charset="0"/>
              </a:rPr>
              <a:t>CH</a:t>
            </a:r>
            <a:r>
              <a:rPr lang="en" altLang="zh-CN" sz="2000" kern="0" baseline="-25000" dirty="0">
                <a:solidFill>
                  <a:srgbClr val="000000"/>
                </a:solidFill>
                <a:latin typeface="Arial" panose="020B0604020202020204" pitchFamily="34" charset="0"/>
                <a:ea typeface="PingFang SC" panose="020B0400000000000000" pitchFamily="34" charset="-122"/>
                <a:cs typeface="Arial" panose="020B0604020202020204" pitchFamily="34" charset="0"/>
              </a:rPr>
              <a:t>4</a:t>
            </a:r>
            <a:r>
              <a:rPr lang="en" altLang="zh-CN" sz="2000" kern="0" dirty="0">
                <a:solidFill>
                  <a:srgbClr val="000000"/>
                </a:solidFill>
                <a:latin typeface="Arial" panose="020B0604020202020204" pitchFamily="34" charset="0"/>
                <a:ea typeface="PingFang SC" panose="020B0400000000000000" pitchFamily="34" charset="-122"/>
                <a:cs typeface="Arial" panose="020B0604020202020204" pitchFamily="34" charset="0"/>
              </a:rPr>
              <a:t> + H</a:t>
            </a:r>
            <a:r>
              <a:rPr lang="en" altLang="zh-CN" sz="2000" kern="0" baseline="-25000" dirty="0">
                <a:solidFill>
                  <a:srgbClr val="000000"/>
                </a:solidFill>
                <a:latin typeface="Arial" panose="020B0604020202020204" pitchFamily="34" charset="0"/>
                <a:ea typeface="PingFang SC" panose="020B0400000000000000" pitchFamily="34" charset="-122"/>
                <a:cs typeface="Arial" panose="020B0604020202020204" pitchFamily="34" charset="0"/>
              </a:rPr>
              <a:t>2</a:t>
            </a:r>
            <a:r>
              <a:rPr lang="en" altLang="zh-CN" sz="2000" kern="0" dirty="0">
                <a:solidFill>
                  <a:srgbClr val="000000"/>
                </a:solidFill>
                <a:latin typeface="Arial" panose="020B0604020202020204" pitchFamily="34" charset="0"/>
                <a:ea typeface="PingFang SC" panose="020B0400000000000000" pitchFamily="34" charset="-122"/>
                <a:cs typeface="Arial" panose="020B0604020202020204" pitchFamily="34" charset="0"/>
              </a:rPr>
              <a:t>O → CO + 3H</a:t>
            </a:r>
            <a:r>
              <a:rPr lang="en" altLang="zh-CN" sz="2000" kern="0" baseline="-25000" dirty="0">
                <a:solidFill>
                  <a:srgbClr val="000000"/>
                </a:solidFill>
                <a:latin typeface="Arial" panose="020B0604020202020204" pitchFamily="34" charset="0"/>
                <a:ea typeface="PingFang SC" panose="020B0400000000000000" pitchFamily="34" charset="-122"/>
                <a:cs typeface="Arial" panose="020B0604020202020204" pitchFamily="34" charset="0"/>
              </a:rPr>
              <a:t>2</a:t>
            </a:r>
          </a:p>
          <a:p>
            <a:endParaRPr lang="en" altLang="zh-CN" sz="2000" kern="0" dirty="0">
              <a:solidFill>
                <a:srgbClr val="000000"/>
              </a:solidFill>
              <a:latin typeface="Arial" panose="020B0604020202020204" pitchFamily="34" charset="0"/>
              <a:ea typeface="PingFang SC" panose="020B0400000000000000" pitchFamily="34" charset="-122"/>
              <a:cs typeface="Arial" panose="020B0604020202020204" pitchFamily="34" charset="0"/>
            </a:endParaRPr>
          </a:p>
          <a:p>
            <a:r>
              <a:rPr lang="en" altLang="zh-CN" sz="2000" kern="0" dirty="0">
                <a:solidFill>
                  <a:srgbClr val="000000"/>
                </a:solidFill>
                <a:latin typeface="Arial" panose="020B0604020202020204" pitchFamily="34" charset="0"/>
                <a:ea typeface="PingFang SC" panose="020B0400000000000000" pitchFamily="34" charset="-122"/>
                <a:cs typeface="Arial" panose="020B0604020202020204" pitchFamily="34" charset="0"/>
              </a:rPr>
              <a:t> CO + H</a:t>
            </a:r>
            <a:r>
              <a:rPr lang="en" altLang="zh-CN" sz="2000" kern="0" baseline="-25000" dirty="0">
                <a:solidFill>
                  <a:srgbClr val="000000"/>
                </a:solidFill>
                <a:latin typeface="Arial" panose="020B0604020202020204" pitchFamily="34" charset="0"/>
                <a:ea typeface="PingFang SC" panose="020B0400000000000000" pitchFamily="34" charset="-122"/>
                <a:cs typeface="Arial" panose="020B0604020202020204" pitchFamily="34" charset="0"/>
              </a:rPr>
              <a:t>2</a:t>
            </a:r>
            <a:r>
              <a:rPr lang="en" altLang="zh-CN" sz="2000" kern="0" dirty="0">
                <a:solidFill>
                  <a:srgbClr val="000000"/>
                </a:solidFill>
                <a:latin typeface="Arial" panose="020B0604020202020204" pitchFamily="34" charset="0"/>
                <a:ea typeface="PingFang SC" panose="020B0400000000000000" pitchFamily="34" charset="-122"/>
                <a:cs typeface="Arial" panose="020B0604020202020204" pitchFamily="34" charset="0"/>
              </a:rPr>
              <a:t>O → CO</a:t>
            </a:r>
            <a:r>
              <a:rPr lang="en" altLang="zh-CN" sz="2000" kern="0" baseline="-25000" dirty="0">
                <a:solidFill>
                  <a:srgbClr val="000000"/>
                </a:solidFill>
                <a:latin typeface="Arial" panose="020B0604020202020204" pitchFamily="34" charset="0"/>
                <a:ea typeface="PingFang SC" panose="020B0400000000000000" pitchFamily="34" charset="-122"/>
                <a:cs typeface="Arial" panose="020B0604020202020204" pitchFamily="34" charset="0"/>
              </a:rPr>
              <a:t>2 </a:t>
            </a:r>
            <a:r>
              <a:rPr lang="en" altLang="zh-CN" sz="2000" kern="0" dirty="0">
                <a:solidFill>
                  <a:srgbClr val="000000"/>
                </a:solidFill>
                <a:latin typeface="Arial" panose="020B0604020202020204" pitchFamily="34" charset="0"/>
                <a:ea typeface="PingFang SC" panose="020B0400000000000000" pitchFamily="34" charset="-122"/>
                <a:cs typeface="Arial" panose="020B0604020202020204" pitchFamily="34" charset="0"/>
              </a:rPr>
              <a:t>+ H</a:t>
            </a:r>
            <a:r>
              <a:rPr lang="en" altLang="zh-CN" sz="2000" kern="0" baseline="-25000" dirty="0">
                <a:solidFill>
                  <a:srgbClr val="000000"/>
                </a:solidFill>
                <a:latin typeface="Arial" panose="020B0604020202020204" pitchFamily="34" charset="0"/>
                <a:ea typeface="PingFang SC" panose="020B0400000000000000" pitchFamily="34" charset="-122"/>
                <a:cs typeface="Arial" panose="020B0604020202020204" pitchFamily="34" charset="0"/>
              </a:rPr>
              <a:t>2</a:t>
            </a:r>
          </a:p>
          <a:p>
            <a:endParaRPr kumimoji="1" lang="zh-CN" altLang="en-US" sz="2400" dirty="0">
              <a:latin typeface="PingFang SC" panose="020B0400000000000000" pitchFamily="34" charset="-122"/>
              <a:ea typeface="PingFang SC" panose="020B0400000000000000" pitchFamily="34" charset="-122"/>
            </a:endParaRP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9F1B4D97-3004-8FA0-66E4-84F76426B46E}"/>
              </a:ext>
            </a:extLst>
          </p:cNvPr>
          <p:cNvSpPr txBox="1"/>
          <p:nvPr/>
        </p:nvSpPr>
        <p:spPr>
          <a:xfrm>
            <a:off x="1565266" y="3878718"/>
            <a:ext cx="7024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000" dirty="0">
                <a:latin typeface="PingFang SC" panose="020B0400000000000000" pitchFamily="34" charset="-122"/>
                <a:ea typeface="PingFang SC" panose="020B0400000000000000" pitchFamily="34" charset="-122"/>
              </a:rPr>
              <a:t>H</a:t>
            </a:r>
            <a:r>
              <a:rPr kumimoji="1" lang="en-US" altLang="zh-CN" sz="2000" baseline="-25000" dirty="0">
                <a:latin typeface="PingFang SC" panose="020B0400000000000000" pitchFamily="34" charset="-122"/>
                <a:ea typeface="PingFang SC" panose="020B0400000000000000" pitchFamily="34" charset="-122"/>
              </a:rPr>
              <a:t>2</a:t>
            </a:r>
            <a:endParaRPr kumimoji="1" lang="zh-CN" altLang="en-US" sz="2000" dirty="0">
              <a:latin typeface="PingFang SC" panose="020B0400000000000000" pitchFamily="34" charset="-122"/>
              <a:ea typeface="PingFang SC" panose="020B0400000000000000" pitchFamily="34" charset="-122"/>
            </a:endParaRPr>
          </a:p>
        </p:txBody>
      </p:sp>
      <p:sp>
        <p:nvSpPr>
          <p:cNvPr id="4" name="箭头: 右 3">
            <a:extLst>
              <a:ext uri="{FF2B5EF4-FFF2-40B4-BE49-F238E27FC236}">
                <a16:creationId xmlns:a16="http://schemas.microsoft.com/office/drawing/2014/main" id="{B135A99D-E1EF-315E-9BE6-91F8BC21D903}"/>
              </a:ext>
            </a:extLst>
          </p:cNvPr>
          <p:cNvSpPr/>
          <p:nvPr/>
        </p:nvSpPr>
        <p:spPr>
          <a:xfrm rot="5400000">
            <a:off x="1897695" y="3991891"/>
            <a:ext cx="706674" cy="347523"/>
          </a:xfrm>
          <a:prstGeom prst="rightArrow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D1C426FC-6D71-7258-EDD8-91C19551C70D}"/>
              </a:ext>
            </a:extLst>
          </p:cNvPr>
          <p:cNvSpPr txBox="1"/>
          <p:nvPr/>
        </p:nvSpPr>
        <p:spPr>
          <a:xfrm>
            <a:off x="2381687" y="3866895"/>
            <a:ext cx="704577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000" kern="0" dirty="0">
                <a:solidFill>
                  <a:srgbClr val="000000"/>
                </a:solidFill>
                <a:latin typeface="Arial" panose="020B0604020202020204" pitchFamily="34" charset="0"/>
                <a:ea typeface="PingFang SC" panose="020B0400000000000000" pitchFamily="34" charset="-122"/>
                <a:cs typeface="Arial" panose="020B0604020202020204" pitchFamily="34" charset="0"/>
              </a:rPr>
              <a:t>Iron catalyst</a:t>
            </a:r>
            <a:endParaRPr lang="zh-CN" altLang="en-US" sz="2000" kern="0" dirty="0">
              <a:solidFill>
                <a:srgbClr val="000000"/>
              </a:solidFill>
              <a:latin typeface="Arial" panose="020B0604020202020204" pitchFamily="34" charset="0"/>
              <a:ea typeface="PingFang SC" panose="020B0400000000000000" pitchFamily="34" charset="-122"/>
              <a:cs typeface="Arial" panose="020B0604020202020204" pitchFamily="34" charset="0"/>
            </a:endParaRP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724820DD-F028-6EFA-07FD-AC20BAA0516C}"/>
              </a:ext>
            </a:extLst>
          </p:cNvPr>
          <p:cNvSpPr txBox="1"/>
          <p:nvPr/>
        </p:nvSpPr>
        <p:spPr>
          <a:xfrm>
            <a:off x="966921" y="5093397"/>
            <a:ext cx="3522889" cy="882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dirty="0">
                <a:solidFill>
                  <a:schemeClr val="accent1">
                    <a:lumMod val="75000"/>
                  </a:schemeClr>
                </a:solidFill>
                <a:latin typeface="Adobe 黑体 Std R" panose="020B0400000000000000" pitchFamily="34" charset="-122"/>
                <a:ea typeface="Adobe 黑体 Std R" panose="020B0400000000000000" pitchFamily="34" charset="-122"/>
              </a:rPr>
              <a:t>temperature  :400-500 </a:t>
            </a:r>
            <a:r>
              <a:rPr lang="en-US" altLang="zh-CN" baseline="30000" dirty="0" err="1">
                <a:solidFill>
                  <a:schemeClr val="accent1">
                    <a:lumMod val="75000"/>
                  </a:schemeClr>
                </a:solidFill>
                <a:latin typeface="Adobe 黑体 Std R" panose="020B0400000000000000" pitchFamily="34" charset="-122"/>
                <a:ea typeface="Adobe 黑体 Std R" panose="020B0400000000000000" pitchFamily="34" charset="-122"/>
              </a:rPr>
              <a:t>o</a:t>
            </a:r>
            <a:r>
              <a:rPr lang="en-US" altLang="zh-CN" dirty="0" err="1">
                <a:solidFill>
                  <a:schemeClr val="accent1">
                    <a:lumMod val="75000"/>
                  </a:schemeClr>
                </a:solidFill>
                <a:latin typeface="Adobe 黑体 Std R" panose="020B0400000000000000" pitchFamily="34" charset="-122"/>
                <a:ea typeface="Adobe 黑体 Std R" panose="020B0400000000000000" pitchFamily="34" charset="-122"/>
              </a:rPr>
              <a:t>C</a:t>
            </a:r>
            <a:r>
              <a:rPr lang="en-US" altLang="zh-CN" dirty="0">
                <a:solidFill>
                  <a:schemeClr val="accent1">
                    <a:lumMod val="75000"/>
                  </a:schemeClr>
                </a:solidFill>
                <a:latin typeface="Adobe 黑体 Std R" panose="020B0400000000000000" pitchFamily="34" charset="-122"/>
                <a:ea typeface="Adobe 黑体 Std R" panose="020B0400000000000000" pitchFamily="34" charset="-122"/>
              </a:rPr>
              <a:t> </a:t>
            </a:r>
          </a:p>
          <a:p>
            <a:pPr>
              <a:lnSpc>
                <a:spcPct val="150000"/>
              </a:lnSpc>
            </a:pPr>
            <a:r>
              <a:rPr lang="en-US" altLang="zh-CN" dirty="0">
                <a:solidFill>
                  <a:schemeClr val="accent1">
                    <a:lumMod val="75000"/>
                  </a:schemeClr>
                </a:solidFill>
                <a:latin typeface="Adobe 黑体 Std R" panose="020B0400000000000000" pitchFamily="34" charset="-122"/>
                <a:ea typeface="Adobe 黑体 Std R" panose="020B0400000000000000" pitchFamily="34" charset="-122"/>
              </a:rPr>
              <a:t>pressure          : 100-300 bar</a:t>
            </a:r>
            <a:r>
              <a:rPr lang="en-US" altLang="zh-CN" baseline="30000" dirty="0">
                <a:solidFill>
                  <a:schemeClr val="accent1">
                    <a:lumMod val="75000"/>
                  </a:schemeClr>
                </a:solidFill>
                <a:latin typeface="Adobe 黑体 Std R" panose="020B0400000000000000" pitchFamily="34" charset="-122"/>
                <a:ea typeface="Adobe 黑体 Std R" panose="020B0400000000000000" pitchFamily="34" charset="-122"/>
              </a:rPr>
              <a:t>[5]</a:t>
            </a:r>
            <a:endParaRPr lang="zh-CN" altLang="en-US" baseline="30000" dirty="0">
              <a:solidFill>
                <a:schemeClr val="accent1">
                  <a:lumMod val="75000"/>
                </a:schemeClr>
              </a:solidFill>
              <a:latin typeface="Adobe 黑体 Std R" panose="020B0400000000000000" pitchFamily="34" charset="-122"/>
              <a:ea typeface="Adobe 黑体 Std R" panose="020B0400000000000000" pitchFamily="34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15151122-34DF-25CF-2E84-B6E81E5480EE}"/>
              </a:ext>
            </a:extLst>
          </p:cNvPr>
          <p:cNvSpPr txBox="1"/>
          <p:nvPr/>
        </p:nvSpPr>
        <p:spPr>
          <a:xfrm>
            <a:off x="7251789" y="5809248"/>
            <a:ext cx="46533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zh-CN" kern="0" dirty="0">
                <a:solidFill>
                  <a:sysClr val="windowText" lastClr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Figure 3.</a:t>
            </a:r>
            <a:r>
              <a:rPr lang="en-US" altLang="zh-CN" dirty="0">
                <a:latin typeface="Adobe 黑体 Std R" panose="020B0400000000000000" pitchFamily="34" charset="-122"/>
                <a:ea typeface="Adobe 黑体 Std R" panose="020B0400000000000000" pitchFamily="34" charset="-122"/>
              </a:rPr>
              <a:t> </a:t>
            </a:r>
            <a:r>
              <a:rPr lang="en-US" altLang="zh-CN" kern="0" dirty="0">
                <a:solidFill>
                  <a:sysClr val="windowText" lastClr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Haber-Bosch process</a:t>
            </a:r>
            <a:r>
              <a:rPr lang="en" altLang="zh-CN" kern="0" baseline="30000" dirty="0">
                <a:solidFill>
                  <a:sysClr val="windowText" lastClr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[</a:t>
            </a:r>
            <a:r>
              <a:rPr lang="en-US" altLang="zh-CN" kern="0" baseline="30000" dirty="0">
                <a:solidFill>
                  <a:sysClr val="windowText" lastClr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en" altLang="zh-CN" kern="0" baseline="30000" dirty="0">
                <a:solidFill>
                  <a:sysClr val="windowText" lastClr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]</a:t>
            </a:r>
            <a:endParaRPr lang="zh-CN" altLang="en-US" kern="0" dirty="0">
              <a:solidFill>
                <a:sysClr val="windowText" lastClr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8816956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3" grpId="0"/>
      <p:bldP spid="15" grpId="0"/>
      <p:bldP spid="4" grpId="0" animBg="1"/>
      <p:bldP spid="16" grpId="0"/>
      <p:bldP spid="19" grpId="0"/>
      <p:bldP spid="9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DEE29C4-BA3A-DAC5-0975-1B0068AE89B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33FD5223-F61E-9FAD-64F8-29755892315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zh-CN" altLang="en-US"/>
          </a:p>
        </p:txBody>
      </p:sp>
      <p:pic>
        <p:nvPicPr>
          <p:cNvPr id="7" name="图片 6" descr="背景图案&#10;&#10;描述已自动生成">
            <a:extLst>
              <a:ext uri="{FF2B5EF4-FFF2-40B4-BE49-F238E27FC236}">
                <a16:creationId xmlns:a16="http://schemas.microsoft.com/office/drawing/2014/main" id="{585A5856-74D3-1E98-18C9-5453AA6BA5C5}"/>
              </a:ext>
            </a:extLst>
          </p:cNvPr>
          <p:cNvPicPr>
            <a:picLocks noChangeAspect="1"/>
          </p:cNvPicPr>
          <p:nvPr/>
        </p:nvPicPr>
        <p:blipFill>
          <a:blip r:embed="rId3">
            <a:grayscl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4700"/>
                    </a14:imgEffect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" y="-25077"/>
            <a:ext cx="12192000" cy="685799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2" name="矩形 11">
            <a:extLst>
              <a:ext uri="{FF2B5EF4-FFF2-40B4-BE49-F238E27FC236}">
                <a16:creationId xmlns:a16="http://schemas.microsoft.com/office/drawing/2014/main" id="{EAEC1B17-7E65-F88C-ABC1-2528E1B5F545}"/>
              </a:ext>
            </a:extLst>
          </p:cNvPr>
          <p:cNvSpPr/>
          <p:nvPr/>
        </p:nvSpPr>
        <p:spPr>
          <a:xfrm>
            <a:off x="0" y="-39111"/>
            <a:ext cx="12192000" cy="964941"/>
          </a:xfrm>
          <a:prstGeom prst="rect">
            <a:avLst/>
          </a:prstGeom>
          <a:gradFill>
            <a:gsLst>
              <a:gs pos="7446">
                <a:srgbClr val="548235"/>
              </a:gs>
              <a:gs pos="51000">
                <a:schemeClr val="accent6">
                  <a:lumMod val="75000"/>
                </a:schemeClr>
              </a:gs>
              <a:gs pos="100000">
                <a:schemeClr val="accent6">
                  <a:lumMod val="75000"/>
                </a:schemeClr>
              </a:gs>
            </a:gsLst>
            <a:lin ang="5400000" scaled="1"/>
          </a:gra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D623BE95-6382-0B02-E7C6-F76B82728BD1}"/>
              </a:ext>
            </a:extLst>
          </p:cNvPr>
          <p:cNvSpPr txBox="1"/>
          <p:nvPr/>
        </p:nvSpPr>
        <p:spPr>
          <a:xfrm>
            <a:off x="1097280" y="233075"/>
            <a:ext cx="128016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0" lang="en-US" altLang="zh-CN" sz="2400" b="1" i="0" u="none" strike="noStrike" kern="0" cap="none" spc="0" normalizeH="0" baseline="0" noProof="0" dirty="0">
                <a:ln>
                  <a:noFill/>
                </a:ln>
                <a:solidFill>
                  <a:schemeClr val="bg1">
                    <a:lumMod val="95000"/>
                  </a:schemeClr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rPr>
              <a:t>Background        </a:t>
            </a:r>
            <a:r>
              <a:rPr lang="en-US" altLang="zh-CN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Conventional </a:t>
            </a:r>
            <a:r>
              <a:rPr lang="en-US" altLang="zh-CN" sz="2400" b="1" dirty="0">
                <a:solidFill>
                  <a:schemeClr val="bg1">
                    <a:lumMod val="9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    </a:t>
            </a:r>
            <a:r>
              <a:rPr kumimoji="0" lang="en-US" altLang="zh-CN" sz="2400" b="1" i="0" u="none" strike="noStrike" kern="0" cap="none" spc="0" normalizeH="0" baseline="0" noProof="0" dirty="0">
                <a:ln>
                  <a:noFill/>
                </a:ln>
                <a:solidFill>
                  <a:schemeClr val="bg1">
                    <a:lumMod val="95000"/>
                  </a:schemeClr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rPr>
              <a:t>Novel       Conclusion and Outlook</a:t>
            </a:r>
          </a:p>
          <a:p>
            <a:endParaRPr kumimoji="0" lang="en-US" altLang="zh-CN" sz="1800" b="0" i="0" u="none" strike="noStrike" kern="0" cap="none" spc="0" normalizeH="0" baseline="0" noProof="0" dirty="0">
              <a:ln>
                <a:noFill/>
              </a:ln>
              <a:solidFill>
                <a:prstClr val="white">
                  <a:lumMod val="65000"/>
                </a:prstClr>
              </a:solidFill>
              <a:effectLst/>
              <a:uLnTx/>
              <a:uFillTx/>
              <a:latin typeface="HelveticaExt-Normal"/>
              <a:ea typeface="OPPOSans B"/>
            </a:endParaRPr>
          </a:p>
          <a:p>
            <a:endParaRPr lang="en-US" altLang="zh-CN" sz="1800" dirty="0">
              <a:solidFill>
                <a:schemeClr val="bg1">
                  <a:lumMod val="95000"/>
                </a:schemeClr>
              </a:solidFill>
              <a:latin typeface="Adobe 黑体 Std R" panose="020B0400000000000000" pitchFamily="34" charset="-122"/>
              <a:ea typeface="Adobe 黑体 Std R" panose="020B0400000000000000" pitchFamily="34" charset="-122"/>
            </a:endParaRPr>
          </a:p>
          <a:p>
            <a:endParaRPr kumimoji="0" lang="zh-CN" altLang="en-US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endParaRPr lang="zh-CN" altLang="en-US" dirty="0"/>
          </a:p>
        </p:txBody>
      </p:sp>
      <p:pic>
        <p:nvPicPr>
          <p:cNvPr id="20" name="图片 19" descr="图片包含 徽标&#10;&#10;描述已自动生成">
            <a:extLst>
              <a:ext uri="{FF2B5EF4-FFF2-40B4-BE49-F238E27FC236}">
                <a16:creationId xmlns:a16="http://schemas.microsoft.com/office/drawing/2014/main" id="{7A0B4C53-65DF-7639-2804-731E7FCEC2B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0359" y="25078"/>
            <a:ext cx="836562" cy="836562"/>
          </a:xfrm>
          <a:prstGeom prst="ellipse">
            <a:avLst/>
          </a:prstGeom>
        </p:spPr>
      </p:pic>
      <p:sp>
        <p:nvSpPr>
          <p:cNvPr id="4" name="内容占位符 2">
            <a:extLst>
              <a:ext uri="{FF2B5EF4-FFF2-40B4-BE49-F238E27FC236}">
                <a16:creationId xmlns:a16="http://schemas.microsoft.com/office/drawing/2014/main" id="{4068DE5E-8DE9-1F98-2ECB-79632C01368E}"/>
              </a:ext>
            </a:extLst>
          </p:cNvPr>
          <p:cNvSpPr txBox="1">
            <a:spLocks/>
          </p:cNvSpPr>
          <p:nvPr/>
        </p:nvSpPr>
        <p:spPr>
          <a:xfrm>
            <a:off x="1098198" y="2970195"/>
            <a:ext cx="6768173" cy="54810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>
              <a:lnSpc>
                <a:spcPct val="100000"/>
              </a:lnSpc>
            </a:pPr>
            <a:r>
              <a:rPr lang="en-US" altLang="zh-CN" sz="2800" kern="0" dirty="0">
                <a:solidFill>
                  <a:srgbClr val="000000"/>
                </a:solidFill>
                <a:latin typeface="PingFang SC" panose="020B0400000000000000" pitchFamily="34" charset="-122"/>
                <a:ea typeface="PingFang SC" panose="020B0400000000000000" pitchFamily="34" charset="-122"/>
              </a:rPr>
              <a:t>2NH</a:t>
            </a:r>
            <a:r>
              <a:rPr lang="en-US" altLang="zh-CN" sz="2800" kern="0" baseline="-25000" dirty="0">
                <a:solidFill>
                  <a:srgbClr val="000000"/>
                </a:solidFill>
                <a:latin typeface="PingFang SC" panose="020B0400000000000000" pitchFamily="34" charset="-122"/>
                <a:ea typeface="PingFang SC" panose="020B0400000000000000" pitchFamily="34" charset="-122"/>
              </a:rPr>
              <a:t>3</a:t>
            </a:r>
            <a:r>
              <a:rPr lang="en-US" altLang="zh-CN" sz="2800" kern="0" dirty="0">
                <a:solidFill>
                  <a:srgbClr val="000000"/>
                </a:solidFill>
                <a:latin typeface="PingFang SC" panose="020B0400000000000000" pitchFamily="34" charset="-122"/>
                <a:ea typeface="PingFang SC" panose="020B0400000000000000" pitchFamily="34" charset="-122"/>
              </a:rPr>
              <a:t> + CO</a:t>
            </a:r>
            <a:r>
              <a:rPr lang="en-US" altLang="zh-CN" sz="2800" kern="0" baseline="-25000" dirty="0">
                <a:solidFill>
                  <a:srgbClr val="000000"/>
                </a:solidFill>
                <a:latin typeface="PingFang SC" panose="020B0400000000000000" pitchFamily="34" charset="-122"/>
                <a:ea typeface="PingFang SC" panose="020B0400000000000000" pitchFamily="34" charset="-122"/>
              </a:rPr>
              <a:t>2</a:t>
            </a:r>
            <a:r>
              <a:rPr lang="en" altLang="zh-CN" sz="2800" dirty="0">
                <a:solidFill>
                  <a:srgbClr val="000000"/>
                </a:solidFill>
                <a:latin typeface="PingFang SC" panose="020B0400000000000000" pitchFamily="34" charset="-122"/>
                <a:ea typeface="PingFang SC" panose="020B0400000000000000" pitchFamily="34" charset="-122"/>
              </a:rPr>
              <a:t> → CO(NH</a:t>
            </a:r>
            <a:r>
              <a:rPr lang="en" altLang="zh-CN" sz="2800" baseline="-25000" dirty="0">
                <a:solidFill>
                  <a:srgbClr val="000000"/>
                </a:solidFill>
                <a:latin typeface="PingFang SC" panose="020B0400000000000000" pitchFamily="34" charset="-122"/>
                <a:ea typeface="PingFang SC" panose="020B0400000000000000" pitchFamily="34" charset="-122"/>
              </a:rPr>
              <a:t>2</a:t>
            </a:r>
            <a:r>
              <a:rPr lang="en" altLang="zh-CN" sz="2800" dirty="0">
                <a:solidFill>
                  <a:srgbClr val="000000"/>
                </a:solidFill>
                <a:latin typeface="PingFang SC" panose="020B0400000000000000" pitchFamily="34" charset="-122"/>
                <a:ea typeface="PingFang SC" panose="020B0400000000000000" pitchFamily="34" charset="-122"/>
              </a:rPr>
              <a:t>)</a:t>
            </a:r>
            <a:r>
              <a:rPr lang="en" altLang="zh-CN" sz="2800" baseline="-25000" dirty="0">
                <a:solidFill>
                  <a:srgbClr val="000000"/>
                </a:solidFill>
                <a:latin typeface="PingFang SC" panose="020B0400000000000000" pitchFamily="34" charset="-122"/>
                <a:ea typeface="PingFang SC" panose="020B0400000000000000" pitchFamily="34" charset="-122"/>
              </a:rPr>
              <a:t>2</a:t>
            </a:r>
            <a:r>
              <a:rPr lang="en" altLang="zh-CN" sz="2800" dirty="0">
                <a:solidFill>
                  <a:srgbClr val="000000"/>
                </a:solidFill>
                <a:latin typeface="PingFang SC" panose="020B0400000000000000" pitchFamily="34" charset="-122"/>
                <a:ea typeface="PingFang SC" panose="020B0400000000000000" pitchFamily="34" charset="-122"/>
              </a:rPr>
              <a:t> + H</a:t>
            </a:r>
            <a:r>
              <a:rPr lang="en" altLang="zh-CN" sz="2800" baseline="-25000" dirty="0">
                <a:solidFill>
                  <a:srgbClr val="000000"/>
                </a:solidFill>
                <a:latin typeface="PingFang SC" panose="020B0400000000000000" pitchFamily="34" charset="-122"/>
                <a:ea typeface="PingFang SC" panose="020B0400000000000000" pitchFamily="34" charset="-122"/>
              </a:rPr>
              <a:t>2</a:t>
            </a:r>
            <a:r>
              <a:rPr lang="en" altLang="zh-CN" sz="2800" dirty="0">
                <a:solidFill>
                  <a:srgbClr val="000000"/>
                </a:solidFill>
                <a:latin typeface="PingFang SC" panose="020B0400000000000000" pitchFamily="34" charset="-122"/>
                <a:ea typeface="PingFang SC" panose="020B0400000000000000" pitchFamily="34" charset="-122"/>
              </a:rPr>
              <a:t>O</a:t>
            </a:r>
            <a:r>
              <a:rPr lang="zh-CN" altLang="zh-CN" sz="2800" dirty="0">
                <a:latin typeface="PingFang SC" panose="020B0400000000000000" pitchFamily="34" charset="-122"/>
                <a:ea typeface="PingFang SC" panose="020B0400000000000000" pitchFamily="34" charset="-122"/>
              </a:rPr>
              <a:t> </a:t>
            </a:r>
            <a:endParaRPr kumimoji="1" lang="zh-CN" altLang="en-US" sz="2800" dirty="0">
              <a:latin typeface="PingFang SC" panose="020B0400000000000000" pitchFamily="34" charset="-122"/>
              <a:ea typeface="PingFang SC" panose="020B0400000000000000" pitchFamily="34" charset="-122"/>
            </a:endParaRPr>
          </a:p>
        </p:txBody>
      </p:sp>
      <p:sp>
        <p:nvSpPr>
          <p:cNvPr id="5" name="标题 1">
            <a:extLst>
              <a:ext uri="{FF2B5EF4-FFF2-40B4-BE49-F238E27FC236}">
                <a16:creationId xmlns:a16="http://schemas.microsoft.com/office/drawing/2014/main" id="{DC964E2A-7561-757F-0663-A93DA8BAC786}"/>
              </a:ext>
            </a:extLst>
          </p:cNvPr>
          <p:cNvSpPr txBox="1">
            <a:spLocks/>
          </p:cNvSpPr>
          <p:nvPr/>
        </p:nvSpPr>
        <p:spPr>
          <a:xfrm>
            <a:off x="610531" y="3112804"/>
            <a:ext cx="10970942" cy="206126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zh-CN" altLang="en-US" sz="2800" b="1" i="1" dirty="0">
              <a:solidFill>
                <a:schemeClr val="accent1">
                  <a:lumMod val="75000"/>
                </a:schemeClr>
              </a:solidFill>
              <a:latin typeface="Adobe 黑体 Std R" panose="020B0400000000000000" pitchFamily="34" charset="-122"/>
              <a:ea typeface="Adobe 黑体 Std R" panose="020B0400000000000000" pitchFamily="34" charset="-122"/>
              <a:cs typeface="+mn-cs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20E426C8-731B-863F-0E29-DF299343A667}"/>
              </a:ext>
            </a:extLst>
          </p:cNvPr>
          <p:cNvSpPr txBox="1"/>
          <p:nvPr/>
        </p:nvSpPr>
        <p:spPr>
          <a:xfrm>
            <a:off x="703967" y="1151206"/>
            <a:ext cx="697583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i="1" dirty="0">
                <a:latin typeface="Century Gothic" panose="020B0502020202020204" pitchFamily="34" charset="0"/>
              </a:rPr>
              <a:t>two-step synthesis process</a:t>
            </a:r>
            <a:endParaRPr lang="zh-CN" altLang="en-US" sz="3200" b="1" i="1" dirty="0">
              <a:latin typeface="Century Gothic" panose="020B0502020202020204" pitchFamily="34" charset="0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EB827F31-FD43-EEF0-F0A4-7ABAE0685E7C}"/>
              </a:ext>
            </a:extLst>
          </p:cNvPr>
          <p:cNvSpPr txBox="1"/>
          <p:nvPr/>
        </p:nvSpPr>
        <p:spPr>
          <a:xfrm>
            <a:off x="130359" y="2198978"/>
            <a:ext cx="11142858" cy="4806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 algn="just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altLang="zh-CN" sz="2400" dirty="0">
                <a:latin typeface="Adobe 黑体 Std R" panose="020B0400000000000000" pitchFamily="34" charset="-122"/>
                <a:ea typeface="Adobe 黑体 Std R" panose="020B0400000000000000" pitchFamily="34" charset="-122"/>
              </a:rPr>
              <a:t>Reaction of NH</a:t>
            </a:r>
            <a:r>
              <a:rPr lang="en-US" altLang="zh-CN" sz="2400" baseline="-25000" dirty="0">
                <a:latin typeface="Adobe 黑体 Std R" panose="020B0400000000000000" pitchFamily="34" charset="-122"/>
                <a:ea typeface="Adobe 黑体 Std R" panose="020B0400000000000000" pitchFamily="34" charset="-122"/>
              </a:rPr>
              <a:t>3</a:t>
            </a:r>
            <a:r>
              <a:rPr lang="en-US" altLang="zh-CN" sz="2400" dirty="0">
                <a:latin typeface="Adobe 黑体 Std R" panose="020B0400000000000000" pitchFamily="34" charset="-122"/>
                <a:ea typeface="Adobe 黑体 Std R" panose="020B0400000000000000" pitchFamily="34" charset="-122"/>
              </a:rPr>
              <a:t> and CO</a:t>
            </a:r>
            <a:r>
              <a:rPr lang="en-US" altLang="zh-CN" sz="2400" baseline="-25000" dirty="0">
                <a:latin typeface="Adobe 黑体 Std R" panose="020B0400000000000000" pitchFamily="34" charset="-122"/>
                <a:ea typeface="Adobe 黑体 Std R" panose="020B0400000000000000" pitchFamily="34" charset="-122"/>
              </a:rPr>
              <a:t>2</a:t>
            </a:r>
            <a:r>
              <a:rPr lang="en-US" altLang="zh-CN" sz="2400" dirty="0">
                <a:latin typeface="Adobe 黑体 Std R" panose="020B0400000000000000" pitchFamily="34" charset="-122"/>
                <a:ea typeface="Adobe 黑体 Std R" panose="020B0400000000000000" pitchFamily="34" charset="-122"/>
              </a:rPr>
              <a:t> at high temperature and pressure</a:t>
            </a:r>
            <a:r>
              <a:rPr lang="en-US" altLang="zh-CN" sz="2400" baseline="30000" dirty="0">
                <a:latin typeface="Adobe 黑体 Std R" panose="020B0400000000000000" pitchFamily="34" charset="-122"/>
                <a:ea typeface="Adobe 黑体 Std R" panose="020B0400000000000000" pitchFamily="34" charset="-122"/>
              </a:rPr>
              <a:t>[3]</a:t>
            </a:r>
            <a:r>
              <a:rPr lang="en-US" altLang="zh-CN" sz="2400" dirty="0">
                <a:latin typeface="Adobe 黑体 Std R" panose="020B0400000000000000" pitchFamily="34" charset="-122"/>
                <a:ea typeface="Adobe 黑体 Std R" panose="020B0400000000000000" pitchFamily="34" charset="-122"/>
              </a:rPr>
              <a:t>.</a:t>
            </a:r>
            <a:endParaRPr lang="zh-CN" altLang="en-US" sz="2400" dirty="0">
              <a:latin typeface="Adobe 黑体 Std R" panose="020B0400000000000000" pitchFamily="34" charset="-122"/>
              <a:ea typeface="Adobe 黑体 Std R" panose="020B0400000000000000" pitchFamily="34" charset="-122"/>
            </a:endParaRPr>
          </a:p>
        </p:txBody>
      </p:sp>
      <p:grpSp>
        <p:nvGrpSpPr>
          <p:cNvPr id="28" name="组合 27">
            <a:extLst>
              <a:ext uri="{FF2B5EF4-FFF2-40B4-BE49-F238E27FC236}">
                <a16:creationId xmlns:a16="http://schemas.microsoft.com/office/drawing/2014/main" id="{DAC8F1C1-2ED1-4BB7-6A2E-F576B9B52CBF}"/>
              </a:ext>
            </a:extLst>
          </p:cNvPr>
          <p:cNvGrpSpPr/>
          <p:nvPr/>
        </p:nvGrpSpPr>
        <p:grpSpPr>
          <a:xfrm>
            <a:off x="1544161" y="3067944"/>
            <a:ext cx="9426447" cy="3228828"/>
            <a:chOff x="1726434" y="2847233"/>
            <a:chExt cx="10393145" cy="3443655"/>
          </a:xfrm>
        </p:grpSpPr>
        <p:grpSp>
          <p:nvGrpSpPr>
            <p:cNvPr id="27" name="组合 26">
              <a:extLst>
                <a:ext uri="{FF2B5EF4-FFF2-40B4-BE49-F238E27FC236}">
                  <a16:creationId xmlns:a16="http://schemas.microsoft.com/office/drawing/2014/main" id="{8AC274A7-599E-67EC-D081-70C9D43ADE58}"/>
                </a:ext>
              </a:extLst>
            </p:cNvPr>
            <p:cNvGrpSpPr/>
            <p:nvPr/>
          </p:nvGrpSpPr>
          <p:grpSpPr>
            <a:xfrm>
              <a:off x="1726434" y="2847233"/>
              <a:ext cx="10393145" cy="3443655"/>
              <a:chOff x="1726434" y="2847233"/>
              <a:chExt cx="10393145" cy="3443655"/>
            </a:xfrm>
          </p:grpSpPr>
          <p:sp>
            <p:nvSpPr>
              <p:cNvPr id="6" name="文本框 5">
                <a:extLst>
                  <a:ext uri="{FF2B5EF4-FFF2-40B4-BE49-F238E27FC236}">
                    <a16:creationId xmlns:a16="http://schemas.microsoft.com/office/drawing/2014/main" id="{ACA80F9D-E413-BDF5-E9D7-BAEDE5271B3B}"/>
                  </a:ext>
                </a:extLst>
              </p:cNvPr>
              <p:cNvSpPr txBox="1"/>
              <p:nvPr/>
            </p:nvSpPr>
            <p:spPr>
              <a:xfrm>
                <a:off x="1738044" y="3437603"/>
                <a:ext cx="1666976" cy="75498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4000" b="1" i="1" dirty="0">
                    <a:solidFill>
                      <a:schemeClr val="accent1">
                        <a:lumMod val="75000"/>
                      </a:schemeClr>
                    </a:solidFill>
                    <a:ea typeface="Adobe 黑体 Std R" panose="020B0400000000000000" pitchFamily="34" charset="-122"/>
                  </a:rPr>
                  <a:t>NH</a:t>
                </a:r>
                <a:r>
                  <a:rPr lang="en-US" altLang="zh-CN" sz="4400" kern="0" baseline="-25000" dirty="0">
                    <a:solidFill>
                      <a:schemeClr val="accent1">
                        <a:lumMod val="75000"/>
                      </a:schemeClr>
                    </a:solidFill>
                    <a:ea typeface="PingFang SC" panose="020B0400000000000000" pitchFamily="34" charset="-122"/>
                  </a:rPr>
                  <a:t>3</a:t>
                </a:r>
                <a:endParaRPr lang="zh-CN" altLang="en-US" sz="2800" kern="0" baseline="-25000" dirty="0">
                  <a:solidFill>
                    <a:schemeClr val="accent1">
                      <a:lumMod val="75000"/>
                    </a:schemeClr>
                  </a:solidFill>
                  <a:ea typeface="PingFang SC" panose="020B0400000000000000" pitchFamily="34" charset="-122"/>
                </a:endParaRPr>
              </a:p>
            </p:txBody>
          </p:sp>
          <p:sp>
            <p:nvSpPr>
              <p:cNvPr id="10" name="文本框 9">
                <a:extLst>
                  <a:ext uri="{FF2B5EF4-FFF2-40B4-BE49-F238E27FC236}">
                    <a16:creationId xmlns:a16="http://schemas.microsoft.com/office/drawing/2014/main" id="{E019744B-B2B5-7F9E-619C-BC07A0DFC71A}"/>
                  </a:ext>
                </a:extLst>
              </p:cNvPr>
              <p:cNvSpPr txBox="1"/>
              <p:nvPr/>
            </p:nvSpPr>
            <p:spPr>
              <a:xfrm>
                <a:off x="1726434" y="5373192"/>
                <a:ext cx="1435100" cy="75498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4000" b="1" i="1" dirty="0">
                    <a:solidFill>
                      <a:schemeClr val="accent1">
                        <a:lumMod val="75000"/>
                      </a:schemeClr>
                    </a:solidFill>
                    <a:ea typeface="Adobe 黑体 Std R" panose="020B0400000000000000" pitchFamily="34" charset="-122"/>
                  </a:rPr>
                  <a:t>CO</a:t>
                </a:r>
                <a:r>
                  <a:rPr lang="en-US" altLang="zh-CN" sz="4400" kern="0" baseline="-25000" dirty="0">
                    <a:solidFill>
                      <a:schemeClr val="accent1">
                        <a:lumMod val="75000"/>
                      </a:schemeClr>
                    </a:solidFill>
                    <a:ea typeface="PingFang SC" panose="020B0400000000000000" pitchFamily="34" charset="-122"/>
                  </a:rPr>
                  <a:t>2</a:t>
                </a:r>
                <a:endParaRPr lang="zh-CN" altLang="en-US" sz="4400" kern="0" baseline="-25000" dirty="0">
                  <a:solidFill>
                    <a:schemeClr val="accent1">
                      <a:lumMod val="75000"/>
                    </a:schemeClr>
                  </a:solidFill>
                  <a:ea typeface="PingFang SC" panose="020B0400000000000000" pitchFamily="34" charset="-122"/>
                </a:endParaRPr>
              </a:p>
            </p:txBody>
          </p:sp>
          <p:sp>
            <p:nvSpPr>
              <p:cNvPr id="11" name="文本框 10">
                <a:extLst>
                  <a:ext uri="{FF2B5EF4-FFF2-40B4-BE49-F238E27FC236}">
                    <a16:creationId xmlns:a16="http://schemas.microsoft.com/office/drawing/2014/main" id="{96916DAA-C736-4C3A-CF1A-66AB5FB96792}"/>
                  </a:ext>
                </a:extLst>
              </p:cNvPr>
              <p:cNvSpPr txBox="1"/>
              <p:nvPr/>
            </p:nvSpPr>
            <p:spPr>
              <a:xfrm>
                <a:off x="9122379" y="2847233"/>
                <a:ext cx="2997200" cy="75498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" altLang="zh-CN" sz="4000" b="1" i="1" dirty="0">
                    <a:solidFill>
                      <a:schemeClr val="accent1">
                        <a:lumMod val="75000"/>
                      </a:schemeClr>
                    </a:solidFill>
                    <a:ea typeface="Adobe 黑体 Std R" panose="020B0400000000000000" pitchFamily="34" charset="-122"/>
                  </a:rPr>
                  <a:t>CO(NH</a:t>
                </a:r>
                <a:r>
                  <a:rPr lang="en" altLang="zh-CN" sz="4400" kern="0" baseline="-25000" dirty="0">
                    <a:solidFill>
                      <a:schemeClr val="accent1">
                        <a:lumMod val="75000"/>
                      </a:schemeClr>
                    </a:solidFill>
                    <a:ea typeface="PingFang SC" panose="020B0400000000000000" pitchFamily="34" charset="-122"/>
                  </a:rPr>
                  <a:t>2</a:t>
                </a:r>
                <a:r>
                  <a:rPr lang="en" altLang="zh-CN" sz="4000" b="1" i="1" dirty="0">
                    <a:solidFill>
                      <a:schemeClr val="accent1">
                        <a:lumMod val="75000"/>
                      </a:schemeClr>
                    </a:solidFill>
                    <a:ea typeface="Adobe 黑体 Std R" panose="020B0400000000000000" pitchFamily="34" charset="-122"/>
                  </a:rPr>
                  <a:t>)</a:t>
                </a:r>
                <a:r>
                  <a:rPr lang="en" altLang="zh-CN" sz="4400" kern="0" baseline="-25000" dirty="0">
                    <a:solidFill>
                      <a:schemeClr val="accent1">
                        <a:lumMod val="75000"/>
                      </a:schemeClr>
                    </a:solidFill>
                    <a:ea typeface="PingFang SC" panose="020B0400000000000000" pitchFamily="34" charset="-122"/>
                  </a:rPr>
                  <a:t>2</a:t>
                </a:r>
                <a:endParaRPr lang="zh-CN" altLang="en-US" sz="4400" kern="0" baseline="-25000" dirty="0">
                  <a:solidFill>
                    <a:schemeClr val="accent1">
                      <a:lumMod val="75000"/>
                    </a:schemeClr>
                  </a:solidFill>
                  <a:ea typeface="PingFang SC" panose="020B0400000000000000" pitchFamily="34" charset="-122"/>
                </a:endParaRPr>
              </a:p>
            </p:txBody>
          </p:sp>
          <p:sp>
            <p:nvSpPr>
              <p:cNvPr id="13" name="文本框 12">
                <a:extLst>
                  <a:ext uri="{FF2B5EF4-FFF2-40B4-BE49-F238E27FC236}">
                    <a16:creationId xmlns:a16="http://schemas.microsoft.com/office/drawing/2014/main" id="{CF2CB74E-4F95-6A33-A22B-1C7C69A146C9}"/>
                  </a:ext>
                </a:extLst>
              </p:cNvPr>
              <p:cNvSpPr txBox="1"/>
              <p:nvPr/>
            </p:nvSpPr>
            <p:spPr>
              <a:xfrm>
                <a:off x="9408565" y="5535903"/>
                <a:ext cx="1365979" cy="75498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" altLang="zh-CN" sz="4000" b="1" i="1" dirty="0">
                    <a:solidFill>
                      <a:schemeClr val="accent1">
                        <a:lumMod val="75000"/>
                      </a:schemeClr>
                    </a:solidFill>
                    <a:ea typeface="Adobe 黑体 Std R" panose="020B0400000000000000" pitchFamily="34" charset="-122"/>
                  </a:rPr>
                  <a:t>H</a:t>
                </a:r>
                <a:r>
                  <a:rPr lang="en" altLang="zh-CN" sz="4400" kern="0" baseline="-25000" dirty="0">
                    <a:solidFill>
                      <a:schemeClr val="accent1">
                        <a:lumMod val="75000"/>
                      </a:schemeClr>
                    </a:solidFill>
                    <a:ea typeface="PingFang SC" panose="020B0400000000000000" pitchFamily="34" charset="-122"/>
                  </a:rPr>
                  <a:t>2</a:t>
                </a:r>
                <a:r>
                  <a:rPr lang="en" altLang="zh-CN" sz="4000" b="1" i="1" dirty="0">
                    <a:solidFill>
                      <a:schemeClr val="accent1">
                        <a:lumMod val="75000"/>
                      </a:schemeClr>
                    </a:solidFill>
                    <a:ea typeface="Adobe 黑体 Std R" panose="020B0400000000000000" pitchFamily="34" charset="-122"/>
                  </a:rPr>
                  <a:t>O</a:t>
                </a:r>
                <a:endParaRPr lang="zh-CN" altLang="en-US" sz="4000" b="1" i="1" dirty="0">
                  <a:solidFill>
                    <a:schemeClr val="accent1">
                      <a:lumMod val="75000"/>
                    </a:schemeClr>
                  </a:solidFill>
                  <a:ea typeface="Adobe 黑体 Std R" panose="020B0400000000000000" pitchFamily="34" charset="-122"/>
                </a:endParaRPr>
              </a:p>
            </p:txBody>
          </p:sp>
          <p:sp>
            <p:nvSpPr>
              <p:cNvPr id="23" name="右箭头 22">
                <a:extLst>
                  <a:ext uri="{FF2B5EF4-FFF2-40B4-BE49-F238E27FC236}">
                    <a16:creationId xmlns:a16="http://schemas.microsoft.com/office/drawing/2014/main" id="{EDF40B1B-EF9B-D060-49C5-0C59C42CAB5C}"/>
                  </a:ext>
                </a:extLst>
              </p:cNvPr>
              <p:cNvSpPr/>
              <p:nvPr/>
            </p:nvSpPr>
            <p:spPr>
              <a:xfrm rot="297302">
                <a:off x="3157794" y="4705056"/>
                <a:ext cx="5641065" cy="1312551"/>
              </a:xfrm>
              <a:custGeom>
                <a:avLst/>
                <a:gdLst>
                  <a:gd name="connsiteX0" fmla="*/ 0 w 3416300"/>
                  <a:gd name="connsiteY0" fmla="*/ 250058 h 1000230"/>
                  <a:gd name="connsiteX1" fmla="*/ 2916185 w 3416300"/>
                  <a:gd name="connsiteY1" fmla="*/ 250058 h 1000230"/>
                  <a:gd name="connsiteX2" fmla="*/ 2916185 w 3416300"/>
                  <a:gd name="connsiteY2" fmla="*/ 0 h 1000230"/>
                  <a:gd name="connsiteX3" fmla="*/ 3416300 w 3416300"/>
                  <a:gd name="connsiteY3" fmla="*/ 500115 h 1000230"/>
                  <a:gd name="connsiteX4" fmla="*/ 2916185 w 3416300"/>
                  <a:gd name="connsiteY4" fmla="*/ 1000230 h 1000230"/>
                  <a:gd name="connsiteX5" fmla="*/ 2916185 w 3416300"/>
                  <a:gd name="connsiteY5" fmla="*/ 750173 h 1000230"/>
                  <a:gd name="connsiteX6" fmla="*/ 0 w 3416300"/>
                  <a:gd name="connsiteY6" fmla="*/ 750173 h 1000230"/>
                  <a:gd name="connsiteX7" fmla="*/ 0 w 3416300"/>
                  <a:gd name="connsiteY7" fmla="*/ 250058 h 1000230"/>
                  <a:gd name="connsiteX0" fmla="*/ 0 w 3416300"/>
                  <a:gd name="connsiteY0" fmla="*/ 250058 h 1499473"/>
                  <a:gd name="connsiteX1" fmla="*/ 2916185 w 3416300"/>
                  <a:gd name="connsiteY1" fmla="*/ 250058 h 1499473"/>
                  <a:gd name="connsiteX2" fmla="*/ 2916185 w 3416300"/>
                  <a:gd name="connsiteY2" fmla="*/ 0 h 1499473"/>
                  <a:gd name="connsiteX3" fmla="*/ 3416300 w 3416300"/>
                  <a:gd name="connsiteY3" fmla="*/ 500115 h 1499473"/>
                  <a:gd name="connsiteX4" fmla="*/ 2916185 w 3416300"/>
                  <a:gd name="connsiteY4" fmla="*/ 1000230 h 1499473"/>
                  <a:gd name="connsiteX5" fmla="*/ 2916185 w 3416300"/>
                  <a:gd name="connsiteY5" fmla="*/ 750173 h 1499473"/>
                  <a:gd name="connsiteX6" fmla="*/ 190500 w 3416300"/>
                  <a:gd name="connsiteY6" fmla="*/ 1499473 h 1499473"/>
                  <a:gd name="connsiteX7" fmla="*/ 0 w 3416300"/>
                  <a:gd name="connsiteY7" fmla="*/ 250058 h 1499473"/>
                  <a:gd name="connsiteX0" fmla="*/ 0 w 3416300"/>
                  <a:gd name="connsiteY0" fmla="*/ 250058 h 1499473"/>
                  <a:gd name="connsiteX1" fmla="*/ 2916185 w 3416300"/>
                  <a:gd name="connsiteY1" fmla="*/ 250058 h 1499473"/>
                  <a:gd name="connsiteX2" fmla="*/ 2916185 w 3416300"/>
                  <a:gd name="connsiteY2" fmla="*/ 0 h 1499473"/>
                  <a:gd name="connsiteX3" fmla="*/ 3416300 w 3416300"/>
                  <a:gd name="connsiteY3" fmla="*/ 500115 h 1499473"/>
                  <a:gd name="connsiteX4" fmla="*/ 2916185 w 3416300"/>
                  <a:gd name="connsiteY4" fmla="*/ 1000230 h 1499473"/>
                  <a:gd name="connsiteX5" fmla="*/ 2916185 w 3416300"/>
                  <a:gd name="connsiteY5" fmla="*/ 750173 h 1499473"/>
                  <a:gd name="connsiteX6" fmla="*/ 190500 w 3416300"/>
                  <a:gd name="connsiteY6" fmla="*/ 1499473 h 1499473"/>
                  <a:gd name="connsiteX7" fmla="*/ 0 w 3416300"/>
                  <a:gd name="connsiteY7" fmla="*/ 250058 h 1499473"/>
                  <a:gd name="connsiteX0" fmla="*/ 0 w 3670300"/>
                  <a:gd name="connsiteY0" fmla="*/ 250058 h 1499473"/>
                  <a:gd name="connsiteX1" fmla="*/ 2916185 w 3670300"/>
                  <a:gd name="connsiteY1" fmla="*/ 250058 h 1499473"/>
                  <a:gd name="connsiteX2" fmla="*/ 2916185 w 3670300"/>
                  <a:gd name="connsiteY2" fmla="*/ 0 h 1499473"/>
                  <a:gd name="connsiteX3" fmla="*/ 3670300 w 3670300"/>
                  <a:gd name="connsiteY3" fmla="*/ 1147815 h 1499473"/>
                  <a:gd name="connsiteX4" fmla="*/ 2916185 w 3670300"/>
                  <a:gd name="connsiteY4" fmla="*/ 1000230 h 1499473"/>
                  <a:gd name="connsiteX5" fmla="*/ 2916185 w 3670300"/>
                  <a:gd name="connsiteY5" fmla="*/ 750173 h 1499473"/>
                  <a:gd name="connsiteX6" fmla="*/ 190500 w 3670300"/>
                  <a:gd name="connsiteY6" fmla="*/ 1499473 h 1499473"/>
                  <a:gd name="connsiteX7" fmla="*/ 0 w 3670300"/>
                  <a:gd name="connsiteY7" fmla="*/ 250058 h 1499473"/>
                  <a:gd name="connsiteX0" fmla="*/ 0 w 3670300"/>
                  <a:gd name="connsiteY0" fmla="*/ 250058 h 1559030"/>
                  <a:gd name="connsiteX1" fmla="*/ 2916185 w 3670300"/>
                  <a:gd name="connsiteY1" fmla="*/ 250058 h 1559030"/>
                  <a:gd name="connsiteX2" fmla="*/ 2916185 w 3670300"/>
                  <a:gd name="connsiteY2" fmla="*/ 0 h 1559030"/>
                  <a:gd name="connsiteX3" fmla="*/ 3670300 w 3670300"/>
                  <a:gd name="connsiteY3" fmla="*/ 1147815 h 1559030"/>
                  <a:gd name="connsiteX4" fmla="*/ 2776485 w 3670300"/>
                  <a:gd name="connsiteY4" fmla="*/ 1559030 h 1559030"/>
                  <a:gd name="connsiteX5" fmla="*/ 2916185 w 3670300"/>
                  <a:gd name="connsiteY5" fmla="*/ 750173 h 1559030"/>
                  <a:gd name="connsiteX6" fmla="*/ 190500 w 3670300"/>
                  <a:gd name="connsiteY6" fmla="*/ 1499473 h 1559030"/>
                  <a:gd name="connsiteX7" fmla="*/ 0 w 3670300"/>
                  <a:gd name="connsiteY7" fmla="*/ 250058 h 1559030"/>
                  <a:gd name="connsiteX0" fmla="*/ 0 w 3670300"/>
                  <a:gd name="connsiteY0" fmla="*/ 250058 h 1559030"/>
                  <a:gd name="connsiteX1" fmla="*/ 2916185 w 3670300"/>
                  <a:gd name="connsiteY1" fmla="*/ 250058 h 1559030"/>
                  <a:gd name="connsiteX2" fmla="*/ 2916185 w 3670300"/>
                  <a:gd name="connsiteY2" fmla="*/ 0 h 1559030"/>
                  <a:gd name="connsiteX3" fmla="*/ 3670300 w 3670300"/>
                  <a:gd name="connsiteY3" fmla="*/ 1147815 h 1559030"/>
                  <a:gd name="connsiteX4" fmla="*/ 2776485 w 3670300"/>
                  <a:gd name="connsiteY4" fmla="*/ 1559030 h 1559030"/>
                  <a:gd name="connsiteX5" fmla="*/ 2776485 w 3670300"/>
                  <a:gd name="connsiteY5" fmla="*/ 851773 h 1559030"/>
                  <a:gd name="connsiteX6" fmla="*/ 190500 w 3670300"/>
                  <a:gd name="connsiteY6" fmla="*/ 1499473 h 1559030"/>
                  <a:gd name="connsiteX7" fmla="*/ 0 w 3670300"/>
                  <a:gd name="connsiteY7" fmla="*/ 250058 h 1559030"/>
                  <a:gd name="connsiteX0" fmla="*/ 0 w 3670300"/>
                  <a:gd name="connsiteY0" fmla="*/ 250058 h 1559030"/>
                  <a:gd name="connsiteX1" fmla="*/ 2916185 w 3670300"/>
                  <a:gd name="connsiteY1" fmla="*/ 250058 h 1559030"/>
                  <a:gd name="connsiteX2" fmla="*/ 2916185 w 3670300"/>
                  <a:gd name="connsiteY2" fmla="*/ 0 h 1559030"/>
                  <a:gd name="connsiteX3" fmla="*/ 3670300 w 3670300"/>
                  <a:gd name="connsiteY3" fmla="*/ 1147815 h 1559030"/>
                  <a:gd name="connsiteX4" fmla="*/ 2776485 w 3670300"/>
                  <a:gd name="connsiteY4" fmla="*/ 1559030 h 1559030"/>
                  <a:gd name="connsiteX5" fmla="*/ 2776485 w 3670300"/>
                  <a:gd name="connsiteY5" fmla="*/ 851773 h 1559030"/>
                  <a:gd name="connsiteX6" fmla="*/ 190500 w 3670300"/>
                  <a:gd name="connsiteY6" fmla="*/ 1499473 h 1559030"/>
                  <a:gd name="connsiteX7" fmla="*/ 0 w 3670300"/>
                  <a:gd name="connsiteY7" fmla="*/ 250058 h 1559030"/>
                  <a:gd name="connsiteX0" fmla="*/ 0 w 3670300"/>
                  <a:gd name="connsiteY0" fmla="*/ 0 h 1308972"/>
                  <a:gd name="connsiteX1" fmla="*/ 2916185 w 3670300"/>
                  <a:gd name="connsiteY1" fmla="*/ 0 h 1308972"/>
                  <a:gd name="connsiteX2" fmla="*/ 3411485 w 3670300"/>
                  <a:gd name="connsiteY2" fmla="*/ 92842 h 1308972"/>
                  <a:gd name="connsiteX3" fmla="*/ 3670300 w 3670300"/>
                  <a:gd name="connsiteY3" fmla="*/ 897757 h 1308972"/>
                  <a:gd name="connsiteX4" fmla="*/ 2776485 w 3670300"/>
                  <a:gd name="connsiteY4" fmla="*/ 1308972 h 1308972"/>
                  <a:gd name="connsiteX5" fmla="*/ 2776485 w 3670300"/>
                  <a:gd name="connsiteY5" fmla="*/ 601715 h 1308972"/>
                  <a:gd name="connsiteX6" fmla="*/ 190500 w 3670300"/>
                  <a:gd name="connsiteY6" fmla="*/ 1249415 h 1308972"/>
                  <a:gd name="connsiteX7" fmla="*/ 0 w 3670300"/>
                  <a:gd name="connsiteY7" fmla="*/ 0 h 1308972"/>
                  <a:gd name="connsiteX0" fmla="*/ 0 w 3670300"/>
                  <a:gd name="connsiteY0" fmla="*/ 0 h 1308972"/>
                  <a:gd name="connsiteX1" fmla="*/ 2928885 w 3670300"/>
                  <a:gd name="connsiteY1" fmla="*/ 406400 h 1308972"/>
                  <a:gd name="connsiteX2" fmla="*/ 3411485 w 3670300"/>
                  <a:gd name="connsiteY2" fmla="*/ 92842 h 1308972"/>
                  <a:gd name="connsiteX3" fmla="*/ 3670300 w 3670300"/>
                  <a:gd name="connsiteY3" fmla="*/ 897757 h 1308972"/>
                  <a:gd name="connsiteX4" fmla="*/ 2776485 w 3670300"/>
                  <a:gd name="connsiteY4" fmla="*/ 1308972 h 1308972"/>
                  <a:gd name="connsiteX5" fmla="*/ 2776485 w 3670300"/>
                  <a:gd name="connsiteY5" fmla="*/ 601715 h 1308972"/>
                  <a:gd name="connsiteX6" fmla="*/ 190500 w 3670300"/>
                  <a:gd name="connsiteY6" fmla="*/ 1249415 h 1308972"/>
                  <a:gd name="connsiteX7" fmla="*/ 0 w 3670300"/>
                  <a:gd name="connsiteY7" fmla="*/ 0 h 1308972"/>
                  <a:gd name="connsiteX0" fmla="*/ 0 w 3670300"/>
                  <a:gd name="connsiteY0" fmla="*/ 0 h 1308972"/>
                  <a:gd name="connsiteX1" fmla="*/ 2928885 w 3670300"/>
                  <a:gd name="connsiteY1" fmla="*/ 406400 h 1308972"/>
                  <a:gd name="connsiteX2" fmla="*/ 3411485 w 3670300"/>
                  <a:gd name="connsiteY2" fmla="*/ 92842 h 1308972"/>
                  <a:gd name="connsiteX3" fmla="*/ 3670300 w 3670300"/>
                  <a:gd name="connsiteY3" fmla="*/ 897757 h 1308972"/>
                  <a:gd name="connsiteX4" fmla="*/ 2776485 w 3670300"/>
                  <a:gd name="connsiteY4" fmla="*/ 1308972 h 1308972"/>
                  <a:gd name="connsiteX5" fmla="*/ 2776485 w 3670300"/>
                  <a:gd name="connsiteY5" fmla="*/ 601715 h 1308972"/>
                  <a:gd name="connsiteX6" fmla="*/ 190500 w 3670300"/>
                  <a:gd name="connsiteY6" fmla="*/ 1249415 h 1308972"/>
                  <a:gd name="connsiteX7" fmla="*/ 0 w 3670300"/>
                  <a:gd name="connsiteY7" fmla="*/ 0 h 1308972"/>
                  <a:gd name="connsiteX0" fmla="*/ 0 w 3670300"/>
                  <a:gd name="connsiteY0" fmla="*/ 421441 h 1730413"/>
                  <a:gd name="connsiteX1" fmla="*/ 2928885 w 3670300"/>
                  <a:gd name="connsiteY1" fmla="*/ 827841 h 1730413"/>
                  <a:gd name="connsiteX2" fmla="*/ 3411485 w 3670300"/>
                  <a:gd name="connsiteY2" fmla="*/ 514283 h 1730413"/>
                  <a:gd name="connsiteX3" fmla="*/ 3670300 w 3670300"/>
                  <a:gd name="connsiteY3" fmla="*/ 1319198 h 1730413"/>
                  <a:gd name="connsiteX4" fmla="*/ 2776485 w 3670300"/>
                  <a:gd name="connsiteY4" fmla="*/ 1730413 h 1730413"/>
                  <a:gd name="connsiteX5" fmla="*/ 2776485 w 3670300"/>
                  <a:gd name="connsiteY5" fmla="*/ 1023156 h 1730413"/>
                  <a:gd name="connsiteX6" fmla="*/ 190500 w 3670300"/>
                  <a:gd name="connsiteY6" fmla="*/ 1670856 h 1730413"/>
                  <a:gd name="connsiteX7" fmla="*/ 0 w 3670300"/>
                  <a:gd name="connsiteY7" fmla="*/ 421441 h 1730413"/>
                  <a:gd name="connsiteX0" fmla="*/ 0 w 3695700"/>
                  <a:gd name="connsiteY0" fmla="*/ 992800 h 1539772"/>
                  <a:gd name="connsiteX1" fmla="*/ 2954285 w 3695700"/>
                  <a:gd name="connsiteY1" fmla="*/ 637200 h 1539772"/>
                  <a:gd name="connsiteX2" fmla="*/ 3436885 w 3695700"/>
                  <a:gd name="connsiteY2" fmla="*/ 323642 h 1539772"/>
                  <a:gd name="connsiteX3" fmla="*/ 3695700 w 3695700"/>
                  <a:gd name="connsiteY3" fmla="*/ 1128557 h 1539772"/>
                  <a:gd name="connsiteX4" fmla="*/ 2801885 w 3695700"/>
                  <a:gd name="connsiteY4" fmla="*/ 1539772 h 1539772"/>
                  <a:gd name="connsiteX5" fmla="*/ 2801885 w 3695700"/>
                  <a:gd name="connsiteY5" fmla="*/ 832515 h 1539772"/>
                  <a:gd name="connsiteX6" fmla="*/ 215900 w 3695700"/>
                  <a:gd name="connsiteY6" fmla="*/ 1480215 h 1539772"/>
                  <a:gd name="connsiteX7" fmla="*/ 0 w 3695700"/>
                  <a:gd name="connsiteY7" fmla="*/ 992800 h 1539772"/>
                  <a:gd name="connsiteX0" fmla="*/ 50371 w 3746071"/>
                  <a:gd name="connsiteY0" fmla="*/ 1017374 h 1564346"/>
                  <a:gd name="connsiteX1" fmla="*/ 3004656 w 3746071"/>
                  <a:gd name="connsiteY1" fmla="*/ 661774 h 1564346"/>
                  <a:gd name="connsiteX2" fmla="*/ 3487256 w 3746071"/>
                  <a:gd name="connsiteY2" fmla="*/ 348216 h 1564346"/>
                  <a:gd name="connsiteX3" fmla="*/ 3746071 w 3746071"/>
                  <a:gd name="connsiteY3" fmla="*/ 1153131 h 1564346"/>
                  <a:gd name="connsiteX4" fmla="*/ 2852256 w 3746071"/>
                  <a:gd name="connsiteY4" fmla="*/ 1564346 h 1564346"/>
                  <a:gd name="connsiteX5" fmla="*/ 2852256 w 3746071"/>
                  <a:gd name="connsiteY5" fmla="*/ 857089 h 1564346"/>
                  <a:gd name="connsiteX6" fmla="*/ 266271 w 3746071"/>
                  <a:gd name="connsiteY6" fmla="*/ 1504789 h 1564346"/>
                  <a:gd name="connsiteX7" fmla="*/ 50371 w 3746071"/>
                  <a:gd name="connsiteY7" fmla="*/ 1017374 h 1564346"/>
                  <a:gd name="connsiteX0" fmla="*/ 74164 w 3769864"/>
                  <a:gd name="connsiteY0" fmla="*/ 872730 h 1419702"/>
                  <a:gd name="connsiteX1" fmla="*/ 3028449 w 3769864"/>
                  <a:gd name="connsiteY1" fmla="*/ 517130 h 1419702"/>
                  <a:gd name="connsiteX2" fmla="*/ 3511049 w 3769864"/>
                  <a:gd name="connsiteY2" fmla="*/ 203572 h 1419702"/>
                  <a:gd name="connsiteX3" fmla="*/ 3769864 w 3769864"/>
                  <a:gd name="connsiteY3" fmla="*/ 1008487 h 1419702"/>
                  <a:gd name="connsiteX4" fmla="*/ 2876049 w 3769864"/>
                  <a:gd name="connsiteY4" fmla="*/ 1419702 h 1419702"/>
                  <a:gd name="connsiteX5" fmla="*/ 2876049 w 3769864"/>
                  <a:gd name="connsiteY5" fmla="*/ 712445 h 1419702"/>
                  <a:gd name="connsiteX6" fmla="*/ 290064 w 3769864"/>
                  <a:gd name="connsiteY6" fmla="*/ 1360145 h 1419702"/>
                  <a:gd name="connsiteX7" fmla="*/ 74164 w 3769864"/>
                  <a:gd name="connsiteY7" fmla="*/ 872730 h 1419702"/>
                  <a:gd name="connsiteX0" fmla="*/ 72695 w 3806495"/>
                  <a:gd name="connsiteY0" fmla="*/ 1166883 h 1358255"/>
                  <a:gd name="connsiteX1" fmla="*/ 3065080 w 3806495"/>
                  <a:gd name="connsiteY1" fmla="*/ 455683 h 1358255"/>
                  <a:gd name="connsiteX2" fmla="*/ 3547680 w 3806495"/>
                  <a:gd name="connsiteY2" fmla="*/ 142125 h 1358255"/>
                  <a:gd name="connsiteX3" fmla="*/ 3806495 w 3806495"/>
                  <a:gd name="connsiteY3" fmla="*/ 947040 h 1358255"/>
                  <a:gd name="connsiteX4" fmla="*/ 2912680 w 3806495"/>
                  <a:gd name="connsiteY4" fmla="*/ 1358255 h 1358255"/>
                  <a:gd name="connsiteX5" fmla="*/ 2912680 w 3806495"/>
                  <a:gd name="connsiteY5" fmla="*/ 650998 h 1358255"/>
                  <a:gd name="connsiteX6" fmla="*/ 326695 w 3806495"/>
                  <a:gd name="connsiteY6" fmla="*/ 1298698 h 1358255"/>
                  <a:gd name="connsiteX7" fmla="*/ 72695 w 3806495"/>
                  <a:gd name="connsiteY7" fmla="*/ 1166883 h 1358255"/>
                  <a:gd name="connsiteX0" fmla="*/ 13326 w 3747126"/>
                  <a:gd name="connsiteY0" fmla="*/ 1210226 h 1401598"/>
                  <a:gd name="connsiteX1" fmla="*/ 3005711 w 3747126"/>
                  <a:gd name="connsiteY1" fmla="*/ 499026 h 1401598"/>
                  <a:gd name="connsiteX2" fmla="*/ 3488311 w 3747126"/>
                  <a:gd name="connsiteY2" fmla="*/ 185468 h 1401598"/>
                  <a:gd name="connsiteX3" fmla="*/ 3747126 w 3747126"/>
                  <a:gd name="connsiteY3" fmla="*/ 990383 h 1401598"/>
                  <a:gd name="connsiteX4" fmla="*/ 2853311 w 3747126"/>
                  <a:gd name="connsiteY4" fmla="*/ 1401598 h 1401598"/>
                  <a:gd name="connsiteX5" fmla="*/ 2853311 w 3747126"/>
                  <a:gd name="connsiteY5" fmla="*/ 694341 h 1401598"/>
                  <a:gd name="connsiteX6" fmla="*/ 267326 w 3747126"/>
                  <a:gd name="connsiteY6" fmla="*/ 1342041 h 1401598"/>
                  <a:gd name="connsiteX7" fmla="*/ 13326 w 3747126"/>
                  <a:gd name="connsiteY7" fmla="*/ 1210226 h 1401598"/>
                  <a:gd name="connsiteX0" fmla="*/ 9308 w 3743108"/>
                  <a:gd name="connsiteY0" fmla="*/ 1204745 h 1396117"/>
                  <a:gd name="connsiteX1" fmla="*/ 3001693 w 3743108"/>
                  <a:gd name="connsiteY1" fmla="*/ 493545 h 1396117"/>
                  <a:gd name="connsiteX2" fmla="*/ 3484293 w 3743108"/>
                  <a:gd name="connsiteY2" fmla="*/ 179987 h 1396117"/>
                  <a:gd name="connsiteX3" fmla="*/ 3743108 w 3743108"/>
                  <a:gd name="connsiteY3" fmla="*/ 984902 h 1396117"/>
                  <a:gd name="connsiteX4" fmla="*/ 2849293 w 3743108"/>
                  <a:gd name="connsiteY4" fmla="*/ 1396117 h 1396117"/>
                  <a:gd name="connsiteX5" fmla="*/ 2849293 w 3743108"/>
                  <a:gd name="connsiteY5" fmla="*/ 688860 h 1396117"/>
                  <a:gd name="connsiteX6" fmla="*/ 263308 w 3743108"/>
                  <a:gd name="connsiteY6" fmla="*/ 1336560 h 1396117"/>
                  <a:gd name="connsiteX7" fmla="*/ 9308 w 3743108"/>
                  <a:gd name="connsiteY7" fmla="*/ 1204745 h 1396117"/>
                  <a:gd name="connsiteX0" fmla="*/ 10457 w 3744257"/>
                  <a:gd name="connsiteY0" fmla="*/ 1188314 h 1379686"/>
                  <a:gd name="connsiteX1" fmla="*/ 3002842 w 3744257"/>
                  <a:gd name="connsiteY1" fmla="*/ 477114 h 1379686"/>
                  <a:gd name="connsiteX2" fmla="*/ 3485442 w 3744257"/>
                  <a:gd name="connsiteY2" fmla="*/ 163556 h 1379686"/>
                  <a:gd name="connsiteX3" fmla="*/ 3744257 w 3744257"/>
                  <a:gd name="connsiteY3" fmla="*/ 968471 h 1379686"/>
                  <a:gd name="connsiteX4" fmla="*/ 2850442 w 3744257"/>
                  <a:gd name="connsiteY4" fmla="*/ 1379686 h 1379686"/>
                  <a:gd name="connsiteX5" fmla="*/ 2850442 w 3744257"/>
                  <a:gd name="connsiteY5" fmla="*/ 672429 h 1379686"/>
                  <a:gd name="connsiteX6" fmla="*/ 264457 w 3744257"/>
                  <a:gd name="connsiteY6" fmla="*/ 1320129 h 1379686"/>
                  <a:gd name="connsiteX7" fmla="*/ 10457 w 3744257"/>
                  <a:gd name="connsiteY7" fmla="*/ 1188314 h 1379686"/>
                  <a:gd name="connsiteX0" fmla="*/ 10457 w 3744257"/>
                  <a:gd name="connsiteY0" fmla="*/ 1188314 h 1379686"/>
                  <a:gd name="connsiteX1" fmla="*/ 3002842 w 3744257"/>
                  <a:gd name="connsiteY1" fmla="*/ 477114 h 1379686"/>
                  <a:gd name="connsiteX2" fmla="*/ 3485442 w 3744257"/>
                  <a:gd name="connsiteY2" fmla="*/ 163556 h 1379686"/>
                  <a:gd name="connsiteX3" fmla="*/ 3744257 w 3744257"/>
                  <a:gd name="connsiteY3" fmla="*/ 968471 h 1379686"/>
                  <a:gd name="connsiteX4" fmla="*/ 2850442 w 3744257"/>
                  <a:gd name="connsiteY4" fmla="*/ 1379686 h 1379686"/>
                  <a:gd name="connsiteX5" fmla="*/ 3002842 w 3744257"/>
                  <a:gd name="connsiteY5" fmla="*/ 913729 h 1379686"/>
                  <a:gd name="connsiteX6" fmla="*/ 264457 w 3744257"/>
                  <a:gd name="connsiteY6" fmla="*/ 1320129 h 1379686"/>
                  <a:gd name="connsiteX7" fmla="*/ 10457 w 3744257"/>
                  <a:gd name="connsiteY7" fmla="*/ 1188314 h 1379686"/>
                  <a:gd name="connsiteX0" fmla="*/ 9174 w 3742974"/>
                  <a:gd name="connsiteY0" fmla="*/ 1126009 h 1317381"/>
                  <a:gd name="connsiteX1" fmla="*/ 3242859 w 3742974"/>
                  <a:gd name="connsiteY1" fmla="*/ 491009 h 1317381"/>
                  <a:gd name="connsiteX2" fmla="*/ 3484159 w 3742974"/>
                  <a:gd name="connsiteY2" fmla="*/ 101251 h 1317381"/>
                  <a:gd name="connsiteX3" fmla="*/ 3742974 w 3742974"/>
                  <a:gd name="connsiteY3" fmla="*/ 906166 h 1317381"/>
                  <a:gd name="connsiteX4" fmla="*/ 2849159 w 3742974"/>
                  <a:gd name="connsiteY4" fmla="*/ 1317381 h 1317381"/>
                  <a:gd name="connsiteX5" fmla="*/ 3001559 w 3742974"/>
                  <a:gd name="connsiteY5" fmla="*/ 851424 h 1317381"/>
                  <a:gd name="connsiteX6" fmla="*/ 263174 w 3742974"/>
                  <a:gd name="connsiteY6" fmla="*/ 1257824 h 1317381"/>
                  <a:gd name="connsiteX7" fmla="*/ 9174 w 3742974"/>
                  <a:gd name="connsiteY7" fmla="*/ 1126009 h 1317381"/>
                  <a:gd name="connsiteX0" fmla="*/ 9174 w 3742974"/>
                  <a:gd name="connsiteY0" fmla="*/ 1126009 h 1317381"/>
                  <a:gd name="connsiteX1" fmla="*/ 3242859 w 3742974"/>
                  <a:gd name="connsiteY1" fmla="*/ 491009 h 1317381"/>
                  <a:gd name="connsiteX2" fmla="*/ 3433359 w 3742974"/>
                  <a:gd name="connsiteY2" fmla="*/ 253651 h 1317381"/>
                  <a:gd name="connsiteX3" fmla="*/ 3742974 w 3742974"/>
                  <a:gd name="connsiteY3" fmla="*/ 906166 h 1317381"/>
                  <a:gd name="connsiteX4" fmla="*/ 2849159 w 3742974"/>
                  <a:gd name="connsiteY4" fmla="*/ 1317381 h 1317381"/>
                  <a:gd name="connsiteX5" fmla="*/ 3001559 w 3742974"/>
                  <a:gd name="connsiteY5" fmla="*/ 851424 h 1317381"/>
                  <a:gd name="connsiteX6" fmla="*/ 263174 w 3742974"/>
                  <a:gd name="connsiteY6" fmla="*/ 1257824 h 1317381"/>
                  <a:gd name="connsiteX7" fmla="*/ 9174 w 3742974"/>
                  <a:gd name="connsiteY7" fmla="*/ 1126009 h 1317381"/>
                  <a:gd name="connsiteX0" fmla="*/ 9174 w 3450874"/>
                  <a:gd name="connsiteY0" fmla="*/ 1126009 h 1317381"/>
                  <a:gd name="connsiteX1" fmla="*/ 3242859 w 3450874"/>
                  <a:gd name="connsiteY1" fmla="*/ 491009 h 1317381"/>
                  <a:gd name="connsiteX2" fmla="*/ 3433359 w 3450874"/>
                  <a:gd name="connsiteY2" fmla="*/ 253651 h 1317381"/>
                  <a:gd name="connsiteX3" fmla="*/ 3450874 w 3450874"/>
                  <a:gd name="connsiteY3" fmla="*/ 931566 h 1317381"/>
                  <a:gd name="connsiteX4" fmla="*/ 2849159 w 3450874"/>
                  <a:gd name="connsiteY4" fmla="*/ 1317381 h 1317381"/>
                  <a:gd name="connsiteX5" fmla="*/ 3001559 w 3450874"/>
                  <a:gd name="connsiteY5" fmla="*/ 851424 h 1317381"/>
                  <a:gd name="connsiteX6" fmla="*/ 263174 w 3450874"/>
                  <a:gd name="connsiteY6" fmla="*/ 1257824 h 1317381"/>
                  <a:gd name="connsiteX7" fmla="*/ 9174 w 3450874"/>
                  <a:gd name="connsiteY7" fmla="*/ 1126009 h 1317381"/>
                  <a:gd name="connsiteX0" fmla="*/ 9174 w 3450874"/>
                  <a:gd name="connsiteY0" fmla="*/ 1126009 h 1257824"/>
                  <a:gd name="connsiteX1" fmla="*/ 3242859 w 3450874"/>
                  <a:gd name="connsiteY1" fmla="*/ 491009 h 1257824"/>
                  <a:gd name="connsiteX2" fmla="*/ 3433359 w 3450874"/>
                  <a:gd name="connsiteY2" fmla="*/ 253651 h 1257824"/>
                  <a:gd name="connsiteX3" fmla="*/ 3450874 w 3450874"/>
                  <a:gd name="connsiteY3" fmla="*/ 931566 h 1257824"/>
                  <a:gd name="connsiteX4" fmla="*/ 3026959 w 3450874"/>
                  <a:gd name="connsiteY4" fmla="*/ 1152281 h 1257824"/>
                  <a:gd name="connsiteX5" fmla="*/ 3001559 w 3450874"/>
                  <a:gd name="connsiteY5" fmla="*/ 851424 h 1257824"/>
                  <a:gd name="connsiteX6" fmla="*/ 263174 w 3450874"/>
                  <a:gd name="connsiteY6" fmla="*/ 1257824 h 1257824"/>
                  <a:gd name="connsiteX7" fmla="*/ 9174 w 3450874"/>
                  <a:gd name="connsiteY7" fmla="*/ 1126009 h 1257824"/>
                  <a:gd name="connsiteX0" fmla="*/ 9174 w 3450874"/>
                  <a:gd name="connsiteY0" fmla="*/ 1126009 h 1257824"/>
                  <a:gd name="connsiteX1" fmla="*/ 3242859 w 3450874"/>
                  <a:gd name="connsiteY1" fmla="*/ 491009 h 1257824"/>
                  <a:gd name="connsiteX2" fmla="*/ 3407959 w 3450874"/>
                  <a:gd name="connsiteY2" fmla="*/ 367951 h 1257824"/>
                  <a:gd name="connsiteX3" fmla="*/ 3450874 w 3450874"/>
                  <a:gd name="connsiteY3" fmla="*/ 931566 h 1257824"/>
                  <a:gd name="connsiteX4" fmla="*/ 3026959 w 3450874"/>
                  <a:gd name="connsiteY4" fmla="*/ 1152281 h 1257824"/>
                  <a:gd name="connsiteX5" fmla="*/ 3001559 w 3450874"/>
                  <a:gd name="connsiteY5" fmla="*/ 851424 h 1257824"/>
                  <a:gd name="connsiteX6" fmla="*/ 263174 w 3450874"/>
                  <a:gd name="connsiteY6" fmla="*/ 1257824 h 1257824"/>
                  <a:gd name="connsiteX7" fmla="*/ 9174 w 3450874"/>
                  <a:gd name="connsiteY7" fmla="*/ 1126009 h 1257824"/>
                  <a:gd name="connsiteX0" fmla="*/ 9174 w 3450874"/>
                  <a:gd name="connsiteY0" fmla="*/ 1126009 h 1342781"/>
                  <a:gd name="connsiteX1" fmla="*/ 3242859 w 3450874"/>
                  <a:gd name="connsiteY1" fmla="*/ 491009 h 1342781"/>
                  <a:gd name="connsiteX2" fmla="*/ 3407959 w 3450874"/>
                  <a:gd name="connsiteY2" fmla="*/ 367951 h 1342781"/>
                  <a:gd name="connsiteX3" fmla="*/ 3450874 w 3450874"/>
                  <a:gd name="connsiteY3" fmla="*/ 931566 h 1342781"/>
                  <a:gd name="connsiteX4" fmla="*/ 2925359 w 3450874"/>
                  <a:gd name="connsiteY4" fmla="*/ 1342781 h 1342781"/>
                  <a:gd name="connsiteX5" fmla="*/ 3001559 w 3450874"/>
                  <a:gd name="connsiteY5" fmla="*/ 851424 h 1342781"/>
                  <a:gd name="connsiteX6" fmla="*/ 263174 w 3450874"/>
                  <a:gd name="connsiteY6" fmla="*/ 1257824 h 1342781"/>
                  <a:gd name="connsiteX7" fmla="*/ 9174 w 3450874"/>
                  <a:gd name="connsiteY7" fmla="*/ 1126009 h 1342781"/>
                  <a:gd name="connsiteX0" fmla="*/ 9174 w 3450874"/>
                  <a:gd name="connsiteY0" fmla="*/ 1126009 h 1342781"/>
                  <a:gd name="connsiteX1" fmla="*/ 3242859 w 3450874"/>
                  <a:gd name="connsiteY1" fmla="*/ 491009 h 1342781"/>
                  <a:gd name="connsiteX2" fmla="*/ 3433359 w 3450874"/>
                  <a:gd name="connsiteY2" fmla="*/ 177451 h 1342781"/>
                  <a:gd name="connsiteX3" fmla="*/ 3450874 w 3450874"/>
                  <a:gd name="connsiteY3" fmla="*/ 931566 h 1342781"/>
                  <a:gd name="connsiteX4" fmla="*/ 2925359 w 3450874"/>
                  <a:gd name="connsiteY4" fmla="*/ 1342781 h 1342781"/>
                  <a:gd name="connsiteX5" fmla="*/ 3001559 w 3450874"/>
                  <a:gd name="connsiteY5" fmla="*/ 851424 h 1342781"/>
                  <a:gd name="connsiteX6" fmla="*/ 263174 w 3450874"/>
                  <a:gd name="connsiteY6" fmla="*/ 1257824 h 1342781"/>
                  <a:gd name="connsiteX7" fmla="*/ 9174 w 3450874"/>
                  <a:gd name="connsiteY7" fmla="*/ 1126009 h 1342781"/>
                  <a:gd name="connsiteX0" fmla="*/ 9174 w 3603274"/>
                  <a:gd name="connsiteY0" fmla="*/ 1126009 h 1342781"/>
                  <a:gd name="connsiteX1" fmla="*/ 3242859 w 3603274"/>
                  <a:gd name="connsiteY1" fmla="*/ 491009 h 1342781"/>
                  <a:gd name="connsiteX2" fmla="*/ 3433359 w 3603274"/>
                  <a:gd name="connsiteY2" fmla="*/ 177451 h 1342781"/>
                  <a:gd name="connsiteX3" fmla="*/ 3603274 w 3603274"/>
                  <a:gd name="connsiteY3" fmla="*/ 956966 h 1342781"/>
                  <a:gd name="connsiteX4" fmla="*/ 2925359 w 3603274"/>
                  <a:gd name="connsiteY4" fmla="*/ 1342781 h 1342781"/>
                  <a:gd name="connsiteX5" fmla="*/ 3001559 w 3603274"/>
                  <a:gd name="connsiteY5" fmla="*/ 851424 h 1342781"/>
                  <a:gd name="connsiteX6" fmla="*/ 263174 w 3603274"/>
                  <a:gd name="connsiteY6" fmla="*/ 1257824 h 1342781"/>
                  <a:gd name="connsiteX7" fmla="*/ 9174 w 3603274"/>
                  <a:gd name="connsiteY7" fmla="*/ 1126009 h 1342781"/>
                  <a:gd name="connsiteX0" fmla="*/ 12597 w 3606697"/>
                  <a:gd name="connsiteY0" fmla="*/ 1126009 h 1342781"/>
                  <a:gd name="connsiteX1" fmla="*/ 3246282 w 3606697"/>
                  <a:gd name="connsiteY1" fmla="*/ 491009 h 1342781"/>
                  <a:gd name="connsiteX2" fmla="*/ 3436782 w 3606697"/>
                  <a:gd name="connsiteY2" fmla="*/ 177451 h 1342781"/>
                  <a:gd name="connsiteX3" fmla="*/ 3606697 w 3606697"/>
                  <a:gd name="connsiteY3" fmla="*/ 956966 h 1342781"/>
                  <a:gd name="connsiteX4" fmla="*/ 2928782 w 3606697"/>
                  <a:gd name="connsiteY4" fmla="*/ 1342781 h 1342781"/>
                  <a:gd name="connsiteX5" fmla="*/ 3004982 w 3606697"/>
                  <a:gd name="connsiteY5" fmla="*/ 851424 h 1342781"/>
                  <a:gd name="connsiteX6" fmla="*/ 266597 w 3606697"/>
                  <a:gd name="connsiteY6" fmla="*/ 1257824 h 1342781"/>
                  <a:gd name="connsiteX7" fmla="*/ 12597 w 3606697"/>
                  <a:gd name="connsiteY7" fmla="*/ 1126009 h 1342781"/>
                  <a:gd name="connsiteX0" fmla="*/ 12597 w 3657497"/>
                  <a:gd name="connsiteY0" fmla="*/ 1126009 h 1342781"/>
                  <a:gd name="connsiteX1" fmla="*/ 3246282 w 3657497"/>
                  <a:gd name="connsiteY1" fmla="*/ 491009 h 1342781"/>
                  <a:gd name="connsiteX2" fmla="*/ 3436782 w 3657497"/>
                  <a:gd name="connsiteY2" fmla="*/ 177451 h 1342781"/>
                  <a:gd name="connsiteX3" fmla="*/ 3657497 w 3657497"/>
                  <a:gd name="connsiteY3" fmla="*/ 1045866 h 1342781"/>
                  <a:gd name="connsiteX4" fmla="*/ 2928782 w 3657497"/>
                  <a:gd name="connsiteY4" fmla="*/ 1342781 h 1342781"/>
                  <a:gd name="connsiteX5" fmla="*/ 3004982 w 3657497"/>
                  <a:gd name="connsiteY5" fmla="*/ 851424 h 1342781"/>
                  <a:gd name="connsiteX6" fmla="*/ 266597 w 3657497"/>
                  <a:gd name="connsiteY6" fmla="*/ 1257824 h 1342781"/>
                  <a:gd name="connsiteX7" fmla="*/ 12597 w 3657497"/>
                  <a:gd name="connsiteY7" fmla="*/ 1126009 h 1342781"/>
                  <a:gd name="connsiteX0" fmla="*/ 12597 w 3657497"/>
                  <a:gd name="connsiteY0" fmla="*/ 1126009 h 1279281"/>
                  <a:gd name="connsiteX1" fmla="*/ 3246282 w 3657497"/>
                  <a:gd name="connsiteY1" fmla="*/ 491009 h 1279281"/>
                  <a:gd name="connsiteX2" fmla="*/ 3436782 w 3657497"/>
                  <a:gd name="connsiteY2" fmla="*/ 177451 h 1279281"/>
                  <a:gd name="connsiteX3" fmla="*/ 3657497 w 3657497"/>
                  <a:gd name="connsiteY3" fmla="*/ 1045866 h 1279281"/>
                  <a:gd name="connsiteX4" fmla="*/ 2865282 w 3657497"/>
                  <a:gd name="connsiteY4" fmla="*/ 1279281 h 1279281"/>
                  <a:gd name="connsiteX5" fmla="*/ 3004982 w 3657497"/>
                  <a:gd name="connsiteY5" fmla="*/ 851424 h 1279281"/>
                  <a:gd name="connsiteX6" fmla="*/ 266597 w 3657497"/>
                  <a:gd name="connsiteY6" fmla="*/ 1257824 h 1279281"/>
                  <a:gd name="connsiteX7" fmla="*/ 12597 w 3657497"/>
                  <a:gd name="connsiteY7" fmla="*/ 1126009 h 1279281"/>
                  <a:gd name="connsiteX0" fmla="*/ 12597 w 3657497"/>
                  <a:gd name="connsiteY0" fmla="*/ 1126009 h 1279281"/>
                  <a:gd name="connsiteX1" fmla="*/ 3246282 w 3657497"/>
                  <a:gd name="connsiteY1" fmla="*/ 491009 h 1279281"/>
                  <a:gd name="connsiteX2" fmla="*/ 3512982 w 3657497"/>
                  <a:gd name="connsiteY2" fmla="*/ 152051 h 1279281"/>
                  <a:gd name="connsiteX3" fmla="*/ 3657497 w 3657497"/>
                  <a:gd name="connsiteY3" fmla="*/ 1045866 h 1279281"/>
                  <a:gd name="connsiteX4" fmla="*/ 2865282 w 3657497"/>
                  <a:gd name="connsiteY4" fmla="*/ 1279281 h 1279281"/>
                  <a:gd name="connsiteX5" fmla="*/ 3004982 w 3657497"/>
                  <a:gd name="connsiteY5" fmla="*/ 851424 h 1279281"/>
                  <a:gd name="connsiteX6" fmla="*/ 266597 w 3657497"/>
                  <a:gd name="connsiteY6" fmla="*/ 1257824 h 1279281"/>
                  <a:gd name="connsiteX7" fmla="*/ 12597 w 3657497"/>
                  <a:gd name="connsiteY7" fmla="*/ 1126009 h 1279281"/>
                  <a:gd name="connsiteX0" fmla="*/ 50800 w 3695700"/>
                  <a:gd name="connsiteY0" fmla="*/ 1126009 h 1359424"/>
                  <a:gd name="connsiteX1" fmla="*/ 3284485 w 3695700"/>
                  <a:gd name="connsiteY1" fmla="*/ 491009 h 1359424"/>
                  <a:gd name="connsiteX2" fmla="*/ 3551185 w 3695700"/>
                  <a:gd name="connsiteY2" fmla="*/ 152051 h 1359424"/>
                  <a:gd name="connsiteX3" fmla="*/ 3695700 w 3695700"/>
                  <a:gd name="connsiteY3" fmla="*/ 1045866 h 1359424"/>
                  <a:gd name="connsiteX4" fmla="*/ 2903485 w 3695700"/>
                  <a:gd name="connsiteY4" fmla="*/ 1279281 h 1359424"/>
                  <a:gd name="connsiteX5" fmla="*/ 3043185 w 3695700"/>
                  <a:gd name="connsiteY5" fmla="*/ 851424 h 1359424"/>
                  <a:gd name="connsiteX6" fmla="*/ 0 w 3695700"/>
                  <a:gd name="connsiteY6" fmla="*/ 1359424 h 1359424"/>
                  <a:gd name="connsiteX7" fmla="*/ 50800 w 3695700"/>
                  <a:gd name="connsiteY7" fmla="*/ 1126009 h 1359424"/>
                  <a:gd name="connsiteX0" fmla="*/ 10330 w 3972730"/>
                  <a:gd name="connsiteY0" fmla="*/ 1126009 h 1359424"/>
                  <a:gd name="connsiteX1" fmla="*/ 3561515 w 3972730"/>
                  <a:gd name="connsiteY1" fmla="*/ 491009 h 1359424"/>
                  <a:gd name="connsiteX2" fmla="*/ 3828215 w 3972730"/>
                  <a:gd name="connsiteY2" fmla="*/ 152051 h 1359424"/>
                  <a:gd name="connsiteX3" fmla="*/ 3972730 w 3972730"/>
                  <a:gd name="connsiteY3" fmla="*/ 1045866 h 1359424"/>
                  <a:gd name="connsiteX4" fmla="*/ 3180515 w 3972730"/>
                  <a:gd name="connsiteY4" fmla="*/ 1279281 h 1359424"/>
                  <a:gd name="connsiteX5" fmla="*/ 3320215 w 3972730"/>
                  <a:gd name="connsiteY5" fmla="*/ 851424 h 1359424"/>
                  <a:gd name="connsiteX6" fmla="*/ 277030 w 3972730"/>
                  <a:gd name="connsiteY6" fmla="*/ 1359424 h 1359424"/>
                  <a:gd name="connsiteX7" fmla="*/ 10330 w 3972730"/>
                  <a:gd name="connsiteY7" fmla="*/ 1126009 h 1359424"/>
                  <a:gd name="connsiteX0" fmla="*/ 10330 w 3972730"/>
                  <a:gd name="connsiteY0" fmla="*/ 1126009 h 1367881"/>
                  <a:gd name="connsiteX1" fmla="*/ 3561515 w 3972730"/>
                  <a:gd name="connsiteY1" fmla="*/ 491009 h 1367881"/>
                  <a:gd name="connsiteX2" fmla="*/ 3828215 w 3972730"/>
                  <a:gd name="connsiteY2" fmla="*/ 152051 h 1367881"/>
                  <a:gd name="connsiteX3" fmla="*/ 3972730 w 3972730"/>
                  <a:gd name="connsiteY3" fmla="*/ 1045866 h 1367881"/>
                  <a:gd name="connsiteX4" fmla="*/ 3180515 w 3972730"/>
                  <a:gd name="connsiteY4" fmla="*/ 1279281 h 1367881"/>
                  <a:gd name="connsiteX5" fmla="*/ 3320215 w 3972730"/>
                  <a:gd name="connsiteY5" fmla="*/ 851424 h 1367881"/>
                  <a:gd name="connsiteX6" fmla="*/ 16651 w 3972730"/>
                  <a:gd name="connsiteY6" fmla="*/ 1367881 h 1367881"/>
                  <a:gd name="connsiteX7" fmla="*/ 10330 w 3972730"/>
                  <a:gd name="connsiteY7" fmla="*/ 1126009 h 1367881"/>
                  <a:gd name="connsiteX0" fmla="*/ 10330 w 3972730"/>
                  <a:gd name="connsiteY0" fmla="*/ 1126009 h 1367881"/>
                  <a:gd name="connsiteX1" fmla="*/ 3561515 w 3972730"/>
                  <a:gd name="connsiteY1" fmla="*/ 491009 h 1367881"/>
                  <a:gd name="connsiteX2" fmla="*/ 3828215 w 3972730"/>
                  <a:gd name="connsiteY2" fmla="*/ 152051 h 1367881"/>
                  <a:gd name="connsiteX3" fmla="*/ 3972730 w 3972730"/>
                  <a:gd name="connsiteY3" fmla="*/ 1045866 h 1367881"/>
                  <a:gd name="connsiteX4" fmla="*/ 3180515 w 3972730"/>
                  <a:gd name="connsiteY4" fmla="*/ 1279281 h 1367881"/>
                  <a:gd name="connsiteX5" fmla="*/ 3320215 w 3972730"/>
                  <a:gd name="connsiteY5" fmla="*/ 851424 h 1367881"/>
                  <a:gd name="connsiteX6" fmla="*/ 16651 w 3972730"/>
                  <a:gd name="connsiteY6" fmla="*/ 1367881 h 1367881"/>
                  <a:gd name="connsiteX7" fmla="*/ 10330 w 3972730"/>
                  <a:gd name="connsiteY7" fmla="*/ 1126009 h 1367881"/>
                  <a:gd name="connsiteX0" fmla="*/ 9276 w 4170922"/>
                  <a:gd name="connsiteY0" fmla="*/ 1085114 h 1377536"/>
                  <a:gd name="connsiteX1" fmla="*/ 3759707 w 4170922"/>
                  <a:gd name="connsiteY1" fmla="*/ 500664 h 1377536"/>
                  <a:gd name="connsiteX2" fmla="*/ 4026407 w 4170922"/>
                  <a:gd name="connsiteY2" fmla="*/ 161706 h 1377536"/>
                  <a:gd name="connsiteX3" fmla="*/ 4170922 w 4170922"/>
                  <a:gd name="connsiteY3" fmla="*/ 1055521 h 1377536"/>
                  <a:gd name="connsiteX4" fmla="*/ 3378707 w 4170922"/>
                  <a:gd name="connsiteY4" fmla="*/ 1288936 h 1377536"/>
                  <a:gd name="connsiteX5" fmla="*/ 3518407 w 4170922"/>
                  <a:gd name="connsiteY5" fmla="*/ 861079 h 1377536"/>
                  <a:gd name="connsiteX6" fmla="*/ 214843 w 4170922"/>
                  <a:gd name="connsiteY6" fmla="*/ 1377536 h 1377536"/>
                  <a:gd name="connsiteX7" fmla="*/ 9276 w 4170922"/>
                  <a:gd name="connsiteY7" fmla="*/ 1085114 h 1377536"/>
                  <a:gd name="connsiteX0" fmla="*/ 0 w 4161646"/>
                  <a:gd name="connsiteY0" fmla="*/ 1186556 h 1478978"/>
                  <a:gd name="connsiteX1" fmla="*/ 3750431 w 4161646"/>
                  <a:gd name="connsiteY1" fmla="*/ 602106 h 1478978"/>
                  <a:gd name="connsiteX2" fmla="*/ 4017131 w 4161646"/>
                  <a:gd name="connsiteY2" fmla="*/ 263148 h 1478978"/>
                  <a:gd name="connsiteX3" fmla="*/ 4161646 w 4161646"/>
                  <a:gd name="connsiteY3" fmla="*/ 1156963 h 1478978"/>
                  <a:gd name="connsiteX4" fmla="*/ 3369431 w 4161646"/>
                  <a:gd name="connsiteY4" fmla="*/ 1390378 h 1478978"/>
                  <a:gd name="connsiteX5" fmla="*/ 3509131 w 4161646"/>
                  <a:gd name="connsiteY5" fmla="*/ 962521 h 1478978"/>
                  <a:gd name="connsiteX6" fmla="*/ 205567 w 4161646"/>
                  <a:gd name="connsiteY6" fmla="*/ 1478978 h 1478978"/>
                  <a:gd name="connsiteX7" fmla="*/ 0 w 4161646"/>
                  <a:gd name="connsiteY7" fmla="*/ 1186556 h 1478978"/>
                  <a:gd name="connsiteX0" fmla="*/ 0 w 4161646"/>
                  <a:gd name="connsiteY0" fmla="*/ 1070195 h 1362617"/>
                  <a:gd name="connsiteX1" fmla="*/ 3750431 w 4161646"/>
                  <a:gd name="connsiteY1" fmla="*/ 485745 h 1362617"/>
                  <a:gd name="connsiteX2" fmla="*/ 4017131 w 4161646"/>
                  <a:gd name="connsiteY2" fmla="*/ 146787 h 1362617"/>
                  <a:gd name="connsiteX3" fmla="*/ 4161646 w 4161646"/>
                  <a:gd name="connsiteY3" fmla="*/ 1040602 h 1362617"/>
                  <a:gd name="connsiteX4" fmla="*/ 3369431 w 4161646"/>
                  <a:gd name="connsiteY4" fmla="*/ 1274017 h 1362617"/>
                  <a:gd name="connsiteX5" fmla="*/ 3509131 w 4161646"/>
                  <a:gd name="connsiteY5" fmla="*/ 846160 h 1362617"/>
                  <a:gd name="connsiteX6" fmla="*/ 205567 w 4161646"/>
                  <a:gd name="connsiteY6" fmla="*/ 1362617 h 1362617"/>
                  <a:gd name="connsiteX7" fmla="*/ 0 w 4161646"/>
                  <a:gd name="connsiteY7" fmla="*/ 1070195 h 1362617"/>
                  <a:gd name="connsiteX0" fmla="*/ 0 w 4171329"/>
                  <a:gd name="connsiteY0" fmla="*/ 970434 h 1401926"/>
                  <a:gd name="connsiteX1" fmla="*/ 3760114 w 4171329"/>
                  <a:gd name="connsiteY1" fmla="*/ 525054 h 1401926"/>
                  <a:gd name="connsiteX2" fmla="*/ 4026814 w 4171329"/>
                  <a:gd name="connsiteY2" fmla="*/ 186096 h 1401926"/>
                  <a:gd name="connsiteX3" fmla="*/ 4171329 w 4171329"/>
                  <a:gd name="connsiteY3" fmla="*/ 1079911 h 1401926"/>
                  <a:gd name="connsiteX4" fmla="*/ 3379114 w 4171329"/>
                  <a:gd name="connsiteY4" fmla="*/ 1313326 h 1401926"/>
                  <a:gd name="connsiteX5" fmla="*/ 3518814 w 4171329"/>
                  <a:gd name="connsiteY5" fmla="*/ 885469 h 1401926"/>
                  <a:gd name="connsiteX6" fmla="*/ 215250 w 4171329"/>
                  <a:gd name="connsiteY6" fmla="*/ 1401926 h 1401926"/>
                  <a:gd name="connsiteX7" fmla="*/ 0 w 4171329"/>
                  <a:gd name="connsiteY7" fmla="*/ 970434 h 1401926"/>
                  <a:gd name="connsiteX0" fmla="*/ 0 w 4171329"/>
                  <a:gd name="connsiteY0" fmla="*/ 1017731 h 1449223"/>
                  <a:gd name="connsiteX1" fmla="*/ 3783421 w 4171329"/>
                  <a:gd name="connsiteY1" fmla="*/ 505523 h 1449223"/>
                  <a:gd name="connsiteX2" fmla="*/ 4026814 w 4171329"/>
                  <a:gd name="connsiteY2" fmla="*/ 233393 h 1449223"/>
                  <a:gd name="connsiteX3" fmla="*/ 4171329 w 4171329"/>
                  <a:gd name="connsiteY3" fmla="*/ 1127208 h 1449223"/>
                  <a:gd name="connsiteX4" fmla="*/ 3379114 w 4171329"/>
                  <a:gd name="connsiteY4" fmla="*/ 1360623 h 1449223"/>
                  <a:gd name="connsiteX5" fmla="*/ 3518814 w 4171329"/>
                  <a:gd name="connsiteY5" fmla="*/ 932766 h 1449223"/>
                  <a:gd name="connsiteX6" fmla="*/ 215250 w 4171329"/>
                  <a:gd name="connsiteY6" fmla="*/ 1449223 h 1449223"/>
                  <a:gd name="connsiteX7" fmla="*/ 0 w 4171329"/>
                  <a:gd name="connsiteY7" fmla="*/ 1017731 h 1449223"/>
                  <a:gd name="connsiteX0" fmla="*/ 0 w 4171329"/>
                  <a:gd name="connsiteY0" fmla="*/ 1017731 h 1449223"/>
                  <a:gd name="connsiteX1" fmla="*/ 3783421 w 4171329"/>
                  <a:gd name="connsiteY1" fmla="*/ 505523 h 1449223"/>
                  <a:gd name="connsiteX2" fmla="*/ 4017130 w 4171329"/>
                  <a:gd name="connsiteY2" fmla="*/ 94324 h 1449223"/>
                  <a:gd name="connsiteX3" fmla="*/ 4171329 w 4171329"/>
                  <a:gd name="connsiteY3" fmla="*/ 1127208 h 1449223"/>
                  <a:gd name="connsiteX4" fmla="*/ 3379114 w 4171329"/>
                  <a:gd name="connsiteY4" fmla="*/ 1360623 h 1449223"/>
                  <a:gd name="connsiteX5" fmla="*/ 3518814 w 4171329"/>
                  <a:gd name="connsiteY5" fmla="*/ 932766 h 1449223"/>
                  <a:gd name="connsiteX6" fmla="*/ 215250 w 4171329"/>
                  <a:gd name="connsiteY6" fmla="*/ 1449223 h 1449223"/>
                  <a:gd name="connsiteX7" fmla="*/ 0 w 4171329"/>
                  <a:gd name="connsiteY7" fmla="*/ 1017731 h 1449223"/>
                  <a:gd name="connsiteX0" fmla="*/ 0 w 4121178"/>
                  <a:gd name="connsiteY0" fmla="*/ 1154480 h 1401151"/>
                  <a:gd name="connsiteX1" fmla="*/ 3733270 w 4121178"/>
                  <a:gd name="connsiteY1" fmla="*/ 457451 h 1401151"/>
                  <a:gd name="connsiteX2" fmla="*/ 3966979 w 4121178"/>
                  <a:gd name="connsiteY2" fmla="*/ 46252 h 1401151"/>
                  <a:gd name="connsiteX3" fmla="*/ 4121178 w 4121178"/>
                  <a:gd name="connsiteY3" fmla="*/ 1079136 h 1401151"/>
                  <a:gd name="connsiteX4" fmla="*/ 3328963 w 4121178"/>
                  <a:gd name="connsiteY4" fmla="*/ 1312551 h 1401151"/>
                  <a:gd name="connsiteX5" fmla="*/ 3468663 w 4121178"/>
                  <a:gd name="connsiteY5" fmla="*/ 884694 h 1401151"/>
                  <a:gd name="connsiteX6" fmla="*/ 165099 w 4121178"/>
                  <a:gd name="connsiteY6" fmla="*/ 1401151 h 1401151"/>
                  <a:gd name="connsiteX7" fmla="*/ 0 w 4121178"/>
                  <a:gd name="connsiteY7" fmla="*/ 1154480 h 1401151"/>
                  <a:gd name="connsiteX0" fmla="*/ 0 w 4121178"/>
                  <a:gd name="connsiteY0" fmla="*/ 1154480 h 1377684"/>
                  <a:gd name="connsiteX1" fmla="*/ 3733270 w 4121178"/>
                  <a:gd name="connsiteY1" fmla="*/ 457451 h 1377684"/>
                  <a:gd name="connsiteX2" fmla="*/ 3966979 w 4121178"/>
                  <a:gd name="connsiteY2" fmla="*/ 46252 h 1377684"/>
                  <a:gd name="connsiteX3" fmla="*/ 4121178 w 4121178"/>
                  <a:gd name="connsiteY3" fmla="*/ 1079136 h 1377684"/>
                  <a:gd name="connsiteX4" fmla="*/ 3328963 w 4121178"/>
                  <a:gd name="connsiteY4" fmla="*/ 1312551 h 1377684"/>
                  <a:gd name="connsiteX5" fmla="*/ 3468663 w 4121178"/>
                  <a:gd name="connsiteY5" fmla="*/ 884694 h 1377684"/>
                  <a:gd name="connsiteX6" fmla="*/ 51621 w 4121178"/>
                  <a:gd name="connsiteY6" fmla="*/ 1377684 h 1377684"/>
                  <a:gd name="connsiteX7" fmla="*/ 0 w 4121178"/>
                  <a:gd name="connsiteY7" fmla="*/ 1154480 h 1377684"/>
                  <a:gd name="connsiteX0" fmla="*/ 0 w 4121178"/>
                  <a:gd name="connsiteY0" fmla="*/ 1154480 h 1312551"/>
                  <a:gd name="connsiteX1" fmla="*/ 3733270 w 4121178"/>
                  <a:gd name="connsiteY1" fmla="*/ 457451 h 1312551"/>
                  <a:gd name="connsiteX2" fmla="*/ 3966979 w 4121178"/>
                  <a:gd name="connsiteY2" fmla="*/ 46252 h 1312551"/>
                  <a:gd name="connsiteX3" fmla="*/ 4121178 w 4121178"/>
                  <a:gd name="connsiteY3" fmla="*/ 1079136 h 1312551"/>
                  <a:gd name="connsiteX4" fmla="*/ 3328963 w 4121178"/>
                  <a:gd name="connsiteY4" fmla="*/ 1312551 h 1312551"/>
                  <a:gd name="connsiteX5" fmla="*/ 3468663 w 4121178"/>
                  <a:gd name="connsiteY5" fmla="*/ 884694 h 1312551"/>
                  <a:gd name="connsiteX6" fmla="*/ 27418 w 4121178"/>
                  <a:gd name="connsiteY6" fmla="*/ 1163964 h 1312551"/>
                  <a:gd name="connsiteX7" fmla="*/ 0 w 4121178"/>
                  <a:gd name="connsiteY7" fmla="*/ 1154480 h 13125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4121178" h="1312551">
                    <a:moveTo>
                      <a:pt x="0" y="1154480"/>
                    </a:moveTo>
                    <a:cubicBezTo>
                      <a:pt x="938061" y="345695"/>
                      <a:pt x="2051620" y="-571877"/>
                      <a:pt x="3733270" y="457451"/>
                    </a:cubicBezTo>
                    <a:lnTo>
                      <a:pt x="3966979" y="46252"/>
                    </a:lnTo>
                    <a:lnTo>
                      <a:pt x="4121178" y="1079136"/>
                    </a:lnTo>
                    <a:lnTo>
                      <a:pt x="3328963" y="1312551"/>
                    </a:lnTo>
                    <a:lnTo>
                      <a:pt x="3468663" y="884694"/>
                    </a:lnTo>
                    <a:cubicBezTo>
                      <a:pt x="2509301" y="448661"/>
                      <a:pt x="1525677" y="-87026"/>
                      <a:pt x="27418" y="1163964"/>
                    </a:cubicBezTo>
                    <a:lnTo>
                      <a:pt x="0" y="1154480"/>
                    </a:ln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>
                <a:noFill/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</p:grpSp>
        <p:sp>
          <p:nvSpPr>
            <p:cNvPr id="26" name="右箭头 22">
              <a:extLst>
                <a:ext uri="{FF2B5EF4-FFF2-40B4-BE49-F238E27FC236}">
                  <a16:creationId xmlns:a16="http://schemas.microsoft.com/office/drawing/2014/main" id="{DB3A36A7-6DDE-53C1-F710-A9FF73A620D2}"/>
                </a:ext>
              </a:extLst>
            </p:cNvPr>
            <p:cNvSpPr/>
            <p:nvPr/>
          </p:nvSpPr>
          <p:spPr>
            <a:xfrm rot="21098040" flipV="1">
              <a:off x="3322379" y="3613030"/>
              <a:ext cx="5641065" cy="1312551"/>
            </a:xfrm>
            <a:custGeom>
              <a:avLst/>
              <a:gdLst>
                <a:gd name="connsiteX0" fmla="*/ 0 w 3416300"/>
                <a:gd name="connsiteY0" fmla="*/ 250058 h 1000230"/>
                <a:gd name="connsiteX1" fmla="*/ 2916185 w 3416300"/>
                <a:gd name="connsiteY1" fmla="*/ 250058 h 1000230"/>
                <a:gd name="connsiteX2" fmla="*/ 2916185 w 3416300"/>
                <a:gd name="connsiteY2" fmla="*/ 0 h 1000230"/>
                <a:gd name="connsiteX3" fmla="*/ 3416300 w 3416300"/>
                <a:gd name="connsiteY3" fmla="*/ 500115 h 1000230"/>
                <a:gd name="connsiteX4" fmla="*/ 2916185 w 3416300"/>
                <a:gd name="connsiteY4" fmla="*/ 1000230 h 1000230"/>
                <a:gd name="connsiteX5" fmla="*/ 2916185 w 3416300"/>
                <a:gd name="connsiteY5" fmla="*/ 750173 h 1000230"/>
                <a:gd name="connsiteX6" fmla="*/ 0 w 3416300"/>
                <a:gd name="connsiteY6" fmla="*/ 750173 h 1000230"/>
                <a:gd name="connsiteX7" fmla="*/ 0 w 3416300"/>
                <a:gd name="connsiteY7" fmla="*/ 250058 h 1000230"/>
                <a:gd name="connsiteX0" fmla="*/ 0 w 3416300"/>
                <a:gd name="connsiteY0" fmla="*/ 250058 h 1499473"/>
                <a:gd name="connsiteX1" fmla="*/ 2916185 w 3416300"/>
                <a:gd name="connsiteY1" fmla="*/ 250058 h 1499473"/>
                <a:gd name="connsiteX2" fmla="*/ 2916185 w 3416300"/>
                <a:gd name="connsiteY2" fmla="*/ 0 h 1499473"/>
                <a:gd name="connsiteX3" fmla="*/ 3416300 w 3416300"/>
                <a:gd name="connsiteY3" fmla="*/ 500115 h 1499473"/>
                <a:gd name="connsiteX4" fmla="*/ 2916185 w 3416300"/>
                <a:gd name="connsiteY4" fmla="*/ 1000230 h 1499473"/>
                <a:gd name="connsiteX5" fmla="*/ 2916185 w 3416300"/>
                <a:gd name="connsiteY5" fmla="*/ 750173 h 1499473"/>
                <a:gd name="connsiteX6" fmla="*/ 190500 w 3416300"/>
                <a:gd name="connsiteY6" fmla="*/ 1499473 h 1499473"/>
                <a:gd name="connsiteX7" fmla="*/ 0 w 3416300"/>
                <a:gd name="connsiteY7" fmla="*/ 250058 h 1499473"/>
                <a:gd name="connsiteX0" fmla="*/ 0 w 3416300"/>
                <a:gd name="connsiteY0" fmla="*/ 250058 h 1499473"/>
                <a:gd name="connsiteX1" fmla="*/ 2916185 w 3416300"/>
                <a:gd name="connsiteY1" fmla="*/ 250058 h 1499473"/>
                <a:gd name="connsiteX2" fmla="*/ 2916185 w 3416300"/>
                <a:gd name="connsiteY2" fmla="*/ 0 h 1499473"/>
                <a:gd name="connsiteX3" fmla="*/ 3416300 w 3416300"/>
                <a:gd name="connsiteY3" fmla="*/ 500115 h 1499473"/>
                <a:gd name="connsiteX4" fmla="*/ 2916185 w 3416300"/>
                <a:gd name="connsiteY4" fmla="*/ 1000230 h 1499473"/>
                <a:gd name="connsiteX5" fmla="*/ 2916185 w 3416300"/>
                <a:gd name="connsiteY5" fmla="*/ 750173 h 1499473"/>
                <a:gd name="connsiteX6" fmla="*/ 190500 w 3416300"/>
                <a:gd name="connsiteY6" fmla="*/ 1499473 h 1499473"/>
                <a:gd name="connsiteX7" fmla="*/ 0 w 3416300"/>
                <a:gd name="connsiteY7" fmla="*/ 250058 h 1499473"/>
                <a:gd name="connsiteX0" fmla="*/ 0 w 3670300"/>
                <a:gd name="connsiteY0" fmla="*/ 250058 h 1499473"/>
                <a:gd name="connsiteX1" fmla="*/ 2916185 w 3670300"/>
                <a:gd name="connsiteY1" fmla="*/ 250058 h 1499473"/>
                <a:gd name="connsiteX2" fmla="*/ 2916185 w 3670300"/>
                <a:gd name="connsiteY2" fmla="*/ 0 h 1499473"/>
                <a:gd name="connsiteX3" fmla="*/ 3670300 w 3670300"/>
                <a:gd name="connsiteY3" fmla="*/ 1147815 h 1499473"/>
                <a:gd name="connsiteX4" fmla="*/ 2916185 w 3670300"/>
                <a:gd name="connsiteY4" fmla="*/ 1000230 h 1499473"/>
                <a:gd name="connsiteX5" fmla="*/ 2916185 w 3670300"/>
                <a:gd name="connsiteY5" fmla="*/ 750173 h 1499473"/>
                <a:gd name="connsiteX6" fmla="*/ 190500 w 3670300"/>
                <a:gd name="connsiteY6" fmla="*/ 1499473 h 1499473"/>
                <a:gd name="connsiteX7" fmla="*/ 0 w 3670300"/>
                <a:gd name="connsiteY7" fmla="*/ 250058 h 1499473"/>
                <a:gd name="connsiteX0" fmla="*/ 0 w 3670300"/>
                <a:gd name="connsiteY0" fmla="*/ 250058 h 1559030"/>
                <a:gd name="connsiteX1" fmla="*/ 2916185 w 3670300"/>
                <a:gd name="connsiteY1" fmla="*/ 250058 h 1559030"/>
                <a:gd name="connsiteX2" fmla="*/ 2916185 w 3670300"/>
                <a:gd name="connsiteY2" fmla="*/ 0 h 1559030"/>
                <a:gd name="connsiteX3" fmla="*/ 3670300 w 3670300"/>
                <a:gd name="connsiteY3" fmla="*/ 1147815 h 1559030"/>
                <a:gd name="connsiteX4" fmla="*/ 2776485 w 3670300"/>
                <a:gd name="connsiteY4" fmla="*/ 1559030 h 1559030"/>
                <a:gd name="connsiteX5" fmla="*/ 2916185 w 3670300"/>
                <a:gd name="connsiteY5" fmla="*/ 750173 h 1559030"/>
                <a:gd name="connsiteX6" fmla="*/ 190500 w 3670300"/>
                <a:gd name="connsiteY6" fmla="*/ 1499473 h 1559030"/>
                <a:gd name="connsiteX7" fmla="*/ 0 w 3670300"/>
                <a:gd name="connsiteY7" fmla="*/ 250058 h 1559030"/>
                <a:gd name="connsiteX0" fmla="*/ 0 w 3670300"/>
                <a:gd name="connsiteY0" fmla="*/ 250058 h 1559030"/>
                <a:gd name="connsiteX1" fmla="*/ 2916185 w 3670300"/>
                <a:gd name="connsiteY1" fmla="*/ 250058 h 1559030"/>
                <a:gd name="connsiteX2" fmla="*/ 2916185 w 3670300"/>
                <a:gd name="connsiteY2" fmla="*/ 0 h 1559030"/>
                <a:gd name="connsiteX3" fmla="*/ 3670300 w 3670300"/>
                <a:gd name="connsiteY3" fmla="*/ 1147815 h 1559030"/>
                <a:gd name="connsiteX4" fmla="*/ 2776485 w 3670300"/>
                <a:gd name="connsiteY4" fmla="*/ 1559030 h 1559030"/>
                <a:gd name="connsiteX5" fmla="*/ 2776485 w 3670300"/>
                <a:gd name="connsiteY5" fmla="*/ 851773 h 1559030"/>
                <a:gd name="connsiteX6" fmla="*/ 190500 w 3670300"/>
                <a:gd name="connsiteY6" fmla="*/ 1499473 h 1559030"/>
                <a:gd name="connsiteX7" fmla="*/ 0 w 3670300"/>
                <a:gd name="connsiteY7" fmla="*/ 250058 h 1559030"/>
                <a:gd name="connsiteX0" fmla="*/ 0 w 3670300"/>
                <a:gd name="connsiteY0" fmla="*/ 250058 h 1559030"/>
                <a:gd name="connsiteX1" fmla="*/ 2916185 w 3670300"/>
                <a:gd name="connsiteY1" fmla="*/ 250058 h 1559030"/>
                <a:gd name="connsiteX2" fmla="*/ 2916185 w 3670300"/>
                <a:gd name="connsiteY2" fmla="*/ 0 h 1559030"/>
                <a:gd name="connsiteX3" fmla="*/ 3670300 w 3670300"/>
                <a:gd name="connsiteY3" fmla="*/ 1147815 h 1559030"/>
                <a:gd name="connsiteX4" fmla="*/ 2776485 w 3670300"/>
                <a:gd name="connsiteY4" fmla="*/ 1559030 h 1559030"/>
                <a:gd name="connsiteX5" fmla="*/ 2776485 w 3670300"/>
                <a:gd name="connsiteY5" fmla="*/ 851773 h 1559030"/>
                <a:gd name="connsiteX6" fmla="*/ 190500 w 3670300"/>
                <a:gd name="connsiteY6" fmla="*/ 1499473 h 1559030"/>
                <a:gd name="connsiteX7" fmla="*/ 0 w 3670300"/>
                <a:gd name="connsiteY7" fmla="*/ 250058 h 1559030"/>
                <a:gd name="connsiteX0" fmla="*/ 0 w 3670300"/>
                <a:gd name="connsiteY0" fmla="*/ 0 h 1308972"/>
                <a:gd name="connsiteX1" fmla="*/ 2916185 w 3670300"/>
                <a:gd name="connsiteY1" fmla="*/ 0 h 1308972"/>
                <a:gd name="connsiteX2" fmla="*/ 3411485 w 3670300"/>
                <a:gd name="connsiteY2" fmla="*/ 92842 h 1308972"/>
                <a:gd name="connsiteX3" fmla="*/ 3670300 w 3670300"/>
                <a:gd name="connsiteY3" fmla="*/ 897757 h 1308972"/>
                <a:gd name="connsiteX4" fmla="*/ 2776485 w 3670300"/>
                <a:gd name="connsiteY4" fmla="*/ 1308972 h 1308972"/>
                <a:gd name="connsiteX5" fmla="*/ 2776485 w 3670300"/>
                <a:gd name="connsiteY5" fmla="*/ 601715 h 1308972"/>
                <a:gd name="connsiteX6" fmla="*/ 190500 w 3670300"/>
                <a:gd name="connsiteY6" fmla="*/ 1249415 h 1308972"/>
                <a:gd name="connsiteX7" fmla="*/ 0 w 3670300"/>
                <a:gd name="connsiteY7" fmla="*/ 0 h 1308972"/>
                <a:gd name="connsiteX0" fmla="*/ 0 w 3670300"/>
                <a:gd name="connsiteY0" fmla="*/ 0 h 1308972"/>
                <a:gd name="connsiteX1" fmla="*/ 2928885 w 3670300"/>
                <a:gd name="connsiteY1" fmla="*/ 406400 h 1308972"/>
                <a:gd name="connsiteX2" fmla="*/ 3411485 w 3670300"/>
                <a:gd name="connsiteY2" fmla="*/ 92842 h 1308972"/>
                <a:gd name="connsiteX3" fmla="*/ 3670300 w 3670300"/>
                <a:gd name="connsiteY3" fmla="*/ 897757 h 1308972"/>
                <a:gd name="connsiteX4" fmla="*/ 2776485 w 3670300"/>
                <a:gd name="connsiteY4" fmla="*/ 1308972 h 1308972"/>
                <a:gd name="connsiteX5" fmla="*/ 2776485 w 3670300"/>
                <a:gd name="connsiteY5" fmla="*/ 601715 h 1308972"/>
                <a:gd name="connsiteX6" fmla="*/ 190500 w 3670300"/>
                <a:gd name="connsiteY6" fmla="*/ 1249415 h 1308972"/>
                <a:gd name="connsiteX7" fmla="*/ 0 w 3670300"/>
                <a:gd name="connsiteY7" fmla="*/ 0 h 1308972"/>
                <a:gd name="connsiteX0" fmla="*/ 0 w 3670300"/>
                <a:gd name="connsiteY0" fmla="*/ 0 h 1308972"/>
                <a:gd name="connsiteX1" fmla="*/ 2928885 w 3670300"/>
                <a:gd name="connsiteY1" fmla="*/ 406400 h 1308972"/>
                <a:gd name="connsiteX2" fmla="*/ 3411485 w 3670300"/>
                <a:gd name="connsiteY2" fmla="*/ 92842 h 1308972"/>
                <a:gd name="connsiteX3" fmla="*/ 3670300 w 3670300"/>
                <a:gd name="connsiteY3" fmla="*/ 897757 h 1308972"/>
                <a:gd name="connsiteX4" fmla="*/ 2776485 w 3670300"/>
                <a:gd name="connsiteY4" fmla="*/ 1308972 h 1308972"/>
                <a:gd name="connsiteX5" fmla="*/ 2776485 w 3670300"/>
                <a:gd name="connsiteY5" fmla="*/ 601715 h 1308972"/>
                <a:gd name="connsiteX6" fmla="*/ 190500 w 3670300"/>
                <a:gd name="connsiteY6" fmla="*/ 1249415 h 1308972"/>
                <a:gd name="connsiteX7" fmla="*/ 0 w 3670300"/>
                <a:gd name="connsiteY7" fmla="*/ 0 h 1308972"/>
                <a:gd name="connsiteX0" fmla="*/ 0 w 3670300"/>
                <a:gd name="connsiteY0" fmla="*/ 421441 h 1730413"/>
                <a:gd name="connsiteX1" fmla="*/ 2928885 w 3670300"/>
                <a:gd name="connsiteY1" fmla="*/ 827841 h 1730413"/>
                <a:gd name="connsiteX2" fmla="*/ 3411485 w 3670300"/>
                <a:gd name="connsiteY2" fmla="*/ 514283 h 1730413"/>
                <a:gd name="connsiteX3" fmla="*/ 3670300 w 3670300"/>
                <a:gd name="connsiteY3" fmla="*/ 1319198 h 1730413"/>
                <a:gd name="connsiteX4" fmla="*/ 2776485 w 3670300"/>
                <a:gd name="connsiteY4" fmla="*/ 1730413 h 1730413"/>
                <a:gd name="connsiteX5" fmla="*/ 2776485 w 3670300"/>
                <a:gd name="connsiteY5" fmla="*/ 1023156 h 1730413"/>
                <a:gd name="connsiteX6" fmla="*/ 190500 w 3670300"/>
                <a:gd name="connsiteY6" fmla="*/ 1670856 h 1730413"/>
                <a:gd name="connsiteX7" fmla="*/ 0 w 3670300"/>
                <a:gd name="connsiteY7" fmla="*/ 421441 h 1730413"/>
                <a:gd name="connsiteX0" fmla="*/ 0 w 3695700"/>
                <a:gd name="connsiteY0" fmla="*/ 992800 h 1539772"/>
                <a:gd name="connsiteX1" fmla="*/ 2954285 w 3695700"/>
                <a:gd name="connsiteY1" fmla="*/ 637200 h 1539772"/>
                <a:gd name="connsiteX2" fmla="*/ 3436885 w 3695700"/>
                <a:gd name="connsiteY2" fmla="*/ 323642 h 1539772"/>
                <a:gd name="connsiteX3" fmla="*/ 3695700 w 3695700"/>
                <a:gd name="connsiteY3" fmla="*/ 1128557 h 1539772"/>
                <a:gd name="connsiteX4" fmla="*/ 2801885 w 3695700"/>
                <a:gd name="connsiteY4" fmla="*/ 1539772 h 1539772"/>
                <a:gd name="connsiteX5" fmla="*/ 2801885 w 3695700"/>
                <a:gd name="connsiteY5" fmla="*/ 832515 h 1539772"/>
                <a:gd name="connsiteX6" fmla="*/ 215900 w 3695700"/>
                <a:gd name="connsiteY6" fmla="*/ 1480215 h 1539772"/>
                <a:gd name="connsiteX7" fmla="*/ 0 w 3695700"/>
                <a:gd name="connsiteY7" fmla="*/ 992800 h 1539772"/>
                <a:gd name="connsiteX0" fmla="*/ 50371 w 3746071"/>
                <a:gd name="connsiteY0" fmla="*/ 1017374 h 1564346"/>
                <a:gd name="connsiteX1" fmla="*/ 3004656 w 3746071"/>
                <a:gd name="connsiteY1" fmla="*/ 661774 h 1564346"/>
                <a:gd name="connsiteX2" fmla="*/ 3487256 w 3746071"/>
                <a:gd name="connsiteY2" fmla="*/ 348216 h 1564346"/>
                <a:gd name="connsiteX3" fmla="*/ 3746071 w 3746071"/>
                <a:gd name="connsiteY3" fmla="*/ 1153131 h 1564346"/>
                <a:gd name="connsiteX4" fmla="*/ 2852256 w 3746071"/>
                <a:gd name="connsiteY4" fmla="*/ 1564346 h 1564346"/>
                <a:gd name="connsiteX5" fmla="*/ 2852256 w 3746071"/>
                <a:gd name="connsiteY5" fmla="*/ 857089 h 1564346"/>
                <a:gd name="connsiteX6" fmla="*/ 266271 w 3746071"/>
                <a:gd name="connsiteY6" fmla="*/ 1504789 h 1564346"/>
                <a:gd name="connsiteX7" fmla="*/ 50371 w 3746071"/>
                <a:gd name="connsiteY7" fmla="*/ 1017374 h 1564346"/>
                <a:gd name="connsiteX0" fmla="*/ 74164 w 3769864"/>
                <a:gd name="connsiteY0" fmla="*/ 872730 h 1419702"/>
                <a:gd name="connsiteX1" fmla="*/ 3028449 w 3769864"/>
                <a:gd name="connsiteY1" fmla="*/ 517130 h 1419702"/>
                <a:gd name="connsiteX2" fmla="*/ 3511049 w 3769864"/>
                <a:gd name="connsiteY2" fmla="*/ 203572 h 1419702"/>
                <a:gd name="connsiteX3" fmla="*/ 3769864 w 3769864"/>
                <a:gd name="connsiteY3" fmla="*/ 1008487 h 1419702"/>
                <a:gd name="connsiteX4" fmla="*/ 2876049 w 3769864"/>
                <a:gd name="connsiteY4" fmla="*/ 1419702 h 1419702"/>
                <a:gd name="connsiteX5" fmla="*/ 2876049 w 3769864"/>
                <a:gd name="connsiteY5" fmla="*/ 712445 h 1419702"/>
                <a:gd name="connsiteX6" fmla="*/ 290064 w 3769864"/>
                <a:gd name="connsiteY6" fmla="*/ 1360145 h 1419702"/>
                <a:gd name="connsiteX7" fmla="*/ 74164 w 3769864"/>
                <a:gd name="connsiteY7" fmla="*/ 872730 h 1419702"/>
                <a:gd name="connsiteX0" fmla="*/ 72695 w 3806495"/>
                <a:gd name="connsiteY0" fmla="*/ 1166883 h 1358255"/>
                <a:gd name="connsiteX1" fmla="*/ 3065080 w 3806495"/>
                <a:gd name="connsiteY1" fmla="*/ 455683 h 1358255"/>
                <a:gd name="connsiteX2" fmla="*/ 3547680 w 3806495"/>
                <a:gd name="connsiteY2" fmla="*/ 142125 h 1358255"/>
                <a:gd name="connsiteX3" fmla="*/ 3806495 w 3806495"/>
                <a:gd name="connsiteY3" fmla="*/ 947040 h 1358255"/>
                <a:gd name="connsiteX4" fmla="*/ 2912680 w 3806495"/>
                <a:gd name="connsiteY4" fmla="*/ 1358255 h 1358255"/>
                <a:gd name="connsiteX5" fmla="*/ 2912680 w 3806495"/>
                <a:gd name="connsiteY5" fmla="*/ 650998 h 1358255"/>
                <a:gd name="connsiteX6" fmla="*/ 326695 w 3806495"/>
                <a:gd name="connsiteY6" fmla="*/ 1298698 h 1358255"/>
                <a:gd name="connsiteX7" fmla="*/ 72695 w 3806495"/>
                <a:gd name="connsiteY7" fmla="*/ 1166883 h 1358255"/>
                <a:gd name="connsiteX0" fmla="*/ 13326 w 3747126"/>
                <a:gd name="connsiteY0" fmla="*/ 1210226 h 1401598"/>
                <a:gd name="connsiteX1" fmla="*/ 3005711 w 3747126"/>
                <a:gd name="connsiteY1" fmla="*/ 499026 h 1401598"/>
                <a:gd name="connsiteX2" fmla="*/ 3488311 w 3747126"/>
                <a:gd name="connsiteY2" fmla="*/ 185468 h 1401598"/>
                <a:gd name="connsiteX3" fmla="*/ 3747126 w 3747126"/>
                <a:gd name="connsiteY3" fmla="*/ 990383 h 1401598"/>
                <a:gd name="connsiteX4" fmla="*/ 2853311 w 3747126"/>
                <a:gd name="connsiteY4" fmla="*/ 1401598 h 1401598"/>
                <a:gd name="connsiteX5" fmla="*/ 2853311 w 3747126"/>
                <a:gd name="connsiteY5" fmla="*/ 694341 h 1401598"/>
                <a:gd name="connsiteX6" fmla="*/ 267326 w 3747126"/>
                <a:gd name="connsiteY6" fmla="*/ 1342041 h 1401598"/>
                <a:gd name="connsiteX7" fmla="*/ 13326 w 3747126"/>
                <a:gd name="connsiteY7" fmla="*/ 1210226 h 1401598"/>
                <a:gd name="connsiteX0" fmla="*/ 9308 w 3743108"/>
                <a:gd name="connsiteY0" fmla="*/ 1204745 h 1396117"/>
                <a:gd name="connsiteX1" fmla="*/ 3001693 w 3743108"/>
                <a:gd name="connsiteY1" fmla="*/ 493545 h 1396117"/>
                <a:gd name="connsiteX2" fmla="*/ 3484293 w 3743108"/>
                <a:gd name="connsiteY2" fmla="*/ 179987 h 1396117"/>
                <a:gd name="connsiteX3" fmla="*/ 3743108 w 3743108"/>
                <a:gd name="connsiteY3" fmla="*/ 984902 h 1396117"/>
                <a:gd name="connsiteX4" fmla="*/ 2849293 w 3743108"/>
                <a:gd name="connsiteY4" fmla="*/ 1396117 h 1396117"/>
                <a:gd name="connsiteX5" fmla="*/ 2849293 w 3743108"/>
                <a:gd name="connsiteY5" fmla="*/ 688860 h 1396117"/>
                <a:gd name="connsiteX6" fmla="*/ 263308 w 3743108"/>
                <a:gd name="connsiteY6" fmla="*/ 1336560 h 1396117"/>
                <a:gd name="connsiteX7" fmla="*/ 9308 w 3743108"/>
                <a:gd name="connsiteY7" fmla="*/ 1204745 h 1396117"/>
                <a:gd name="connsiteX0" fmla="*/ 10457 w 3744257"/>
                <a:gd name="connsiteY0" fmla="*/ 1188314 h 1379686"/>
                <a:gd name="connsiteX1" fmla="*/ 3002842 w 3744257"/>
                <a:gd name="connsiteY1" fmla="*/ 477114 h 1379686"/>
                <a:gd name="connsiteX2" fmla="*/ 3485442 w 3744257"/>
                <a:gd name="connsiteY2" fmla="*/ 163556 h 1379686"/>
                <a:gd name="connsiteX3" fmla="*/ 3744257 w 3744257"/>
                <a:gd name="connsiteY3" fmla="*/ 968471 h 1379686"/>
                <a:gd name="connsiteX4" fmla="*/ 2850442 w 3744257"/>
                <a:gd name="connsiteY4" fmla="*/ 1379686 h 1379686"/>
                <a:gd name="connsiteX5" fmla="*/ 2850442 w 3744257"/>
                <a:gd name="connsiteY5" fmla="*/ 672429 h 1379686"/>
                <a:gd name="connsiteX6" fmla="*/ 264457 w 3744257"/>
                <a:gd name="connsiteY6" fmla="*/ 1320129 h 1379686"/>
                <a:gd name="connsiteX7" fmla="*/ 10457 w 3744257"/>
                <a:gd name="connsiteY7" fmla="*/ 1188314 h 1379686"/>
                <a:gd name="connsiteX0" fmla="*/ 10457 w 3744257"/>
                <a:gd name="connsiteY0" fmla="*/ 1188314 h 1379686"/>
                <a:gd name="connsiteX1" fmla="*/ 3002842 w 3744257"/>
                <a:gd name="connsiteY1" fmla="*/ 477114 h 1379686"/>
                <a:gd name="connsiteX2" fmla="*/ 3485442 w 3744257"/>
                <a:gd name="connsiteY2" fmla="*/ 163556 h 1379686"/>
                <a:gd name="connsiteX3" fmla="*/ 3744257 w 3744257"/>
                <a:gd name="connsiteY3" fmla="*/ 968471 h 1379686"/>
                <a:gd name="connsiteX4" fmla="*/ 2850442 w 3744257"/>
                <a:gd name="connsiteY4" fmla="*/ 1379686 h 1379686"/>
                <a:gd name="connsiteX5" fmla="*/ 3002842 w 3744257"/>
                <a:gd name="connsiteY5" fmla="*/ 913729 h 1379686"/>
                <a:gd name="connsiteX6" fmla="*/ 264457 w 3744257"/>
                <a:gd name="connsiteY6" fmla="*/ 1320129 h 1379686"/>
                <a:gd name="connsiteX7" fmla="*/ 10457 w 3744257"/>
                <a:gd name="connsiteY7" fmla="*/ 1188314 h 1379686"/>
                <a:gd name="connsiteX0" fmla="*/ 9174 w 3742974"/>
                <a:gd name="connsiteY0" fmla="*/ 1126009 h 1317381"/>
                <a:gd name="connsiteX1" fmla="*/ 3242859 w 3742974"/>
                <a:gd name="connsiteY1" fmla="*/ 491009 h 1317381"/>
                <a:gd name="connsiteX2" fmla="*/ 3484159 w 3742974"/>
                <a:gd name="connsiteY2" fmla="*/ 101251 h 1317381"/>
                <a:gd name="connsiteX3" fmla="*/ 3742974 w 3742974"/>
                <a:gd name="connsiteY3" fmla="*/ 906166 h 1317381"/>
                <a:gd name="connsiteX4" fmla="*/ 2849159 w 3742974"/>
                <a:gd name="connsiteY4" fmla="*/ 1317381 h 1317381"/>
                <a:gd name="connsiteX5" fmla="*/ 3001559 w 3742974"/>
                <a:gd name="connsiteY5" fmla="*/ 851424 h 1317381"/>
                <a:gd name="connsiteX6" fmla="*/ 263174 w 3742974"/>
                <a:gd name="connsiteY6" fmla="*/ 1257824 h 1317381"/>
                <a:gd name="connsiteX7" fmla="*/ 9174 w 3742974"/>
                <a:gd name="connsiteY7" fmla="*/ 1126009 h 1317381"/>
                <a:gd name="connsiteX0" fmla="*/ 9174 w 3742974"/>
                <a:gd name="connsiteY0" fmla="*/ 1126009 h 1317381"/>
                <a:gd name="connsiteX1" fmla="*/ 3242859 w 3742974"/>
                <a:gd name="connsiteY1" fmla="*/ 491009 h 1317381"/>
                <a:gd name="connsiteX2" fmla="*/ 3433359 w 3742974"/>
                <a:gd name="connsiteY2" fmla="*/ 253651 h 1317381"/>
                <a:gd name="connsiteX3" fmla="*/ 3742974 w 3742974"/>
                <a:gd name="connsiteY3" fmla="*/ 906166 h 1317381"/>
                <a:gd name="connsiteX4" fmla="*/ 2849159 w 3742974"/>
                <a:gd name="connsiteY4" fmla="*/ 1317381 h 1317381"/>
                <a:gd name="connsiteX5" fmla="*/ 3001559 w 3742974"/>
                <a:gd name="connsiteY5" fmla="*/ 851424 h 1317381"/>
                <a:gd name="connsiteX6" fmla="*/ 263174 w 3742974"/>
                <a:gd name="connsiteY6" fmla="*/ 1257824 h 1317381"/>
                <a:gd name="connsiteX7" fmla="*/ 9174 w 3742974"/>
                <a:gd name="connsiteY7" fmla="*/ 1126009 h 1317381"/>
                <a:gd name="connsiteX0" fmla="*/ 9174 w 3450874"/>
                <a:gd name="connsiteY0" fmla="*/ 1126009 h 1317381"/>
                <a:gd name="connsiteX1" fmla="*/ 3242859 w 3450874"/>
                <a:gd name="connsiteY1" fmla="*/ 491009 h 1317381"/>
                <a:gd name="connsiteX2" fmla="*/ 3433359 w 3450874"/>
                <a:gd name="connsiteY2" fmla="*/ 253651 h 1317381"/>
                <a:gd name="connsiteX3" fmla="*/ 3450874 w 3450874"/>
                <a:gd name="connsiteY3" fmla="*/ 931566 h 1317381"/>
                <a:gd name="connsiteX4" fmla="*/ 2849159 w 3450874"/>
                <a:gd name="connsiteY4" fmla="*/ 1317381 h 1317381"/>
                <a:gd name="connsiteX5" fmla="*/ 3001559 w 3450874"/>
                <a:gd name="connsiteY5" fmla="*/ 851424 h 1317381"/>
                <a:gd name="connsiteX6" fmla="*/ 263174 w 3450874"/>
                <a:gd name="connsiteY6" fmla="*/ 1257824 h 1317381"/>
                <a:gd name="connsiteX7" fmla="*/ 9174 w 3450874"/>
                <a:gd name="connsiteY7" fmla="*/ 1126009 h 1317381"/>
                <a:gd name="connsiteX0" fmla="*/ 9174 w 3450874"/>
                <a:gd name="connsiteY0" fmla="*/ 1126009 h 1257824"/>
                <a:gd name="connsiteX1" fmla="*/ 3242859 w 3450874"/>
                <a:gd name="connsiteY1" fmla="*/ 491009 h 1257824"/>
                <a:gd name="connsiteX2" fmla="*/ 3433359 w 3450874"/>
                <a:gd name="connsiteY2" fmla="*/ 253651 h 1257824"/>
                <a:gd name="connsiteX3" fmla="*/ 3450874 w 3450874"/>
                <a:gd name="connsiteY3" fmla="*/ 931566 h 1257824"/>
                <a:gd name="connsiteX4" fmla="*/ 3026959 w 3450874"/>
                <a:gd name="connsiteY4" fmla="*/ 1152281 h 1257824"/>
                <a:gd name="connsiteX5" fmla="*/ 3001559 w 3450874"/>
                <a:gd name="connsiteY5" fmla="*/ 851424 h 1257824"/>
                <a:gd name="connsiteX6" fmla="*/ 263174 w 3450874"/>
                <a:gd name="connsiteY6" fmla="*/ 1257824 h 1257824"/>
                <a:gd name="connsiteX7" fmla="*/ 9174 w 3450874"/>
                <a:gd name="connsiteY7" fmla="*/ 1126009 h 1257824"/>
                <a:gd name="connsiteX0" fmla="*/ 9174 w 3450874"/>
                <a:gd name="connsiteY0" fmla="*/ 1126009 h 1257824"/>
                <a:gd name="connsiteX1" fmla="*/ 3242859 w 3450874"/>
                <a:gd name="connsiteY1" fmla="*/ 491009 h 1257824"/>
                <a:gd name="connsiteX2" fmla="*/ 3407959 w 3450874"/>
                <a:gd name="connsiteY2" fmla="*/ 367951 h 1257824"/>
                <a:gd name="connsiteX3" fmla="*/ 3450874 w 3450874"/>
                <a:gd name="connsiteY3" fmla="*/ 931566 h 1257824"/>
                <a:gd name="connsiteX4" fmla="*/ 3026959 w 3450874"/>
                <a:gd name="connsiteY4" fmla="*/ 1152281 h 1257824"/>
                <a:gd name="connsiteX5" fmla="*/ 3001559 w 3450874"/>
                <a:gd name="connsiteY5" fmla="*/ 851424 h 1257824"/>
                <a:gd name="connsiteX6" fmla="*/ 263174 w 3450874"/>
                <a:gd name="connsiteY6" fmla="*/ 1257824 h 1257824"/>
                <a:gd name="connsiteX7" fmla="*/ 9174 w 3450874"/>
                <a:gd name="connsiteY7" fmla="*/ 1126009 h 1257824"/>
                <a:gd name="connsiteX0" fmla="*/ 9174 w 3450874"/>
                <a:gd name="connsiteY0" fmla="*/ 1126009 h 1342781"/>
                <a:gd name="connsiteX1" fmla="*/ 3242859 w 3450874"/>
                <a:gd name="connsiteY1" fmla="*/ 491009 h 1342781"/>
                <a:gd name="connsiteX2" fmla="*/ 3407959 w 3450874"/>
                <a:gd name="connsiteY2" fmla="*/ 367951 h 1342781"/>
                <a:gd name="connsiteX3" fmla="*/ 3450874 w 3450874"/>
                <a:gd name="connsiteY3" fmla="*/ 931566 h 1342781"/>
                <a:gd name="connsiteX4" fmla="*/ 2925359 w 3450874"/>
                <a:gd name="connsiteY4" fmla="*/ 1342781 h 1342781"/>
                <a:gd name="connsiteX5" fmla="*/ 3001559 w 3450874"/>
                <a:gd name="connsiteY5" fmla="*/ 851424 h 1342781"/>
                <a:gd name="connsiteX6" fmla="*/ 263174 w 3450874"/>
                <a:gd name="connsiteY6" fmla="*/ 1257824 h 1342781"/>
                <a:gd name="connsiteX7" fmla="*/ 9174 w 3450874"/>
                <a:gd name="connsiteY7" fmla="*/ 1126009 h 1342781"/>
                <a:gd name="connsiteX0" fmla="*/ 9174 w 3450874"/>
                <a:gd name="connsiteY0" fmla="*/ 1126009 h 1342781"/>
                <a:gd name="connsiteX1" fmla="*/ 3242859 w 3450874"/>
                <a:gd name="connsiteY1" fmla="*/ 491009 h 1342781"/>
                <a:gd name="connsiteX2" fmla="*/ 3433359 w 3450874"/>
                <a:gd name="connsiteY2" fmla="*/ 177451 h 1342781"/>
                <a:gd name="connsiteX3" fmla="*/ 3450874 w 3450874"/>
                <a:gd name="connsiteY3" fmla="*/ 931566 h 1342781"/>
                <a:gd name="connsiteX4" fmla="*/ 2925359 w 3450874"/>
                <a:gd name="connsiteY4" fmla="*/ 1342781 h 1342781"/>
                <a:gd name="connsiteX5" fmla="*/ 3001559 w 3450874"/>
                <a:gd name="connsiteY5" fmla="*/ 851424 h 1342781"/>
                <a:gd name="connsiteX6" fmla="*/ 263174 w 3450874"/>
                <a:gd name="connsiteY6" fmla="*/ 1257824 h 1342781"/>
                <a:gd name="connsiteX7" fmla="*/ 9174 w 3450874"/>
                <a:gd name="connsiteY7" fmla="*/ 1126009 h 1342781"/>
                <a:gd name="connsiteX0" fmla="*/ 9174 w 3603274"/>
                <a:gd name="connsiteY0" fmla="*/ 1126009 h 1342781"/>
                <a:gd name="connsiteX1" fmla="*/ 3242859 w 3603274"/>
                <a:gd name="connsiteY1" fmla="*/ 491009 h 1342781"/>
                <a:gd name="connsiteX2" fmla="*/ 3433359 w 3603274"/>
                <a:gd name="connsiteY2" fmla="*/ 177451 h 1342781"/>
                <a:gd name="connsiteX3" fmla="*/ 3603274 w 3603274"/>
                <a:gd name="connsiteY3" fmla="*/ 956966 h 1342781"/>
                <a:gd name="connsiteX4" fmla="*/ 2925359 w 3603274"/>
                <a:gd name="connsiteY4" fmla="*/ 1342781 h 1342781"/>
                <a:gd name="connsiteX5" fmla="*/ 3001559 w 3603274"/>
                <a:gd name="connsiteY5" fmla="*/ 851424 h 1342781"/>
                <a:gd name="connsiteX6" fmla="*/ 263174 w 3603274"/>
                <a:gd name="connsiteY6" fmla="*/ 1257824 h 1342781"/>
                <a:gd name="connsiteX7" fmla="*/ 9174 w 3603274"/>
                <a:gd name="connsiteY7" fmla="*/ 1126009 h 1342781"/>
                <a:gd name="connsiteX0" fmla="*/ 12597 w 3606697"/>
                <a:gd name="connsiteY0" fmla="*/ 1126009 h 1342781"/>
                <a:gd name="connsiteX1" fmla="*/ 3246282 w 3606697"/>
                <a:gd name="connsiteY1" fmla="*/ 491009 h 1342781"/>
                <a:gd name="connsiteX2" fmla="*/ 3436782 w 3606697"/>
                <a:gd name="connsiteY2" fmla="*/ 177451 h 1342781"/>
                <a:gd name="connsiteX3" fmla="*/ 3606697 w 3606697"/>
                <a:gd name="connsiteY3" fmla="*/ 956966 h 1342781"/>
                <a:gd name="connsiteX4" fmla="*/ 2928782 w 3606697"/>
                <a:gd name="connsiteY4" fmla="*/ 1342781 h 1342781"/>
                <a:gd name="connsiteX5" fmla="*/ 3004982 w 3606697"/>
                <a:gd name="connsiteY5" fmla="*/ 851424 h 1342781"/>
                <a:gd name="connsiteX6" fmla="*/ 266597 w 3606697"/>
                <a:gd name="connsiteY6" fmla="*/ 1257824 h 1342781"/>
                <a:gd name="connsiteX7" fmla="*/ 12597 w 3606697"/>
                <a:gd name="connsiteY7" fmla="*/ 1126009 h 1342781"/>
                <a:gd name="connsiteX0" fmla="*/ 12597 w 3657497"/>
                <a:gd name="connsiteY0" fmla="*/ 1126009 h 1342781"/>
                <a:gd name="connsiteX1" fmla="*/ 3246282 w 3657497"/>
                <a:gd name="connsiteY1" fmla="*/ 491009 h 1342781"/>
                <a:gd name="connsiteX2" fmla="*/ 3436782 w 3657497"/>
                <a:gd name="connsiteY2" fmla="*/ 177451 h 1342781"/>
                <a:gd name="connsiteX3" fmla="*/ 3657497 w 3657497"/>
                <a:gd name="connsiteY3" fmla="*/ 1045866 h 1342781"/>
                <a:gd name="connsiteX4" fmla="*/ 2928782 w 3657497"/>
                <a:gd name="connsiteY4" fmla="*/ 1342781 h 1342781"/>
                <a:gd name="connsiteX5" fmla="*/ 3004982 w 3657497"/>
                <a:gd name="connsiteY5" fmla="*/ 851424 h 1342781"/>
                <a:gd name="connsiteX6" fmla="*/ 266597 w 3657497"/>
                <a:gd name="connsiteY6" fmla="*/ 1257824 h 1342781"/>
                <a:gd name="connsiteX7" fmla="*/ 12597 w 3657497"/>
                <a:gd name="connsiteY7" fmla="*/ 1126009 h 1342781"/>
                <a:gd name="connsiteX0" fmla="*/ 12597 w 3657497"/>
                <a:gd name="connsiteY0" fmla="*/ 1126009 h 1279281"/>
                <a:gd name="connsiteX1" fmla="*/ 3246282 w 3657497"/>
                <a:gd name="connsiteY1" fmla="*/ 491009 h 1279281"/>
                <a:gd name="connsiteX2" fmla="*/ 3436782 w 3657497"/>
                <a:gd name="connsiteY2" fmla="*/ 177451 h 1279281"/>
                <a:gd name="connsiteX3" fmla="*/ 3657497 w 3657497"/>
                <a:gd name="connsiteY3" fmla="*/ 1045866 h 1279281"/>
                <a:gd name="connsiteX4" fmla="*/ 2865282 w 3657497"/>
                <a:gd name="connsiteY4" fmla="*/ 1279281 h 1279281"/>
                <a:gd name="connsiteX5" fmla="*/ 3004982 w 3657497"/>
                <a:gd name="connsiteY5" fmla="*/ 851424 h 1279281"/>
                <a:gd name="connsiteX6" fmla="*/ 266597 w 3657497"/>
                <a:gd name="connsiteY6" fmla="*/ 1257824 h 1279281"/>
                <a:gd name="connsiteX7" fmla="*/ 12597 w 3657497"/>
                <a:gd name="connsiteY7" fmla="*/ 1126009 h 1279281"/>
                <a:gd name="connsiteX0" fmla="*/ 12597 w 3657497"/>
                <a:gd name="connsiteY0" fmla="*/ 1126009 h 1279281"/>
                <a:gd name="connsiteX1" fmla="*/ 3246282 w 3657497"/>
                <a:gd name="connsiteY1" fmla="*/ 491009 h 1279281"/>
                <a:gd name="connsiteX2" fmla="*/ 3512982 w 3657497"/>
                <a:gd name="connsiteY2" fmla="*/ 152051 h 1279281"/>
                <a:gd name="connsiteX3" fmla="*/ 3657497 w 3657497"/>
                <a:gd name="connsiteY3" fmla="*/ 1045866 h 1279281"/>
                <a:gd name="connsiteX4" fmla="*/ 2865282 w 3657497"/>
                <a:gd name="connsiteY4" fmla="*/ 1279281 h 1279281"/>
                <a:gd name="connsiteX5" fmla="*/ 3004982 w 3657497"/>
                <a:gd name="connsiteY5" fmla="*/ 851424 h 1279281"/>
                <a:gd name="connsiteX6" fmla="*/ 266597 w 3657497"/>
                <a:gd name="connsiteY6" fmla="*/ 1257824 h 1279281"/>
                <a:gd name="connsiteX7" fmla="*/ 12597 w 3657497"/>
                <a:gd name="connsiteY7" fmla="*/ 1126009 h 1279281"/>
                <a:gd name="connsiteX0" fmla="*/ 50800 w 3695700"/>
                <a:gd name="connsiteY0" fmla="*/ 1126009 h 1359424"/>
                <a:gd name="connsiteX1" fmla="*/ 3284485 w 3695700"/>
                <a:gd name="connsiteY1" fmla="*/ 491009 h 1359424"/>
                <a:gd name="connsiteX2" fmla="*/ 3551185 w 3695700"/>
                <a:gd name="connsiteY2" fmla="*/ 152051 h 1359424"/>
                <a:gd name="connsiteX3" fmla="*/ 3695700 w 3695700"/>
                <a:gd name="connsiteY3" fmla="*/ 1045866 h 1359424"/>
                <a:gd name="connsiteX4" fmla="*/ 2903485 w 3695700"/>
                <a:gd name="connsiteY4" fmla="*/ 1279281 h 1359424"/>
                <a:gd name="connsiteX5" fmla="*/ 3043185 w 3695700"/>
                <a:gd name="connsiteY5" fmla="*/ 851424 h 1359424"/>
                <a:gd name="connsiteX6" fmla="*/ 0 w 3695700"/>
                <a:gd name="connsiteY6" fmla="*/ 1359424 h 1359424"/>
                <a:gd name="connsiteX7" fmla="*/ 50800 w 3695700"/>
                <a:gd name="connsiteY7" fmla="*/ 1126009 h 1359424"/>
                <a:gd name="connsiteX0" fmla="*/ 10330 w 3972730"/>
                <a:gd name="connsiteY0" fmla="*/ 1126009 h 1359424"/>
                <a:gd name="connsiteX1" fmla="*/ 3561515 w 3972730"/>
                <a:gd name="connsiteY1" fmla="*/ 491009 h 1359424"/>
                <a:gd name="connsiteX2" fmla="*/ 3828215 w 3972730"/>
                <a:gd name="connsiteY2" fmla="*/ 152051 h 1359424"/>
                <a:gd name="connsiteX3" fmla="*/ 3972730 w 3972730"/>
                <a:gd name="connsiteY3" fmla="*/ 1045866 h 1359424"/>
                <a:gd name="connsiteX4" fmla="*/ 3180515 w 3972730"/>
                <a:gd name="connsiteY4" fmla="*/ 1279281 h 1359424"/>
                <a:gd name="connsiteX5" fmla="*/ 3320215 w 3972730"/>
                <a:gd name="connsiteY5" fmla="*/ 851424 h 1359424"/>
                <a:gd name="connsiteX6" fmla="*/ 277030 w 3972730"/>
                <a:gd name="connsiteY6" fmla="*/ 1359424 h 1359424"/>
                <a:gd name="connsiteX7" fmla="*/ 10330 w 3972730"/>
                <a:gd name="connsiteY7" fmla="*/ 1126009 h 1359424"/>
                <a:gd name="connsiteX0" fmla="*/ 10330 w 3972730"/>
                <a:gd name="connsiteY0" fmla="*/ 1126009 h 1367881"/>
                <a:gd name="connsiteX1" fmla="*/ 3561515 w 3972730"/>
                <a:gd name="connsiteY1" fmla="*/ 491009 h 1367881"/>
                <a:gd name="connsiteX2" fmla="*/ 3828215 w 3972730"/>
                <a:gd name="connsiteY2" fmla="*/ 152051 h 1367881"/>
                <a:gd name="connsiteX3" fmla="*/ 3972730 w 3972730"/>
                <a:gd name="connsiteY3" fmla="*/ 1045866 h 1367881"/>
                <a:gd name="connsiteX4" fmla="*/ 3180515 w 3972730"/>
                <a:gd name="connsiteY4" fmla="*/ 1279281 h 1367881"/>
                <a:gd name="connsiteX5" fmla="*/ 3320215 w 3972730"/>
                <a:gd name="connsiteY5" fmla="*/ 851424 h 1367881"/>
                <a:gd name="connsiteX6" fmla="*/ 16651 w 3972730"/>
                <a:gd name="connsiteY6" fmla="*/ 1367881 h 1367881"/>
                <a:gd name="connsiteX7" fmla="*/ 10330 w 3972730"/>
                <a:gd name="connsiteY7" fmla="*/ 1126009 h 1367881"/>
                <a:gd name="connsiteX0" fmla="*/ 10330 w 3972730"/>
                <a:gd name="connsiteY0" fmla="*/ 1126009 h 1367881"/>
                <a:gd name="connsiteX1" fmla="*/ 3561515 w 3972730"/>
                <a:gd name="connsiteY1" fmla="*/ 491009 h 1367881"/>
                <a:gd name="connsiteX2" fmla="*/ 3828215 w 3972730"/>
                <a:gd name="connsiteY2" fmla="*/ 152051 h 1367881"/>
                <a:gd name="connsiteX3" fmla="*/ 3972730 w 3972730"/>
                <a:gd name="connsiteY3" fmla="*/ 1045866 h 1367881"/>
                <a:gd name="connsiteX4" fmla="*/ 3180515 w 3972730"/>
                <a:gd name="connsiteY4" fmla="*/ 1279281 h 1367881"/>
                <a:gd name="connsiteX5" fmla="*/ 3320215 w 3972730"/>
                <a:gd name="connsiteY5" fmla="*/ 851424 h 1367881"/>
                <a:gd name="connsiteX6" fmla="*/ 16651 w 3972730"/>
                <a:gd name="connsiteY6" fmla="*/ 1367881 h 1367881"/>
                <a:gd name="connsiteX7" fmla="*/ 10330 w 3972730"/>
                <a:gd name="connsiteY7" fmla="*/ 1126009 h 1367881"/>
                <a:gd name="connsiteX0" fmla="*/ 9276 w 4170922"/>
                <a:gd name="connsiteY0" fmla="*/ 1085114 h 1377536"/>
                <a:gd name="connsiteX1" fmla="*/ 3759707 w 4170922"/>
                <a:gd name="connsiteY1" fmla="*/ 500664 h 1377536"/>
                <a:gd name="connsiteX2" fmla="*/ 4026407 w 4170922"/>
                <a:gd name="connsiteY2" fmla="*/ 161706 h 1377536"/>
                <a:gd name="connsiteX3" fmla="*/ 4170922 w 4170922"/>
                <a:gd name="connsiteY3" fmla="*/ 1055521 h 1377536"/>
                <a:gd name="connsiteX4" fmla="*/ 3378707 w 4170922"/>
                <a:gd name="connsiteY4" fmla="*/ 1288936 h 1377536"/>
                <a:gd name="connsiteX5" fmla="*/ 3518407 w 4170922"/>
                <a:gd name="connsiteY5" fmla="*/ 861079 h 1377536"/>
                <a:gd name="connsiteX6" fmla="*/ 214843 w 4170922"/>
                <a:gd name="connsiteY6" fmla="*/ 1377536 h 1377536"/>
                <a:gd name="connsiteX7" fmla="*/ 9276 w 4170922"/>
                <a:gd name="connsiteY7" fmla="*/ 1085114 h 1377536"/>
                <a:gd name="connsiteX0" fmla="*/ 0 w 4161646"/>
                <a:gd name="connsiteY0" fmla="*/ 1186556 h 1478978"/>
                <a:gd name="connsiteX1" fmla="*/ 3750431 w 4161646"/>
                <a:gd name="connsiteY1" fmla="*/ 602106 h 1478978"/>
                <a:gd name="connsiteX2" fmla="*/ 4017131 w 4161646"/>
                <a:gd name="connsiteY2" fmla="*/ 263148 h 1478978"/>
                <a:gd name="connsiteX3" fmla="*/ 4161646 w 4161646"/>
                <a:gd name="connsiteY3" fmla="*/ 1156963 h 1478978"/>
                <a:gd name="connsiteX4" fmla="*/ 3369431 w 4161646"/>
                <a:gd name="connsiteY4" fmla="*/ 1390378 h 1478978"/>
                <a:gd name="connsiteX5" fmla="*/ 3509131 w 4161646"/>
                <a:gd name="connsiteY5" fmla="*/ 962521 h 1478978"/>
                <a:gd name="connsiteX6" fmla="*/ 205567 w 4161646"/>
                <a:gd name="connsiteY6" fmla="*/ 1478978 h 1478978"/>
                <a:gd name="connsiteX7" fmla="*/ 0 w 4161646"/>
                <a:gd name="connsiteY7" fmla="*/ 1186556 h 1478978"/>
                <a:gd name="connsiteX0" fmla="*/ 0 w 4161646"/>
                <a:gd name="connsiteY0" fmla="*/ 1070195 h 1362617"/>
                <a:gd name="connsiteX1" fmla="*/ 3750431 w 4161646"/>
                <a:gd name="connsiteY1" fmla="*/ 485745 h 1362617"/>
                <a:gd name="connsiteX2" fmla="*/ 4017131 w 4161646"/>
                <a:gd name="connsiteY2" fmla="*/ 146787 h 1362617"/>
                <a:gd name="connsiteX3" fmla="*/ 4161646 w 4161646"/>
                <a:gd name="connsiteY3" fmla="*/ 1040602 h 1362617"/>
                <a:gd name="connsiteX4" fmla="*/ 3369431 w 4161646"/>
                <a:gd name="connsiteY4" fmla="*/ 1274017 h 1362617"/>
                <a:gd name="connsiteX5" fmla="*/ 3509131 w 4161646"/>
                <a:gd name="connsiteY5" fmla="*/ 846160 h 1362617"/>
                <a:gd name="connsiteX6" fmla="*/ 205567 w 4161646"/>
                <a:gd name="connsiteY6" fmla="*/ 1362617 h 1362617"/>
                <a:gd name="connsiteX7" fmla="*/ 0 w 4161646"/>
                <a:gd name="connsiteY7" fmla="*/ 1070195 h 1362617"/>
                <a:gd name="connsiteX0" fmla="*/ 0 w 4171329"/>
                <a:gd name="connsiteY0" fmla="*/ 970434 h 1401926"/>
                <a:gd name="connsiteX1" fmla="*/ 3760114 w 4171329"/>
                <a:gd name="connsiteY1" fmla="*/ 525054 h 1401926"/>
                <a:gd name="connsiteX2" fmla="*/ 4026814 w 4171329"/>
                <a:gd name="connsiteY2" fmla="*/ 186096 h 1401926"/>
                <a:gd name="connsiteX3" fmla="*/ 4171329 w 4171329"/>
                <a:gd name="connsiteY3" fmla="*/ 1079911 h 1401926"/>
                <a:gd name="connsiteX4" fmla="*/ 3379114 w 4171329"/>
                <a:gd name="connsiteY4" fmla="*/ 1313326 h 1401926"/>
                <a:gd name="connsiteX5" fmla="*/ 3518814 w 4171329"/>
                <a:gd name="connsiteY5" fmla="*/ 885469 h 1401926"/>
                <a:gd name="connsiteX6" fmla="*/ 215250 w 4171329"/>
                <a:gd name="connsiteY6" fmla="*/ 1401926 h 1401926"/>
                <a:gd name="connsiteX7" fmla="*/ 0 w 4171329"/>
                <a:gd name="connsiteY7" fmla="*/ 970434 h 1401926"/>
                <a:gd name="connsiteX0" fmla="*/ 0 w 4171329"/>
                <a:gd name="connsiteY0" fmla="*/ 1017731 h 1449223"/>
                <a:gd name="connsiteX1" fmla="*/ 3783421 w 4171329"/>
                <a:gd name="connsiteY1" fmla="*/ 505523 h 1449223"/>
                <a:gd name="connsiteX2" fmla="*/ 4026814 w 4171329"/>
                <a:gd name="connsiteY2" fmla="*/ 233393 h 1449223"/>
                <a:gd name="connsiteX3" fmla="*/ 4171329 w 4171329"/>
                <a:gd name="connsiteY3" fmla="*/ 1127208 h 1449223"/>
                <a:gd name="connsiteX4" fmla="*/ 3379114 w 4171329"/>
                <a:gd name="connsiteY4" fmla="*/ 1360623 h 1449223"/>
                <a:gd name="connsiteX5" fmla="*/ 3518814 w 4171329"/>
                <a:gd name="connsiteY5" fmla="*/ 932766 h 1449223"/>
                <a:gd name="connsiteX6" fmla="*/ 215250 w 4171329"/>
                <a:gd name="connsiteY6" fmla="*/ 1449223 h 1449223"/>
                <a:gd name="connsiteX7" fmla="*/ 0 w 4171329"/>
                <a:gd name="connsiteY7" fmla="*/ 1017731 h 1449223"/>
                <a:gd name="connsiteX0" fmla="*/ 0 w 4171329"/>
                <a:gd name="connsiteY0" fmla="*/ 1017731 h 1449223"/>
                <a:gd name="connsiteX1" fmla="*/ 3783421 w 4171329"/>
                <a:gd name="connsiteY1" fmla="*/ 505523 h 1449223"/>
                <a:gd name="connsiteX2" fmla="*/ 4017130 w 4171329"/>
                <a:gd name="connsiteY2" fmla="*/ 94324 h 1449223"/>
                <a:gd name="connsiteX3" fmla="*/ 4171329 w 4171329"/>
                <a:gd name="connsiteY3" fmla="*/ 1127208 h 1449223"/>
                <a:gd name="connsiteX4" fmla="*/ 3379114 w 4171329"/>
                <a:gd name="connsiteY4" fmla="*/ 1360623 h 1449223"/>
                <a:gd name="connsiteX5" fmla="*/ 3518814 w 4171329"/>
                <a:gd name="connsiteY5" fmla="*/ 932766 h 1449223"/>
                <a:gd name="connsiteX6" fmla="*/ 215250 w 4171329"/>
                <a:gd name="connsiteY6" fmla="*/ 1449223 h 1449223"/>
                <a:gd name="connsiteX7" fmla="*/ 0 w 4171329"/>
                <a:gd name="connsiteY7" fmla="*/ 1017731 h 1449223"/>
                <a:gd name="connsiteX0" fmla="*/ 0 w 4121178"/>
                <a:gd name="connsiteY0" fmla="*/ 1154480 h 1401151"/>
                <a:gd name="connsiteX1" fmla="*/ 3733270 w 4121178"/>
                <a:gd name="connsiteY1" fmla="*/ 457451 h 1401151"/>
                <a:gd name="connsiteX2" fmla="*/ 3966979 w 4121178"/>
                <a:gd name="connsiteY2" fmla="*/ 46252 h 1401151"/>
                <a:gd name="connsiteX3" fmla="*/ 4121178 w 4121178"/>
                <a:gd name="connsiteY3" fmla="*/ 1079136 h 1401151"/>
                <a:gd name="connsiteX4" fmla="*/ 3328963 w 4121178"/>
                <a:gd name="connsiteY4" fmla="*/ 1312551 h 1401151"/>
                <a:gd name="connsiteX5" fmla="*/ 3468663 w 4121178"/>
                <a:gd name="connsiteY5" fmla="*/ 884694 h 1401151"/>
                <a:gd name="connsiteX6" fmla="*/ 165099 w 4121178"/>
                <a:gd name="connsiteY6" fmla="*/ 1401151 h 1401151"/>
                <a:gd name="connsiteX7" fmla="*/ 0 w 4121178"/>
                <a:gd name="connsiteY7" fmla="*/ 1154480 h 1401151"/>
                <a:gd name="connsiteX0" fmla="*/ 0 w 4121178"/>
                <a:gd name="connsiteY0" fmla="*/ 1154480 h 1377684"/>
                <a:gd name="connsiteX1" fmla="*/ 3733270 w 4121178"/>
                <a:gd name="connsiteY1" fmla="*/ 457451 h 1377684"/>
                <a:gd name="connsiteX2" fmla="*/ 3966979 w 4121178"/>
                <a:gd name="connsiteY2" fmla="*/ 46252 h 1377684"/>
                <a:gd name="connsiteX3" fmla="*/ 4121178 w 4121178"/>
                <a:gd name="connsiteY3" fmla="*/ 1079136 h 1377684"/>
                <a:gd name="connsiteX4" fmla="*/ 3328963 w 4121178"/>
                <a:gd name="connsiteY4" fmla="*/ 1312551 h 1377684"/>
                <a:gd name="connsiteX5" fmla="*/ 3468663 w 4121178"/>
                <a:gd name="connsiteY5" fmla="*/ 884694 h 1377684"/>
                <a:gd name="connsiteX6" fmla="*/ 51621 w 4121178"/>
                <a:gd name="connsiteY6" fmla="*/ 1377684 h 1377684"/>
                <a:gd name="connsiteX7" fmla="*/ 0 w 4121178"/>
                <a:gd name="connsiteY7" fmla="*/ 1154480 h 1377684"/>
                <a:gd name="connsiteX0" fmla="*/ 0 w 4121178"/>
                <a:gd name="connsiteY0" fmla="*/ 1154480 h 1312551"/>
                <a:gd name="connsiteX1" fmla="*/ 3733270 w 4121178"/>
                <a:gd name="connsiteY1" fmla="*/ 457451 h 1312551"/>
                <a:gd name="connsiteX2" fmla="*/ 3966979 w 4121178"/>
                <a:gd name="connsiteY2" fmla="*/ 46252 h 1312551"/>
                <a:gd name="connsiteX3" fmla="*/ 4121178 w 4121178"/>
                <a:gd name="connsiteY3" fmla="*/ 1079136 h 1312551"/>
                <a:gd name="connsiteX4" fmla="*/ 3328963 w 4121178"/>
                <a:gd name="connsiteY4" fmla="*/ 1312551 h 1312551"/>
                <a:gd name="connsiteX5" fmla="*/ 3468663 w 4121178"/>
                <a:gd name="connsiteY5" fmla="*/ 884694 h 1312551"/>
                <a:gd name="connsiteX6" fmla="*/ 27418 w 4121178"/>
                <a:gd name="connsiteY6" fmla="*/ 1163964 h 1312551"/>
                <a:gd name="connsiteX7" fmla="*/ 0 w 4121178"/>
                <a:gd name="connsiteY7" fmla="*/ 1154480 h 13125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121178" h="1312551">
                  <a:moveTo>
                    <a:pt x="0" y="1154480"/>
                  </a:moveTo>
                  <a:cubicBezTo>
                    <a:pt x="938061" y="345695"/>
                    <a:pt x="2051620" y="-571877"/>
                    <a:pt x="3733270" y="457451"/>
                  </a:cubicBezTo>
                  <a:lnTo>
                    <a:pt x="3966979" y="46252"/>
                  </a:lnTo>
                  <a:lnTo>
                    <a:pt x="4121178" y="1079136"/>
                  </a:lnTo>
                  <a:lnTo>
                    <a:pt x="3328963" y="1312551"/>
                  </a:lnTo>
                  <a:lnTo>
                    <a:pt x="3468663" y="884694"/>
                  </a:lnTo>
                  <a:cubicBezTo>
                    <a:pt x="2509301" y="448661"/>
                    <a:pt x="1525677" y="-87026"/>
                    <a:pt x="27418" y="1163964"/>
                  </a:cubicBezTo>
                  <a:lnTo>
                    <a:pt x="0" y="115448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96763368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 descr="背景图案&#10;&#10;描述已自动生成">
            <a:extLst>
              <a:ext uri="{FF2B5EF4-FFF2-40B4-BE49-F238E27FC236}">
                <a16:creationId xmlns:a16="http://schemas.microsoft.com/office/drawing/2014/main" id="{585A5856-74D3-1E98-18C9-5453AA6BA5C5}"/>
              </a:ext>
            </a:extLst>
          </p:cNvPr>
          <p:cNvPicPr>
            <a:picLocks noChangeAspect="1"/>
          </p:cNvPicPr>
          <p:nvPr/>
        </p:nvPicPr>
        <p:blipFill>
          <a:blip r:embed="rId2">
            <a:grayscl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4700"/>
                    </a14:imgEffect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607" y="1"/>
            <a:ext cx="12192000" cy="685799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FD76CB7D-806F-71ED-C642-8488D9F7D2F1}"/>
              </a:ext>
            </a:extLst>
          </p:cNvPr>
          <p:cNvSpPr/>
          <p:nvPr/>
        </p:nvSpPr>
        <p:spPr>
          <a:xfrm>
            <a:off x="6368144" y="1833354"/>
            <a:ext cx="5127710" cy="3570215"/>
          </a:xfrm>
          <a:prstGeom prst="roundRect">
            <a:avLst/>
          </a:prstGeom>
          <a:solidFill>
            <a:schemeClr val="accent1">
              <a:lumMod val="60000"/>
              <a:lumOff val="40000"/>
              <a:alpha val="47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矩形: 圆角 13">
            <a:extLst>
              <a:ext uri="{FF2B5EF4-FFF2-40B4-BE49-F238E27FC236}">
                <a16:creationId xmlns:a16="http://schemas.microsoft.com/office/drawing/2014/main" id="{1C9FBD5C-6DAB-7116-F954-8D126563E4C3}"/>
              </a:ext>
            </a:extLst>
          </p:cNvPr>
          <p:cNvSpPr/>
          <p:nvPr/>
        </p:nvSpPr>
        <p:spPr>
          <a:xfrm>
            <a:off x="495515" y="1808466"/>
            <a:ext cx="5127710" cy="3570215"/>
          </a:xfrm>
          <a:prstGeom prst="roundRect">
            <a:avLst/>
          </a:prstGeom>
          <a:solidFill>
            <a:schemeClr val="accent1">
              <a:lumMod val="60000"/>
              <a:lumOff val="40000"/>
              <a:alpha val="53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EAEC1B17-7E65-F88C-ABC1-2528E1B5F545}"/>
              </a:ext>
            </a:extLst>
          </p:cNvPr>
          <p:cNvSpPr/>
          <p:nvPr/>
        </p:nvSpPr>
        <p:spPr>
          <a:xfrm>
            <a:off x="13607" y="-105557"/>
            <a:ext cx="12192000" cy="964941"/>
          </a:xfrm>
          <a:prstGeom prst="rect">
            <a:avLst/>
          </a:prstGeom>
          <a:gradFill>
            <a:gsLst>
              <a:gs pos="7446">
                <a:srgbClr val="548235"/>
              </a:gs>
              <a:gs pos="51000">
                <a:schemeClr val="accent6">
                  <a:lumMod val="75000"/>
                </a:schemeClr>
              </a:gs>
              <a:gs pos="100000">
                <a:schemeClr val="accent6">
                  <a:lumMod val="75000"/>
                </a:schemeClr>
              </a:gs>
            </a:gsLst>
            <a:lin ang="5400000" scaled="1"/>
          </a:gra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D623BE95-6382-0B02-E7C6-F76B82728BD1}"/>
              </a:ext>
            </a:extLst>
          </p:cNvPr>
          <p:cNvSpPr txBox="1"/>
          <p:nvPr/>
        </p:nvSpPr>
        <p:spPr>
          <a:xfrm>
            <a:off x="1097280" y="233075"/>
            <a:ext cx="128016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0" lang="en-US" altLang="zh-CN" sz="2400" b="1" i="0" u="none" strike="noStrike" kern="0" cap="none" spc="0" normalizeH="0" baseline="0" noProof="0" dirty="0">
                <a:ln>
                  <a:noFill/>
                </a:ln>
                <a:solidFill>
                  <a:schemeClr val="bg1">
                    <a:lumMod val="95000"/>
                  </a:schemeClr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rPr>
              <a:t>Background        </a:t>
            </a:r>
            <a:r>
              <a:rPr lang="en-US" altLang="zh-CN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Conventional </a:t>
            </a:r>
            <a:r>
              <a:rPr lang="en-US" altLang="zh-CN" sz="2400" b="1" dirty="0">
                <a:solidFill>
                  <a:schemeClr val="bg1">
                    <a:lumMod val="9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    </a:t>
            </a:r>
            <a:r>
              <a:rPr kumimoji="0" lang="en-US" altLang="zh-CN" sz="2400" b="1" i="0" u="none" strike="noStrike" kern="0" cap="none" spc="0" normalizeH="0" baseline="0" noProof="0" dirty="0">
                <a:ln>
                  <a:noFill/>
                </a:ln>
                <a:solidFill>
                  <a:schemeClr val="bg1">
                    <a:lumMod val="95000"/>
                  </a:schemeClr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rPr>
              <a:t>Novel       Conclusion and Outlook</a:t>
            </a:r>
          </a:p>
          <a:p>
            <a:endParaRPr kumimoji="0" lang="en-US" altLang="zh-CN" sz="1800" b="0" i="0" u="none" strike="noStrike" kern="0" cap="none" spc="0" normalizeH="0" baseline="0" noProof="0" dirty="0">
              <a:ln>
                <a:noFill/>
              </a:ln>
              <a:solidFill>
                <a:prstClr val="white">
                  <a:lumMod val="65000"/>
                </a:prstClr>
              </a:solidFill>
              <a:effectLst/>
              <a:uLnTx/>
              <a:uFillTx/>
              <a:latin typeface="HelveticaExt-Normal"/>
              <a:ea typeface="OPPOSans B"/>
            </a:endParaRPr>
          </a:p>
          <a:p>
            <a:endParaRPr lang="en-US" altLang="zh-CN" sz="1800" dirty="0">
              <a:solidFill>
                <a:schemeClr val="bg1">
                  <a:lumMod val="95000"/>
                </a:schemeClr>
              </a:solidFill>
              <a:latin typeface="Adobe 黑体 Std R" panose="020B0400000000000000" pitchFamily="34" charset="-122"/>
              <a:ea typeface="Adobe 黑体 Std R" panose="020B0400000000000000" pitchFamily="34" charset="-122"/>
            </a:endParaRPr>
          </a:p>
          <a:p>
            <a:endParaRPr kumimoji="0" lang="zh-CN" altLang="en-US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endParaRPr lang="zh-CN" altLang="en-US" dirty="0"/>
          </a:p>
        </p:txBody>
      </p:sp>
      <p:pic>
        <p:nvPicPr>
          <p:cNvPr id="20" name="图片 19" descr="图片包含 徽标&#10;&#10;描述已自动生成">
            <a:extLst>
              <a:ext uri="{FF2B5EF4-FFF2-40B4-BE49-F238E27FC236}">
                <a16:creationId xmlns:a16="http://schemas.microsoft.com/office/drawing/2014/main" id="{7A0B4C53-65DF-7639-2804-731E7FCEC2B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581" y="-60261"/>
            <a:ext cx="836562" cy="836562"/>
          </a:xfrm>
          <a:prstGeom prst="ellipse">
            <a:avLst/>
          </a:prstGeom>
        </p:spPr>
      </p:pic>
      <p:sp>
        <p:nvSpPr>
          <p:cNvPr id="8" name="文本框 7">
            <a:extLst>
              <a:ext uri="{FF2B5EF4-FFF2-40B4-BE49-F238E27FC236}">
                <a16:creationId xmlns:a16="http://schemas.microsoft.com/office/drawing/2014/main" id="{20097322-E9A6-1C5A-1351-F4B0BC03A2CE}"/>
              </a:ext>
            </a:extLst>
          </p:cNvPr>
          <p:cNvSpPr txBox="1"/>
          <p:nvPr/>
        </p:nvSpPr>
        <p:spPr>
          <a:xfrm>
            <a:off x="709958" y="1109018"/>
            <a:ext cx="704577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3200" b="1" i="1" dirty="0">
                <a:latin typeface="Century Gothic" panose="020B0502020202020204" pitchFamily="34" charset="0"/>
              </a:rPr>
              <a:t>Applications and status</a:t>
            </a:r>
            <a:endParaRPr lang="zh-CN" altLang="en-US" sz="3200" b="1" i="1" dirty="0">
              <a:latin typeface="Century Gothic" panose="020B0502020202020204" pitchFamily="34" charset="0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A18A5366-A4A0-6C13-6C6E-BA651170BB8B}"/>
              </a:ext>
            </a:extLst>
          </p:cNvPr>
          <p:cNvSpPr txBox="1"/>
          <p:nvPr/>
        </p:nvSpPr>
        <p:spPr>
          <a:xfrm>
            <a:off x="583811" y="2035809"/>
            <a:ext cx="5005462" cy="44114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kumimoji="1" lang="en" altLang="zh-CN" dirty="0">
                <a:latin typeface="Adobe 黑体 Std R" panose="020B0400000000000000" pitchFamily="34" charset="-122"/>
                <a:ea typeface="Adobe 黑体 Std R" panose="020B0400000000000000" pitchFamily="34" charset="-122"/>
              </a:rPr>
              <a:t>Consumes 2% of the world</a:t>
            </a:r>
            <a:r>
              <a:rPr kumimoji="1" lang="en-US" altLang="zh-CN" dirty="0">
                <a:latin typeface="Adobe 黑体 Std R" panose="020B0400000000000000" pitchFamily="34" charset="-122"/>
                <a:ea typeface="Adobe 黑体 Std R" panose="020B0400000000000000" pitchFamily="34" charset="-122"/>
              </a:rPr>
              <a:t>’</a:t>
            </a:r>
            <a:r>
              <a:rPr kumimoji="1" lang="en" altLang="zh-CN" dirty="0">
                <a:latin typeface="Adobe 黑体 Std R" panose="020B0400000000000000" pitchFamily="34" charset="-122"/>
                <a:ea typeface="Adobe 黑体 Std R" panose="020B0400000000000000" pitchFamily="34" charset="-122"/>
              </a:rPr>
              <a:t>s energy</a:t>
            </a:r>
            <a:r>
              <a:rPr kumimoji="1" lang="en" altLang="zh-CN" baseline="30000" dirty="0">
                <a:latin typeface="Adobe 黑体 Std R" panose="020B0400000000000000" pitchFamily="34" charset="-122"/>
                <a:ea typeface="Adobe 黑体 Std R" panose="020B0400000000000000" pitchFamily="34" charset="-122"/>
              </a:rPr>
              <a:t>[3]</a:t>
            </a:r>
            <a:r>
              <a:rPr kumimoji="1" lang="en" altLang="zh-CN" dirty="0">
                <a:latin typeface="Adobe 黑体 Std R" panose="020B0400000000000000" pitchFamily="34" charset="-122"/>
                <a:ea typeface="Adobe 黑体 Std R" panose="020B0400000000000000" pitchFamily="34" charset="-122"/>
              </a:rPr>
              <a:t>. </a:t>
            </a:r>
          </a:p>
          <a:p>
            <a:pPr marL="457200" indent="-45720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kumimoji="1" lang="en" altLang="zh-CN" dirty="0">
                <a:latin typeface="Adobe 黑体 Std R" panose="020B0400000000000000" pitchFamily="34" charset="-122"/>
                <a:ea typeface="Adobe 黑体 Std R" panose="020B0400000000000000" pitchFamily="34" charset="-122"/>
              </a:rPr>
              <a:t>80% of the NH</a:t>
            </a:r>
            <a:r>
              <a:rPr lang="en" altLang="zh-CN" sz="2800" kern="0" baseline="-25000" dirty="0">
                <a:solidFill>
                  <a:srgbClr val="000000"/>
                </a:solidFill>
                <a:latin typeface="PingFang SC" panose="020B0400000000000000" pitchFamily="34" charset="-122"/>
                <a:ea typeface="PingFang SC" panose="020B0400000000000000" pitchFamily="34" charset="-122"/>
              </a:rPr>
              <a:t>3</a:t>
            </a:r>
            <a:r>
              <a:rPr kumimoji="1" lang="en" altLang="zh-CN" dirty="0">
                <a:latin typeface="Adobe 黑体 Std R" panose="020B0400000000000000" pitchFamily="34" charset="-122"/>
                <a:ea typeface="Adobe 黑体 Std R" panose="020B0400000000000000" pitchFamily="34" charset="-122"/>
              </a:rPr>
              <a:t> produced is used for urea synthesis</a:t>
            </a:r>
            <a:r>
              <a:rPr lang="en" altLang="zh-CN" kern="0" baseline="30000" dirty="0">
                <a:solidFill>
                  <a:sysClr val="windowText" lastClr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[</a:t>
            </a:r>
            <a:r>
              <a:rPr lang="en-US" altLang="zh-CN" kern="0" baseline="30000" dirty="0">
                <a:solidFill>
                  <a:sysClr val="windowText" lastClr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r>
              <a:rPr lang="en" altLang="zh-CN" kern="0" baseline="30000" dirty="0">
                <a:solidFill>
                  <a:sysClr val="windowText" lastClr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]</a:t>
            </a:r>
            <a:r>
              <a:rPr kumimoji="1" lang="en" altLang="zh-CN" dirty="0">
                <a:latin typeface="Adobe 黑体 Std R" panose="020B0400000000000000" pitchFamily="34" charset="-122"/>
                <a:ea typeface="Adobe 黑体 Std R" panose="020B0400000000000000" pitchFamily="34" charset="-122"/>
              </a:rPr>
              <a:t>.</a:t>
            </a:r>
          </a:p>
          <a:p>
            <a:pPr marL="457200" indent="-45720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kumimoji="1" lang="en" altLang="zh-CN" dirty="0">
                <a:latin typeface="Adobe 黑体 Std R" panose="020B0400000000000000" pitchFamily="34" charset="-122"/>
                <a:ea typeface="Adobe 黑体 Std R" panose="020B0400000000000000" pitchFamily="34" charset="-122"/>
              </a:rPr>
              <a:t>The </a:t>
            </a:r>
            <a:r>
              <a:rPr kumimoji="1" lang="en-US" altLang="zh-CN" dirty="0">
                <a:latin typeface="Adobe 黑体 Std R" panose="020B0400000000000000" pitchFamily="34" charset="-122"/>
                <a:ea typeface="Adobe 黑体 Std R" panose="020B0400000000000000" pitchFamily="34" charset="-122"/>
              </a:rPr>
              <a:t>Haber-Bosch </a:t>
            </a:r>
            <a:r>
              <a:rPr kumimoji="1" lang="en" altLang="zh-CN" dirty="0">
                <a:latin typeface="Adobe 黑体 Std R" panose="020B0400000000000000" pitchFamily="34" charset="-122"/>
                <a:ea typeface="Adobe 黑体 Std R" panose="020B0400000000000000" pitchFamily="34" charset="-122"/>
              </a:rPr>
              <a:t>process generates 1.4% of global carbon dioxide emissions</a:t>
            </a:r>
            <a:r>
              <a:rPr lang="en" altLang="zh-CN" kern="0" baseline="30000" dirty="0">
                <a:solidFill>
                  <a:sysClr val="windowText" lastClr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[</a:t>
            </a:r>
            <a:r>
              <a:rPr lang="en-US" altLang="zh-CN" kern="0" baseline="30000" dirty="0">
                <a:solidFill>
                  <a:sysClr val="windowText" lastClr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en" altLang="zh-CN" kern="0" baseline="30000" dirty="0">
                <a:solidFill>
                  <a:sysClr val="windowText" lastClr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]</a:t>
            </a:r>
            <a:r>
              <a:rPr kumimoji="1" lang="en" altLang="zh-CN" dirty="0">
                <a:latin typeface="Adobe 黑体 Std R" panose="020B0400000000000000" pitchFamily="34" charset="-122"/>
                <a:ea typeface="Adobe 黑体 Std R" panose="020B0400000000000000" pitchFamily="34" charset="-122"/>
              </a:rPr>
              <a:t>.</a:t>
            </a:r>
          </a:p>
          <a:p>
            <a:pPr lvl="1" algn="just">
              <a:lnSpc>
                <a:spcPct val="150000"/>
              </a:lnSpc>
            </a:pPr>
            <a:endParaRPr kumimoji="1" lang="en" altLang="zh-CN" sz="2000" dirty="0">
              <a:latin typeface="Adobe 黑体 Std R" panose="020B0400000000000000" pitchFamily="34" charset="-122"/>
              <a:ea typeface="Adobe 黑体 Std R" panose="020B0400000000000000" pitchFamily="34" charset="-122"/>
            </a:endParaRPr>
          </a:p>
          <a:p>
            <a:pPr marL="457200" indent="-457200" algn="just">
              <a:buFont typeface="Arial" panose="020B0604020202020204" pitchFamily="34" charset="0"/>
              <a:buChar char="•"/>
            </a:pPr>
            <a:endParaRPr kumimoji="1" lang="en" altLang="zh-CN" sz="2000" baseline="30000" dirty="0">
              <a:latin typeface="PingFang SC" panose="020B0400000000000000" pitchFamily="34" charset="-122"/>
              <a:ea typeface="PingFang SC" panose="020B0400000000000000" pitchFamily="34" charset="-122"/>
            </a:endParaRPr>
          </a:p>
          <a:p>
            <a:endParaRPr kumimoji="1" lang="zh-CN" altLang="en-US" sz="2000" dirty="0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B6323A3F-B3F1-5B2D-2B08-228E4200E3C0}"/>
              </a:ext>
            </a:extLst>
          </p:cNvPr>
          <p:cNvSpPr txBox="1"/>
          <p:nvPr/>
        </p:nvSpPr>
        <p:spPr>
          <a:xfrm>
            <a:off x="2200135" y="5664843"/>
            <a:ext cx="833601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800" b="1" i="1" dirty="0">
                <a:solidFill>
                  <a:schemeClr val="accent1">
                    <a:lumMod val="75000"/>
                  </a:schemeClr>
                </a:solidFill>
                <a:latin typeface="Adobe 黑体 Std R" panose="020B0400000000000000" pitchFamily="34" charset="-122"/>
                <a:ea typeface="Adobe 黑体 Std R" panose="020B0400000000000000" pitchFamily="34" charset="-122"/>
                <a:cs typeface="+mn-cs"/>
              </a:rPr>
              <a:t>However, this method has many shortages</a:t>
            </a:r>
            <a:r>
              <a:rPr lang="en-US" altLang="zh-CN" sz="1800" b="1" i="1" dirty="0">
                <a:solidFill>
                  <a:schemeClr val="accent1">
                    <a:lumMod val="75000"/>
                  </a:schemeClr>
                </a:solidFill>
                <a:latin typeface="Adobe 黑体 Std R" panose="020B0400000000000000" pitchFamily="34" charset="-122"/>
                <a:ea typeface="Adobe 黑体 Std R" panose="020B0400000000000000" pitchFamily="34" charset="-122"/>
                <a:cs typeface="+mn-cs"/>
              </a:rPr>
              <a:t>. </a:t>
            </a:r>
            <a:endParaRPr lang="zh-CN" altLang="en-US" sz="1800" b="1" i="1" dirty="0">
              <a:solidFill>
                <a:schemeClr val="accent1">
                  <a:lumMod val="75000"/>
                </a:schemeClr>
              </a:solidFill>
              <a:latin typeface="Adobe 黑体 Std R" panose="020B0400000000000000" pitchFamily="34" charset="-122"/>
              <a:ea typeface="Adobe 黑体 Std R" panose="020B0400000000000000" pitchFamily="34" charset="-122"/>
              <a:cs typeface="+mn-cs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A8C97583-BA65-AD1C-1849-5B364397EC2A}"/>
              </a:ext>
            </a:extLst>
          </p:cNvPr>
          <p:cNvSpPr txBox="1"/>
          <p:nvPr/>
        </p:nvSpPr>
        <p:spPr>
          <a:xfrm>
            <a:off x="6508618" y="2175619"/>
            <a:ext cx="5127710" cy="27865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kumimoji="1" lang="en-US" altLang="zh-CN" dirty="0">
                <a:latin typeface="Adobe 黑体 Std R" panose="020B0400000000000000" pitchFamily="34" charset="-122"/>
                <a:ea typeface="Adobe 黑体 Std R" panose="020B0400000000000000" pitchFamily="34" charset="-122"/>
              </a:rPr>
              <a:t>CO</a:t>
            </a:r>
            <a:r>
              <a:rPr lang="en-US" altLang="zh-CN" sz="2800" kern="0" baseline="-25000" dirty="0">
                <a:solidFill>
                  <a:srgbClr val="000000"/>
                </a:solidFill>
                <a:latin typeface="PingFang SC" panose="020B0400000000000000" pitchFamily="34" charset="-122"/>
                <a:ea typeface="PingFang SC" panose="020B0400000000000000" pitchFamily="34" charset="-122"/>
              </a:rPr>
              <a:t>2</a:t>
            </a:r>
            <a:r>
              <a:rPr kumimoji="1" lang="en-US" altLang="zh-CN" dirty="0">
                <a:latin typeface="Adobe 黑体 Std R" panose="020B0400000000000000" pitchFamily="34" charset="-122"/>
                <a:ea typeface="Adobe 黑体 Std R" panose="020B0400000000000000" pitchFamily="34" charset="-122"/>
              </a:rPr>
              <a:t> and NH</a:t>
            </a:r>
            <a:r>
              <a:rPr lang="en-US" altLang="zh-CN" sz="2800" kern="0" baseline="-25000" dirty="0">
                <a:solidFill>
                  <a:srgbClr val="000000"/>
                </a:solidFill>
                <a:latin typeface="PingFang SC" panose="020B0400000000000000" pitchFamily="34" charset="-122"/>
                <a:ea typeface="PingFang SC" panose="020B0400000000000000" pitchFamily="34" charset="-122"/>
              </a:rPr>
              <a:t>3</a:t>
            </a:r>
            <a:r>
              <a:rPr kumimoji="1" lang="en-US" altLang="zh-CN" dirty="0">
                <a:latin typeface="Adobe 黑体 Std R" panose="020B0400000000000000" pitchFamily="34" charset="-122"/>
                <a:ea typeface="Adobe 黑体 Std R" panose="020B0400000000000000" pitchFamily="34" charset="-122"/>
              </a:rPr>
              <a:t> are inactive</a:t>
            </a:r>
          </a:p>
          <a:p>
            <a:pPr lvl="1">
              <a:lnSpc>
                <a:spcPct val="200000"/>
              </a:lnSpc>
            </a:pPr>
            <a:r>
              <a:rPr kumimoji="1" lang="en-US" altLang="zh-CN" dirty="0">
                <a:latin typeface="Adobe 黑体 Std R" panose="020B0400000000000000" pitchFamily="34" charset="-122"/>
                <a:ea typeface="Adobe 黑体 Std R" panose="020B0400000000000000" pitchFamily="34" charset="-122"/>
              </a:rPr>
              <a:t>high temperature and pressure</a:t>
            </a:r>
          </a:p>
          <a:p>
            <a:pPr>
              <a:lnSpc>
                <a:spcPct val="200000"/>
              </a:lnSpc>
            </a:pPr>
            <a:r>
              <a:rPr kumimoji="1" lang="en-US" altLang="zh-CN" dirty="0">
                <a:latin typeface="Adobe 黑体 Std R" panose="020B0400000000000000" pitchFamily="34" charset="-122"/>
                <a:ea typeface="Adobe 黑体 Std R" panose="020B0400000000000000" pitchFamily="34" charset="-122"/>
              </a:rPr>
              <a:t>        increase in greenhouse gases</a:t>
            </a:r>
          </a:p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kumimoji="1" lang="en-US" altLang="zh-CN" dirty="0">
                <a:latin typeface="Adobe 黑体 Std R" panose="020B0400000000000000" pitchFamily="34" charset="-122"/>
                <a:ea typeface="Adobe 黑体 Std R" panose="020B0400000000000000" pitchFamily="34" charset="-122"/>
              </a:rPr>
              <a:t>The Haber-Bosch method has an energy efficiency of around 40%</a:t>
            </a:r>
            <a:r>
              <a:rPr lang="en-US" altLang="zh-CN" kern="0" baseline="30000" dirty="0">
                <a:solidFill>
                  <a:sysClr val="windowText" lastClr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[6]</a:t>
            </a:r>
            <a:r>
              <a:rPr kumimoji="1" lang="en-US" altLang="zh-CN" dirty="0">
                <a:latin typeface="Adobe 黑体 Std R" panose="020B0400000000000000" pitchFamily="34" charset="-122"/>
                <a:ea typeface="Adobe 黑体 Std R" panose="020B0400000000000000" pitchFamily="34" charset="-122"/>
              </a:rPr>
              <a:t>.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823C56F0-0C73-E8D1-B0D4-4348395816D9}"/>
              </a:ext>
            </a:extLst>
          </p:cNvPr>
          <p:cNvSpPr txBox="1"/>
          <p:nvPr/>
        </p:nvSpPr>
        <p:spPr>
          <a:xfrm>
            <a:off x="6529462" y="1109018"/>
            <a:ext cx="298268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i="1" dirty="0">
                <a:latin typeface="Century Gothic" panose="020B0502020202020204" pitchFamily="34" charset="0"/>
              </a:rPr>
              <a:t>Disadvantage</a:t>
            </a:r>
            <a:endParaRPr lang="zh-CN" altLang="en-US" sz="3200" b="1" i="1" dirty="0">
              <a:latin typeface="Century Gothic" panose="020B0502020202020204" pitchFamily="34" charset="0"/>
            </a:endParaRPr>
          </a:p>
        </p:txBody>
      </p: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D4ABA984-A782-4237-FD7A-5F4444CCC8CD}"/>
              </a:ext>
            </a:extLst>
          </p:cNvPr>
          <p:cNvCxnSpPr/>
          <p:nvPr/>
        </p:nvCxnSpPr>
        <p:spPr>
          <a:xfrm>
            <a:off x="5985718" y="1100237"/>
            <a:ext cx="0" cy="4497316"/>
          </a:xfrm>
          <a:prstGeom prst="line">
            <a:avLst/>
          </a:prstGeom>
          <a:ln w="38100">
            <a:solidFill>
              <a:schemeClr val="accent6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文本框 16">
            <a:extLst>
              <a:ext uri="{FF2B5EF4-FFF2-40B4-BE49-F238E27FC236}">
                <a16:creationId xmlns:a16="http://schemas.microsoft.com/office/drawing/2014/main" id="{FDE21D47-5BCC-6C7E-9532-47C1E5C79580}"/>
              </a:ext>
            </a:extLst>
          </p:cNvPr>
          <p:cNvSpPr txBox="1"/>
          <p:nvPr/>
        </p:nvSpPr>
        <p:spPr>
          <a:xfrm>
            <a:off x="3025480" y="5937996"/>
            <a:ext cx="699201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i="1" dirty="0">
                <a:solidFill>
                  <a:schemeClr val="accent1">
                    <a:lumMod val="75000"/>
                  </a:schemeClr>
                </a:solidFill>
                <a:latin typeface="Adobe 黑体 Std R" panose="020B0400000000000000" pitchFamily="34" charset="-122"/>
                <a:ea typeface="Adobe 黑体 Std R" panose="020B0400000000000000" pitchFamily="34" charset="-122"/>
              </a:rPr>
              <a:t>We need some new methods!</a:t>
            </a:r>
            <a:endParaRPr lang="zh-CN" altLang="en-US" sz="3200" b="1" i="1" dirty="0">
              <a:solidFill>
                <a:schemeClr val="accent1">
                  <a:lumMod val="75000"/>
                </a:schemeClr>
              </a:solidFill>
              <a:latin typeface="Adobe 黑体 Std R" panose="020B0400000000000000" pitchFamily="34" charset="-122"/>
              <a:ea typeface="Adobe 黑体 Std R" panose="020B0400000000000000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58829856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4" grpId="0" animBg="1"/>
      <p:bldP spid="4" grpId="0"/>
      <p:bldP spid="6" grpId="0"/>
      <p:bldP spid="6" grpId="1"/>
      <p:bldP spid="9" grpId="0"/>
      <p:bldP spid="10" grpId="0"/>
      <p:bldP spid="17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3C884DC-C58C-4D83-9157-478A0AECA0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5467" y="2628973"/>
            <a:ext cx="10515600" cy="2852737"/>
          </a:xfrm>
        </p:spPr>
        <p:txBody>
          <a:bodyPr>
            <a:normAutofit fontScale="90000"/>
          </a:bodyPr>
          <a:lstStyle/>
          <a:p>
            <a:pPr>
              <a:lnSpc>
                <a:spcPct val="150000"/>
              </a:lnSpc>
              <a:spcAft>
                <a:spcPts val="1200"/>
              </a:spcAft>
            </a:pPr>
            <a:br>
              <a:rPr lang="en-US" altLang="zh-CN" dirty="0">
                <a:solidFill>
                  <a:schemeClr val="tx1">
                    <a:lumMod val="95000"/>
                    <a:lumOff val="5000"/>
                  </a:schemeClr>
                </a:solidFill>
                <a:latin typeface="Adobe 黑体 Std R" panose="020B0400000000000000" pitchFamily="34" charset="-122"/>
                <a:ea typeface="Adobe 黑体 Std R" panose="020B0400000000000000" pitchFamily="34" charset="-122"/>
              </a:rPr>
            </a:br>
            <a:br>
              <a:rPr lang="en-US" altLang="zh-CN" sz="6000" dirty="0">
                <a:solidFill>
                  <a:schemeClr val="bg1">
                    <a:lumMod val="95000"/>
                  </a:schemeClr>
                </a:solidFill>
                <a:latin typeface="Adobe 黑体 Std R" panose="020B0400000000000000" pitchFamily="34" charset="-122"/>
                <a:ea typeface="Adobe 黑体 Std R" panose="020B0400000000000000" pitchFamily="34" charset="-122"/>
              </a:rPr>
            </a:br>
            <a:r>
              <a:rPr lang="en-US" altLang="zh-CN" sz="8000" dirty="0">
                <a:solidFill>
                  <a:schemeClr val="tx1">
                    <a:lumMod val="95000"/>
                    <a:lumOff val="5000"/>
                  </a:schemeClr>
                </a:solidFill>
                <a:latin typeface="Algerian" panose="04020705040A02060702" pitchFamily="82" charset="0"/>
                <a:ea typeface="Adobe 黑体 Std R" panose="020B0400000000000000" pitchFamily="34" charset="-122"/>
                <a:cs typeface="Arial" panose="020B0604020202020204" pitchFamily="34" charset="0"/>
              </a:rPr>
              <a:t>N</a:t>
            </a:r>
            <a:r>
              <a:rPr lang="en-US" altLang="zh-CN" sz="6700" dirty="0">
                <a:solidFill>
                  <a:schemeClr val="tx1">
                    <a:lumMod val="95000"/>
                    <a:lumOff val="5000"/>
                  </a:schemeClr>
                </a:solidFill>
                <a:latin typeface="Algerian" panose="04020705040A02060702" pitchFamily="82" charset="0"/>
                <a:ea typeface="Adobe 黑体 Std R" panose="020B0400000000000000" pitchFamily="34" charset="-122"/>
                <a:cs typeface="Arial" panose="020B0604020202020204" pitchFamily="34" charset="0"/>
              </a:rPr>
              <a:t>ove</a:t>
            </a:r>
            <a:r>
              <a:rPr lang="en-US" altLang="zh-CN" sz="8000" dirty="0">
                <a:solidFill>
                  <a:schemeClr val="tx1">
                    <a:lumMod val="95000"/>
                    <a:lumOff val="5000"/>
                  </a:schemeClr>
                </a:solidFill>
                <a:latin typeface="Algerian" panose="04020705040A02060702" pitchFamily="82" charset="0"/>
                <a:ea typeface="Adobe 黑体 Std R" panose="020B0400000000000000" pitchFamily="34" charset="-122"/>
                <a:cs typeface="Arial" panose="020B0604020202020204" pitchFamily="34" charset="0"/>
              </a:rPr>
              <a:t>l</a:t>
            </a:r>
            <a:br>
              <a:rPr lang="en-US" altLang="zh-CN" dirty="0">
                <a:solidFill>
                  <a:schemeClr val="tx1">
                    <a:lumMod val="95000"/>
                    <a:lumOff val="5000"/>
                  </a:schemeClr>
                </a:solidFill>
                <a:latin typeface="Algerian" panose="04020705040A02060702" pitchFamily="82" charset="0"/>
                <a:ea typeface="Adobe 黑体 Std R" panose="020B0400000000000000" pitchFamily="34" charset="-122"/>
                <a:cs typeface="Arial" panose="020B0604020202020204" pitchFamily="34" charset="0"/>
              </a:rPr>
            </a:br>
            <a:r>
              <a:rPr lang="en-US" altLang="zh-CN" sz="7300" dirty="0">
                <a:solidFill>
                  <a:schemeClr val="tx1">
                    <a:lumMod val="95000"/>
                    <a:lumOff val="5000"/>
                  </a:schemeClr>
                </a:solidFill>
                <a:latin typeface="Algerian" panose="04020705040A02060702" pitchFamily="82" charset="0"/>
                <a:ea typeface="Adobe 黑体 Std R" panose="020B0400000000000000" pitchFamily="34" charset="-122"/>
                <a:cs typeface="Arial" panose="020B0604020202020204" pitchFamily="34" charset="0"/>
              </a:rPr>
              <a:t>M</a:t>
            </a:r>
            <a:r>
              <a:rPr lang="en-US" altLang="zh-CN" dirty="0">
                <a:solidFill>
                  <a:schemeClr val="tx1">
                    <a:lumMod val="95000"/>
                    <a:lumOff val="5000"/>
                  </a:schemeClr>
                </a:solidFill>
                <a:latin typeface="Algerian" panose="04020705040A02060702" pitchFamily="82" charset="0"/>
                <a:ea typeface="Adobe 黑体 Std R" panose="020B0400000000000000" pitchFamily="34" charset="-122"/>
                <a:cs typeface="Arial" panose="020B0604020202020204" pitchFamily="34" charset="0"/>
              </a:rPr>
              <a:t>anufacturing</a:t>
            </a:r>
            <a:endParaRPr lang="en-US" altLang="zh-CN" dirty="0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77F22C32-F19E-40C5-B921-FC2EF1893522}"/>
              </a:ext>
            </a:extLst>
          </p:cNvPr>
          <p:cNvSpPr txBox="1"/>
          <p:nvPr/>
        </p:nvSpPr>
        <p:spPr>
          <a:xfrm>
            <a:off x="2163039" y="1507023"/>
            <a:ext cx="1023516" cy="876417"/>
          </a:xfrm>
          <a:prstGeom prst="rect">
            <a:avLst/>
          </a:prstGeom>
          <a:noFill/>
          <a:ln w="117475">
            <a:noFill/>
          </a:ln>
        </p:spPr>
        <p:txBody>
          <a:bodyPr wrap="none" rtlCol="0">
            <a:prstTxWarp prst="textPlain">
              <a:avLst/>
            </a:prstTxWarp>
            <a:spAutoFit/>
          </a:bodyPr>
          <a:lstStyle/>
          <a:p>
            <a:r>
              <a:rPr lang="en-US" altLang="zh-CN" b="1" spc="100" dirty="0">
                <a:latin typeface="Algerian" panose="04020705040A02060702" pitchFamily="82" charset="0"/>
                <a:ea typeface="微软雅黑" panose="020B0503020204020204" pitchFamily="34" charset="-122"/>
                <a:cs typeface="Arial" panose="020B0604020202020204" pitchFamily="34" charset="0"/>
                <a:sym typeface="Arial" panose="020B0604020202020204" pitchFamily="34" charset="0"/>
              </a:rPr>
              <a:t>03</a:t>
            </a:r>
            <a:endParaRPr lang="zh-CN" altLang="en-US" b="1" spc="100" dirty="0">
              <a:latin typeface="Algerian" panose="04020705040A02060702" pitchFamily="82" charset="0"/>
              <a:ea typeface="微软雅黑" panose="020B0503020204020204" pitchFamily="34" charset="-122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6A7F4D19-F45F-61D3-1193-993229EA01B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220133" y="5839"/>
            <a:ext cx="12547600" cy="95089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3" name="图形 2" descr="农作物 轮廓">
            <a:extLst>
              <a:ext uri="{FF2B5EF4-FFF2-40B4-BE49-F238E27FC236}">
                <a16:creationId xmlns:a16="http://schemas.microsoft.com/office/drawing/2014/main" id="{16A26716-8FDF-F4CC-E855-9EB54A3041E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86690" y="5791234"/>
            <a:ext cx="914400" cy="914400"/>
          </a:xfrm>
          <a:prstGeom prst="rect">
            <a:avLst/>
          </a:prstGeom>
        </p:spPr>
      </p:pic>
      <p:pic>
        <p:nvPicPr>
          <p:cNvPr id="6" name="图形 5" descr="农作物 纯色填充">
            <a:extLst>
              <a:ext uri="{FF2B5EF4-FFF2-40B4-BE49-F238E27FC236}">
                <a16:creationId xmlns:a16="http://schemas.microsoft.com/office/drawing/2014/main" id="{BA7F6A28-3598-B885-803E-FE2A3F3D0FA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034184" y="5900590"/>
            <a:ext cx="914400" cy="914400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239999033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DEE29C4-BA3A-DAC5-0975-1B0068AE89B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33FD5223-F61E-9FAD-64F8-29755892315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09061" y="4004513"/>
            <a:ext cx="9144000" cy="1655762"/>
          </a:xfrm>
        </p:spPr>
        <p:txBody>
          <a:bodyPr/>
          <a:lstStyle/>
          <a:p>
            <a:endParaRPr lang="zh-CN" altLang="en-US"/>
          </a:p>
        </p:txBody>
      </p:sp>
      <p:pic>
        <p:nvPicPr>
          <p:cNvPr id="7" name="图片 6" descr="背景图案&#10;&#10;描述已自动生成">
            <a:extLst>
              <a:ext uri="{FF2B5EF4-FFF2-40B4-BE49-F238E27FC236}">
                <a16:creationId xmlns:a16="http://schemas.microsoft.com/office/drawing/2014/main" id="{585A5856-74D3-1E98-18C9-5453AA6BA5C5}"/>
              </a:ext>
            </a:extLst>
          </p:cNvPr>
          <p:cNvPicPr>
            <a:picLocks noChangeAspect="1"/>
          </p:cNvPicPr>
          <p:nvPr/>
        </p:nvPicPr>
        <p:blipFill>
          <a:blip r:embed="rId2">
            <a:grayscl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4700"/>
                    </a14:imgEffect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"/>
            <a:ext cx="12192000" cy="685799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2" name="矩形 11">
            <a:extLst>
              <a:ext uri="{FF2B5EF4-FFF2-40B4-BE49-F238E27FC236}">
                <a16:creationId xmlns:a16="http://schemas.microsoft.com/office/drawing/2014/main" id="{EAEC1B17-7E65-F88C-ABC1-2528E1B5F545}"/>
              </a:ext>
            </a:extLst>
          </p:cNvPr>
          <p:cNvSpPr/>
          <p:nvPr/>
        </p:nvSpPr>
        <p:spPr>
          <a:xfrm>
            <a:off x="0" y="-39111"/>
            <a:ext cx="12192000" cy="964941"/>
          </a:xfrm>
          <a:prstGeom prst="rect">
            <a:avLst/>
          </a:prstGeom>
          <a:gradFill>
            <a:gsLst>
              <a:gs pos="7446">
                <a:srgbClr val="548235"/>
              </a:gs>
              <a:gs pos="51000">
                <a:schemeClr val="accent6">
                  <a:lumMod val="75000"/>
                </a:schemeClr>
              </a:gs>
              <a:gs pos="100000">
                <a:schemeClr val="accent6">
                  <a:lumMod val="75000"/>
                </a:schemeClr>
              </a:gs>
            </a:gsLst>
            <a:lin ang="5400000" scaled="1"/>
          </a:gra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D623BE95-6382-0B02-E7C6-F76B82728BD1}"/>
              </a:ext>
            </a:extLst>
          </p:cNvPr>
          <p:cNvSpPr txBox="1"/>
          <p:nvPr/>
        </p:nvSpPr>
        <p:spPr>
          <a:xfrm>
            <a:off x="1097280" y="233075"/>
            <a:ext cx="128016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0" lang="en-US" altLang="zh-CN" sz="2400" b="1" i="0" u="none" strike="noStrike" kern="0" cap="none" spc="0" normalizeH="0" baseline="0" noProof="0" dirty="0">
                <a:ln>
                  <a:noFill/>
                </a:ln>
                <a:solidFill>
                  <a:schemeClr val="bg1">
                    <a:lumMod val="95000"/>
                  </a:schemeClr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rPr>
              <a:t>Background        </a:t>
            </a:r>
            <a:r>
              <a:rPr lang="en-US" altLang="zh-CN" sz="2400" b="1" dirty="0">
                <a:solidFill>
                  <a:schemeClr val="bg1">
                    <a:lumMod val="9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Conventional      </a:t>
            </a:r>
            <a:r>
              <a:rPr kumimoji="0" lang="en-US" altLang="zh-CN" sz="2400" b="1" i="0" u="none" strike="noStrike" kern="0" cap="none" spc="0" normalizeH="0" baseline="0" noProof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rPr>
              <a:t>Novel</a:t>
            </a:r>
            <a:r>
              <a:rPr kumimoji="0" lang="en-US" altLang="zh-CN" sz="2400" b="1" i="0" u="none" strike="noStrike" kern="0" cap="none" spc="0" normalizeH="0" baseline="0" noProof="0" dirty="0">
                <a:ln>
                  <a:noFill/>
                </a:ln>
                <a:solidFill>
                  <a:schemeClr val="bg1">
                    <a:lumMod val="95000"/>
                  </a:schemeClr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rPr>
              <a:t>       Conclusion and Outlook</a:t>
            </a:r>
          </a:p>
          <a:p>
            <a:endParaRPr kumimoji="0" lang="en-US" altLang="zh-CN" sz="1800" b="0" i="0" u="none" strike="noStrike" kern="0" cap="none" spc="0" normalizeH="0" baseline="0" noProof="0" dirty="0">
              <a:ln>
                <a:noFill/>
              </a:ln>
              <a:solidFill>
                <a:prstClr val="white">
                  <a:lumMod val="65000"/>
                </a:prstClr>
              </a:solidFill>
              <a:effectLst/>
              <a:uLnTx/>
              <a:uFillTx/>
              <a:latin typeface="HelveticaExt-Normal"/>
              <a:ea typeface="OPPOSans B"/>
            </a:endParaRPr>
          </a:p>
          <a:p>
            <a:endParaRPr lang="en-US" altLang="zh-CN" sz="1800" dirty="0">
              <a:solidFill>
                <a:schemeClr val="bg1">
                  <a:lumMod val="95000"/>
                </a:schemeClr>
              </a:solidFill>
              <a:latin typeface="Adobe 黑体 Std R" panose="020B0400000000000000" pitchFamily="34" charset="-122"/>
              <a:ea typeface="Adobe 黑体 Std R" panose="020B0400000000000000" pitchFamily="34" charset="-122"/>
            </a:endParaRPr>
          </a:p>
          <a:p>
            <a:endParaRPr kumimoji="0" lang="zh-CN" altLang="en-US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endParaRPr lang="zh-CN" altLang="en-US" dirty="0"/>
          </a:p>
        </p:txBody>
      </p:sp>
      <p:pic>
        <p:nvPicPr>
          <p:cNvPr id="20" name="图片 19" descr="图片包含 徽标&#10;&#10;描述已自动生成">
            <a:extLst>
              <a:ext uri="{FF2B5EF4-FFF2-40B4-BE49-F238E27FC236}">
                <a16:creationId xmlns:a16="http://schemas.microsoft.com/office/drawing/2014/main" id="{7A0B4C53-65DF-7639-2804-731E7FCEC2B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0359" y="25078"/>
            <a:ext cx="836562" cy="836562"/>
          </a:xfrm>
          <a:prstGeom prst="ellipse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DCE05093-6FE8-7F3C-B369-BB8C0775D7FA}"/>
              </a:ext>
            </a:extLst>
          </p:cNvPr>
          <p:cNvSpPr txBox="1"/>
          <p:nvPr/>
        </p:nvSpPr>
        <p:spPr>
          <a:xfrm>
            <a:off x="449580" y="3253351"/>
            <a:ext cx="7048500" cy="1699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2400" dirty="0">
                <a:latin typeface="Adobe 黑体 Std R" panose="020B0400000000000000" pitchFamily="34" charset="-122"/>
                <a:ea typeface="Adobe 黑体 Std R" panose="020B0400000000000000" pitchFamily="34" charset="-122"/>
              </a:rPr>
              <a:t>Adsorption</a:t>
            </a:r>
          </a:p>
          <a:p>
            <a:pPr>
              <a:lnSpc>
                <a:spcPct val="150000"/>
              </a:lnSpc>
            </a:pPr>
            <a:r>
              <a:rPr lang="en-US" altLang="zh-CN" sz="2400" dirty="0">
                <a:latin typeface="Adobe 黑体 Std R" panose="020B0400000000000000" pitchFamily="34" charset="-122"/>
                <a:ea typeface="Adobe 黑体 Std R" panose="020B0400000000000000" pitchFamily="34" charset="-122"/>
              </a:rPr>
              <a:t>Activation</a:t>
            </a:r>
          </a:p>
          <a:p>
            <a:pPr>
              <a:lnSpc>
                <a:spcPct val="150000"/>
              </a:lnSpc>
            </a:pPr>
            <a:r>
              <a:rPr lang="en-US" altLang="zh-CN" sz="2400" dirty="0">
                <a:latin typeface="Adobe 黑体 Std R" panose="020B0400000000000000" pitchFamily="34" charset="-122"/>
                <a:ea typeface="Adobe 黑体 Std R" panose="020B0400000000000000" pitchFamily="34" charset="-122"/>
              </a:rPr>
              <a:t>Coupling</a:t>
            </a:r>
            <a:endParaRPr lang="zh-CN" altLang="en-US" sz="2400" dirty="0">
              <a:latin typeface="Adobe 黑体 Std R" panose="020B0400000000000000" pitchFamily="34" charset="-122"/>
              <a:ea typeface="Adobe 黑体 Std R" panose="020B0400000000000000" pitchFamily="34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BD2D9A1B-999F-3D73-C5FD-31E2E28697CA}"/>
              </a:ext>
            </a:extLst>
          </p:cNvPr>
          <p:cNvSpPr txBox="1"/>
          <p:nvPr/>
        </p:nvSpPr>
        <p:spPr>
          <a:xfrm>
            <a:off x="3887991" y="3904318"/>
            <a:ext cx="70485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3200" dirty="0">
                <a:latin typeface="Adobe 黑体 Std R" panose="020B0400000000000000" pitchFamily="34" charset="-122"/>
                <a:ea typeface="Adobe 黑体 Std R" panose="020B0400000000000000" pitchFamily="34" charset="-122"/>
              </a:rPr>
              <a:t>C</a:t>
            </a:r>
            <a:r>
              <a:rPr lang="en-US" altLang="zh-CN" sz="2400" dirty="0">
                <a:latin typeface="Adobe 黑体 Std R" panose="020B0400000000000000" pitchFamily="34" charset="-122"/>
                <a:ea typeface="Adobe 黑体 Std R" panose="020B0400000000000000" pitchFamily="34" charset="-122"/>
              </a:rPr>
              <a:t>hallenging</a:t>
            </a:r>
            <a:endParaRPr lang="zh-CN" altLang="en-US" sz="2400" dirty="0">
              <a:latin typeface="Adobe 黑体 Std R" panose="020B0400000000000000" pitchFamily="34" charset="-122"/>
              <a:ea typeface="Adobe 黑体 Std R" panose="020B0400000000000000" pitchFamily="34" charset="-122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7010B56E-3FD1-8983-22B2-C4DA2C578F16}"/>
              </a:ext>
            </a:extLst>
          </p:cNvPr>
          <p:cNvSpPr txBox="1"/>
          <p:nvPr/>
        </p:nvSpPr>
        <p:spPr>
          <a:xfrm>
            <a:off x="7412241" y="2919925"/>
            <a:ext cx="70485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>
                <a:latin typeface="Adobe 黑体 Std R" panose="020B0400000000000000" pitchFamily="34" charset="-122"/>
                <a:ea typeface="Adobe 黑体 Std R" panose="020B0400000000000000" pitchFamily="34" charset="-122"/>
              </a:rPr>
              <a:t>High temperature and pressure</a:t>
            </a:r>
          </a:p>
          <a:p>
            <a:r>
              <a:rPr lang="en-US" altLang="zh-CN" dirty="0">
                <a:latin typeface="Adobe 黑体 Std R" panose="020B0400000000000000" pitchFamily="34" charset="-122"/>
                <a:ea typeface="Adobe 黑体 Std R" panose="020B0400000000000000" pitchFamily="34" charset="-122"/>
              </a:rPr>
              <a:t> </a:t>
            </a:r>
          </a:p>
          <a:p>
            <a:r>
              <a:rPr lang="en-US" altLang="zh-CN" dirty="0">
                <a:latin typeface="Adobe 黑体 Std R" panose="020B0400000000000000" pitchFamily="34" charset="-122"/>
                <a:ea typeface="Adobe 黑体 Std R" panose="020B0400000000000000" pitchFamily="34" charset="-122"/>
              </a:rPr>
              <a:t>High energy consumption</a:t>
            </a:r>
            <a:endParaRPr lang="zh-CN" altLang="en-US" dirty="0">
              <a:latin typeface="Adobe 黑体 Std R" panose="020B0400000000000000" pitchFamily="34" charset="-122"/>
              <a:ea typeface="Adobe 黑体 Std R" panose="020B0400000000000000" pitchFamily="34" charset="-122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5F313412-BAED-30DB-6EF4-FF1397FED8E6}"/>
              </a:ext>
            </a:extLst>
          </p:cNvPr>
          <p:cNvSpPr txBox="1"/>
          <p:nvPr/>
        </p:nvSpPr>
        <p:spPr>
          <a:xfrm>
            <a:off x="7412241" y="4776057"/>
            <a:ext cx="70485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>
                <a:latin typeface="Adobe 黑体 Std R" panose="020B0400000000000000" pitchFamily="34" charset="-122"/>
                <a:ea typeface="Adobe 黑体 Std R" panose="020B0400000000000000" pitchFamily="34" charset="-122"/>
              </a:rPr>
              <a:t>Emissions from manufacturing processes </a:t>
            </a:r>
          </a:p>
          <a:p>
            <a:endParaRPr lang="en-US" altLang="zh-CN" dirty="0">
              <a:latin typeface="Adobe 黑体 Std R" panose="020B0400000000000000" pitchFamily="34" charset="-122"/>
              <a:ea typeface="Adobe 黑体 Std R" panose="020B0400000000000000" pitchFamily="34" charset="-122"/>
            </a:endParaRPr>
          </a:p>
          <a:p>
            <a:r>
              <a:rPr lang="en-US" altLang="zh-CN" dirty="0">
                <a:latin typeface="Adobe 黑体 Std R" panose="020B0400000000000000" pitchFamily="34" charset="-122"/>
                <a:ea typeface="Adobe 黑体 Std R" panose="020B0400000000000000" pitchFamily="34" charset="-122"/>
              </a:rPr>
              <a:t>Greenhouse gas emissions CO</a:t>
            </a:r>
            <a:r>
              <a:rPr lang="en-US" altLang="zh-CN" baseline="-25000" dirty="0">
                <a:latin typeface="Adobe 黑体 Std R" panose="020B0400000000000000" pitchFamily="34" charset="-122"/>
                <a:ea typeface="Adobe 黑体 Std R" panose="020B0400000000000000" pitchFamily="34" charset="-122"/>
              </a:rPr>
              <a:t>2</a:t>
            </a:r>
            <a:endParaRPr lang="en-US" altLang="zh-CN" dirty="0">
              <a:latin typeface="Adobe 黑体 Std R" panose="020B0400000000000000" pitchFamily="34" charset="-122"/>
              <a:ea typeface="Adobe 黑体 Std R" panose="020B0400000000000000" pitchFamily="34" charset="-122"/>
            </a:endParaRPr>
          </a:p>
        </p:txBody>
      </p:sp>
      <p:sp>
        <p:nvSpPr>
          <p:cNvPr id="4" name="箭头: 右 3">
            <a:extLst>
              <a:ext uri="{FF2B5EF4-FFF2-40B4-BE49-F238E27FC236}">
                <a16:creationId xmlns:a16="http://schemas.microsoft.com/office/drawing/2014/main" id="{976A5398-AB1B-3369-DE92-B750191973E6}"/>
              </a:ext>
            </a:extLst>
          </p:cNvPr>
          <p:cNvSpPr/>
          <p:nvPr/>
        </p:nvSpPr>
        <p:spPr>
          <a:xfrm>
            <a:off x="2542481" y="4020887"/>
            <a:ext cx="997527" cy="351638"/>
          </a:xfrm>
          <a:prstGeom prst="rightArrow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 dirty="0">
              <a:ln w="12700">
                <a:solidFill>
                  <a:schemeClr val="accent5"/>
                </a:solidFill>
                <a:prstDash val="solid"/>
              </a:ln>
              <a:pattFill prst="ltDnDiag">
                <a:fgClr>
                  <a:schemeClr val="accent5">
                    <a:lumMod val="60000"/>
                    <a:lumOff val="40000"/>
                  </a:schemeClr>
                </a:fgClr>
                <a:bgClr>
                  <a:schemeClr val="bg1"/>
                </a:bgClr>
              </a:pattFill>
            </a:endParaRPr>
          </a:p>
        </p:txBody>
      </p:sp>
      <p:sp>
        <p:nvSpPr>
          <p:cNvPr id="14" name="箭头: 右 13">
            <a:extLst>
              <a:ext uri="{FF2B5EF4-FFF2-40B4-BE49-F238E27FC236}">
                <a16:creationId xmlns:a16="http://schemas.microsoft.com/office/drawing/2014/main" id="{8CC185C1-E2DA-9DEF-2A73-220CB405AEDE}"/>
              </a:ext>
            </a:extLst>
          </p:cNvPr>
          <p:cNvSpPr/>
          <p:nvPr/>
        </p:nvSpPr>
        <p:spPr>
          <a:xfrm rot="1826380">
            <a:off x="6084951" y="4539143"/>
            <a:ext cx="997527" cy="351638"/>
          </a:xfrm>
          <a:prstGeom prst="rightArrow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 dirty="0">
              <a:ln w="12700">
                <a:solidFill>
                  <a:schemeClr val="accent5"/>
                </a:solidFill>
                <a:prstDash val="solid"/>
              </a:ln>
              <a:pattFill prst="ltDnDiag">
                <a:fgClr>
                  <a:schemeClr val="accent5">
                    <a:lumMod val="60000"/>
                    <a:lumOff val="40000"/>
                  </a:schemeClr>
                </a:fgClr>
                <a:bgClr>
                  <a:schemeClr val="bg1"/>
                </a:bgClr>
              </a:pattFill>
            </a:endParaRPr>
          </a:p>
        </p:txBody>
      </p:sp>
      <p:sp>
        <p:nvSpPr>
          <p:cNvPr id="16" name="箭头: 右 15">
            <a:extLst>
              <a:ext uri="{FF2B5EF4-FFF2-40B4-BE49-F238E27FC236}">
                <a16:creationId xmlns:a16="http://schemas.microsoft.com/office/drawing/2014/main" id="{2D66B08A-2834-AB80-E852-41090471406E}"/>
              </a:ext>
            </a:extLst>
          </p:cNvPr>
          <p:cNvSpPr/>
          <p:nvPr/>
        </p:nvSpPr>
        <p:spPr>
          <a:xfrm rot="19820196">
            <a:off x="6083628" y="3535355"/>
            <a:ext cx="997527" cy="351638"/>
          </a:xfrm>
          <a:prstGeom prst="rightArrow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 dirty="0">
              <a:ln w="12700">
                <a:solidFill>
                  <a:schemeClr val="accent5"/>
                </a:solidFill>
                <a:prstDash val="solid"/>
              </a:ln>
              <a:pattFill prst="ltDnDiag">
                <a:fgClr>
                  <a:schemeClr val="accent5">
                    <a:lumMod val="60000"/>
                    <a:lumOff val="40000"/>
                  </a:schemeClr>
                </a:fgClr>
                <a:bgClr>
                  <a:schemeClr val="bg1"/>
                </a:bgClr>
              </a:pattFill>
            </a:endParaRP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109BD8E4-B5A3-D5B0-A7B0-609E9DBABF74}"/>
              </a:ext>
            </a:extLst>
          </p:cNvPr>
          <p:cNvSpPr txBox="1"/>
          <p:nvPr/>
        </p:nvSpPr>
        <p:spPr>
          <a:xfrm>
            <a:off x="736600" y="1247805"/>
            <a:ext cx="736715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400" b="1" i="1" dirty="0">
                <a:latin typeface="Century Gothic" panose="020B0502020202020204" pitchFamily="34" charset="0"/>
              </a:rPr>
              <a:t>Finding new ways - the root of the problem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6D2F4941-4B9B-1C0E-E682-9D84E0DFFEC0}"/>
              </a:ext>
            </a:extLst>
          </p:cNvPr>
          <p:cNvSpPr txBox="1"/>
          <p:nvPr/>
        </p:nvSpPr>
        <p:spPr>
          <a:xfrm>
            <a:off x="2273969" y="2266433"/>
            <a:ext cx="736826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800" b="1" i="1" dirty="0">
                <a:solidFill>
                  <a:schemeClr val="accent1">
                    <a:lumMod val="75000"/>
                  </a:schemeClr>
                </a:solidFill>
                <a:latin typeface="Adobe 黑体 Std R" panose="020B0400000000000000" pitchFamily="34" charset="-122"/>
                <a:ea typeface="Adobe 黑体 Std R" panose="020B0400000000000000" pitchFamily="34" charset="-122"/>
              </a:rPr>
              <a:t>Gas molecules</a:t>
            </a:r>
            <a:endParaRPr lang="zh-CN" altLang="en-US" sz="2800" b="1" i="1" dirty="0">
              <a:solidFill>
                <a:schemeClr val="accent1">
                  <a:lumMod val="75000"/>
                </a:schemeClr>
              </a:solidFill>
              <a:latin typeface="Adobe 黑体 Std R" panose="020B0400000000000000" pitchFamily="34" charset="-122"/>
              <a:ea typeface="Adobe 黑体 Std R" panose="020B0400000000000000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51313518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8" grpId="0"/>
      <p:bldP spid="10" grpId="0"/>
      <p:bldP spid="13" grpId="0"/>
      <p:bldP spid="4" grpId="0" animBg="1"/>
      <p:bldP spid="14" grpId="0" animBg="1"/>
      <p:bldP spid="16" grpId="0" animBg="1"/>
      <p:bldP spid="9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DEE29C4-BA3A-DAC5-0975-1B0068AE89B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33FD5223-F61E-9FAD-64F8-29755892315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zh-CN" altLang="en-US"/>
          </a:p>
        </p:txBody>
      </p:sp>
      <p:pic>
        <p:nvPicPr>
          <p:cNvPr id="7" name="图片 6" descr="背景图案&#10;&#10;描述已自动生成">
            <a:extLst>
              <a:ext uri="{FF2B5EF4-FFF2-40B4-BE49-F238E27FC236}">
                <a16:creationId xmlns:a16="http://schemas.microsoft.com/office/drawing/2014/main" id="{585A5856-74D3-1E98-18C9-5453AA6BA5C5}"/>
              </a:ext>
            </a:extLst>
          </p:cNvPr>
          <p:cNvPicPr>
            <a:picLocks noChangeAspect="1"/>
          </p:cNvPicPr>
          <p:nvPr/>
        </p:nvPicPr>
        <p:blipFill>
          <a:blip r:embed="rId2">
            <a:grayscl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4700"/>
                    </a14:imgEffect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23908"/>
            <a:ext cx="12192000" cy="685799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2" name="矩形 11">
            <a:extLst>
              <a:ext uri="{FF2B5EF4-FFF2-40B4-BE49-F238E27FC236}">
                <a16:creationId xmlns:a16="http://schemas.microsoft.com/office/drawing/2014/main" id="{EAEC1B17-7E65-F88C-ABC1-2528E1B5F545}"/>
              </a:ext>
            </a:extLst>
          </p:cNvPr>
          <p:cNvSpPr/>
          <p:nvPr/>
        </p:nvSpPr>
        <p:spPr>
          <a:xfrm>
            <a:off x="0" y="-39111"/>
            <a:ext cx="12192000" cy="964941"/>
          </a:xfrm>
          <a:prstGeom prst="rect">
            <a:avLst/>
          </a:prstGeom>
          <a:gradFill>
            <a:gsLst>
              <a:gs pos="7446">
                <a:srgbClr val="548235"/>
              </a:gs>
              <a:gs pos="51000">
                <a:schemeClr val="accent6">
                  <a:lumMod val="75000"/>
                </a:schemeClr>
              </a:gs>
              <a:gs pos="100000">
                <a:schemeClr val="accent6">
                  <a:lumMod val="75000"/>
                </a:schemeClr>
              </a:gs>
            </a:gsLst>
            <a:lin ang="5400000" scaled="1"/>
          </a:gra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D623BE95-6382-0B02-E7C6-F76B82728BD1}"/>
              </a:ext>
            </a:extLst>
          </p:cNvPr>
          <p:cNvSpPr txBox="1"/>
          <p:nvPr/>
        </p:nvSpPr>
        <p:spPr>
          <a:xfrm>
            <a:off x="1097280" y="233075"/>
            <a:ext cx="128016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0" lang="en-US" altLang="zh-CN" sz="2400" b="1" i="0" u="none" strike="noStrike" kern="0" cap="none" spc="0" normalizeH="0" baseline="0" noProof="0" dirty="0">
                <a:ln>
                  <a:noFill/>
                </a:ln>
                <a:solidFill>
                  <a:schemeClr val="bg1">
                    <a:lumMod val="95000"/>
                  </a:schemeClr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rPr>
              <a:t>Background        </a:t>
            </a:r>
            <a:r>
              <a:rPr lang="en-US" altLang="zh-CN" sz="2400" b="1" dirty="0">
                <a:solidFill>
                  <a:schemeClr val="bg1">
                    <a:lumMod val="9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Conventional      </a:t>
            </a:r>
            <a:r>
              <a:rPr kumimoji="0" lang="en-US" altLang="zh-CN" sz="2400" b="1" i="0" u="none" strike="noStrike" kern="0" cap="none" spc="0" normalizeH="0" baseline="0" noProof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rPr>
              <a:t>Novel</a:t>
            </a:r>
            <a:r>
              <a:rPr kumimoji="0" lang="en-US" altLang="zh-CN" sz="2400" b="1" i="0" u="none" strike="noStrike" kern="0" cap="none" spc="0" normalizeH="0" baseline="0" noProof="0" dirty="0">
                <a:ln>
                  <a:noFill/>
                </a:ln>
                <a:solidFill>
                  <a:schemeClr val="bg1">
                    <a:lumMod val="95000"/>
                  </a:schemeClr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rPr>
              <a:t>       Conclusion and Outlook</a:t>
            </a:r>
          </a:p>
          <a:p>
            <a:endParaRPr kumimoji="0" lang="en-US" altLang="zh-CN" sz="1800" b="0" i="0" u="none" strike="noStrike" kern="0" cap="none" spc="0" normalizeH="0" baseline="0" noProof="0" dirty="0">
              <a:ln>
                <a:noFill/>
              </a:ln>
              <a:solidFill>
                <a:prstClr val="white">
                  <a:lumMod val="65000"/>
                </a:prstClr>
              </a:solidFill>
              <a:effectLst/>
              <a:uLnTx/>
              <a:uFillTx/>
              <a:latin typeface="HelveticaExt-Normal"/>
              <a:ea typeface="OPPOSans B"/>
            </a:endParaRPr>
          </a:p>
          <a:p>
            <a:endParaRPr lang="en-US" altLang="zh-CN" sz="1800" dirty="0">
              <a:solidFill>
                <a:schemeClr val="bg1">
                  <a:lumMod val="95000"/>
                </a:schemeClr>
              </a:solidFill>
              <a:latin typeface="Adobe 黑体 Std R" panose="020B0400000000000000" pitchFamily="34" charset="-122"/>
              <a:ea typeface="Adobe 黑体 Std R" panose="020B0400000000000000" pitchFamily="34" charset="-122"/>
            </a:endParaRPr>
          </a:p>
          <a:p>
            <a:endParaRPr kumimoji="0" lang="zh-CN" altLang="en-US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endParaRPr lang="zh-CN" altLang="en-US" dirty="0"/>
          </a:p>
        </p:txBody>
      </p:sp>
      <p:pic>
        <p:nvPicPr>
          <p:cNvPr id="20" name="图片 19" descr="图片包含 徽标&#10;&#10;描述已自动生成">
            <a:extLst>
              <a:ext uri="{FF2B5EF4-FFF2-40B4-BE49-F238E27FC236}">
                <a16:creationId xmlns:a16="http://schemas.microsoft.com/office/drawing/2014/main" id="{7A0B4C53-65DF-7639-2804-731E7FCEC2B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0359" y="25078"/>
            <a:ext cx="836562" cy="836562"/>
          </a:xfrm>
          <a:prstGeom prst="ellipse">
            <a:avLst/>
          </a:prstGeom>
        </p:spPr>
      </p:pic>
      <p:sp>
        <p:nvSpPr>
          <p:cNvPr id="4" name="文本框 3">
            <a:extLst>
              <a:ext uri="{FF2B5EF4-FFF2-40B4-BE49-F238E27FC236}">
                <a16:creationId xmlns:a16="http://schemas.microsoft.com/office/drawing/2014/main" id="{13057982-8FC1-684B-64C7-E67A39B47B5A}"/>
              </a:ext>
            </a:extLst>
          </p:cNvPr>
          <p:cNvSpPr txBox="1"/>
          <p:nvPr/>
        </p:nvSpPr>
        <p:spPr>
          <a:xfrm>
            <a:off x="1330780" y="5594992"/>
            <a:ext cx="1028486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latin typeface="Adobe 黑体 Std R" panose="020B0400000000000000" pitchFamily="34" charset="-122"/>
                <a:ea typeface="Adobe 黑体 Std R" panose="020B0400000000000000" pitchFamily="34" charset="-122"/>
              </a:rPr>
              <a:t>Shockingly</a:t>
            </a:r>
            <a:r>
              <a:rPr lang="en-US" altLang="zh-CN" sz="2400" dirty="0"/>
              <a:t> - there really is a substance that exists to satisfy - </a:t>
            </a:r>
            <a:r>
              <a:rPr lang="en-US" altLang="zh-CN" sz="3200" b="1" i="1" dirty="0">
                <a:solidFill>
                  <a:schemeClr val="accent1">
                    <a:lumMod val="75000"/>
                  </a:schemeClr>
                </a:solidFill>
              </a:rPr>
              <a:t>Catalyst </a:t>
            </a:r>
            <a:endParaRPr lang="zh-CN" altLang="en-US" sz="2400" b="1" i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25EF120A-C96C-B6F5-2D77-DE7AF7E49680}"/>
              </a:ext>
            </a:extLst>
          </p:cNvPr>
          <p:cNvSpPr txBox="1"/>
          <p:nvPr/>
        </p:nvSpPr>
        <p:spPr>
          <a:xfrm>
            <a:off x="736600" y="1263008"/>
            <a:ext cx="704577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400" b="1" i="1" dirty="0">
                <a:latin typeface="Century Gothic" panose="020B0502020202020204" pitchFamily="34" charset="0"/>
              </a:rPr>
              <a:t>Ideas</a:t>
            </a:r>
            <a:endParaRPr lang="zh-CN" altLang="en-US" sz="2400" b="1" i="1" dirty="0">
              <a:latin typeface="Century Gothic" panose="020B0502020202020204" pitchFamily="34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A3AC93A3-BC1D-EE9B-0055-D781F2C57AD9}"/>
              </a:ext>
            </a:extLst>
          </p:cNvPr>
          <p:cNvSpPr txBox="1"/>
          <p:nvPr/>
        </p:nvSpPr>
        <p:spPr>
          <a:xfrm>
            <a:off x="1590090" y="4870823"/>
            <a:ext cx="12101417" cy="5082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2000" dirty="0">
                <a:solidFill>
                  <a:schemeClr val="accent1">
                    <a:lumMod val="50000"/>
                  </a:schemeClr>
                </a:solidFill>
                <a:latin typeface="Adobe 黑体 Std R" panose="020B0400000000000000" pitchFamily="34" charset="-122"/>
                <a:ea typeface="Adobe 黑体 Std R" panose="020B0400000000000000" pitchFamily="34" charset="-122"/>
              </a:rPr>
              <a:t>Gibbs free energy &lt; 0, that means the reaction can proceed spontaneously.</a:t>
            </a:r>
            <a:endParaRPr lang="zh-CN" altLang="en-US" sz="2000" dirty="0">
              <a:solidFill>
                <a:schemeClr val="accent1">
                  <a:lumMod val="50000"/>
                </a:schemeClr>
              </a:solidFill>
              <a:latin typeface="Adobe 黑体 Std R" panose="020B0400000000000000" pitchFamily="34" charset="-122"/>
              <a:ea typeface="Adobe 黑体 Std R" panose="020B0400000000000000" pitchFamily="34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B54109EC-857B-CF2F-0392-BB75EB684897}"/>
              </a:ext>
            </a:extLst>
          </p:cNvPr>
          <p:cNvSpPr txBox="1"/>
          <p:nvPr/>
        </p:nvSpPr>
        <p:spPr>
          <a:xfrm>
            <a:off x="736600" y="1801545"/>
            <a:ext cx="10760337" cy="28048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2400" kern="100" dirty="0"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Abadi" panose="020B0604020104020204" pitchFamily="34" charset="0"/>
                <a:ea typeface="等线" panose="02010600030101010101" pitchFamily="2" charset="-122"/>
                <a:cs typeface="Times New Roman" panose="02020603050405020304" pitchFamily="18" charset="0"/>
              </a:rPr>
              <a:t>ΔG = ΔH – TΔS</a:t>
            </a:r>
          </a:p>
          <a:p>
            <a:pPr>
              <a:lnSpc>
                <a:spcPct val="150000"/>
              </a:lnSpc>
            </a:pPr>
            <a:r>
              <a:rPr lang="en-US" altLang="zh-CN" sz="2400" kern="100" dirty="0"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Abadi" panose="020B0604020104020204" pitchFamily="34" charset="0"/>
                <a:ea typeface="等线" panose="02010600030101010101" pitchFamily="2" charset="-122"/>
                <a:cs typeface="Segoe UI" panose="020B0502040204020203" pitchFamily="34" charset="0"/>
              </a:rPr>
              <a:t>It can be used to determine whether a reaction is reversible and the direction of equilibrium of the reaction.</a:t>
            </a:r>
            <a:r>
              <a:rPr lang="zh-CN" altLang="zh-CN" sz="2400" kern="100" dirty="0"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Abadi" panose="020B0604020104020204" pitchFamily="34" charset="0"/>
                <a:ea typeface="等线" panose="02010600030101010101" pitchFamily="2" charset="-122"/>
                <a:cs typeface="Segoe UI" panose="020B0502040204020203" pitchFamily="34" charset="0"/>
              </a:rPr>
              <a:t> </a:t>
            </a:r>
            <a:endParaRPr lang="en-US" altLang="zh-CN" sz="2400" kern="100" dirty="0">
              <a:solidFill>
                <a:schemeClr val="tx1">
                  <a:lumMod val="95000"/>
                  <a:lumOff val="5000"/>
                </a:schemeClr>
              </a:solidFill>
              <a:latin typeface="Abadi" panose="020B0604020104020204" pitchFamily="34" charset="0"/>
              <a:ea typeface="等线" panose="02010600030101010101" pitchFamily="2" charset="-122"/>
              <a:cs typeface="Segoe UI" panose="020B0502040204020203" pitchFamily="34" charset="0"/>
            </a:endParaRPr>
          </a:p>
          <a:p>
            <a:pPr>
              <a:lnSpc>
                <a:spcPct val="150000"/>
              </a:lnSpc>
            </a:pPr>
            <a:r>
              <a:rPr lang="en-US" altLang="zh-CN" sz="2400" kern="100" dirty="0"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Abadi" panose="020B0604020104020204" pitchFamily="34" charset="0"/>
                <a:ea typeface="等线" panose="02010600030101010101" pitchFamily="2" charset="-122"/>
                <a:cs typeface="Times New Roman" panose="02020603050405020304" pitchFamily="18" charset="0"/>
              </a:rPr>
              <a:t>ΔG &lt; 0</a:t>
            </a:r>
            <a:r>
              <a:rPr lang="en-US" altLang="zh-CN" sz="2400" kern="100" dirty="0"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Abadi" panose="020B0604020104020204" pitchFamily="34" charset="0"/>
                <a:ea typeface="等线" panose="02010600030101010101" pitchFamily="2" charset="-122"/>
                <a:cs typeface="Segoe UI" panose="020B0502040204020203" pitchFamily="34" charset="0"/>
              </a:rPr>
              <a:t> Spontaneous         Positive</a:t>
            </a:r>
            <a:endParaRPr lang="en-US" altLang="zh-CN" sz="2400" kern="100" dirty="0">
              <a:solidFill>
                <a:schemeClr val="tx1">
                  <a:lumMod val="95000"/>
                  <a:lumOff val="5000"/>
                </a:schemeClr>
              </a:solidFill>
              <a:latin typeface="Abadi" panose="020B0604020104020204" pitchFamily="34" charset="0"/>
              <a:ea typeface="等线" panose="02010600030101010101" pitchFamily="2" charset="-122"/>
              <a:cs typeface="Segoe UI" panose="020B0502040204020203" pitchFamily="34" charset="0"/>
            </a:endParaRPr>
          </a:p>
          <a:p>
            <a:pPr>
              <a:lnSpc>
                <a:spcPct val="150000"/>
              </a:lnSpc>
            </a:pPr>
            <a:r>
              <a:rPr lang="en-US" altLang="zh-CN" sz="2400" kern="100" dirty="0"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Abadi" panose="020B0604020104020204" pitchFamily="34" charset="0"/>
                <a:ea typeface="等线" panose="02010600030101010101" pitchFamily="2" charset="-122"/>
                <a:cs typeface="Times New Roman" panose="02020603050405020304" pitchFamily="18" charset="0"/>
              </a:rPr>
              <a:t>ΔG &gt; 0</a:t>
            </a:r>
            <a:r>
              <a:rPr lang="en-US" altLang="zh-CN" sz="2400" kern="100" dirty="0"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Abadi" panose="020B0604020104020204" pitchFamily="34" charset="0"/>
                <a:ea typeface="等线" panose="02010600030101010101" pitchFamily="2" charset="-122"/>
                <a:cs typeface="Segoe UI" panose="020B0502040204020203" pitchFamily="34" charset="0"/>
              </a:rPr>
              <a:t> Non-spontaneous  Reverse</a:t>
            </a:r>
            <a:endParaRPr lang="zh-CN" altLang="en-US" sz="2000" dirty="0">
              <a:solidFill>
                <a:schemeClr val="tx1">
                  <a:lumMod val="95000"/>
                  <a:lumOff val="5000"/>
                </a:schemeClr>
              </a:solidFill>
              <a:latin typeface="Abadi" panose="020B0604020104020204" pitchFamily="34" charset="0"/>
            </a:endParaRP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96C4250A-C23C-1397-129E-C6DFCB62C545}"/>
              </a:ext>
            </a:extLst>
          </p:cNvPr>
          <p:cNvSpPr txBox="1"/>
          <p:nvPr/>
        </p:nvSpPr>
        <p:spPr>
          <a:xfrm>
            <a:off x="3066144" y="1565639"/>
            <a:ext cx="70457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1" i="1" dirty="0">
                <a:solidFill>
                  <a:schemeClr val="accent1">
                    <a:lumMod val="75000"/>
                  </a:schemeClr>
                </a:solidFill>
              </a:rPr>
              <a:t>Gibbs Free Energy</a:t>
            </a:r>
            <a:endParaRPr lang="zh-CN" altLang="en-US" b="1" i="1" dirty="0">
              <a:solidFill>
                <a:schemeClr val="accent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364001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1" grpId="0"/>
      <p:bldP spid="8" grpId="0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DEE29C4-BA3A-DAC5-0975-1B0068AE89B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33FD5223-F61E-9FAD-64F8-29755892315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50811" y="3304029"/>
            <a:ext cx="9144000" cy="1655762"/>
          </a:xfrm>
        </p:spPr>
        <p:txBody>
          <a:bodyPr/>
          <a:lstStyle/>
          <a:p>
            <a:endParaRPr lang="zh-CN" altLang="en-US"/>
          </a:p>
        </p:txBody>
      </p:sp>
      <p:pic>
        <p:nvPicPr>
          <p:cNvPr id="7" name="图片 6" descr="背景图案&#10;&#10;描述已自动生成">
            <a:extLst>
              <a:ext uri="{FF2B5EF4-FFF2-40B4-BE49-F238E27FC236}">
                <a16:creationId xmlns:a16="http://schemas.microsoft.com/office/drawing/2014/main" id="{585A5856-74D3-1E98-18C9-5453AA6BA5C5}"/>
              </a:ext>
            </a:extLst>
          </p:cNvPr>
          <p:cNvPicPr>
            <a:picLocks noChangeAspect="1"/>
          </p:cNvPicPr>
          <p:nvPr/>
        </p:nvPicPr>
        <p:blipFill>
          <a:blip r:embed="rId2">
            <a:grayscl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4700"/>
                    </a14:imgEffect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"/>
            <a:ext cx="12192000" cy="685799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2" name="矩形 11">
            <a:extLst>
              <a:ext uri="{FF2B5EF4-FFF2-40B4-BE49-F238E27FC236}">
                <a16:creationId xmlns:a16="http://schemas.microsoft.com/office/drawing/2014/main" id="{EAEC1B17-7E65-F88C-ABC1-2528E1B5F545}"/>
              </a:ext>
            </a:extLst>
          </p:cNvPr>
          <p:cNvSpPr/>
          <p:nvPr/>
        </p:nvSpPr>
        <p:spPr>
          <a:xfrm>
            <a:off x="0" y="-39111"/>
            <a:ext cx="12192000" cy="964941"/>
          </a:xfrm>
          <a:prstGeom prst="rect">
            <a:avLst/>
          </a:prstGeom>
          <a:gradFill>
            <a:gsLst>
              <a:gs pos="7446">
                <a:srgbClr val="548235"/>
              </a:gs>
              <a:gs pos="51000">
                <a:schemeClr val="accent6">
                  <a:lumMod val="75000"/>
                </a:schemeClr>
              </a:gs>
              <a:gs pos="100000">
                <a:schemeClr val="accent6">
                  <a:lumMod val="75000"/>
                </a:schemeClr>
              </a:gs>
            </a:gsLst>
            <a:lin ang="5400000" scaled="1"/>
          </a:gra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D623BE95-6382-0B02-E7C6-F76B82728BD1}"/>
              </a:ext>
            </a:extLst>
          </p:cNvPr>
          <p:cNvSpPr txBox="1"/>
          <p:nvPr/>
        </p:nvSpPr>
        <p:spPr>
          <a:xfrm>
            <a:off x="1097280" y="233075"/>
            <a:ext cx="128016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0" lang="en-US" altLang="zh-CN" sz="2400" b="1" i="0" u="none" strike="noStrike" kern="0" cap="none" spc="0" normalizeH="0" baseline="0" noProof="0" dirty="0">
                <a:ln>
                  <a:noFill/>
                </a:ln>
                <a:solidFill>
                  <a:schemeClr val="bg1">
                    <a:lumMod val="95000"/>
                  </a:schemeClr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rPr>
              <a:t>Background        </a:t>
            </a:r>
            <a:r>
              <a:rPr lang="en-US" altLang="zh-CN" sz="2400" b="1" dirty="0">
                <a:solidFill>
                  <a:schemeClr val="bg1">
                    <a:lumMod val="9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Conventional      </a:t>
            </a:r>
            <a:r>
              <a:rPr kumimoji="0" lang="en-US" altLang="zh-CN" sz="2400" b="1" i="0" u="none" strike="noStrike" kern="0" cap="none" spc="0" normalizeH="0" baseline="0" noProof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rPr>
              <a:t>Novel</a:t>
            </a:r>
            <a:r>
              <a:rPr kumimoji="0" lang="en-US" altLang="zh-CN" sz="2400" b="1" i="0" u="none" strike="noStrike" kern="0" cap="none" spc="0" normalizeH="0" baseline="0" noProof="0" dirty="0">
                <a:ln>
                  <a:noFill/>
                </a:ln>
                <a:solidFill>
                  <a:schemeClr val="bg1">
                    <a:lumMod val="95000"/>
                  </a:schemeClr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rPr>
              <a:t>       Conclusion and Outlook</a:t>
            </a:r>
          </a:p>
          <a:p>
            <a:endParaRPr kumimoji="0" lang="en-US" altLang="zh-CN" sz="1800" b="0" i="0" u="none" strike="noStrike" kern="0" cap="none" spc="0" normalizeH="0" baseline="0" noProof="0" dirty="0">
              <a:ln>
                <a:noFill/>
              </a:ln>
              <a:solidFill>
                <a:prstClr val="white">
                  <a:lumMod val="65000"/>
                </a:prstClr>
              </a:solidFill>
              <a:effectLst/>
              <a:uLnTx/>
              <a:uFillTx/>
              <a:latin typeface="HelveticaExt-Normal"/>
              <a:ea typeface="OPPOSans B"/>
            </a:endParaRPr>
          </a:p>
          <a:p>
            <a:endParaRPr lang="en-US" altLang="zh-CN" sz="1800" dirty="0">
              <a:solidFill>
                <a:schemeClr val="bg1">
                  <a:lumMod val="95000"/>
                </a:schemeClr>
              </a:solidFill>
              <a:latin typeface="Adobe 黑体 Std R" panose="020B0400000000000000" pitchFamily="34" charset="-122"/>
              <a:ea typeface="Adobe 黑体 Std R" panose="020B0400000000000000" pitchFamily="34" charset="-122"/>
            </a:endParaRPr>
          </a:p>
          <a:p>
            <a:endParaRPr kumimoji="0" lang="zh-CN" altLang="en-US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endParaRPr lang="zh-CN" altLang="en-US" dirty="0"/>
          </a:p>
        </p:txBody>
      </p:sp>
      <p:pic>
        <p:nvPicPr>
          <p:cNvPr id="20" name="图片 19" descr="图片包含 徽标&#10;&#10;描述已自动生成">
            <a:extLst>
              <a:ext uri="{FF2B5EF4-FFF2-40B4-BE49-F238E27FC236}">
                <a16:creationId xmlns:a16="http://schemas.microsoft.com/office/drawing/2014/main" id="{7A0B4C53-65DF-7639-2804-731E7FCEC2B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0359" y="25078"/>
            <a:ext cx="836562" cy="836562"/>
          </a:xfrm>
          <a:prstGeom prst="ellipse">
            <a:avLst/>
          </a:prstGeom>
        </p:spPr>
      </p:pic>
      <p:pic>
        <p:nvPicPr>
          <p:cNvPr id="4" name="图片 3">
            <a:extLst>
              <a:ext uri="{FF2B5EF4-FFF2-40B4-BE49-F238E27FC236}">
                <a16:creationId xmlns:a16="http://schemas.microsoft.com/office/drawing/2014/main" id="{C3A62732-4047-D6BC-D7C1-938B7227F79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14931" y="2927161"/>
            <a:ext cx="3162137" cy="2128105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17" name="文本框 16">
            <a:extLst>
              <a:ext uri="{FF2B5EF4-FFF2-40B4-BE49-F238E27FC236}">
                <a16:creationId xmlns:a16="http://schemas.microsoft.com/office/drawing/2014/main" id="{984CE52A-8E27-B1DA-9C4B-129078D6220D}"/>
              </a:ext>
            </a:extLst>
          </p:cNvPr>
          <p:cNvSpPr txBox="1"/>
          <p:nvPr/>
        </p:nvSpPr>
        <p:spPr>
          <a:xfrm>
            <a:off x="704479" y="2103467"/>
            <a:ext cx="704577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400" b="1" i="1" dirty="0">
                <a:solidFill>
                  <a:schemeClr val="accent1">
                    <a:lumMod val="75000"/>
                  </a:schemeClr>
                </a:solidFill>
              </a:rPr>
              <a:t>Gibbs Free Energy</a:t>
            </a:r>
            <a:endParaRPr lang="zh-CN" altLang="en-US" sz="2400" b="1" i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9717855F-E62F-0CDA-3963-73BFCE59007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7552" y="2927161"/>
            <a:ext cx="3420987" cy="2090238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10" name="文本框 9">
            <a:extLst>
              <a:ext uri="{FF2B5EF4-FFF2-40B4-BE49-F238E27FC236}">
                <a16:creationId xmlns:a16="http://schemas.microsoft.com/office/drawing/2014/main" id="{E7FC733C-A194-512E-46A5-0C32968E53C4}"/>
              </a:ext>
            </a:extLst>
          </p:cNvPr>
          <p:cNvSpPr txBox="1"/>
          <p:nvPr/>
        </p:nvSpPr>
        <p:spPr>
          <a:xfrm>
            <a:off x="704479" y="1320348"/>
            <a:ext cx="70485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400" b="1" i="1" dirty="0">
                <a:latin typeface="Century Gothic" panose="020B0502020202020204" pitchFamily="34" charset="0"/>
              </a:rPr>
              <a:t>Principle of catalyst action</a:t>
            </a:r>
          </a:p>
        </p:txBody>
      </p:sp>
      <p:sp>
        <p:nvSpPr>
          <p:cNvPr id="5" name="箭头: 右 4">
            <a:extLst>
              <a:ext uri="{FF2B5EF4-FFF2-40B4-BE49-F238E27FC236}">
                <a16:creationId xmlns:a16="http://schemas.microsoft.com/office/drawing/2014/main" id="{EE42F261-EFC8-AF55-AB60-A1B5B8CAFDBE}"/>
              </a:ext>
            </a:extLst>
          </p:cNvPr>
          <p:cNvSpPr/>
          <p:nvPr/>
        </p:nvSpPr>
        <p:spPr>
          <a:xfrm>
            <a:off x="3756159" y="3789249"/>
            <a:ext cx="659587" cy="403930"/>
          </a:xfrm>
          <a:prstGeom prst="rightArrow">
            <a:avLst/>
          </a:prstGeom>
          <a:solidFill>
            <a:schemeClr val="bg1">
              <a:lumMod val="65000"/>
            </a:schemeClr>
          </a:soli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999B881D-32D8-0E0B-AC4C-85A714B5988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89371" y="2927161"/>
            <a:ext cx="3400539" cy="2173388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8" name="箭头: 右 7">
            <a:extLst>
              <a:ext uri="{FF2B5EF4-FFF2-40B4-BE49-F238E27FC236}">
                <a16:creationId xmlns:a16="http://schemas.microsoft.com/office/drawing/2014/main" id="{02951561-3B78-BAC3-4D7A-E4C68FF8B648}"/>
              </a:ext>
            </a:extLst>
          </p:cNvPr>
          <p:cNvSpPr/>
          <p:nvPr/>
        </p:nvSpPr>
        <p:spPr>
          <a:xfrm>
            <a:off x="7803426" y="3770315"/>
            <a:ext cx="659587" cy="403930"/>
          </a:xfrm>
          <a:prstGeom prst="rightArrow">
            <a:avLst/>
          </a:prstGeom>
          <a:solidFill>
            <a:schemeClr val="bg1">
              <a:lumMod val="65000"/>
            </a:schemeClr>
          </a:soli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E326079B-3106-D696-A632-9880935F4A6C}"/>
              </a:ext>
            </a:extLst>
          </p:cNvPr>
          <p:cNvSpPr txBox="1"/>
          <p:nvPr/>
        </p:nvSpPr>
        <p:spPr>
          <a:xfrm>
            <a:off x="2571749" y="5756296"/>
            <a:ext cx="7048500" cy="958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zh-CN" sz="200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ea typeface="Adobe 黑体 Std R" panose="020B0400000000000000" pitchFamily="34" charset="-122"/>
                <a:cs typeface="Arial" panose="020B0604020202020204" pitchFamily="34" charset="0"/>
              </a:rPr>
              <a:t>temperature  50</a:t>
            </a:r>
            <a:r>
              <a:rPr lang="en-US" altLang="zh-CN" sz="2000" baseline="3000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ea typeface="Adobe 黑体 Std R" panose="020B0400000000000000" pitchFamily="34" charset="-122"/>
                <a:cs typeface="Arial" panose="020B0604020202020204" pitchFamily="34" charset="0"/>
              </a:rPr>
              <a:t>o</a:t>
            </a:r>
            <a:r>
              <a:rPr lang="en-US" altLang="zh-CN" sz="200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ea typeface="Adobe 黑体 Std R" panose="020B0400000000000000" pitchFamily="34" charset="-122"/>
                <a:cs typeface="Arial" panose="020B0604020202020204" pitchFamily="34" charset="0"/>
              </a:rPr>
              <a:t>C -100</a:t>
            </a:r>
            <a:r>
              <a:rPr lang="en-US" altLang="zh-CN" sz="2000" baseline="3000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ea typeface="Adobe 黑体 Std R" panose="020B0400000000000000" pitchFamily="34" charset="-122"/>
                <a:cs typeface="Arial" panose="020B0604020202020204" pitchFamily="34" charset="0"/>
              </a:rPr>
              <a:t>o</a:t>
            </a:r>
            <a:r>
              <a:rPr lang="en-US" altLang="zh-CN" sz="200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ea typeface="Adobe 黑体 Std R" panose="020B0400000000000000" pitchFamily="34" charset="-122"/>
                <a:cs typeface="Arial" panose="020B0604020202020204" pitchFamily="34" charset="0"/>
              </a:rPr>
              <a:t>C</a:t>
            </a:r>
          </a:p>
          <a:p>
            <a:pPr algn="ctr">
              <a:lnSpc>
                <a:spcPct val="150000"/>
              </a:lnSpc>
            </a:pPr>
            <a:r>
              <a:rPr lang="en-US" altLang="zh-CN" sz="200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ea typeface="Adobe 黑体 Std R" panose="020B0400000000000000" pitchFamily="34" charset="-122"/>
                <a:cs typeface="Arial" panose="020B0604020202020204" pitchFamily="34" charset="0"/>
              </a:rPr>
              <a:t>pressure at atmospheric or slight overpressure</a:t>
            </a:r>
            <a:r>
              <a:rPr lang="en-US" altLang="zh-CN" sz="2000" baseline="3000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ea typeface="Adobe 黑体 Std R" panose="020B0400000000000000" pitchFamily="34" charset="-122"/>
                <a:cs typeface="Arial" panose="020B0604020202020204" pitchFamily="34" charset="0"/>
              </a:rPr>
              <a:t>[7]</a:t>
            </a:r>
            <a:endParaRPr lang="zh-CN" altLang="en-US" sz="2000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ea typeface="Adobe 黑体 Std R" panose="020B0400000000000000" pitchFamily="34" charset="-122"/>
              <a:cs typeface="Arial" panose="020B0604020202020204" pitchFamily="34" charset="0"/>
            </a:endParaRP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FAC1BA5F-6EB3-0D53-6C9F-B0D69950B0A5}"/>
              </a:ext>
            </a:extLst>
          </p:cNvPr>
          <p:cNvSpPr txBox="1"/>
          <p:nvPr/>
        </p:nvSpPr>
        <p:spPr>
          <a:xfrm>
            <a:off x="29271" y="5210807"/>
            <a:ext cx="41423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kern="0" dirty="0">
                <a:solidFill>
                  <a:sysClr val="windowText" lastClr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Figure 4. Gibbs Free Energy Illustration</a:t>
            </a:r>
            <a:endParaRPr lang="zh-CN" altLang="en-US" kern="0" dirty="0">
              <a:solidFill>
                <a:sysClr val="windowText" lastClr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D90E9692-BD99-15C0-D4EE-C97CF4794810}"/>
              </a:ext>
            </a:extLst>
          </p:cNvPr>
          <p:cNvSpPr txBox="1"/>
          <p:nvPr/>
        </p:nvSpPr>
        <p:spPr>
          <a:xfrm>
            <a:off x="4563066" y="5224801"/>
            <a:ext cx="41423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kern="0" dirty="0">
                <a:solidFill>
                  <a:sysClr val="windowText" lastClr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Figure 5. Examples of images</a:t>
            </a:r>
            <a:endParaRPr lang="zh-CN" altLang="en-US" kern="0" dirty="0">
              <a:solidFill>
                <a:sysClr val="windowText" lastClr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11617200-DE77-C6C7-E8C7-582032E5FD8F}"/>
              </a:ext>
            </a:extLst>
          </p:cNvPr>
          <p:cNvSpPr txBox="1"/>
          <p:nvPr/>
        </p:nvSpPr>
        <p:spPr>
          <a:xfrm>
            <a:off x="8705408" y="5210807"/>
            <a:ext cx="41423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kern="0" dirty="0">
                <a:solidFill>
                  <a:sysClr val="windowText" lastClr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Figure 6. Catalyst principle</a:t>
            </a:r>
            <a:endParaRPr lang="zh-CN" altLang="en-US" kern="0" dirty="0">
              <a:solidFill>
                <a:sysClr val="windowText" lastClr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6762661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8" grpId="0" animBg="1"/>
      <p:bldP spid="15" grpId="0"/>
      <p:bldP spid="22" grpId="0"/>
      <p:bldP spid="23" grpId="0"/>
      <p:bldP spid="25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DEE29C4-BA3A-DAC5-0975-1B0068AE89B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33FD5223-F61E-9FAD-64F8-29755892315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zh-CN" altLang="en-US"/>
          </a:p>
        </p:txBody>
      </p:sp>
      <p:pic>
        <p:nvPicPr>
          <p:cNvPr id="7" name="图片 6" descr="背景图案&#10;&#10;描述已自动生成">
            <a:extLst>
              <a:ext uri="{FF2B5EF4-FFF2-40B4-BE49-F238E27FC236}">
                <a16:creationId xmlns:a16="http://schemas.microsoft.com/office/drawing/2014/main" id="{585A5856-74D3-1E98-18C9-5453AA6BA5C5}"/>
              </a:ext>
            </a:extLst>
          </p:cNvPr>
          <p:cNvPicPr>
            <a:picLocks noChangeAspect="1"/>
          </p:cNvPicPr>
          <p:nvPr/>
        </p:nvPicPr>
        <p:blipFill>
          <a:blip r:embed="rId2">
            <a:grayscl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4700"/>
                    </a14:imgEffect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5078"/>
            <a:ext cx="12192000" cy="685799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2" name="矩形 11">
            <a:extLst>
              <a:ext uri="{FF2B5EF4-FFF2-40B4-BE49-F238E27FC236}">
                <a16:creationId xmlns:a16="http://schemas.microsoft.com/office/drawing/2014/main" id="{EAEC1B17-7E65-F88C-ABC1-2528E1B5F545}"/>
              </a:ext>
            </a:extLst>
          </p:cNvPr>
          <p:cNvSpPr/>
          <p:nvPr/>
        </p:nvSpPr>
        <p:spPr>
          <a:xfrm>
            <a:off x="0" y="-39111"/>
            <a:ext cx="12192000" cy="964941"/>
          </a:xfrm>
          <a:prstGeom prst="rect">
            <a:avLst/>
          </a:prstGeom>
          <a:gradFill>
            <a:gsLst>
              <a:gs pos="7446">
                <a:srgbClr val="548235"/>
              </a:gs>
              <a:gs pos="51000">
                <a:schemeClr val="accent6">
                  <a:lumMod val="75000"/>
                </a:schemeClr>
              </a:gs>
              <a:gs pos="100000">
                <a:schemeClr val="accent6">
                  <a:lumMod val="75000"/>
                </a:schemeClr>
              </a:gs>
            </a:gsLst>
            <a:lin ang="5400000" scaled="1"/>
          </a:gra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D623BE95-6382-0B02-E7C6-F76B82728BD1}"/>
              </a:ext>
            </a:extLst>
          </p:cNvPr>
          <p:cNvSpPr txBox="1"/>
          <p:nvPr/>
        </p:nvSpPr>
        <p:spPr>
          <a:xfrm>
            <a:off x="1097280" y="233075"/>
            <a:ext cx="128016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0" lang="en-US" altLang="zh-CN" sz="2400" b="1" i="0" u="none" strike="noStrike" kern="0" cap="none" spc="0" normalizeH="0" baseline="0" noProof="0" dirty="0">
                <a:ln>
                  <a:noFill/>
                </a:ln>
                <a:solidFill>
                  <a:schemeClr val="bg1">
                    <a:lumMod val="95000"/>
                  </a:schemeClr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rPr>
              <a:t>Background        </a:t>
            </a:r>
            <a:r>
              <a:rPr lang="en-US" altLang="zh-CN" sz="2400" b="1" dirty="0">
                <a:solidFill>
                  <a:schemeClr val="bg1">
                    <a:lumMod val="9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Conventional      </a:t>
            </a:r>
            <a:r>
              <a:rPr kumimoji="0" lang="en-US" altLang="zh-CN" sz="2400" b="1" i="0" u="none" strike="noStrike" kern="0" cap="none" spc="0" normalizeH="0" baseline="0" noProof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rPr>
              <a:t>Novel</a:t>
            </a:r>
            <a:r>
              <a:rPr kumimoji="0" lang="en-US" altLang="zh-CN" sz="2400" b="1" i="0" u="none" strike="noStrike" kern="0" cap="none" spc="0" normalizeH="0" baseline="0" noProof="0" dirty="0">
                <a:ln>
                  <a:noFill/>
                </a:ln>
                <a:solidFill>
                  <a:schemeClr val="bg1">
                    <a:lumMod val="95000"/>
                  </a:schemeClr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rPr>
              <a:t>       Conclusion and Outlook</a:t>
            </a:r>
          </a:p>
          <a:p>
            <a:endParaRPr kumimoji="0" lang="en-US" altLang="zh-CN" sz="1800" b="0" i="0" u="none" strike="noStrike" kern="0" cap="none" spc="0" normalizeH="0" baseline="0" noProof="0" dirty="0">
              <a:ln>
                <a:noFill/>
              </a:ln>
              <a:solidFill>
                <a:prstClr val="white">
                  <a:lumMod val="65000"/>
                </a:prstClr>
              </a:solidFill>
              <a:effectLst/>
              <a:uLnTx/>
              <a:uFillTx/>
              <a:latin typeface="HelveticaExt-Normal"/>
              <a:ea typeface="OPPOSans B"/>
            </a:endParaRPr>
          </a:p>
          <a:p>
            <a:endParaRPr lang="en-US" altLang="zh-CN" sz="1800" dirty="0">
              <a:solidFill>
                <a:schemeClr val="bg1">
                  <a:lumMod val="95000"/>
                </a:schemeClr>
              </a:solidFill>
              <a:latin typeface="Adobe 黑体 Std R" panose="020B0400000000000000" pitchFamily="34" charset="-122"/>
              <a:ea typeface="Adobe 黑体 Std R" panose="020B0400000000000000" pitchFamily="34" charset="-122"/>
            </a:endParaRPr>
          </a:p>
          <a:p>
            <a:endParaRPr kumimoji="0" lang="zh-CN" altLang="en-US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endParaRPr lang="zh-CN" altLang="en-US" dirty="0"/>
          </a:p>
        </p:txBody>
      </p:sp>
      <p:pic>
        <p:nvPicPr>
          <p:cNvPr id="20" name="图片 19" descr="图片包含 徽标&#10;&#10;描述已自动生成">
            <a:extLst>
              <a:ext uri="{FF2B5EF4-FFF2-40B4-BE49-F238E27FC236}">
                <a16:creationId xmlns:a16="http://schemas.microsoft.com/office/drawing/2014/main" id="{7A0B4C53-65DF-7639-2804-731E7FCEC2B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0359" y="25078"/>
            <a:ext cx="836562" cy="836562"/>
          </a:xfrm>
          <a:prstGeom prst="ellipse">
            <a:avLst/>
          </a:prstGeom>
        </p:spPr>
      </p:pic>
      <p:sp>
        <p:nvSpPr>
          <p:cNvPr id="4" name="文本框 3">
            <a:extLst>
              <a:ext uri="{FF2B5EF4-FFF2-40B4-BE49-F238E27FC236}">
                <a16:creationId xmlns:a16="http://schemas.microsoft.com/office/drawing/2014/main" id="{434E9207-85C8-FA9D-DCF7-C129A29FFDBC}"/>
              </a:ext>
            </a:extLst>
          </p:cNvPr>
          <p:cNvSpPr txBox="1"/>
          <p:nvPr/>
        </p:nvSpPr>
        <p:spPr>
          <a:xfrm>
            <a:off x="736600" y="1212613"/>
            <a:ext cx="511771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b="1" i="1" dirty="0">
                <a:latin typeface="Century Gothic" panose="020B0502020202020204" pitchFamily="34" charset="0"/>
              </a:rPr>
              <a:t>2.Carbon dioxide emissions</a:t>
            </a:r>
            <a:endParaRPr lang="zh-CN" altLang="en-US" sz="2400" b="1" i="1" dirty="0">
              <a:latin typeface="Century Gothic" panose="020B0502020202020204" pitchFamily="34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6A36B76F-4669-D17D-F53D-2152DC00C051}"/>
              </a:ext>
            </a:extLst>
          </p:cNvPr>
          <p:cNvSpPr txBox="1"/>
          <p:nvPr/>
        </p:nvSpPr>
        <p:spPr>
          <a:xfrm>
            <a:off x="2404456" y="5551150"/>
            <a:ext cx="1018724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b="1" i="1" dirty="0">
                <a:solidFill>
                  <a:schemeClr val="accent1">
                    <a:lumMod val="75000"/>
                  </a:schemeClr>
                </a:solidFill>
                <a:latin typeface="Adobe 黑体 Std R" panose="020B0400000000000000" pitchFamily="34" charset="-122"/>
                <a:ea typeface="Adobe 黑体 Std R" panose="020B0400000000000000" pitchFamily="34" charset="-122"/>
              </a:rPr>
              <a:t>No CO</a:t>
            </a:r>
            <a:r>
              <a:rPr lang="en-US" altLang="zh-CN" sz="2400" b="1" i="1" baseline="-25000" dirty="0">
                <a:solidFill>
                  <a:schemeClr val="accent1">
                    <a:lumMod val="75000"/>
                  </a:schemeClr>
                </a:solidFill>
                <a:latin typeface="Adobe 黑体 Std R" panose="020B0400000000000000" pitchFamily="34" charset="-122"/>
                <a:ea typeface="Adobe 黑体 Std R" panose="020B0400000000000000" pitchFamily="34" charset="-122"/>
              </a:rPr>
              <a:t>2</a:t>
            </a:r>
            <a:r>
              <a:rPr lang="en-US" altLang="zh-CN" sz="2400" b="1" i="1" dirty="0">
                <a:solidFill>
                  <a:schemeClr val="accent1">
                    <a:lumMod val="75000"/>
                  </a:schemeClr>
                </a:solidFill>
                <a:latin typeface="Adobe 黑体 Std R" panose="020B0400000000000000" pitchFamily="34" charset="-122"/>
                <a:ea typeface="Adobe 黑体 Std R" panose="020B0400000000000000" pitchFamily="34" charset="-122"/>
              </a:rPr>
              <a:t> emissions in electrocatalytic synthesis of urea</a:t>
            </a:r>
            <a:endParaRPr lang="zh-CN" altLang="en-US" sz="2400" b="1" i="1" dirty="0">
              <a:solidFill>
                <a:schemeClr val="accent1">
                  <a:lumMod val="75000"/>
                </a:schemeClr>
              </a:solidFill>
              <a:latin typeface="Adobe 黑体 Std R" panose="020B0400000000000000" pitchFamily="34" charset="-122"/>
              <a:ea typeface="Adobe 黑体 Std R" panose="020B0400000000000000" pitchFamily="34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751C1B8F-4281-DF9D-8978-E7ECE2999009}"/>
              </a:ext>
            </a:extLst>
          </p:cNvPr>
          <p:cNvSpPr txBox="1"/>
          <p:nvPr/>
        </p:nvSpPr>
        <p:spPr>
          <a:xfrm>
            <a:off x="638447" y="4687281"/>
            <a:ext cx="781950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000" dirty="0">
                <a:latin typeface="Arial" panose="020B0604020202020204" pitchFamily="34" charset="0"/>
                <a:ea typeface="Adobe 黑体 Std R" panose="020B0400000000000000" pitchFamily="34" charset="-122"/>
                <a:cs typeface="Arial" panose="020B0604020202020204" pitchFamily="34" charset="0"/>
              </a:rPr>
              <a:t>One </a:t>
            </a:r>
            <a:r>
              <a:rPr lang="en-US" altLang="zh-CN" sz="2000" dirty="0" err="1">
                <a:latin typeface="Arial" panose="020B0604020202020204" pitchFamily="34" charset="0"/>
                <a:ea typeface="Adobe 黑体 Std R" panose="020B0400000000000000" pitchFamily="34" charset="-122"/>
                <a:cs typeface="Arial" panose="020B0604020202020204" pitchFamily="34" charset="0"/>
              </a:rPr>
              <a:t>tonne</a:t>
            </a:r>
            <a:r>
              <a:rPr lang="en-US" altLang="zh-CN" sz="2000" dirty="0">
                <a:latin typeface="Arial" panose="020B0604020202020204" pitchFamily="34" charset="0"/>
                <a:ea typeface="Adobe 黑体 Std R" panose="020B0400000000000000" pitchFamily="34" charset="-122"/>
                <a:cs typeface="Arial" panose="020B0604020202020204" pitchFamily="34" charset="0"/>
              </a:rPr>
              <a:t> of CO</a:t>
            </a:r>
            <a:r>
              <a:rPr lang="en-US" altLang="zh-CN" sz="2000" baseline="-25000" dirty="0">
                <a:latin typeface="Arial" panose="020B0604020202020204" pitchFamily="34" charset="0"/>
                <a:ea typeface="Adobe 黑体 Std R" panose="020B0400000000000000" pitchFamily="34" charset="-122"/>
                <a:cs typeface="Arial" panose="020B0604020202020204" pitchFamily="34" charset="0"/>
              </a:rPr>
              <a:t>2</a:t>
            </a:r>
            <a:r>
              <a:rPr lang="en-US" altLang="zh-CN" sz="2000" dirty="0">
                <a:latin typeface="Arial" panose="020B0604020202020204" pitchFamily="34" charset="0"/>
                <a:ea typeface="Adobe 黑体 Std R" panose="020B0400000000000000" pitchFamily="34" charset="-122"/>
                <a:cs typeface="Arial" panose="020B0604020202020204" pitchFamily="34" charset="0"/>
              </a:rPr>
              <a:t>----- 0.00000000022°C</a:t>
            </a:r>
            <a:endParaRPr lang="zh-CN" altLang="en-US" sz="2000" dirty="0">
              <a:latin typeface="Arial" panose="020B0604020202020204" pitchFamily="34" charset="0"/>
              <a:ea typeface="Adobe 黑体 Std R" panose="020B0400000000000000" pitchFamily="34" charset="-122"/>
              <a:cs typeface="Arial" panose="020B0604020202020204" pitchFamily="34" charset="0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8D70D697-F421-4962-D6C3-D7C193175C14}"/>
              </a:ext>
            </a:extLst>
          </p:cNvPr>
          <p:cNvSpPr txBox="1"/>
          <p:nvPr/>
        </p:nvSpPr>
        <p:spPr>
          <a:xfrm>
            <a:off x="736600" y="2500523"/>
            <a:ext cx="70485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000" dirty="0">
                <a:latin typeface="Arial" panose="020B0604020202020204" pitchFamily="34" charset="0"/>
                <a:ea typeface="Adobe 黑体 Std R" panose="020B0400000000000000" pitchFamily="34" charset="-122"/>
                <a:cs typeface="Arial" panose="020B0604020202020204" pitchFamily="34" charset="0"/>
              </a:rPr>
              <a:t>Urea production of approximately 186 million </a:t>
            </a:r>
            <a:r>
              <a:rPr lang="en-US" altLang="zh-CN" sz="2000" dirty="0" err="1">
                <a:latin typeface="Arial" panose="020B0604020202020204" pitchFamily="34" charset="0"/>
                <a:ea typeface="Adobe 黑体 Std R" panose="020B0400000000000000" pitchFamily="34" charset="-122"/>
                <a:cs typeface="Arial" panose="020B0604020202020204" pitchFamily="34" charset="0"/>
              </a:rPr>
              <a:t>tonnes</a:t>
            </a:r>
            <a:endParaRPr lang="zh-CN" altLang="en-US" sz="2000" dirty="0">
              <a:latin typeface="Arial" panose="020B0604020202020204" pitchFamily="34" charset="0"/>
              <a:ea typeface="Adobe 黑体 Std R" panose="020B0400000000000000" pitchFamily="34" charset="-122"/>
              <a:cs typeface="Arial" panose="020B0604020202020204" pitchFamily="34" charset="0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5F742864-7633-DBD0-319A-F69891EC4D08}"/>
              </a:ext>
            </a:extLst>
          </p:cNvPr>
          <p:cNvSpPr txBox="1"/>
          <p:nvPr/>
        </p:nvSpPr>
        <p:spPr>
          <a:xfrm>
            <a:off x="663709" y="3568198"/>
            <a:ext cx="70485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000" dirty="0">
                <a:latin typeface="Arial" panose="020B0604020202020204" pitchFamily="34" charset="0"/>
                <a:ea typeface="Adobe 黑体 Std R" panose="020B0400000000000000" pitchFamily="34" charset="-122"/>
                <a:cs typeface="Arial" panose="020B0604020202020204" pitchFamily="34" charset="0"/>
              </a:rPr>
              <a:t>One </a:t>
            </a:r>
            <a:r>
              <a:rPr lang="en-US" altLang="zh-CN" sz="2000" dirty="0" err="1">
                <a:latin typeface="Arial" panose="020B0604020202020204" pitchFamily="34" charset="0"/>
                <a:ea typeface="Adobe 黑体 Std R" panose="020B0400000000000000" pitchFamily="34" charset="-122"/>
                <a:cs typeface="Arial" panose="020B0604020202020204" pitchFamily="34" charset="0"/>
              </a:rPr>
              <a:t>tonne</a:t>
            </a:r>
            <a:r>
              <a:rPr lang="en-US" altLang="zh-CN" sz="2000" dirty="0">
                <a:latin typeface="Arial" panose="020B0604020202020204" pitchFamily="34" charset="0"/>
                <a:ea typeface="Adobe 黑体 Std R" panose="020B0400000000000000" pitchFamily="34" charset="-122"/>
                <a:cs typeface="Arial" panose="020B0604020202020204" pitchFamily="34" charset="0"/>
              </a:rPr>
              <a:t> of urea - 1.9 </a:t>
            </a:r>
            <a:r>
              <a:rPr lang="en-US" altLang="zh-CN" sz="2000" dirty="0" err="1">
                <a:latin typeface="Arial" panose="020B0604020202020204" pitchFamily="34" charset="0"/>
                <a:ea typeface="Adobe 黑体 Std R" panose="020B0400000000000000" pitchFamily="34" charset="-122"/>
                <a:cs typeface="Arial" panose="020B0604020202020204" pitchFamily="34" charset="0"/>
              </a:rPr>
              <a:t>tonnes</a:t>
            </a:r>
            <a:r>
              <a:rPr lang="en-US" altLang="zh-CN" sz="2000" dirty="0">
                <a:latin typeface="Arial" panose="020B0604020202020204" pitchFamily="34" charset="0"/>
                <a:ea typeface="Adobe 黑体 Std R" panose="020B0400000000000000" pitchFamily="34" charset="-122"/>
                <a:cs typeface="Arial" panose="020B0604020202020204" pitchFamily="34" charset="0"/>
              </a:rPr>
              <a:t> of CO</a:t>
            </a:r>
            <a:r>
              <a:rPr lang="en-US" altLang="zh-CN" sz="2000" baseline="-25000" dirty="0">
                <a:latin typeface="Arial" panose="020B0604020202020204" pitchFamily="34" charset="0"/>
                <a:ea typeface="Adobe 黑体 Std R" panose="020B0400000000000000" pitchFamily="34" charset="-122"/>
                <a:cs typeface="Arial" panose="020B0604020202020204" pitchFamily="34" charset="0"/>
              </a:rPr>
              <a:t>2</a:t>
            </a:r>
            <a:r>
              <a:rPr lang="en" altLang="zh-CN" sz="2000" baseline="30000" dirty="0">
                <a:latin typeface="Arial" panose="020B0604020202020204" pitchFamily="34" charset="0"/>
                <a:ea typeface="Adobe 黑体 Std R" panose="020B0400000000000000" pitchFamily="34" charset="-122"/>
                <a:cs typeface="Arial" panose="020B0604020202020204" pitchFamily="34" charset="0"/>
              </a:rPr>
              <a:t>[3]</a:t>
            </a:r>
            <a:endParaRPr lang="zh-CN" altLang="en-US" sz="2000" baseline="30000" dirty="0">
              <a:latin typeface="Arial" panose="020B0604020202020204" pitchFamily="34" charset="0"/>
              <a:ea typeface="Adobe 黑体 Std R" panose="020B0400000000000000" pitchFamily="34" charset="-122"/>
              <a:cs typeface="Arial" panose="020B0604020202020204" pitchFamily="34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24151E93-0809-17B7-B5AC-58E06208AE93}"/>
              </a:ext>
            </a:extLst>
          </p:cNvPr>
          <p:cNvSpPr txBox="1"/>
          <p:nvPr/>
        </p:nvSpPr>
        <p:spPr>
          <a:xfrm>
            <a:off x="8536966" y="3862064"/>
            <a:ext cx="191108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b="1" dirty="0">
                <a:solidFill>
                  <a:schemeClr val="accent1">
                    <a:lumMod val="75000"/>
                  </a:schemeClr>
                </a:solidFill>
              </a:rPr>
              <a:t>0.077748</a:t>
            </a:r>
            <a:r>
              <a:rPr lang="en-US" altLang="zh-CN" sz="2400" b="1" baseline="30000" dirty="0">
                <a:solidFill>
                  <a:schemeClr val="accent1">
                    <a:lumMod val="75000"/>
                  </a:schemeClr>
                </a:solidFill>
              </a:rPr>
              <a:t>o</a:t>
            </a:r>
            <a:r>
              <a:rPr lang="en-US" altLang="zh-CN" sz="2400" b="1" dirty="0">
                <a:solidFill>
                  <a:schemeClr val="accent1">
                    <a:lumMod val="75000"/>
                  </a:schemeClr>
                </a:solidFill>
              </a:rPr>
              <a:t>C</a:t>
            </a:r>
            <a:endParaRPr lang="zh-CN" altLang="en-US" sz="24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graphicFrame>
        <p:nvGraphicFramePr>
          <p:cNvPr id="13" name="对象 12">
            <a:extLst>
              <a:ext uri="{FF2B5EF4-FFF2-40B4-BE49-F238E27FC236}">
                <a16:creationId xmlns:a16="http://schemas.microsoft.com/office/drawing/2014/main" id="{B42B0FF7-55E0-C2A8-D4D5-0851B5CC2C02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92925795"/>
              </p:ext>
            </p:extLst>
          </p:nvPr>
        </p:nvGraphicFramePr>
        <p:xfrm>
          <a:off x="-6868" y="2166602"/>
          <a:ext cx="1524000" cy="316267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177480" imgH="253800" progId="Equation.DSMT4">
                  <p:embed/>
                </p:oleObj>
              </mc:Choice>
              <mc:Fallback>
                <p:oleObj name="Equation" r:id="rId5" imgW="177480" imgH="253800" progId="Equation.DSMT4">
                  <p:embed/>
                  <p:pic>
                    <p:nvPicPr>
                      <p:cNvPr id="13" name="对象 12">
                        <a:extLst>
                          <a:ext uri="{FF2B5EF4-FFF2-40B4-BE49-F238E27FC236}">
                            <a16:creationId xmlns:a16="http://schemas.microsoft.com/office/drawing/2014/main" id="{B42B0FF7-55E0-C2A8-D4D5-0851B5CC2C0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-6868" y="2166602"/>
                        <a:ext cx="1524000" cy="316267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" name="箭头: 右 15">
            <a:extLst>
              <a:ext uri="{FF2B5EF4-FFF2-40B4-BE49-F238E27FC236}">
                <a16:creationId xmlns:a16="http://schemas.microsoft.com/office/drawing/2014/main" id="{498ED7B2-C320-B2BE-7F2E-51F142A3855D}"/>
              </a:ext>
            </a:extLst>
          </p:cNvPr>
          <p:cNvSpPr/>
          <p:nvPr/>
        </p:nvSpPr>
        <p:spPr>
          <a:xfrm>
            <a:off x="6440702" y="3627046"/>
            <a:ext cx="778767" cy="348087"/>
          </a:xfrm>
          <a:prstGeom prst="rightArrow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1">
                <a:lumMod val="60000"/>
                <a:lumOff val="40000"/>
              </a:schemeClr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211FE641-88B9-55E6-E7B9-BB8E9F28DB4F}"/>
              </a:ext>
            </a:extLst>
          </p:cNvPr>
          <p:cNvSpPr txBox="1"/>
          <p:nvPr/>
        </p:nvSpPr>
        <p:spPr>
          <a:xfrm>
            <a:off x="4348398" y="2085154"/>
            <a:ext cx="13837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solidFill>
                  <a:schemeClr val="accent1">
                    <a:lumMod val="75000"/>
                  </a:schemeClr>
                </a:solidFill>
              </a:rPr>
              <a:t>186,000,000</a:t>
            </a:r>
            <a:endParaRPr lang="zh-CN" altLang="en-US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6C07A087-694B-F4E5-C125-72E3BA5B69F6}"/>
              </a:ext>
            </a:extLst>
          </p:cNvPr>
          <p:cNvSpPr txBox="1"/>
          <p:nvPr/>
        </p:nvSpPr>
        <p:spPr>
          <a:xfrm>
            <a:off x="7347759" y="2799285"/>
            <a:ext cx="704503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000" b="1" dirty="0"/>
              <a:t>Increase in global temperature per year</a:t>
            </a:r>
          </a:p>
        </p:txBody>
      </p:sp>
    </p:spTree>
    <p:extLst>
      <p:ext uri="{BB962C8B-B14F-4D97-AF65-F5344CB8AC3E}">
        <p14:creationId xmlns:p14="http://schemas.microsoft.com/office/powerpoint/2010/main" val="311264874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8" grpId="0"/>
      <p:bldP spid="9" grpId="0"/>
      <p:bldP spid="10" grpId="0"/>
      <p:bldP spid="11" grpId="0"/>
      <p:bldP spid="16" grpId="0" animBg="1"/>
      <p:bldP spid="17" grpId="0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DEE29C4-BA3A-DAC5-0975-1B0068AE89B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33FD5223-F61E-9FAD-64F8-29755892315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zh-CN" altLang="en-US"/>
          </a:p>
        </p:txBody>
      </p:sp>
      <p:pic>
        <p:nvPicPr>
          <p:cNvPr id="7" name="图片 6" descr="背景图案&#10;&#10;描述已自动生成">
            <a:extLst>
              <a:ext uri="{FF2B5EF4-FFF2-40B4-BE49-F238E27FC236}">
                <a16:creationId xmlns:a16="http://schemas.microsoft.com/office/drawing/2014/main" id="{585A5856-74D3-1E98-18C9-5453AA6BA5C5}"/>
              </a:ext>
            </a:extLst>
          </p:cNvPr>
          <p:cNvPicPr>
            <a:picLocks noChangeAspect="1"/>
          </p:cNvPicPr>
          <p:nvPr/>
        </p:nvPicPr>
        <p:blipFill>
          <a:blip r:embed="rId2">
            <a:grayscl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4700"/>
                    </a14:imgEffect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39111"/>
            <a:ext cx="12192000" cy="685799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2" name="矩形 11">
            <a:extLst>
              <a:ext uri="{FF2B5EF4-FFF2-40B4-BE49-F238E27FC236}">
                <a16:creationId xmlns:a16="http://schemas.microsoft.com/office/drawing/2014/main" id="{EAEC1B17-7E65-F88C-ABC1-2528E1B5F545}"/>
              </a:ext>
            </a:extLst>
          </p:cNvPr>
          <p:cNvSpPr/>
          <p:nvPr/>
        </p:nvSpPr>
        <p:spPr>
          <a:xfrm>
            <a:off x="0" y="-39111"/>
            <a:ext cx="12192000" cy="964941"/>
          </a:xfrm>
          <a:prstGeom prst="rect">
            <a:avLst/>
          </a:prstGeom>
          <a:gradFill>
            <a:gsLst>
              <a:gs pos="7446">
                <a:srgbClr val="548235"/>
              </a:gs>
              <a:gs pos="51000">
                <a:schemeClr val="accent6">
                  <a:lumMod val="75000"/>
                </a:schemeClr>
              </a:gs>
              <a:gs pos="100000">
                <a:schemeClr val="accent6">
                  <a:lumMod val="75000"/>
                </a:schemeClr>
              </a:gs>
            </a:gsLst>
            <a:lin ang="5400000" scaled="1"/>
          </a:gra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D623BE95-6382-0B02-E7C6-F76B82728BD1}"/>
              </a:ext>
            </a:extLst>
          </p:cNvPr>
          <p:cNvSpPr txBox="1"/>
          <p:nvPr/>
        </p:nvSpPr>
        <p:spPr>
          <a:xfrm>
            <a:off x="1097280" y="233075"/>
            <a:ext cx="128016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0" lang="en-US" altLang="zh-CN" sz="2400" b="1" i="0" u="none" strike="noStrike" kern="0" cap="none" spc="0" normalizeH="0" baseline="0" noProof="0" dirty="0">
                <a:ln>
                  <a:noFill/>
                </a:ln>
                <a:solidFill>
                  <a:schemeClr val="bg1">
                    <a:lumMod val="95000"/>
                  </a:schemeClr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rPr>
              <a:t>Background        </a:t>
            </a:r>
            <a:r>
              <a:rPr lang="en-US" altLang="zh-CN" sz="2400" b="1" dirty="0">
                <a:solidFill>
                  <a:schemeClr val="bg1">
                    <a:lumMod val="9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Conventional      </a:t>
            </a:r>
            <a:r>
              <a:rPr kumimoji="0" lang="en-US" altLang="zh-CN" sz="2400" b="1" i="0" u="none" strike="noStrike" kern="0" cap="none" spc="0" normalizeH="0" baseline="0" noProof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rPr>
              <a:t>Novel</a:t>
            </a:r>
            <a:r>
              <a:rPr kumimoji="0" lang="en-US" altLang="zh-CN" sz="2400" b="1" i="0" u="none" strike="noStrike" kern="0" cap="none" spc="0" normalizeH="0" baseline="0" noProof="0" dirty="0">
                <a:ln>
                  <a:noFill/>
                </a:ln>
                <a:solidFill>
                  <a:schemeClr val="bg1">
                    <a:lumMod val="95000"/>
                  </a:schemeClr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rPr>
              <a:t>       Conclusion and Outlook</a:t>
            </a:r>
          </a:p>
          <a:p>
            <a:endParaRPr kumimoji="0" lang="en-US" altLang="zh-CN" sz="1800" b="0" i="0" u="none" strike="noStrike" kern="0" cap="none" spc="0" normalizeH="0" baseline="0" noProof="0" dirty="0">
              <a:ln>
                <a:noFill/>
              </a:ln>
              <a:solidFill>
                <a:prstClr val="white">
                  <a:lumMod val="65000"/>
                </a:prstClr>
              </a:solidFill>
              <a:effectLst/>
              <a:uLnTx/>
              <a:uFillTx/>
              <a:latin typeface="HelveticaExt-Normal"/>
              <a:ea typeface="OPPOSans B"/>
            </a:endParaRPr>
          </a:p>
          <a:p>
            <a:endParaRPr lang="en-US" altLang="zh-CN" sz="1800" dirty="0">
              <a:solidFill>
                <a:schemeClr val="bg1">
                  <a:lumMod val="95000"/>
                </a:schemeClr>
              </a:solidFill>
              <a:latin typeface="Adobe 黑体 Std R" panose="020B0400000000000000" pitchFamily="34" charset="-122"/>
              <a:ea typeface="Adobe 黑体 Std R" panose="020B0400000000000000" pitchFamily="34" charset="-122"/>
            </a:endParaRPr>
          </a:p>
          <a:p>
            <a:endParaRPr kumimoji="0" lang="zh-CN" altLang="en-US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endParaRPr lang="zh-CN" altLang="en-US" dirty="0"/>
          </a:p>
        </p:txBody>
      </p:sp>
      <p:pic>
        <p:nvPicPr>
          <p:cNvPr id="20" name="图片 19" descr="图片包含 徽标&#10;&#10;描述已自动生成">
            <a:extLst>
              <a:ext uri="{FF2B5EF4-FFF2-40B4-BE49-F238E27FC236}">
                <a16:creationId xmlns:a16="http://schemas.microsoft.com/office/drawing/2014/main" id="{7A0B4C53-65DF-7639-2804-731E7FCEC2B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0359" y="25078"/>
            <a:ext cx="836562" cy="836562"/>
          </a:xfrm>
          <a:prstGeom prst="ellipse">
            <a:avLst/>
          </a:prstGeom>
        </p:spPr>
      </p:pic>
      <p:sp>
        <p:nvSpPr>
          <p:cNvPr id="4" name="文本框 3">
            <a:extLst>
              <a:ext uri="{FF2B5EF4-FFF2-40B4-BE49-F238E27FC236}">
                <a16:creationId xmlns:a16="http://schemas.microsoft.com/office/drawing/2014/main" id="{52783BD1-4D1D-CCFB-5BFC-1E35AA1D2A4A}"/>
              </a:ext>
            </a:extLst>
          </p:cNvPr>
          <p:cNvSpPr txBox="1"/>
          <p:nvPr/>
        </p:nvSpPr>
        <p:spPr>
          <a:xfrm>
            <a:off x="309232" y="4497714"/>
            <a:ext cx="6637971" cy="18836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71500" indent="-5715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zh-CN" altLang="en-US" sz="2000" b="1" dirty="0">
                <a:solidFill>
                  <a:schemeClr val="bg2">
                    <a:lumMod val="25000"/>
                  </a:schemeClr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Electrocatalytic synthesis</a:t>
            </a:r>
          </a:p>
          <a:p>
            <a:pPr marL="571500" indent="-5715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zh-CN" sz="2000" b="1" dirty="0">
                <a:solidFill>
                  <a:schemeClr val="bg2">
                    <a:lumMod val="25000"/>
                  </a:schemeClr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B</a:t>
            </a:r>
            <a:r>
              <a:rPr lang="zh-CN" altLang="en-US" sz="2000" b="1" dirty="0">
                <a:solidFill>
                  <a:schemeClr val="bg2">
                    <a:lumMod val="25000"/>
                  </a:schemeClr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iocatalytic synthesis.</a:t>
            </a:r>
          </a:p>
          <a:p>
            <a:pPr marL="571500" indent="-5715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zh-CN" altLang="en-US" sz="2000" b="1" dirty="0">
                <a:solidFill>
                  <a:schemeClr val="bg2">
                    <a:lumMod val="25000"/>
                  </a:schemeClr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Photocatalytic synthesis</a:t>
            </a:r>
          </a:p>
          <a:p>
            <a:pPr marL="571500" indent="-5715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zh-CN" altLang="en-US" sz="2000" b="1" dirty="0">
                <a:solidFill>
                  <a:schemeClr val="bg2">
                    <a:lumMod val="25000"/>
                  </a:schemeClr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Supercritical fluid synthesis</a:t>
            </a:r>
            <a:endParaRPr lang="zh-CN" altLang="en-US" sz="2400" b="1" dirty="0">
              <a:solidFill>
                <a:schemeClr val="bg2">
                  <a:lumMod val="25000"/>
                </a:schemeClr>
              </a:solidFill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7E1E7564-1672-7CD3-DF61-42CA5E5C9D14}"/>
              </a:ext>
            </a:extLst>
          </p:cNvPr>
          <p:cNvSpPr txBox="1"/>
          <p:nvPr/>
        </p:nvSpPr>
        <p:spPr>
          <a:xfrm>
            <a:off x="322514" y="2060497"/>
            <a:ext cx="9215626" cy="14304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zh-CN" sz="2000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Can be used repeatedly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zh-CN" sz="2000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Increase reaction rate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zh-CN" sz="2000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Improve selectivity and reduce by-product formation</a:t>
            </a:r>
            <a:endParaRPr lang="zh-CN" altLang="en-US" b="1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9335394D-3098-5DB9-9324-73D4AAA5C0F7}"/>
              </a:ext>
            </a:extLst>
          </p:cNvPr>
          <p:cNvSpPr txBox="1"/>
          <p:nvPr/>
        </p:nvSpPr>
        <p:spPr>
          <a:xfrm>
            <a:off x="322514" y="3772250"/>
            <a:ext cx="704577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800" b="1" i="1" dirty="0">
                <a:latin typeface="Century Gothic" panose="020B0502020202020204" pitchFamily="34" charset="0"/>
              </a:rPr>
              <a:t>Applications and status</a:t>
            </a:r>
            <a:endParaRPr lang="zh-CN" altLang="en-US" sz="2800" b="1" i="1" dirty="0">
              <a:latin typeface="Century Gothic" panose="020B0502020202020204" pitchFamily="34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5AD706CB-9735-0B90-A85E-5BBA3D20C3C3}"/>
              </a:ext>
            </a:extLst>
          </p:cNvPr>
          <p:cNvSpPr txBox="1"/>
          <p:nvPr/>
        </p:nvSpPr>
        <p:spPr>
          <a:xfrm>
            <a:off x="5728676" y="4997402"/>
            <a:ext cx="7826188" cy="5799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2400" b="1" i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Electrocatalytic synthesis</a:t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0665E8A5-5DE3-8293-8A44-2966A35B4B30}"/>
              </a:ext>
            </a:extLst>
          </p:cNvPr>
          <p:cNvSpPr txBox="1"/>
          <p:nvPr/>
        </p:nvSpPr>
        <p:spPr>
          <a:xfrm>
            <a:off x="309232" y="1268848"/>
            <a:ext cx="70501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800" b="1" i="1" dirty="0">
                <a:latin typeface="Century Gothic" panose="020B0502020202020204" pitchFamily="34" charset="0"/>
              </a:rPr>
              <a:t>Other advantages</a:t>
            </a:r>
            <a:endParaRPr lang="zh-CN" altLang="en-US" sz="2800" b="1" i="1" dirty="0">
              <a:latin typeface="Century Gothic" panose="020B0502020202020204" pitchFamily="34" charset="0"/>
            </a:endParaRPr>
          </a:p>
        </p:txBody>
      </p:sp>
      <p:sp>
        <p:nvSpPr>
          <p:cNvPr id="15" name="箭头: 右 14">
            <a:extLst>
              <a:ext uri="{FF2B5EF4-FFF2-40B4-BE49-F238E27FC236}">
                <a16:creationId xmlns:a16="http://schemas.microsoft.com/office/drawing/2014/main" id="{D091072B-9E58-3267-DE2A-98C2A85CCA35}"/>
              </a:ext>
            </a:extLst>
          </p:cNvPr>
          <p:cNvSpPr/>
          <p:nvPr/>
        </p:nvSpPr>
        <p:spPr>
          <a:xfrm rot="20786056">
            <a:off x="3864570" y="2642592"/>
            <a:ext cx="864715" cy="266265"/>
          </a:xfrm>
          <a:prstGeom prst="rightArrow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30CDD2BF-86CA-638C-568D-DDCC0E26C835}"/>
              </a:ext>
            </a:extLst>
          </p:cNvPr>
          <p:cNvSpPr txBox="1"/>
          <p:nvPr/>
        </p:nvSpPr>
        <p:spPr>
          <a:xfrm>
            <a:off x="5141900" y="2240721"/>
            <a:ext cx="7050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400" b="1" i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Energy efficiency from 40% to 60%</a:t>
            </a:r>
            <a:r>
              <a:rPr lang="en-US" altLang="zh-CN" sz="2000" baseline="30000" dirty="0">
                <a:latin typeface="Arial" panose="020B0604020202020204" pitchFamily="34" charset="0"/>
                <a:ea typeface="Adobe 黑体 Std R" panose="020B0400000000000000" pitchFamily="34" charset="-122"/>
                <a:cs typeface="Arial" panose="020B0604020202020204" pitchFamily="34" charset="0"/>
              </a:rPr>
              <a:t>[8]</a:t>
            </a:r>
            <a:endParaRPr lang="zh-CN" altLang="en-US" sz="2000" baseline="30000" dirty="0">
              <a:latin typeface="Arial" panose="020B0604020202020204" pitchFamily="34" charset="0"/>
              <a:ea typeface="Adobe 黑体 Std R" panose="020B0400000000000000" pitchFamily="34" charset="-122"/>
              <a:cs typeface="Arial" panose="020B0604020202020204" pitchFamily="34" charset="0"/>
            </a:endParaRP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770FC218-0EB9-0526-1883-24CF324FC679}"/>
              </a:ext>
            </a:extLst>
          </p:cNvPr>
          <p:cNvSpPr txBox="1"/>
          <p:nvPr/>
        </p:nvSpPr>
        <p:spPr>
          <a:xfrm>
            <a:off x="335796" y="2062341"/>
            <a:ext cx="9215626" cy="14304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zh-CN" sz="2000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Can be used repeatedly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zh-CN" sz="2000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Increase reaction rate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zh-CN" sz="2000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Improve selectivity and reduce by-product formation</a:t>
            </a:r>
            <a:endParaRPr lang="zh-CN" altLang="en-US" b="1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7957D832-AA86-FB52-1EC7-097777FFA7C1}"/>
              </a:ext>
            </a:extLst>
          </p:cNvPr>
          <p:cNvSpPr txBox="1"/>
          <p:nvPr/>
        </p:nvSpPr>
        <p:spPr>
          <a:xfrm>
            <a:off x="322514" y="1270692"/>
            <a:ext cx="70501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800" b="1" i="1" dirty="0">
                <a:latin typeface="Century Gothic" panose="020B0502020202020204" pitchFamily="34" charset="0"/>
              </a:rPr>
              <a:t>Other advantages</a:t>
            </a:r>
            <a:endParaRPr lang="zh-CN" altLang="en-US" sz="2800" b="1" i="1" dirty="0">
              <a:latin typeface="Century Gothic" panose="020B0502020202020204" pitchFamily="34" charset="0"/>
            </a:endParaRPr>
          </a:p>
        </p:txBody>
      </p:sp>
      <p:sp>
        <p:nvSpPr>
          <p:cNvPr id="22" name="箭头: 右 21">
            <a:extLst>
              <a:ext uri="{FF2B5EF4-FFF2-40B4-BE49-F238E27FC236}">
                <a16:creationId xmlns:a16="http://schemas.microsoft.com/office/drawing/2014/main" id="{EFCF5B9E-6E7E-78C7-8CBD-FDC9CCCFC0E2}"/>
              </a:ext>
            </a:extLst>
          </p:cNvPr>
          <p:cNvSpPr/>
          <p:nvPr/>
        </p:nvSpPr>
        <p:spPr>
          <a:xfrm rot="20786056">
            <a:off x="3877852" y="2644436"/>
            <a:ext cx="864715" cy="266265"/>
          </a:xfrm>
          <a:prstGeom prst="rightArrow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0364246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8" grpId="0"/>
      <p:bldP spid="11" grpId="0"/>
      <p:bldP spid="17" grpId="0"/>
      <p:bldP spid="19" grpId="0"/>
      <p:bldP spid="21" grpId="0"/>
      <p:bldP spid="22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3C884DC-C58C-4D83-9157-478A0AECA0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534" y="2383440"/>
            <a:ext cx="10515600" cy="2852737"/>
          </a:xfrm>
        </p:spPr>
        <p:txBody>
          <a:bodyPr>
            <a:normAutofit fontScale="90000"/>
          </a:bodyPr>
          <a:lstStyle/>
          <a:p>
            <a:pPr>
              <a:lnSpc>
                <a:spcPct val="150000"/>
              </a:lnSpc>
              <a:spcAft>
                <a:spcPts val="1200"/>
              </a:spcAft>
            </a:pPr>
            <a:br>
              <a:rPr lang="en-US" altLang="zh-CN" dirty="0">
                <a:solidFill>
                  <a:schemeClr val="tx1">
                    <a:lumMod val="95000"/>
                    <a:lumOff val="5000"/>
                  </a:schemeClr>
                </a:solidFill>
                <a:latin typeface="Adobe 黑体 Std R" panose="020B0400000000000000" pitchFamily="34" charset="-122"/>
                <a:ea typeface="Adobe 黑体 Std R" panose="020B0400000000000000" pitchFamily="34" charset="-122"/>
              </a:rPr>
            </a:br>
            <a:br>
              <a:rPr lang="en-US" altLang="zh-CN" sz="6000" dirty="0">
                <a:solidFill>
                  <a:schemeClr val="bg1">
                    <a:lumMod val="95000"/>
                  </a:schemeClr>
                </a:solidFill>
                <a:latin typeface="Adobe 黑体 Std R" panose="020B0400000000000000" pitchFamily="34" charset="-122"/>
                <a:ea typeface="Adobe 黑体 Std R" panose="020B0400000000000000" pitchFamily="34" charset="-122"/>
              </a:rPr>
            </a:br>
            <a:endParaRPr lang="en-US" altLang="zh-CN" dirty="0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77F22C32-F19E-40C5-B921-FC2EF1893522}"/>
              </a:ext>
            </a:extLst>
          </p:cNvPr>
          <p:cNvSpPr txBox="1"/>
          <p:nvPr/>
        </p:nvSpPr>
        <p:spPr>
          <a:xfrm>
            <a:off x="2163039" y="1507023"/>
            <a:ext cx="1023516" cy="876417"/>
          </a:xfrm>
          <a:prstGeom prst="rect">
            <a:avLst/>
          </a:prstGeom>
          <a:noFill/>
          <a:ln w="117475">
            <a:noFill/>
          </a:ln>
        </p:spPr>
        <p:txBody>
          <a:bodyPr wrap="none" rtlCol="0">
            <a:prstTxWarp prst="textPlain">
              <a:avLst/>
            </a:prstTxWarp>
            <a:spAutoFit/>
          </a:bodyPr>
          <a:lstStyle/>
          <a:p>
            <a:r>
              <a:rPr lang="en-US" altLang="zh-CN" b="1" spc="100" dirty="0">
                <a:latin typeface="Algerian" panose="04020705040A02060702" pitchFamily="82" charset="0"/>
                <a:ea typeface="微软雅黑" panose="020B0503020204020204" pitchFamily="34" charset="-122"/>
                <a:cs typeface="Arial" panose="020B0604020202020204" pitchFamily="34" charset="0"/>
                <a:sym typeface="Arial" panose="020B0604020202020204" pitchFamily="34" charset="0"/>
              </a:rPr>
              <a:t>04</a:t>
            </a:r>
            <a:endParaRPr lang="zh-CN" altLang="en-US" b="1" spc="100" dirty="0">
              <a:latin typeface="Algerian" panose="04020705040A02060702" pitchFamily="82" charset="0"/>
              <a:ea typeface="微软雅黑" panose="020B0503020204020204" pitchFamily="34" charset="-122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6A7F4D19-F45F-61D3-1193-993229EA01B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220133" y="5839"/>
            <a:ext cx="12547600" cy="95089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0ABD0435-DDDF-064D-592A-2749BA52CF82}"/>
              </a:ext>
            </a:extLst>
          </p:cNvPr>
          <p:cNvSpPr txBox="1"/>
          <p:nvPr/>
        </p:nvSpPr>
        <p:spPr>
          <a:xfrm>
            <a:off x="270934" y="2262421"/>
            <a:ext cx="6570132" cy="3223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7200" dirty="0">
                <a:solidFill>
                  <a:schemeClr val="tx1">
                    <a:lumMod val="95000"/>
                    <a:lumOff val="5000"/>
                  </a:schemeClr>
                </a:solidFill>
                <a:latin typeface="Algerian" panose="04020705040A02060702" pitchFamily="82" charset="0"/>
                <a:ea typeface="Adobe 黑体 Std R" panose="020B0400000000000000" pitchFamily="34" charset="-122"/>
                <a:cs typeface="Arial" panose="020B0604020202020204" pitchFamily="34" charset="0"/>
              </a:rPr>
              <a:t>C</a:t>
            </a:r>
            <a:r>
              <a:rPr lang="en-US" altLang="zh-CN" sz="5400" dirty="0">
                <a:solidFill>
                  <a:schemeClr val="tx1">
                    <a:lumMod val="95000"/>
                    <a:lumOff val="5000"/>
                  </a:schemeClr>
                </a:solidFill>
                <a:latin typeface="Algerian" panose="04020705040A02060702" pitchFamily="82" charset="0"/>
                <a:ea typeface="Adobe 黑体 Std R" panose="020B0400000000000000" pitchFamily="34" charset="-122"/>
                <a:cs typeface="Arial" panose="020B0604020202020204" pitchFamily="34" charset="0"/>
              </a:rPr>
              <a:t>onclusion</a:t>
            </a:r>
            <a:r>
              <a:rPr lang="en-US" altLang="zh-CN" sz="7200" dirty="0">
                <a:solidFill>
                  <a:schemeClr val="tx1">
                    <a:lumMod val="95000"/>
                    <a:lumOff val="5000"/>
                  </a:schemeClr>
                </a:solidFill>
                <a:latin typeface="Algerian" panose="04020705040A02060702" pitchFamily="82" charset="0"/>
                <a:ea typeface="Adobe 黑体 Std R" panose="020B0400000000000000" pitchFamily="34" charset="-122"/>
                <a:cs typeface="Arial" panose="020B0604020202020204" pitchFamily="34" charset="0"/>
              </a:rPr>
              <a:t> &amp; </a:t>
            </a:r>
          </a:p>
          <a:p>
            <a:pPr>
              <a:lnSpc>
                <a:spcPct val="150000"/>
              </a:lnSpc>
            </a:pPr>
            <a:r>
              <a:rPr lang="en-US" altLang="zh-CN" sz="7200" dirty="0">
                <a:solidFill>
                  <a:schemeClr val="tx1">
                    <a:lumMod val="95000"/>
                    <a:lumOff val="5000"/>
                  </a:schemeClr>
                </a:solidFill>
                <a:latin typeface="Algerian" panose="04020705040A02060702" pitchFamily="82" charset="0"/>
                <a:ea typeface="Adobe 黑体 Std R" panose="020B0400000000000000" pitchFamily="34" charset="-122"/>
                <a:cs typeface="Arial" panose="020B0604020202020204" pitchFamily="34" charset="0"/>
              </a:rPr>
              <a:t>O</a:t>
            </a:r>
            <a:r>
              <a:rPr lang="en-US" altLang="zh-CN" sz="6000" dirty="0">
                <a:solidFill>
                  <a:schemeClr val="tx1">
                    <a:lumMod val="95000"/>
                    <a:lumOff val="5000"/>
                  </a:schemeClr>
                </a:solidFill>
                <a:latin typeface="Algerian" panose="04020705040A02060702" pitchFamily="82" charset="0"/>
                <a:ea typeface="Adobe 黑体 Std R" panose="020B0400000000000000" pitchFamily="34" charset="-122"/>
                <a:cs typeface="Arial" panose="020B0604020202020204" pitchFamily="34" charset="0"/>
              </a:rPr>
              <a:t>utloo</a:t>
            </a:r>
            <a:r>
              <a:rPr lang="en-US" altLang="zh-CN" sz="7200" dirty="0">
                <a:solidFill>
                  <a:schemeClr val="tx1">
                    <a:lumMod val="95000"/>
                    <a:lumOff val="5000"/>
                  </a:schemeClr>
                </a:solidFill>
                <a:latin typeface="Algerian" panose="04020705040A02060702" pitchFamily="82" charset="0"/>
                <a:ea typeface="Adobe 黑体 Std R" panose="020B0400000000000000" pitchFamily="34" charset="-122"/>
                <a:cs typeface="Arial" panose="020B0604020202020204" pitchFamily="34" charset="0"/>
              </a:rPr>
              <a:t>k</a:t>
            </a:r>
            <a:endParaRPr lang="zh-CN" altLang="en-US" sz="7200" dirty="0">
              <a:solidFill>
                <a:schemeClr val="tx1">
                  <a:lumMod val="95000"/>
                  <a:lumOff val="5000"/>
                </a:schemeClr>
              </a:solidFill>
              <a:latin typeface="Algerian" panose="04020705040A02060702" pitchFamily="82" charset="0"/>
              <a:ea typeface="Adobe 黑体 Std R" panose="020B0400000000000000" pitchFamily="34" charset="-122"/>
              <a:cs typeface="Arial" panose="020B0604020202020204" pitchFamily="34" charset="0"/>
            </a:endParaRPr>
          </a:p>
        </p:txBody>
      </p:sp>
      <p:pic>
        <p:nvPicPr>
          <p:cNvPr id="7" name="图形 6" descr="农作物 轮廓">
            <a:extLst>
              <a:ext uri="{FF2B5EF4-FFF2-40B4-BE49-F238E27FC236}">
                <a16:creationId xmlns:a16="http://schemas.microsoft.com/office/drawing/2014/main" id="{5ECA0414-398E-835E-4343-5E0A730A202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86690" y="5791234"/>
            <a:ext cx="914400" cy="914400"/>
          </a:xfrm>
          <a:prstGeom prst="rect">
            <a:avLst/>
          </a:prstGeom>
        </p:spPr>
      </p:pic>
      <p:pic>
        <p:nvPicPr>
          <p:cNvPr id="8" name="图形 7" descr="农作物 纯色填充">
            <a:extLst>
              <a:ext uri="{FF2B5EF4-FFF2-40B4-BE49-F238E27FC236}">
                <a16:creationId xmlns:a16="http://schemas.microsoft.com/office/drawing/2014/main" id="{8E179BB0-637B-5A01-707E-E6D625057D4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034184" y="5900590"/>
            <a:ext cx="914400" cy="914400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53002819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 descr="背景图案&#10;&#10;描述已自动生成">
            <a:extLst>
              <a:ext uri="{FF2B5EF4-FFF2-40B4-BE49-F238E27FC236}">
                <a16:creationId xmlns:a16="http://schemas.microsoft.com/office/drawing/2014/main" id="{585A5856-74D3-1E98-18C9-5453AA6BA5C5}"/>
              </a:ext>
            </a:extLst>
          </p:cNvPr>
          <p:cNvPicPr>
            <a:picLocks noChangeAspect="1"/>
          </p:cNvPicPr>
          <p:nvPr/>
        </p:nvPicPr>
        <p:blipFill>
          <a:blip r:embed="rId2">
            <a:grayscl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4700"/>
                    </a14:imgEffect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8067" y="25078"/>
            <a:ext cx="12192000" cy="685799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2" name="矩形 11">
            <a:extLst>
              <a:ext uri="{FF2B5EF4-FFF2-40B4-BE49-F238E27FC236}">
                <a16:creationId xmlns:a16="http://schemas.microsoft.com/office/drawing/2014/main" id="{EAEC1B17-7E65-F88C-ABC1-2528E1B5F545}"/>
              </a:ext>
            </a:extLst>
          </p:cNvPr>
          <p:cNvSpPr/>
          <p:nvPr/>
        </p:nvSpPr>
        <p:spPr>
          <a:xfrm>
            <a:off x="0" y="-39111"/>
            <a:ext cx="12192000" cy="964941"/>
          </a:xfrm>
          <a:prstGeom prst="rect">
            <a:avLst/>
          </a:prstGeom>
          <a:gradFill>
            <a:gsLst>
              <a:gs pos="7446">
                <a:srgbClr val="548235"/>
              </a:gs>
              <a:gs pos="51000">
                <a:schemeClr val="accent6">
                  <a:lumMod val="75000"/>
                </a:schemeClr>
              </a:gs>
              <a:gs pos="100000">
                <a:schemeClr val="accent6">
                  <a:lumMod val="75000"/>
                </a:schemeClr>
              </a:gs>
            </a:gsLst>
            <a:lin ang="5400000" scaled="1"/>
          </a:gra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D623BE95-6382-0B02-E7C6-F76B82728BD1}"/>
              </a:ext>
            </a:extLst>
          </p:cNvPr>
          <p:cNvSpPr txBox="1"/>
          <p:nvPr/>
        </p:nvSpPr>
        <p:spPr>
          <a:xfrm>
            <a:off x="1097280" y="233075"/>
            <a:ext cx="128016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0" lang="en-US" altLang="zh-CN" sz="2400" b="1" i="0" u="none" strike="noStrike" kern="0" cap="none" spc="0" normalizeH="0" baseline="0" noProof="0" dirty="0">
                <a:ln>
                  <a:noFill/>
                </a:ln>
                <a:solidFill>
                  <a:schemeClr val="bg1">
                    <a:lumMod val="95000"/>
                  </a:schemeClr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rPr>
              <a:t>Background        </a:t>
            </a:r>
            <a:r>
              <a:rPr lang="en-US" altLang="zh-CN" sz="2400" b="1" dirty="0">
                <a:solidFill>
                  <a:schemeClr val="bg1">
                    <a:lumMod val="9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Conventional      </a:t>
            </a:r>
            <a:r>
              <a:rPr kumimoji="0" lang="en-US" altLang="zh-CN" sz="2400" b="1" i="0" u="none" strike="noStrike" kern="0" cap="none" spc="0" normalizeH="0" baseline="0" noProof="0" dirty="0">
                <a:ln>
                  <a:noFill/>
                </a:ln>
                <a:solidFill>
                  <a:schemeClr val="bg1">
                    <a:lumMod val="95000"/>
                  </a:schemeClr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rPr>
              <a:t>Novel       </a:t>
            </a:r>
            <a:r>
              <a:rPr kumimoji="0" lang="en-US" altLang="zh-CN" sz="2400" b="1" i="0" u="none" strike="noStrike" kern="0" cap="none" spc="0" normalizeH="0" baseline="0" noProof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rPr>
              <a:t>Conclusion and Outlook</a:t>
            </a:r>
          </a:p>
          <a:p>
            <a:endParaRPr kumimoji="0" lang="en-US" altLang="zh-CN" sz="1800" b="0" i="0" u="none" strike="noStrike" kern="0" cap="none" spc="0" normalizeH="0" baseline="0" noProof="0" dirty="0">
              <a:ln>
                <a:noFill/>
              </a:ln>
              <a:solidFill>
                <a:prstClr val="white">
                  <a:lumMod val="65000"/>
                </a:prstClr>
              </a:solidFill>
              <a:effectLst/>
              <a:uLnTx/>
              <a:uFillTx/>
              <a:latin typeface="HelveticaExt-Normal"/>
              <a:ea typeface="OPPOSans B"/>
            </a:endParaRPr>
          </a:p>
          <a:p>
            <a:endParaRPr lang="en-US" altLang="zh-CN" sz="1800" dirty="0">
              <a:solidFill>
                <a:schemeClr val="bg1">
                  <a:lumMod val="95000"/>
                </a:schemeClr>
              </a:solidFill>
              <a:latin typeface="Adobe 黑体 Std R" panose="020B0400000000000000" pitchFamily="34" charset="-122"/>
              <a:ea typeface="Adobe 黑体 Std R" panose="020B0400000000000000" pitchFamily="34" charset="-122"/>
            </a:endParaRPr>
          </a:p>
          <a:p>
            <a:endParaRPr kumimoji="0" lang="zh-CN" altLang="en-US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endParaRPr lang="zh-CN" altLang="en-US" dirty="0"/>
          </a:p>
        </p:txBody>
      </p:sp>
      <p:pic>
        <p:nvPicPr>
          <p:cNvPr id="20" name="图片 19" descr="图片包含 徽标&#10;&#10;描述已自动生成">
            <a:extLst>
              <a:ext uri="{FF2B5EF4-FFF2-40B4-BE49-F238E27FC236}">
                <a16:creationId xmlns:a16="http://schemas.microsoft.com/office/drawing/2014/main" id="{7A0B4C53-65DF-7639-2804-731E7FCEC2B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0359" y="25078"/>
            <a:ext cx="836562" cy="836562"/>
          </a:xfrm>
          <a:prstGeom prst="ellipse">
            <a:avLst/>
          </a:prstGeom>
        </p:spPr>
      </p:pic>
      <p:sp>
        <p:nvSpPr>
          <p:cNvPr id="4" name="标题 1">
            <a:extLst>
              <a:ext uri="{FF2B5EF4-FFF2-40B4-BE49-F238E27FC236}">
                <a16:creationId xmlns:a16="http://schemas.microsoft.com/office/drawing/2014/main" id="{8811D180-8D7D-CCB2-370B-C94005CE4792}"/>
              </a:ext>
            </a:extLst>
          </p:cNvPr>
          <p:cNvSpPr>
            <a:spLocks noGrp="1"/>
          </p:cNvSpPr>
          <p:nvPr/>
        </p:nvSpPr>
        <p:spPr>
          <a:xfrm>
            <a:off x="125010" y="1725742"/>
            <a:ext cx="4637634" cy="29546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lnSpc>
                <a:spcPct val="150000"/>
              </a:lnSpc>
            </a:pPr>
            <a:r>
              <a:rPr lang="en-US" altLang="zh-CN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rPr>
              <a:t>We can increase the efficiency of urea production</a:t>
            </a:r>
            <a:r>
              <a:rPr lang="en-US" altLang="zh-CN" sz="2400" b="1" baseline="300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rPr>
              <a:t>[9]</a:t>
            </a:r>
            <a:r>
              <a:rPr lang="en-US" altLang="zh-CN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rPr>
              <a:t>.</a:t>
            </a:r>
            <a:br>
              <a:rPr lang="zh-CN" altLang="en-US" sz="3200" dirty="0">
                <a:latin typeface="PingFang SC" panose="020B0400000000000000" pitchFamily="34" charset="-122"/>
                <a:ea typeface="PingFang SC" panose="020B0400000000000000" pitchFamily="34" charset="-122"/>
              </a:rPr>
            </a:br>
            <a:endParaRPr lang="zh-CN" altLang="en-US" sz="3200" dirty="0">
              <a:latin typeface="PingFang SC" panose="020B0400000000000000" pitchFamily="34" charset="-122"/>
              <a:ea typeface="PingFang SC" panose="020B0400000000000000" pitchFamily="34" charset="-122"/>
            </a:endParaRPr>
          </a:p>
        </p:txBody>
      </p:sp>
      <p:sp>
        <p:nvSpPr>
          <p:cNvPr id="5" name="内容占位符 3">
            <a:extLst>
              <a:ext uri="{FF2B5EF4-FFF2-40B4-BE49-F238E27FC236}">
                <a16:creationId xmlns:a16="http://schemas.microsoft.com/office/drawing/2014/main" id="{8A06A814-FA7A-8865-D759-A549F60FDF78}"/>
              </a:ext>
            </a:extLst>
          </p:cNvPr>
          <p:cNvSpPr>
            <a:spLocks noGrp="1"/>
          </p:cNvSpPr>
          <p:nvPr/>
        </p:nvSpPr>
        <p:spPr>
          <a:xfrm>
            <a:off x="8067" y="1374268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zh-CN" dirty="0"/>
              <a:t> </a:t>
            </a:r>
          </a:p>
        </p:txBody>
      </p:sp>
      <p:grpSp>
        <p:nvGrpSpPr>
          <p:cNvPr id="125" name="组合 124">
            <a:extLst>
              <a:ext uri="{FF2B5EF4-FFF2-40B4-BE49-F238E27FC236}">
                <a16:creationId xmlns:a16="http://schemas.microsoft.com/office/drawing/2014/main" id="{87BD2CEF-7B47-BF4F-F5DC-BC87D1BBA41D}"/>
              </a:ext>
            </a:extLst>
          </p:cNvPr>
          <p:cNvGrpSpPr/>
          <p:nvPr/>
        </p:nvGrpSpPr>
        <p:grpSpPr>
          <a:xfrm>
            <a:off x="7700385" y="1567311"/>
            <a:ext cx="2886391" cy="1724788"/>
            <a:chOff x="7644971" y="3066262"/>
            <a:chExt cx="3315092" cy="1977812"/>
          </a:xfrm>
        </p:grpSpPr>
        <p:grpSp>
          <p:nvGrpSpPr>
            <p:cNvPr id="58" name="组合 57">
              <a:extLst>
                <a:ext uri="{FF2B5EF4-FFF2-40B4-BE49-F238E27FC236}">
                  <a16:creationId xmlns:a16="http://schemas.microsoft.com/office/drawing/2014/main" id="{5C2B3247-100E-639A-4296-B19A0D05DEFD}"/>
                </a:ext>
              </a:extLst>
            </p:cNvPr>
            <p:cNvGrpSpPr/>
            <p:nvPr/>
          </p:nvGrpSpPr>
          <p:grpSpPr>
            <a:xfrm>
              <a:off x="7644971" y="3066262"/>
              <a:ext cx="2775917" cy="1393832"/>
              <a:chOff x="8074091" y="1299222"/>
              <a:chExt cx="2775917" cy="1393832"/>
            </a:xfrm>
          </p:grpSpPr>
          <p:pic>
            <p:nvPicPr>
              <p:cNvPr id="30" name="内容占位符 4">
                <a:extLst>
                  <a:ext uri="{FF2B5EF4-FFF2-40B4-BE49-F238E27FC236}">
                    <a16:creationId xmlns:a16="http://schemas.microsoft.com/office/drawing/2014/main" id="{B6D80221-C899-0097-C0D5-CAD078966DE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7401" b="98014" l="9928" r="89892">
                            <a14:foregroundMark x1="56859" y1="7401" x2="56859" y2="7401"/>
                            <a14:foregroundMark x1="60108" y1="91697" x2="60108" y2="91697"/>
                            <a14:foregroundMark x1="44043" y1="96570" x2="44043" y2="96570"/>
                            <a14:foregroundMark x1="55776" y1="96931" x2="55776" y2="96931"/>
                            <a14:foregroundMark x1="41155" y1="98014" x2="41155" y2="98014"/>
                            <a14:foregroundMark x1="28700" y1="7401" x2="28700" y2="7401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074091" y="1299222"/>
                <a:ext cx="1467828" cy="1376752"/>
              </a:xfrm>
              <a:prstGeom prst="rect">
                <a:avLst/>
              </a:prstGeom>
            </p:spPr>
          </p:pic>
          <p:pic>
            <p:nvPicPr>
              <p:cNvPr id="31" name="内容占位符 4">
                <a:extLst>
                  <a:ext uri="{FF2B5EF4-FFF2-40B4-BE49-F238E27FC236}">
                    <a16:creationId xmlns:a16="http://schemas.microsoft.com/office/drawing/2014/main" id="{86094F35-77C7-C5A5-8C48-8691D27F2BD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7401" b="98014" l="9928" r="89892">
                            <a14:foregroundMark x1="56859" y1="7401" x2="56859" y2="7401"/>
                            <a14:foregroundMark x1="60108" y1="91697" x2="60108" y2="91697"/>
                            <a14:foregroundMark x1="44043" y1="96570" x2="44043" y2="96570"/>
                            <a14:foregroundMark x1="55776" y1="96931" x2="55776" y2="96931"/>
                            <a14:foregroundMark x1="41155" y1="98014" x2="41155" y2="98014"/>
                            <a14:foregroundMark x1="28700" y1="7401" x2="28700" y2="7401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481665" y="1299222"/>
                <a:ext cx="1467828" cy="1376752"/>
              </a:xfrm>
              <a:prstGeom prst="rect">
                <a:avLst/>
              </a:prstGeom>
            </p:spPr>
          </p:pic>
          <p:pic>
            <p:nvPicPr>
              <p:cNvPr id="50" name="内容占位符 4">
                <a:extLst>
                  <a:ext uri="{FF2B5EF4-FFF2-40B4-BE49-F238E27FC236}">
                    <a16:creationId xmlns:a16="http://schemas.microsoft.com/office/drawing/2014/main" id="{49256CA3-B860-BA8D-3D0E-7EBD3C1E1A3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7401" b="98014" l="9928" r="89892">
                            <a14:foregroundMark x1="56859" y1="7401" x2="56859" y2="7401"/>
                            <a14:foregroundMark x1="60108" y1="91697" x2="60108" y2="91697"/>
                            <a14:foregroundMark x1="44043" y1="96570" x2="44043" y2="96570"/>
                            <a14:foregroundMark x1="55776" y1="96931" x2="55776" y2="96931"/>
                            <a14:foregroundMark x1="41155" y1="98014" x2="41155" y2="98014"/>
                            <a14:foregroundMark x1="28700" y1="7401" x2="28700" y2="7401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817028" y="1307762"/>
                <a:ext cx="1467828" cy="1376752"/>
              </a:xfrm>
              <a:prstGeom prst="rect">
                <a:avLst/>
              </a:prstGeom>
            </p:spPr>
          </p:pic>
          <p:pic>
            <p:nvPicPr>
              <p:cNvPr id="51" name="内容占位符 4">
                <a:extLst>
                  <a:ext uri="{FF2B5EF4-FFF2-40B4-BE49-F238E27FC236}">
                    <a16:creationId xmlns:a16="http://schemas.microsoft.com/office/drawing/2014/main" id="{FFD7662F-317A-18FE-9D7D-533801DEB34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7401" b="98014" l="9928" r="89892">
                            <a14:foregroundMark x1="56859" y1="7401" x2="56859" y2="7401"/>
                            <a14:foregroundMark x1="60108" y1="91697" x2="60108" y2="91697"/>
                            <a14:foregroundMark x1="44043" y1="96570" x2="44043" y2="96570"/>
                            <a14:foregroundMark x1="55776" y1="96931" x2="55776" y2="96931"/>
                            <a14:foregroundMark x1="41155" y1="98014" x2="41155" y2="98014"/>
                            <a14:foregroundMark x1="28700" y1="7401" x2="28700" y2="7401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9093025" y="1307762"/>
                <a:ext cx="1467828" cy="1376752"/>
              </a:xfrm>
              <a:prstGeom prst="rect">
                <a:avLst/>
              </a:prstGeom>
            </p:spPr>
          </p:pic>
          <p:pic>
            <p:nvPicPr>
              <p:cNvPr id="52" name="内容占位符 4">
                <a:extLst>
                  <a:ext uri="{FF2B5EF4-FFF2-40B4-BE49-F238E27FC236}">
                    <a16:creationId xmlns:a16="http://schemas.microsoft.com/office/drawing/2014/main" id="{CE0ED685-D7ED-0BE2-570E-3D727858893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7401" b="98014" l="9928" r="89892">
                            <a14:foregroundMark x1="56859" y1="7401" x2="56859" y2="7401"/>
                            <a14:foregroundMark x1="60108" y1="91697" x2="60108" y2="91697"/>
                            <a14:foregroundMark x1="44043" y1="96570" x2="44043" y2="96570"/>
                            <a14:foregroundMark x1="55776" y1="96931" x2="55776" y2="96931"/>
                            <a14:foregroundMark x1="41155" y1="98014" x2="41155" y2="98014"/>
                            <a14:foregroundMark x1="28700" y1="7401" x2="28700" y2="7401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9382180" y="1316302"/>
                <a:ext cx="1467828" cy="1376752"/>
              </a:xfrm>
              <a:prstGeom prst="rect">
                <a:avLst/>
              </a:prstGeom>
            </p:spPr>
          </p:pic>
        </p:grpSp>
        <p:grpSp>
          <p:nvGrpSpPr>
            <p:cNvPr id="124" name="组合 123">
              <a:extLst>
                <a:ext uri="{FF2B5EF4-FFF2-40B4-BE49-F238E27FC236}">
                  <a16:creationId xmlns:a16="http://schemas.microsoft.com/office/drawing/2014/main" id="{CEECE795-A5F9-6682-A89A-44AE9E418635}"/>
                </a:ext>
              </a:extLst>
            </p:cNvPr>
            <p:cNvGrpSpPr/>
            <p:nvPr/>
          </p:nvGrpSpPr>
          <p:grpSpPr>
            <a:xfrm>
              <a:off x="7726946" y="3193042"/>
              <a:ext cx="3233117" cy="1851032"/>
              <a:chOff x="8239938" y="1706657"/>
              <a:chExt cx="3233117" cy="1851032"/>
            </a:xfrm>
          </p:grpSpPr>
          <p:grpSp>
            <p:nvGrpSpPr>
              <p:cNvPr id="59" name="组合 58">
                <a:extLst>
                  <a:ext uri="{FF2B5EF4-FFF2-40B4-BE49-F238E27FC236}">
                    <a16:creationId xmlns:a16="http://schemas.microsoft.com/office/drawing/2014/main" id="{C2201ED5-C19C-4121-6A8B-30BEE6B411A0}"/>
                  </a:ext>
                </a:extLst>
              </p:cNvPr>
              <p:cNvGrpSpPr/>
              <p:nvPr/>
            </p:nvGrpSpPr>
            <p:grpSpPr>
              <a:xfrm>
                <a:off x="8239938" y="1706657"/>
                <a:ext cx="2775917" cy="1393832"/>
                <a:chOff x="8074091" y="1299222"/>
                <a:chExt cx="2775917" cy="1393832"/>
              </a:xfrm>
            </p:grpSpPr>
            <p:pic>
              <p:nvPicPr>
                <p:cNvPr id="60" name="内容占位符 4">
                  <a:extLst>
                    <a:ext uri="{FF2B5EF4-FFF2-40B4-BE49-F238E27FC236}">
                      <a16:creationId xmlns:a16="http://schemas.microsoft.com/office/drawing/2014/main" id="{294A95D4-9D33-77FF-0365-C7643C9FDA1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7401" b="98014" l="9928" r="89892">
                              <a14:foregroundMark x1="56859" y1="7401" x2="56859" y2="7401"/>
                              <a14:foregroundMark x1="60108" y1="91697" x2="60108" y2="91697"/>
                              <a14:foregroundMark x1="44043" y1="96570" x2="44043" y2="96570"/>
                              <a14:foregroundMark x1="55776" y1="96931" x2="55776" y2="96931"/>
                              <a14:foregroundMark x1="41155" y1="98014" x2="41155" y2="98014"/>
                              <a14:foregroundMark x1="28700" y1="7401" x2="28700" y2="7401"/>
                            </a14:backgroundRemoval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8074091" y="1299222"/>
                  <a:ext cx="1467828" cy="1376752"/>
                </a:xfrm>
                <a:prstGeom prst="rect">
                  <a:avLst/>
                </a:prstGeom>
              </p:spPr>
            </p:pic>
            <p:pic>
              <p:nvPicPr>
                <p:cNvPr id="61" name="内容占位符 4">
                  <a:extLst>
                    <a:ext uri="{FF2B5EF4-FFF2-40B4-BE49-F238E27FC236}">
                      <a16:creationId xmlns:a16="http://schemas.microsoft.com/office/drawing/2014/main" id="{F8CF4D16-EC62-1B23-72C3-F5AEA065F66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7401" b="98014" l="9928" r="89892">
                              <a14:foregroundMark x1="56859" y1="7401" x2="56859" y2="7401"/>
                              <a14:foregroundMark x1="60108" y1="91697" x2="60108" y2="91697"/>
                              <a14:foregroundMark x1="44043" y1="96570" x2="44043" y2="96570"/>
                              <a14:foregroundMark x1="55776" y1="96931" x2="55776" y2="96931"/>
                              <a14:foregroundMark x1="41155" y1="98014" x2="41155" y2="98014"/>
                              <a14:foregroundMark x1="28700" y1="7401" x2="28700" y2="7401"/>
                            </a14:backgroundRemoval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8481665" y="1299222"/>
                  <a:ext cx="1467828" cy="1376752"/>
                </a:xfrm>
                <a:prstGeom prst="rect">
                  <a:avLst/>
                </a:prstGeom>
              </p:spPr>
            </p:pic>
            <p:pic>
              <p:nvPicPr>
                <p:cNvPr id="62" name="内容占位符 4">
                  <a:extLst>
                    <a:ext uri="{FF2B5EF4-FFF2-40B4-BE49-F238E27FC236}">
                      <a16:creationId xmlns:a16="http://schemas.microsoft.com/office/drawing/2014/main" id="{F5A95C74-74F8-ED8B-7CE8-7E25812D574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7401" b="98014" l="9928" r="89892">
                              <a14:foregroundMark x1="56859" y1="7401" x2="56859" y2="7401"/>
                              <a14:foregroundMark x1="60108" y1="91697" x2="60108" y2="91697"/>
                              <a14:foregroundMark x1="44043" y1="96570" x2="44043" y2="96570"/>
                              <a14:foregroundMark x1="55776" y1="96931" x2="55776" y2="96931"/>
                              <a14:foregroundMark x1="41155" y1="98014" x2="41155" y2="98014"/>
                              <a14:foregroundMark x1="28700" y1="7401" x2="28700" y2="7401"/>
                            </a14:backgroundRemoval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8817028" y="1307762"/>
                  <a:ext cx="1467828" cy="1376752"/>
                </a:xfrm>
                <a:prstGeom prst="rect">
                  <a:avLst/>
                </a:prstGeom>
              </p:spPr>
            </p:pic>
            <p:pic>
              <p:nvPicPr>
                <p:cNvPr id="63" name="内容占位符 4">
                  <a:extLst>
                    <a:ext uri="{FF2B5EF4-FFF2-40B4-BE49-F238E27FC236}">
                      <a16:creationId xmlns:a16="http://schemas.microsoft.com/office/drawing/2014/main" id="{74775A19-78AD-F3BF-A99C-FC0512CC91D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7401" b="98014" l="9928" r="89892">
                              <a14:foregroundMark x1="56859" y1="7401" x2="56859" y2="7401"/>
                              <a14:foregroundMark x1="60108" y1="91697" x2="60108" y2="91697"/>
                              <a14:foregroundMark x1="44043" y1="96570" x2="44043" y2="96570"/>
                              <a14:foregroundMark x1="55776" y1="96931" x2="55776" y2="96931"/>
                              <a14:foregroundMark x1="41155" y1="98014" x2="41155" y2="98014"/>
                              <a14:foregroundMark x1="28700" y1="7401" x2="28700" y2="7401"/>
                            </a14:backgroundRemoval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093025" y="1307762"/>
                  <a:ext cx="1467828" cy="1376752"/>
                </a:xfrm>
                <a:prstGeom prst="rect">
                  <a:avLst/>
                </a:prstGeom>
              </p:spPr>
            </p:pic>
            <p:pic>
              <p:nvPicPr>
                <p:cNvPr id="64" name="内容占位符 4">
                  <a:extLst>
                    <a:ext uri="{FF2B5EF4-FFF2-40B4-BE49-F238E27FC236}">
                      <a16:creationId xmlns:a16="http://schemas.microsoft.com/office/drawing/2014/main" id="{03B9D7BB-8581-590A-6594-ACC41F77D2B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7401" b="98014" l="9928" r="89892">
                              <a14:foregroundMark x1="56859" y1="7401" x2="56859" y2="7401"/>
                              <a14:foregroundMark x1="60108" y1="91697" x2="60108" y2="91697"/>
                              <a14:foregroundMark x1="44043" y1="96570" x2="44043" y2="96570"/>
                              <a14:foregroundMark x1="55776" y1="96931" x2="55776" y2="96931"/>
                              <a14:foregroundMark x1="41155" y1="98014" x2="41155" y2="98014"/>
                              <a14:foregroundMark x1="28700" y1="7401" x2="28700" y2="7401"/>
                            </a14:backgroundRemoval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382180" y="1316302"/>
                  <a:ext cx="1467828" cy="1376752"/>
                </a:xfrm>
                <a:prstGeom prst="rect">
                  <a:avLst/>
                </a:prstGeom>
              </p:spPr>
            </p:pic>
          </p:grpSp>
          <p:grpSp>
            <p:nvGrpSpPr>
              <p:cNvPr id="65" name="组合 64">
                <a:extLst>
                  <a:ext uri="{FF2B5EF4-FFF2-40B4-BE49-F238E27FC236}">
                    <a16:creationId xmlns:a16="http://schemas.microsoft.com/office/drawing/2014/main" id="{551FEB36-B314-FD6F-6C12-B54F8D37BB48}"/>
                  </a:ext>
                </a:extLst>
              </p:cNvPr>
              <p:cNvGrpSpPr/>
              <p:nvPr/>
            </p:nvGrpSpPr>
            <p:grpSpPr>
              <a:xfrm>
                <a:off x="8392338" y="1859057"/>
                <a:ext cx="2775917" cy="1393832"/>
                <a:chOff x="8074091" y="1299222"/>
                <a:chExt cx="2775917" cy="1393832"/>
              </a:xfrm>
            </p:grpSpPr>
            <p:pic>
              <p:nvPicPr>
                <p:cNvPr id="66" name="内容占位符 4">
                  <a:extLst>
                    <a:ext uri="{FF2B5EF4-FFF2-40B4-BE49-F238E27FC236}">
                      <a16:creationId xmlns:a16="http://schemas.microsoft.com/office/drawing/2014/main" id="{2775FA1C-7788-8AD3-7A57-D232329446F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7401" b="98014" l="9928" r="89892">
                              <a14:foregroundMark x1="56859" y1="7401" x2="56859" y2="7401"/>
                              <a14:foregroundMark x1="60108" y1="91697" x2="60108" y2="91697"/>
                              <a14:foregroundMark x1="44043" y1="96570" x2="44043" y2="96570"/>
                              <a14:foregroundMark x1="55776" y1="96931" x2="55776" y2="96931"/>
                              <a14:foregroundMark x1="41155" y1="98014" x2="41155" y2="98014"/>
                              <a14:foregroundMark x1="28700" y1="7401" x2="28700" y2="7401"/>
                            </a14:backgroundRemoval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8074091" y="1299222"/>
                  <a:ext cx="1467828" cy="1376752"/>
                </a:xfrm>
                <a:prstGeom prst="rect">
                  <a:avLst/>
                </a:prstGeom>
              </p:spPr>
            </p:pic>
            <p:pic>
              <p:nvPicPr>
                <p:cNvPr id="67" name="内容占位符 4">
                  <a:extLst>
                    <a:ext uri="{FF2B5EF4-FFF2-40B4-BE49-F238E27FC236}">
                      <a16:creationId xmlns:a16="http://schemas.microsoft.com/office/drawing/2014/main" id="{464F1809-F553-7FD4-C191-9A76DA0233F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7401" b="98014" l="9928" r="89892">
                              <a14:foregroundMark x1="56859" y1="7401" x2="56859" y2="7401"/>
                              <a14:foregroundMark x1="60108" y1="91697" x2="60108" y2="91697"/>
                              <a14:foregroundMark x1="44043" y1="96570" x2="44043" y2="96570"/>
                              <a14:foregroundMark x1="55776" y1="96931" x2="55776" y2="96931"/>
                              <a14:foregroundMark x1="41155" y1="98014" x2="41155" y2="98014"/>
                              <a14:foregroundMark x1="28700" y1="7401" x2="28700" y2="7401"/>
                            </a14:backgroundRemoval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8481665" y="1299222"/>
                  <a:ext cx="1467828" cy="1376752"/>
                </a:xfrm>
                <a:prstGeom prst="rect">
                  <a:avLst/>
                </a:prstGeom>
              </p:spPr>
            </p:pic>
            <p:pic>
              <p:nvPicPr>
                <p:cNvPr id="68" name="内容占位符 4">
                  <a:extLst>
                    <a:ext uri="{FF2B5EF4-FFF2-40B4-BE49-F238E27FC236}">
                      <a16:creationId xmlns:a16="http://schemas.microsoft.com/office/drawing/2014/main" id="{851BB234-524D-3CA0-DC83-4C93A0F4E36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7401" b="98014" l="9928" r="89892">
                              <a14:foregroundMark x1="56859" y1="7401" x2="56859" y2="7401"/>
                              <a14:foregroundMark x1="60108" y1="91697" x2="60108" y2="91697"/>
                              <a14:foregroundMark x1="44043" y1="96570" x2="44043" y2="96570"/>
                              <a14:foregroundMark x1="55776" y1="96931" x2="55776" y2="96931"/>
                              <a14:foregroundMark x1="41155" y1="98014" x2="41155" y2="98014"/>
                              <a14:foregroundMark x1="28700" y1="7401" x2="28700" y2="7401"/>
                            </a14:backgroundRemoval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8817028" y="1307762"/>
                  <a:ext cx="1467828" cy="1376752"/>
                </a:xfrm>
                <a:prstGeom prst="rect">
                  <a:avLst/>
                </a:prstGeom>
              </p:spPr>
            </p:pic>
            <p:pic>
              <p:nvPicPr>
                <p:cNvPr id="69" name="内容占位符 4">
                  <a:extLst>
                    <a:ext uri="{FF2B5EF4-FFF2-40B4-BE49-F238E27FC236}">
                      <a16:creationId xmlns:a16="http://schemas.microsoft.com/office/drawing/2014/main" id="{AB082872-746E-2824-7C07-534FE82EA49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7401" b="98014" l="9928" r="89892">
                              <a14:foregroundMark x1="56859" y1="7401" x2="56859" y2="7401"/>
                              <a14:foregroundMark x1="60108" y1="91697" x2="60108" y2="91697"/>
                              <a14:foregroundMark x1="44043" y1="96570" x2="44043" y2="96570"/>
                              <a14:foregroundMark x1="55776" y1="96931" x2="55776" y2="96931"/>
                              <a14:foregroundMark x1="41155" y1="98014" x2="41155" y2="98014"/>
                              <a14:foregroundMark x1="28700" y1="7401" x2="28700" y2="7401"/>
                            </a14:backgroundRemoval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093025" y="1307762"/>
                  <a:ext cx="1467828" cy="1376752"/>
                </a:xfrm>
                <a:prstGeom prst="rect">
                  <a:avLst/>
                </a:prstGeom>
              </p:spPr>
            </p:pic>
            <p:pic>
              <p:nvPicPr>
                <p:cNvPr id="70" name="内容占位符 4">
                  <a:extLst>
                    <a:ext uri="{FF2B5EF4-FFF2-40B4-BE49-F238E27FC236}">
                      <a16:creationId xmlns:a16="http://schemas.microsoft.com/office/drawing/2014/main" id="{B18296D5-D992-31FC-C3BC-6F6630F4C5B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7401" b="98014" l="9928" r="89892">
                              <a14:foregroundMark x1="56859" y1="7401" x2="56859" y2="7401"/>
                              <a14:foregroundMark x1="60108" y1="91697" x2="60108" y2="91697"/>
                              <a14:foregroundMark x1="44043" y1="96570" x2="44043" y2="96570"/>
                              <a14:foregroundMark x1="55776" y1="96931" x2="55776" y2="96931"/>
                              <a14:foregroundMark x1="41155" y1="98014" x2="41155" y2="98014"/>
                              <a14:foregroundMark x1="28700" y1="7401" x2="28700" y2="7401"/>
                            </a14:backgroundRemoval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382180" y="1316302"/>
                  <a:ext cx="1467828" cy="1376752"/>
                </a:xfrm>
                <a:prstGeom prst="rect">
                  <a:avLst/>
                </a:prstGeom>
              </p:spPr>
            </p:pic>
          </p:grpSp>
          <p:grpSp>
            <p:nvGrpSpPr>
              <p:cNvPr id="83" name="组合 82">
                <a:extLst>
                  <a:ext uri="{FF2B5EF4-FFF2-40B4-BE49-F238E27FC236}">
                    <a16:creationId xmlns:a16="http://schemas.microsoft.com/office/drawing/2014/main" id="{018BB412-7014-CEE8-BE2A-A51A3068C4DF}"/>
                  </a:ext>
                </a:extLst>
              </p:cNvPr>
              <p:cNvGrpSpPr/>
              <p:nvPr/>
            </p:nvGrpSpPr>
            <p:grpSpPr>
              <a:xfrm>
                <a:off x="8544738" y="2011457"/>
                <a:ext cx="2775917" cy="1393832"/>
                <a:chOff x="8074091" y="1299222"/>
                <a:chExt cx="2775917" cy="1393832"/>
              </a:xfrm>
            </p:grpSpPr>
            <p:pic>
              <p:nvPicPr>
                <p:cNvPr id="84" name="内容占位符 4">
                  <a:extLst>
                    <a:ext uri="{FF2B5EF4-FFF2-40B4-BE49-F238E27FC236}">
                      <a16:creationId xmlns:a16="http://schemas.microsoft.com/office/drawing/2014/main" id="{604593FE-6476-C57D-DFC3-4AD284A6CE0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7401" b="98014" l="9928" r="89892">
                              <a14:foregroundMark x1="56859" y1="7401" x2="56859" y2="7401"/>
                              <a14:foregroundMark x1="60108" y1="91697" x2="60108" y2="91697"/>
                              <a14:foregroundMark x1="44043" y1="96570" x2="44043" y2="96570"/>
                              <a14:foregroundMark x1="55776" y1="96931" x2="55776" y2="96931"/>
                              <a14:foregroundMark x1="41155" y1="98014" x2="41155" y2="98014"/>
                              <a14:foregroundMark x1="28700" y1="7401" x2="28700" y2="7401"/>
                            </a14:backgroundRemoval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8074091" y="1299222"/>
                  <a:ext cx="1467828" cy="1376752"/>
                </a:xfrm>
                <a:prstGeom prst="rect">
                  <a:avLst/>
                </a:prstGeom>
              </p:spPr>
            </p:pic>
            <p:pic>
              <p:nvPicPr>
                <p:cNvPr id="85" name="内容占位符 4">
                  <a:extLst>
                    <a:ext uri="{FF2B5EF4-FFF2-40B4-BE49-F238E27FC236}">
                      <a16:creationId xmlns:a16="http://schemas.microsoft.com/office/drawing/2014/main" id="{9EBFC92C-D078-9746-CBAD-EE0D4D9C13E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7401" b="98014" l="9928" r="89892">
                              <a14:foregroundMark x1="56859" y1="7401" x2="56859" y2="7401"/>
                              <a14:foregroundMark x1="60108" y1="91697" x2="60108" y2="91697"/>
                              <a14:foregroundMark x1="44043" y1="96570" x2="44043" y2="96570"/>
                              <a14:foregroundMark x1="55776" y1="96931" x2="55776" y2="96931"/>
                              <a14:foregroundMark x1="41155" y1="98014" x2="41155" y2="98014"/>
                              <a14:foregroundMark x1="28700" y1="7401" x2="28700" y2="7401"/>
                            </a14:backgroundRemoval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8481665" y="1299222"/>
                  <a:ext cx="1467828" cy="1376752"/>
                </a:xfrm>
                <a:prstGeom prst="rect">
                  <a:avLst/>
                </a:prstGeom>
              </p:spPr>
            </p:pic>
            <p:pic>
              <p:nvPicPr>
                <p:cNvPr id="86" name="内容占位符 4">
                  <a:extLst>
                    <a:ext uri="{FF2B5EF4-FFF2-40B4-BE49-F238E27FC236}">
                      <a16:creationId xmlns:a16="http://schemas.microsoft.com/office/drawing/2014/main" id="{131FA023-70ED-9813-0CFA-E8D5052B74A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7401" b="98014" l="9928" r="89892">
                              <a14:foregroundMark x1="56859" y1="7401" x2="56859" y2="7401"/>
                              <a14:foregroundMark x1="60108" y1="91697" x2="60108" y2="91697"/>
                              <a14:foregroundMark x1="44043" y1="96570" x2="44043" y2="96570"/>
                              <a14:foregroundMark x1="55776" y1="96931" x2="55776" y2="96931"/>
                              <a14:foregroundMark x1="41155" y1="98014" x2="41155" y2="98014"/>
                              <a14:foregroundMark x1="28700" y1="7401" x2="28700" y2="7401"/>
                            </a14:backgroundRemoval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8817028" y="1307762"/>
                  <a:ext cx="1467828" cy="1376752"/>
                </a:xfrm>
                <a:prstGeom prst="rect">
                  <a:avLst/>
                </a:prstGeom>
              </p:spPr>
            </p:pic>
            <p:pic>
              <p:nvPicPr>
                <p:cNvPr id="87" name="内容占位符 4">
                  <a:extLst>
                    <a:ext uri="{FF2B5EF4-FFF2-40B4-BE49-F238E27FC236}">
                      <a16:creationId xmlns:a16="http://schemas.microsoft.com/office/drawing/2014/main" id="{D7960059-6970-D5D5-EB4D-67456839551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7401" b="98014" l="9928" r="89892">
                              <a14:foregroundMark x1="56859" y1="7401" x2="56859" y2="7401"/>
                              <a14:foregroundMark x1="60108" y1="91697" x2="60108" y2="91697"/>
                              <a14:foregroundMark x1="44043" y1="96570" x2="44043" y2="96570"/>
                              <a14:foregroundMark x1="55776" y1="96931" x2="55776" y2="96931"/>
                              <a14:foregroundMark x1="41155" y1="98014" x2="41155" y2="98014"/>
                              <a14:foregroundMark x1="28700" y1="7401" x2="28700" y2="7401"/>
                            </a14:backgroundRemoval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093025" y="1307762"/>
                  <a:ext cx="1467828" cy="1376752"/>
                </a:xfrm>
                <a:prstGeom prst="rect">
                  <a:avLst/>
                </a:prstGeom>
              </p:spPr>
            </p:pic>
            <p:pic>
              <p:nvPicPr>
                <p:cNvPr id="88" name="内容占位符 4">
                  <a:extLst>
                    <a:ext uri="{FF2B5EF4-FFF2-40B4-BE49-F238E27FC236}">
                      <a16:creationId xmlns:a16="http://schemas.microsoft.com/office/drawing/2014/main" id="{3619E1A4-7090-FB64-0B64-CBF7CB5EF84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7401" b="98014" l="9928" r="89892">
                              <a14:foregroundMark x1="56859" y1="7401" x2="56859" y2="7401"/>
                              <a14:foregroundMark x1="60108" y1="91697" x2="60108" y2="91697"/>
                              <a14:foregroundMark x1="44043" y1="96570" x2="44043" y2="96570"/>
                              <a14:foregroundMark x1="55776" y1="96931" x2="55776" y2="96931"/>
                              <a14:foregroundMark x1="41155" y1="98014" x2="41155" y2="98014"/>
                              <a14:foregroundMark x1="28700" y1="7401" x2="28700" y2="7401"/>
                            </a14:backgroundRemoval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382180" y="1316302"/>
                  <a:ext cx="1467828" cy="1376752"/>
                </a:xfrm>
                <a:prstGeom prst="rect">
                  <a:avLst/>
                </a:prstGeom>
              </p:spPr>
            </p:pic>
          </p:grpSp>
          <p:grpSp>
            <p:nvGrpSpPr>
              <p:cNvPr id="89" name="组合 88">
                <a:extLst>
                  <a:ext uri="{FF2B5EF4-FFF2-40B4-BE49-F238E27FC236}">
                    <a16:creationId xmlns:a16="http://schemas.microsoft.com/office/drawing/2014/main" id="{8D2AB416-FF49-6031-4143-7E44D52918AC}"/>
                  </a:ext>
                </a:extLst>
              </p:cNvPr>
              <p:cNvGrpSpPr/>
              <p:nvPr/>
            </p:nvGrpSpPr>
            <p:grpSpPr>
              <a:xfrm>
                <a:off x="8697138" y="2163857"/>
                <a:ext cx="2775917" cy="1393832"/>
                <a:chOff x="8074091" y="1299222"/>
                <a:chExt cx="2775917" cy="1393832"/>
              </a:xfrm>
            </p:grpSpPr>
            <p:pic>
              <p:nvPicPr>
                <p:cNvPr id="90" name="内容占位符 4">
                  <a:extLst>
                    <a:ext uri="{FF2B5EF4-FFF2-40B4-BE49-F238E27FC236}">
                      <a16:creationId xmlns:a16="http://schemas.microsoft.com/office/drawing/2014/main" id="{44ABBF16-EE83-006A-42D7-13E003FA16F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7401" b="98014" l="9928" r="89892">
                              <a14:foregroundMark x1="56859" y1="7401" x2="56859" y2="7401"/>
                              <a14:foregroundMark x1="60108" y1="91697" x2="60108" y2="91697"/>
                              <a14:foregroundMark x1="44043" y1="96570" x2="44043" y2="96570"/>
                              <a14:foregroundMark x1="55776" y1="96931" x2="55776" y2="96931"/>
                              <a14:foregroundMark x1="41155" y1="98014" x2="41155" y2="98014"/>
                              <a14:foregroundMark x1="28700" y1="7401" x2="28700" y2="7401"/>
                            </a14:backgroundRemoval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8074091" y="1299222"/>
                  <a:ext cx="1467828" cy="1376752"/>
                </a:xfrm>
                <a:prstGeom prst="rect">
                  <a:avLst/>
                </a:prstGeom>
              </p:spPr>
            </p:pic>
            <p:pic>
              <p:nvPicPr>
                <p:cNvPr id="91" name="内容占位符 4">
                  <a:extLst>
                    <a:ext uri="{FF2B5EF4-FFF2-40B4-BE49-F238E27FC236}">
                      <a16:creationId xmlns:a16="http://schemas.microsoft.com/office/drawing/2014/main" id="{B20E87A6-E9E3-529E-12D1-E5B32FB7CE1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7401" b="98014" l="9928" r="89892">
                              <a14:foregroundMark x1="56859" y1="7401" x2="56859" y2="7401"/>
                              <a14:foregroundMark x1="60108" y1="91697" x2="60108" y2="91697"/>
                              <a14:foregroundMark x1="44043" y1="96570" x2="44043" y2="96570"/>
                              <a14:foregroundMark x1="55776" y1="96931" x2="55776" y2="96931"/>
                              <a14:foregroundMark x1="41155" y1="98014" x2="41155" y2="98014"/>
                              <a14:foregroundMark x1="28700" y1="7401" x2="28700" y2="7401"/>
                            </a14:backgroundRemoval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8481665" y="1299222"/>
                  <a:ext cx="1467828" cy="1376752"/>
                </a:xfrm>
                <a:prstGeom prst="rect">
                  <a:avLst/>
                </a:prstGeom>
              </p:spPr>
            </p:pic>
            <p:pic>
              <p:nvPicPr>
                <p:cNvPr id="92" name="内容占位符 4">
                  <a:extLst>
                    <a:ext uri="{FF2B5EF4-FFF2-40B4-BE49-F238E27FC236}">
                      <a16:creationId xmlns:a16="http://schemas.microsoft.com/office/drawing/2014/main" id="{42CDF1CC-188B-1AE0-AF14-25BCB2EEB01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7401" b="98014" l="9928" r="89892">
                              <a14:foregroundMark x1="56859" y1="7401" x2="56859" y2="7401"/>
                              <a14:foregroundMark x1="60108" y1="91697" x2="60108" y2="91697"/>
                              <a14:foregroundMark x1="44043" y1="96570" x2="44043" y2="96570"/>
                              <a14:foregroundMark x1="55776" y1="96931" x2="55776" y2="96931"/>
                              <a14:foregroundMark x1="41155" y1="98014" x2="41155" y2="98014"/>
                              <a14:foregroundMark x1="28700" y1="7401" x2="28700" y2="7401"/>
                            </a14:backgroundRemoval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8817028" y="1307762"/>
                  <a:ext cx="1467828" cy="1376752"/>
                </a:xfrm>
                <a:prstGeom prst="rect">
                  <a:avLst/>
                </a:prstGeom>
              </p:spPr>
            </p:pic>
            <p:pic>
              <p:nvPicPr>
                <p:cNvPr id="93" name="内容占位符 4">
                  <a:extLst>
                    <a:ext uri="{FF2B5EF4-FFF2-40B4-BE49-F238E27FC236}">
                      <a16:creationId xmlns:a16="http://schemas.microsoft.com/office/drawing/2014/main" id="{2E128461-29E7-B527-C589-0FF623B738A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7401" b="98014" l="9928" r="89892">
                              <a14:foregroundMark x1="56859" y1="7401" x2="56859" y2="7401"/>
                              <a14:foregroundMark x1="60108" y1="91697" x2="60108" y2="91697"/>
                              <a14:foregroundMark x1="44043" y1="96570" x2="44043" y2="96570"/>
                              <a14:foregroundMark x1="55776" y1="96931" x2="55776" y2="96931"/>
                              <a14:foregroundMark x1="41155" y1="98014" x2="41155" y2="98014"/>
                              <a14:foregroundMark x1="28700" y1="7401" x2="28700" y2="7401"/>
                            </a14:backgroundRemoval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093025" y="1307762"/>
                  <a:ext cx="1467828" cy="1376752"/>
                </a:xfrm>
                <a:prstGeom prst="rect">
                  <a:avLst/>
                </a:prstGeom>
              </p:spPr>
            </p:pic>
            <p:pic>
              <p:nvPicPr>
                <p:cNvPr id="94" name="内容占位符 4">
                  <a:extLst>
                    <a:ext uri="{FF2B5EF4-FFF2-40B4-BE49-F238E27FC236}">
                      <a16:creationId xmlns:a16="http://schemas.microsoft.com/office/drawing/2014/main" id="{89033ABD-0D41-C432-DC6B-2A1A51ACE48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7401" b="98014" l="9928" r="89892">
                              <a14:foregroundMark x1="56859" y1="7401" x2="56859" y2="7401"/>
                              <a14:foregroundMark x1="60108" y1="91697" x2="60108" y2="91697"/>
                              <a14:foregroundMark x1="44043" y1="96570" x2="44043" y2="96570"/>
                              <a14:foregroundMark x1="55776" y1="96931" x2="55776" y2="96931"/>
                              <a14:foregroundMark x1="41155" y1="98014" x2="41155" y2="98014"/>
                              <a14:foregroundMark x1="28700" y1="7401" x2="28700" y2="7401"/>
                            </a14:backgroundRemoval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382180" y="1316302"/>
                  <a:ext cx="1467828" cy="1376752"/>
                </a:xfrm>
                <a:prstGeom prst="rect">
                  <a:avLst/>
                </a:prstGeom>
              </p:spPr>
            </p:pic>
          </p:grpSp>
        </p:grpSp>
      </p:grpSp>
      <p:grpSp>
        <p:nvGrpSpPr>
          <p:cNvPr id="123" name="组合 122">
            <a:extLst>
              <a:ext uri="{FF2B5EF4-FFF2-40B4-BE49-F238E27FC236}">
                <a16:creationId xmlns:a16="http://schemas.microsoft.com/office/drawing/2014/main" id="{8E8F4E21-FDAA-324C-80E6-533470D51B58}"/>
              </a:ext>
            </a:extLst>
          </p:cNvPr>
          <p:cNvGrpSpPr/>
          <p:nvPr/>
        </p:nvGrpSpPr>
        <p:grpSpPr>
          <a:xfrm>
            <a:off x="7614012" y="4199294"/>
            <a:ext cx="3683379" cy="2003432"/>
            <a:chOff x="8108322" y="3791607"/>
            <a:chExt cx="3683379" cy="2003432"/>
          </a:xfrm>
        </p:grpSpPr>
        <p:grpSp>
          <p:nvGrpSpPr>
            <p:cNvPr id="57" name="组合 56">
              <a:extLst>
                <a:ext uri="{FF2B5EF4-FFF2-40B4-BE49-F238E27FC236}">
                  <a16:creationId xmlns:a16="http://schemas.microsoft.com/office/drawing/2014/main" id="{0D54F54C-B354-C528-E671-961F1572E614}"/>
                </a:ext>
              </a:extLst>
            </p:cNvPr>
            <p:cNvGrpSpPr/>
            <p:nvPr/>
          </p:nvGrpSpPr>
          <p:grpSpPr>
            <a:xfrm>
              <a:off x="8108322" y="3791607"/>
              <a:ext cx="3073779" cy="1393832"/>
              <a:chOff x="7560109" y="4752739"/>
              <a:chExt cx="3073779" cy="1393832"/>
            </a:xfrm>
          </p:grpSpPr>
          <p:pic>
            <p:nvPicPr>
              <p:cNvPr id="48" name="内容占位符 4">
                <a:extLst>
                  <a:ext uri="{FF2B5EF4-FFF2-40B4-BE49-F238E27FC236}">
                    <a16:creationId xmlns:a16="http://schemas.microsoft.com/office/drawing/2014/main" id="{D5DD3403-EBF1-70D2-C8E9-3C245AFDC20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7401" b="98014" l="9928" r="89892">
                            <a14:foregroundMark x1="56859" y1="7401" x2="56859" y2="7401"/>
                            <a14:foregroundMark x1="60108" y1="91697" x2="60108" y2="91697"/>
                            <a14:foregroundMark x1="44043" y1="96570" x2="44043" y2="96570"/>
                            <a14:foregroundMark x1="55776" y1="96931" x2="55776" y2="96931"/>
                            <a14:foregroundMark x1="41155" y1="98014" x2="41155" y2="98014"/>
                            <a14:foregroundMark x1="28700" y1="7401" x2="28700" y2="7401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560109" y="4752739"/>
                <a:ext cx="1467828" cy="1376752"/>
              </a:xfrm>
              <a:prstGeom prst="rect">
                <a:avLst/>
              </a:prstGeom>
            </p:spPr>
          </p:pic>
          <p:pic>
            <p:nvPicPr>
              <p:cNvPr id="49" name="内容占位符 4">
                <a:extLst>
                  <a:ext uri="{FF2B5EF4-FFF2-40B4-BE49-F238E27FC236}">
                    <a16:creationId xmlns:a16="http://schemas.microsoft.com/office/drawing/2014/main" id="{FE6B97B6-0A73-A552-D619-AE0B616914B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7401" b="98014" l="9928" r="89892">
                            <a14:foregroundMark x1="56859" y1="7401" x2="56859" y2="7401"/>
                            <a14:foregroundMark x1="60108" y1="91697" x2="60108" y2="91697"/>
                            <a14:foregroundMark x1="44043" y1="96570" x2="44043" y2="96570"/>
                            <a14:foregroundMark x1="55776" y1="96931" x2="55776" y2="96931"/>
                            <a14:foregroundMark x1="41155" y1="98014" x2="41155" y2="98014"/>
                            <a14:foregroundMark x1="28700" y1="7401" x2="28700" y2="7401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890772" y="4761279"/>
                <a:ext cx="1467828" cy="1376752"/>
              </a:xfrm>
              <a:prstGeom prst="rect">
                <a:avLst/>
              </a:prstGeom>
            </p:spPr>
          </p:pic>
          <p:pic>
            <p:nvPicPr>
              <p:cNvPr id="53" name="内容占位符 4">
                <a:extLst>
                  <a:ext uri="{FF2B5EF4-FFF2-40B4-BE49-F238E27FC236}">
                    <a16:creationId xmlns:a16="http://schemas.microsoft.com/office/drawing/2014/main" id="{46B2BA35-CC69-D7C8-C0BC-322A21A4930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7401" b="98014" l="9928" r="89892">
                            <a14:foregroundMark x1="56859" y1="7401" x2="56859" y2="7401"/>
                            <a14:foregroundMark x1="60108" y1="91697" x2="60108" y2="91697"/>
                            <a14:foregroundMark x1="44043" y1="96570" x2="44043" y2="96570"/>
                            <a14:foregroundMark x1="55776" y1="96931" x2="55776" y2="96931"/>
                            <a14:foregroundMark x1="41155" y1="98014" x2="41155" y2="98014"/>
                            <a14:foregroundMark x1="28700" y1="7401" x2="28700" y2="7401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231293" y="4761279"/>
                <a:ext cx="1467828" cy="1376752"/>
              </a:xfrm>
              <a:prstGeom prst="rect">
                <a:avLst/>
              </a:prstGeom>
            </p:spPr>
          </p:pic>
          <p:pic>
            <p:nvPicPr>
              <p:cNvPr id="54" name="内容占位符 4">
                <a:extLst>
                  <a:ext uri="{FF2B5EF4-FFF2-40B4-BE49-F238E27FC236}">
                    <a16:creationId xmlns:a16="http://schemas.microsoft.com/office/drawing/2014/main" id="{97BA8330-2BF4-0343-F883-3256B4CC03A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7401" b="98014" l="9928" r="89892">
                            <a14:foregroundMark x1="56859" y1="7401" x2="56859" y2="7401"/>
                            <a14:foregroundMark x1="60108" y1="91697" x2="60108" y2="91697"/>
                            <a14:foregroundMark x1="44043" y1="96570" x2="44043" y2="96570"/>
                            <a14:foregroundMark x1="55776" y1="96931" x2="55776" y2="96931"/>
                            <a14:foregroundMark x1="41155" y1="98014" x2="41155" y2="98014"/>
                            <a14:foregroundMark x1="28700" y1="7401" x2="28700" y2="7401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566656" y="4769819"/>
                <a:ext cx="1467828" cy="1376752"/>
              </a:xfrm>
              <a:prstGeom prst="rect">
                <a:avLst/>
              </a:prstGeom>
            </p:spPr>
          </p:pic>
          <p:pic>
            <p:nvPicPr>
              <p:cNvPr id="55" name="内容占位符 4">
                <a:extLst>
                  <a:ext uri="{FF2B5EF4-FFF2-40B4-BE49-F238E27FC236}">
                    <a16:creationId xmlns:a16="http://schemas.microsoft.com/office/drawing/2014/main" id="{B7A7441E-24A4-7A68-6EFC-181FE3FC78A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7401" b="98014" l="9928" r="89892">
                            <a14:foregroundMark x1="56859" y1="7401" x2="56859" y2="7401"/>
                            <a14:foregroundMark x1="60108" y1="91697" x2="60108" y2="91697"/>
                            <a14:foregroundMark x1="44043" y1="96570" x2="44043" y2="96570"/>
                            <a14:foregroundMark x1="55776" y1="96931" x2="55776" y2="96931"/>
                            <a14:foregroundMark x1="41155" y1="98014" x2="41155" y2="98014"/>
                            <a14:foregroundMark x1="28700" y1="7401" x2="28700" y2="7401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842653" y="4769819"/>
                <a:ext cx="1467828" cy="1376752"/>
              </a:xfrm>
              <a:prstGeom prst="rect">
                <a:avLst/>
              </a:prstGeom>
            </p:spPr>
          </p:pic>
          <p:pic>
            <p:nvPicPr>
              <p:cNvPr id="56" name="内容占位符 4">
                <a:extLst>
                  <a:ext uri="{FF2B5EF4-FFF2-40B4-BE49-F238E27FC236}">
                    <a16:creationId xmlns:a16="http://schemas.microsoft.com/office/drawing/2014/main" id="{80387731-55BC-1861-C008-9D863F83A40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7401" b="98014" l="9928" r="89892">
                            <a14:foregroundMark x1="56859" y1="7401" x2="56859" y2="7401"/>
                            <a14:foregroundMark x1="60108" y1="91697" x2="60108" y2="91697"/>
                            <a14:foregroundMark x1="44043" y1="96570" x2="44043" y2="96570"/>
                            <a14:foregroundMark x1="55776" y1="96931" x2="55776" y2="96931"/>
                            <a14:foregroundMark x1="41155" y1="98014" x2="41155" y2="98014"/>
                            <a14:foregroundMark x1="28700" y1="7401" x2="28700" y2="7401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9166060" y="4769819"/>
                <a:ext cx="1467828" cy="1376752"/>
              </a:xfrm>
              <a:prstGeom prst="rect">
                <a:avLst/>
              </a:prstGeom>
            </p:spPr>
          </p:pic>
        </p:grpSp>
        <p:grpSp>
          <p:nvGrpSpPr>
            <p:cNvPr id="95" name="组合 94">
              <a:extLst>
                <a:ext uri="{FF2B5EF4-FFF2-40B4-BE49-F238E27FC236}">
                  <a16:creationId xmlns:a16="http://schemas.microsoft.com/office/drawing/2014/main" id="{CCC2333B-AD63-91A1-464E-BD2D502990A1}"/>
                </a:ext>
              </a:extLst>
            </p:cNvPr>
            <p:cNvGrpSpPr/>
            <p:nvPr/>
          </p:nvGrpSpPr>
          <p:grpSpPr>
            <a:xfrm>
              <a:off x="8260722" y="3944007"/>
              <a:ext cx="3073779" cy="1393832"/>
              <a:chOff x="7560109" y="4752739"/>
              <a:chExt cx="3073779" cy="1393832"/>
            </a:xfrm>
          </p:grpSpPr>
          <p:pic>
            <p:nvPicPr>
              <p:cNvPr id="96" name="内容占位符 4">
                <a:extLst>
                  <a:ext uri="{FF2B5EF4-FFF2-40B4-BE49-F238E27FC236}">
                    <a16:creationId xmlns:a16="http://schemas.microsoft.com/office/drawing/2014/main" id="{500D4E08-A5DE-EFCD-67AC-ECD740D84EC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7401" b="98014" l="9928" r="89892">
                            <a14:foregroundMark x1="56859" y1="7401" x2="56859" y2="7401"/>
                            <a14:foregroundMark x1="60108" y1="91697" x2="60108" y2="91697"/>
                            <a14:foregroundMark x1="44043" y1="96570" x2="44043" y2="96570"/>
                            <a14:foregroundMark x1="55776" y1="96931" x2="55776" y2="96931"/>
                            <a14:foregroundMark x1="41155" y1="98014" x2="41155" y2="98014"/>
                            <a14:foregroundMark x1="28700" y1="7401" x2="28700" y2="7401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560109" y="4752739"/>
                <a:ext cx="1467828" cy="1376752"/>
              </a:xfrm>
              <a:prstGeom prst="rect">
                <a:avLst/>
              </a:prstGeom>
            </p:spPr>
          </p:pic>
          <p:pic>
            <p:nvPicPr>
              <p:cNvPr id="97" name="内容占位符 4">
                <a:extLst>
                  <a:ext uri="{FF2B5EF4-FFF2-40B4-BE49-F238E27FC236}">
                    <a16:creationId xmlns:a16="http://schemas.microsoft.com/office/drawing/2014/main" id="{ADDC2D82-D068-61A7-7853-E38C877BB6C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7401" b="98014" l="9928" r="89892">
                            <a14:foregroundMark x1="56859" y1="7401" x2="56859" y2="7401"/>
                            <a14:foregroundMark x1="60108" y1="91697" x2="60108" y2="91697"/>
                            <a14:foregroundMark x1="44043" y1="96570" x2="44043" y2="96570"/>
                            <a14:foregroundMark x1="55776" y1="96931" x2="55776" y2="96931"/>
                            <a14:foregroundMark x1="41155" y1="98014" x2="41155" y2="98014"/>
                            <a14:foregroundMark x1="28700" y1="7401" x2="28700" y2="7401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890772" y="4761279"/>
                <a:ext cx="1467828" cy="1376752"/>
              </a:xfrm>
              <a:prstGeom prst="rect">
                <a:avLst/>
              </a:prstGeom>
            </p:spPr>
          </p:pic>
          <p:pic>
            <p:nvPicPr>
              <p:cNvPr id="98" name="内容占位符 4">
                <a:extLst>
                  <a:ext uri="{FF2B5EF4-FFF2-40B4-BE49-F238E27FC236}">
                    <a16:creationId xmlns:a16="http://schemas.microsoft.com/office/drawing/2014/main" id="{488D4BC6-9B57-9CB1-2DE5-95796EFFF28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7401" b="98014" l="9928" r="89892">
                            <a14:foregroundMark x1="56859" y1="7401" x2="56859" y2="7401"/>
                            <a14:foregroundMark x1="60108" y1="91697" x2="60108" y2="91697"/>
                            <a14:foregroundMark x1="44043" y1="96570" x2="44043" y2="96570"/>
                            <a14:foregroundMark x1="55776" y1="96931" x2="55776" y2="96931"/>
                            <a14:foregroundMark x1="41155" y1="98014" x2="41155" y2="98014"/>
                            <a14:foregroundMark x1="28700" y1="7401" x2="28700" y2="7401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231293" y="4761279"/>
                <a:ext cx="1467828" cy="1376752"/>
              </a:xfrm>
              <a:prstGeom prst="rect">
                <a:avLst/>
              </a:prstGeom>
            </p:spPr>
          </p:pic>
          <p:pic>
            <p:nvPicPr>
              <p:cNvPr id="99" name="内容占位符 4">
                <a:extLst>
                  <a:ext uri="{FF2B5EF4-FFF2-40B4-BE49-F238E27FC236}">
                    <a16:creationId xmlns:a16="http://schemas.microsoft.com/office/drawing/2014/main" id="{5F775825-5896-F914-4643-5C54A32093D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7401" b="98014" l="9928" r="89892">
                            <a14:foregroundMark x1="56859" y1="7401" x2="56859" y2="7401"/>
                            <a14:foregroundMark x1="60108" y1="91697" x2="60108" y2="91697"/>
                            <a14:foregroundMark x1="44043" y1="96570" x2="44043" y2="96570"/>
                            <a14:foregroundMark x1="55776" y1="96931" x2="55776" y2="96931"/>
                            <a14:foregroundMark x1="41155" y1="98014" x2="41155" y2="98014"/>
                            <a14:foregroundMark x1="28700" y1="7401" x2="28700" y2="7401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566656" y="4769819"/>
                <a:ext cx="1467828" cy="1376752"/>
              </a:xfrm>
              <a:prstGeom prst="rect">
                <a:avLst/>
              </a:prstGeom>
            </p:spPr>
          </p:pic>
          <p:pic>
            <p:nvPicPr>
              <p:cNvPr id="100" name="内容占位符 4">
                <a:extLst>
                  <a:ext uri="{FF2B5EF4-FFF2-40B4-BE49-F238E27FC236}">
                    <a16:creationId xmlns:a16="http://schemas.microsoft.com/office/drawing/2014/main" id="{E8E799F4-6B9B-0CC8-BED7-D9A5D0B5CA9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7401" b="98014" l="9928" r="89892">
                            <a14:foregroundMark x1="56859" y1="7401" x2="56859" y2="7401"/>
                            <a14:foregroundMark x1="60108" y1="91697" x2="60108" y2="91697"/>
                            <a14:foregroundMark x1="44043" y1="96570" x2="44043" y2="96570"/>
                            <a14:foregroundMark x1="55776" y1="96931" x2="55776" y2="96931"/>
                            <a14:foregroundMark x1="41155" y1="98014" x2="41155" y2="98014"/>
                            <a14:foregroundMark x1="28700" y1="7401" x2="28700" y2="7401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842653" y="4769819"/>
                <a:ext cx="1467828" cy="1376752"/>
              </a:xfrm>
              <a:prstGeom prst="rect">
                <a:avLst/>
              </a:prstGeom>
            </p:spPr>
          </p:pic>
          <p:pic>
            <p:nvPicPr>
              <p:cNvPr id="101" name="内容占位符 4">
                <a:extLst>
                  <a:ext uri="{FF2B5EF4-FFF2-40B4-BE49-F238E27FC236}">
                    <a16:creationId xmlns:a16="http://schemas.microsoft.com/office/drawing/2014/main" id="{48DBA5F7-DB17-125B-1F37-CD589207ED3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7401" b="98014" l="9928" r="89892">
                            <a14:foregroundMark x1="56859" y1="7401" x2="56859" y2="7401"/>
                            <a14:foregroundMark x1="60108" y1="91697" x2="60108" y2="91697"/>
                            <a14:foregroundMark x1="44043" y1="96570" x2="44043" y2="96570"/>
                            <a14:foregroundMark x1="55776" y1="96931" x2="55776" y2="96931"/>
                            <a14:foregroundMark x1="41155" y1="98014" x2="41155" y2="98014"/>
                            <a14:foregroundMark x1="28700" y1="7401" x2="28700" y2="7401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9166060" y="4769819"/>
                <a:ext cx="1467828" cy="1376752"/>
              </a:xfrm>
              <a:prstGeom prst="rect">
                <a:avLst/>
              </a:prstGeom>
            </p:spPr>
          </p:pic>
        </p:grpSp>
        <p:grpSp>
          <p:nvGrpSpPr>
            <p:cNvPr id="102" name="组合 101">
              <a:extLst>
                <a:ext uri="{FF2B5EF4-FFF2-40B4-BE49-F238E27FC236}">
                  <a16:creationId xmlns:a16="http://schemas.microsoft.com/office/drawing/2014/main" id="{A18C4EAA-953A-6D36-6F24-B5641724771D}"/>
                </a:ext>
              </a:extLst>
            </p:cNvPr>
            <p:cNvGrpSpPr/>
            <p:nvPr/>
          </p:nvGrpSpPr>
          <p:grpSpPr>
            <a:xfrm>
              <a:off x="8413122" y="4096407"/>
              <a:ext cx="3073779" cy="1393832"/>
              <a:chOff x="7560109" y="4752739"/>
              <a:chExt cx="3073779" cy="1393832"/>
            </a:xfrm>
          </p:grpSpPr>
          <p:pic>
            <p:nvPicPr>
              <p:cNvPr id="103" name="内容占位符 4">
                <a:extLst>
                  <a:ext uri="{FF2B5EF4-FFF2-40B4-BE49-F238E27FC236}">
                    <a16:creationId xmlns:a16="http://schemas.microsoft.com/office/drawing/2014/main" id="{90C7B9D9-3715-2F0C-A3BA-9920E61ACF7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7401" b="98014" l="9928" r="89892">
                            <a14:foregroundMark x1="56859" y1="7401" x2="56859" y2="7401"/>
                            <a14:foregroundMark x1="60108" y1="91697" x2="60108" y2="91697"/>
                            <a14:foregroundMark x1="44043" y1="96570" x2="44043" y2="96570"/>
                            <a14:foregroundMark x1="55776" y1="96931" x2="55776" y2="96931"/>
                            <a14:foregroundMark x1="41155" y1="98014" x2="41155" y2="98014"/>
                            <a14:foregroundMark x1="28700" y1="7401" x2="28700" y2="7401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560109" y="4752739"/>
                <a:ext cx="1467828" cy="1376752"/>
              </a:xfrm>
              <a:prstGeom prst="rect">
                <a:avLst/>
              </a:prstGeom>
            </p:spPr>
          </p:pic>
          <p:pic>
            <p:nvPicPr>
              <p:cNvPr id="104" name="内容占位符 4">
                <a:extLst>
                  <a:ext uri="{FF2B5EF4-FFF2-40B4-BE49-F238E27FC236}">
                    <a16:creationId xmlns:a16="http://schemas.microsoft.com/office/drawing/2014/main" id="{B26B6470-1DFE-3763-BBA2-D8A956096F5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7401" b="98014" l="9928" r="89892">
                            <a14:foregroundMark x1="56859" y1="7401" x2="56859" y2="7401"/>
                            <a14:foregroundMark x1="60108" y1="91697" x2="60108" y2="91697"/>
                            <a14:foregroundMark x1="44043" y1="96570" x2="44043" y2="96570"/>
                            <a14:foregroundMark x1="55776" y1="96931" x2="55776" y2="96931"/>
                            <a14:foregroundMark x1="41155" y1="98014" x2="41155" y2="98014"/>
                            <a14:foregroundMark x1="28700" y1="7401" x2="28700" y2="7401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890772" y="4761279"/>
                <a:ext cx="1467828" cy="1376752"/>
              </a:xfrm>
              <a:prstGeom prst="rect">
                <a:avLst/>
              </a:prstGeom>
            </p:spPr>
          </p:pic>
          <p:pic>
            <p:nvPicPr>
              <p:cNvPr id="105" name="内容占位符 4">
                <a:extLst>
                  <a:ext uri="{FF2B5EF4-FFF2-40B4-BE49-F238E27FC236}">
                    <a16:creationId xmlns:a16="http://schemas.microsoft.com/office/drawing/2014/main" id="{3FCE6CC8-8936-428F-6A2B-F1C02E213F0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7401" b="98014" l="9928" r="89892">
                            <a14:foregroundMark x1="56859" y1="7401" x2="56859" y2="7401"/>
                            <a14:foregroundMark x1="60108" y1="91697" x2="60108" y2="91697"/>
                            <a14:foregroundMark x1="44043" y1="96570" x2="44043" y2="96570"/>
                            <a14:foregroundMark x1="55776" y1="96931" x2="55776" y2="96931"/>
                            <a14:foregroundMark x1="41155" y1="98014" x2="41155" y2="98014"/>
                            <a14:foregroundMark x1="28700" y1="7401" x2="28700" y2="7401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231293" y="4761279"/>
                <a:ext cx="1467828" cy="1376752"/>
              </a:xfrm>
              <a:prstGeom prst="rect">
                <a:avLst/>
              </a:prstGeom>
            </p:spPr>
          </p:pic>
          <p:pic>
            <p:nvPicPr>
              <p:cNvPr id="106" name="内容占位符 4">
                <a:extLst>
                  <a:ext uri="{FF2B5EF4-FFF2-40B4-BE49-F238E27FC236}">
                    <a16:creationId xmlns:a16="http://schemas.microsoft.com/office/drawing/2014/main" id="{96A2FC22-F00F-66C4-ADA5-CE8661A4778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7401" b="98014" l="9928" r="89892">
                            <a14:foregroundMark x1="56859" y1="7401" x2="56859" y2="7401"/>
                            <a14:foregroundMark x1="60108" y1="91697" x2="60108" y2="91697"/>
                            <a14:foregroundMark x1="44043" y1="96570" x2="44043" y2="96570"/>
                            <a14:foregroundMark x1="55776" y1="96931" x2="55776" y2="96931"/>
                            <a14:foregroundMark x1="41155" y1="98014" x2="41155" y2="98014"/>
                            <a14:foregroundMark x1="28700" y1="7401" x2="28700" y2="7401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566656" y="4769819"/>
                <a:ext cx="1467828" cy="1376752"/>
              </a:xfrm>
              <a:prstGeom prst="rect">
                <a:avLst/>
              </a:prstGeom>
            </p:spPr>
          </p:pic>
          <p:pic>
            <p:nvPicPr>
              <p:cNvPr id="107" name="内容占位符 4">
                <a:extLst>
                  <a:ext uri="{FF2B5EF4-FFF2-40B4-BE49-F238E27FC236}">
                    <a16:creationId xmlns:a16="http://schemas.microsoft.com/office/drawing/2014/main" id="{B4E365D5-AEFE-458F-7897-9E56373AC90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7401" b="98014" l="9928" r="89892">
                            <a14:foregroundMark x1="56859" y1="7401" x2="56859" y2="7401"/>
                            <a14:foregroundMark x1="60108" y1="91697" x2="60108" y2="91697"/>
                            <a14:foregroundMark x1="44043" y1="96570" x2="44043" y2="96570"/>
                            <a14:foregroundMark x1="55776" y1="96931" x2="55776" y2="96931"/>
                            <a14:foregroundMark x1="41155" y1="98014" x2="41155" y2="98014"/>
                            <a14:foregroundMark x1="28700" y1="7401" x2="28700" y2="7401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842653" y="4769819"/>
                <a:ext cx="1467828" cy="1376752"/>
              </a:xfrm>
              <a:prstGeom prst="rect">
                <a:avLst/>
              </a:prstGeom>
            </p:spPr>
          </p:pic>
          <p:pic>
            <p:nvPicPr>
              <p:cNvPr id="108" name="内容占位符 4">
                <a:extLst>
                  <a:ext uri="{FF2B5EF4-FFF2-40B4-BE49-F238E27FC236}">
                    <a16:creationId xmlns:a16="http://schemas.microsoft.com/office/drawing/2014/main" id="{B3A89CE4-6DE0-EF2A-8F2C-9EDCBD7B5CF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7401" b="98014" l="9928" r="89892">
                            <a14:foregroundMark x1="56859" y1="7401" x2="56859" y2="7401"/>
                            <a14:foregroundMark x1="60108" y1="91697" x2="60108" y2="91697"/>
                            <a14:foregroundMark x1="44043" y1="96570" x2="44043" y2="96570"/>
                            <a14:foregroundMark x1="55776" y1="96931" x2="55776" y2="96931"/>
                            <a14:foregroundMark x1="41155" y1="98014" x2="41155" y2="98014"/>
                            <a14:foregroundMark x1="28700" y1="7401" x2="28700" y2="7401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9166060" y="4769819"/>
                <a:ext cx="1467828" cy="1376752"/>
              </a:xfrm>
              <a:prstGeom prst="rect">
                <a:avLst/>
              </a:prstGeom>
            </p:spPr>
          </p:pic>
        </p:grpSp>
        <p:grpSp>
          <p:nvGrpSpPr>
            <p:cNvPr id="109" name="组合 108">
              <a:extLst>
                <a:ext uri="{FF2B5EF4-FFF2-40B4-BE49-F238E27FC236}">
                  <a16:creationId xmlns:a16="http://schemas.microsoft.com/office/drawing/2014/main" id="{1D3EE1F8-500E-2981-1A85-CE7525B7B916}"/>
                </a:ext>
              </a:extLst>
            </p:cNvPr>
            <p:cNvGrpSpPr/>
            <p:nvPr/>
          </p:nvGrpSpPr>
          <p:grpSpPr>
            <a:xfrm>
              <a:off x="8565522" y="4248807"/>
              <a:ext cx="3073779" cy="1393832"/>
              <a:chOff x="7560109" y="4752739"/>
              <a:chExt cx="3073779" cy="1393832"/>
            </a:xfrm>
          </p:grpSpPr>
          <p:pic>
            <p:nvPicPr>
              <p:cNvPr id="110" name="内容占位符 4">
                <a:extLst>
                  <a:ext uri="{FF2B5EF4-FFF2-40B4-BE49-F238E27FC236}">
                    <a16:creationId xmlns:a16="http://schemas.microsoft.com/office/drawing/2014/main" id="{F05F621F-8D06-28DC-9E50-B9E09F28873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7401" b="98014" l="9928" r="89892">
                            <a14:foregroundMark x1="56859" y1="7401" x2="56859" y2="7401"/>
                            <a14:foregroundMark x1="60108" y1="91697" x2="60108" y2="91697"/>
                            <a14:foregroundMark x1="44043" y1="96570" x2="44043" y2="96570"/>
                            <a14:foregroundMark x1="55776" y1="96931" x2="55776" y2="96931"/>
                            <a14:foregroundMark x1="41155" y1="98014" x2="41155" y2="98014"/>
                            <a14:foregroundMark x1="28700" y1="7401" x2="28700" y2="7401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560109" y="4752739"/>
                <a:ext cx="1467828" cy="1376752"/>
              </a:xfrm>
              <a:prstGeom prst="rect">
                <a:avLst/>
              </a:prstGeom>
            </p:spPr>
          </p:pic>
          <p:pic>
            <p:nvPicPr>
              <p:cNvPr id="111" name="内容占位符 4">
                <a:extLst>
                  <a:ext uri="{FF2B5EF4-FFF2-40B4-BE49-F238E27FC236}">
                    <a16:creationId xmlns:a16="http://schemas.microsoft.com/office/drawing/2014/main" id="{C426E9CE-2005-3B3F-7848-1AD391C5EE6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7401" b="98014" l="9928" r="89892">
                            <a14:foregroundMark x1="56859" y1="7401" x2="56859" y2="7401"/>
                            <a14:foregroundMark x1="60108" y1="91697" x2="60108" y2="91697"/>
                            <a14:foregroundMark x1="44043" y1="96570" x2="44043" y2="96570"/>
                            <a14:foregroundMark x1="55776" y1="96931" x2="55776" y2="96931"/>
                            <a14:foregroundMark x1="41155" y1="98014" x2="41155" y2="98014"/>
                            <a14:foregroundMark x1="28700" y1="7401" x2="28700" y2="7401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890772" y="4761279"/>
                <a:ext cx="1467828" cy="1376752"/>
              </a:xfrm>
              <a:prstGeom prst="rect">
                <a:avLst/>
              </a:prstGeom>
            </p:spPr>
          </p:pic>
          <p:pic>
            <p:nvPicPr>
              <p:cNvPr id="112" name="内容占位符 4">
                <a:extLst>
                  <a:ext uri="{FF2B5EF4-FFF2-40B4-BE49-F238E27FC236}">
                    <a16:creationId xmlns:a16="http://schemas.microsoft.com/office/drawing/2014/main" id="{6A1B6F02-10A6-A25A-2C13-942C6A833EA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7401" b="98014" l="9928" r="89892">
                            <a14:foregroundMark x1="56859" y1="7401" x2="56859" y2="7401"/>
                            <a14:foregroundMark x1="60108" y1="91697" x2="60108" y2="91697"/>
                            <a14:foregroundMark x1="44043" y1="96570" x2="44043" y2="96570"/>
                            <a14:foregroundMark x1="55776" y1="96931" x2="55776" y2="96931"/>
                            <a14:foregroundMark x1="41155" y1="98014" x2="41155" y2="98014"/>
                            <a14:foregroundMark x1="28700" y1="7401" x2="28700" y2="7401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231293" y="4761279"/>
                <a:ext cx="1467828" cy="1376752"/>
              </a:xfrm>
              <a:prstGeom prst="rect">
                <a:avLst/>
              </a:prstGeom>
            </p:spPr>
          </p:pic>
          <p:pic>
            <p:nvPicPr>
              <p:cNvPr id="113" name="内容占位符 4">
                <a:extLst>
                  <a:ext uri="{FF2B5EF4-FFF2-40B4-BE49-F238E27FC236}">
                    <a16:creationId xmlns:a16="http://schemas.microsoft.com/office/drawing/2014/main" id="{E3FE0FCE-0467-EA72-5FCE-265DDEAD8EC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7401" b="98014" l="9928" r="89892">
                            <a14:foregroundMark x1="56859" y1="7401" x2="56859" y2="7401"/>
                            <a14:foregroundMark x1="60108" y1="91697" x2="60108" y2="91697"/>
                            <a14:foregroundMark x1="44043" y1="96570" x2="44043" y2="96570"/>
                            <a14:foregroundMark x1="55776" y1="96931" x2="55776" y2="96931"/>
                            <a14:foregroundMark x1="41155" y1="98014" x2="41155" y2="98014"/>
                            <a14:foregroundMark x1="28700" y1="7401" x2="28700" y2="7401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566656" y="4769819"/>
                <a:ext cx="1467828" cy="1376752"/>
              </a:xfrm>
              <a:prstGeom prst="rect">
                <a:avLst/>
              </a:prstGeom>
            </p:spPr>
          </p:pic>
          <p:pic>
            <p:nvPicPr>
              <p:cNvPr id="114" name="内容占位符 4">
                <a:extLst>
                  <a:ext uri="{FF2B5EF4-FFF2-40B4-BE49-F238E27FC236}">
                    <a16:creationId xmlns:a16="http://schemas.microsoft.com/office/drawing/2014/main" id="{D39BE67F-3DD2-B4B6-7CB4-75D6981828B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7401" b="98014" l="9928" r="89892">
                            <a14:foregroundMark x1="56859" y1="7401" x2="56859" y2="7401"/>
                            <a14:foregroundMark x1="60108" y1="91697" x2="60108" y2="91697"/>
                            <a14:foregroundMark x1="44043" y1="96570" x2="44043" y2="96570"/>
                            <a14:foregroundMark x1="55776" y1="96931" x2="55776" y2="96931"/>
                            <a14:foregroundMark x1="41155" y1="98014" x2="41155" y2="98014"/>
                            <a14:foregroundMark x1="28700" y1="7401" x2="28700" y2="7401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842653" y="4769819"/>
                <a:ext cx="1467828" cy="1376752"/>
              </a:xfrm>
              <a:prstGeom prst="rect">
                <a:avLst/>
              </a:prstGeom>
            </p:spPr>
          </p:pic>
          <p:pic>
            <p:nvPicPr>
              <p:cNvPr id="115" name="内容占位符 4">
                <a:extLst>
                  <a:ext uri="{FF2B5EF4-FFF2-40B4-BE49-F238E27FC236}">
                    <a16:creationId xmlns:a16="http://schemas.microsoft.com/office/drawing/2014/main" id="{381C2627-7DCC-57DA-3B64-B55ABFD3B12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7401" b="98014" l="9928" r="89892">
                            <a14:foregroundMark x1="56859" y1="7401" x2="56859" y2="7401"/>
                            <a14:foregroundMark x1="60108" y1="91697" x2="60108" y2="91697"/>
                            <a14:foregroundMark x1="44043" y1="96570" x2="44043" y2="96570"/>
                            <a14:foregroundMark x1="55776" y1="96931" x2="55776" y2="96931"/>
                            <a14:foregroundMark x1="41155" y1="98014" x2="41155" y2="98014"/>
                            <a14:foregroundMark x1="28700" y1="7401" x2="28700" y2="7401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9166060" y="4769819"/>
                <a:ext cx="1467828" cy="1376752"/>
              </a:xfrm>
              <a:prstGeom prst="rect">
                <a:avLst/>
              </a:prstGeom>
            </p:spPr>
          </p:pic>
        </p:grpSp>
        <p:grpSp>
          <p:nvGrpSpPr>
            <p:cNvPr id="116" name="组合 115">
              <a:extLst>
                <a:ext uri="{FF2B5EF4-FFF2-40B4-BE49-F238E27FC236}">
                  <a16:creationId xmlns:a16="http://schemas.microsoft.com/office/drawing/2014/main" id="{73DE5FFF-DCCB-76DB-88AE-843990C5A979}"/>
                </a:ext>
              </a:extLst>
            </p:cNvPr>
            <p:cNvGrpSpPr/>
            <p:nvPr/>
          </p:nvGrpSpPr>
          <p:grpSpPr>
            <a:xfrm>
              <a:off x="8717922" y="4401207"/>
              <a:ext cx="3073779" cy="1393832"/>
              <a:chOff x="7560109" y="4752739"/>
              <a:chExt cx="3073779" cy="1393832"/>
            </a:xfrm>
          </p:grpSpPr>
          <p:pic>
            <p:nvPicPr>
              <p:cNvPr id="117" name="内容占位符 4">
                <a:extLst>
                  <a:ext uri="{FF2B5EF4-FFF2-40B4-BE49-F238E27FC236}">
                    <a16:creationId xmlns:a16="http://schemas.microsoft.com/office/drawing/2014/main" id="{60AF97DF-E31D-58B2-2EBE-82C230973A2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7401" b="98014" l="9928" r="89892">
                            <a14:foregroundMark x1="56859" y1="7401" x2="56859" y2="7401"/>
                            <a14:foregroundMark x1="60108" y1="91697" x2="60108" y2="91697"/>
                            <a14:foregroundMark x1="44043" y1="96570" x2="44043" y2="96570"/>
                            <a14:foregroundMark x1="55776" y1="96931" x2="55776" y2="96931"/>
                            <a14:foregroundMark x1="41155" y1="98014" x2="41155" y2="98014"/>
                            <a14:foregroundMark x1="28700" y1="7401" x2="28700" y2="7401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560109" y="4752739"/>
                <a:ext cx="1467828" cy="1376752"/>
              </a:xfrm>
              <a:prstGeom prst="rect">
                <a:avLst/>
              </a:prstGeom>
            </p:spPr>
          </p:pic>
          <p:pic>
            <p:nvPicPr>
              <p:cNvPr id="118" name="内容占位符 4">
                <a:extLst>
                  <a:ext uri="{FF2B5EF4-FFF2-40B4-BE49-F238E27FC236}">
                    <a16:creationId xmlns:a16="http://schemas.microsoft.com/office/drawing/2014/main" id="{8BAD7ED0-D0A9-D600-5476-04E89F28F72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7401" b="98014" l="9928" r="89892">
                            <a14:foregroundMark x1="56859" y1="7401" x2="56859" y2="7401"/>
                            <a14:foregroundMark x1="60108" y1="91697" x2="60108" y2="91697"/>
                            <a14:foregroundMark x1="44043" y1="96570" x2="44043" y2="96570"/>
                            <a14:foregroundMark x1="55776" y1="96931" x2="55776" y2="96931"/>
                            <a14:foregroundMark x1="41155" y1="98014" x2="41155" y2="98014"/>
                            <a14:foregroundMark x1="28700" y1="7401" x2="28700" y2="7401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890772" y="4761279"/>
                <a:ext cx="1467828" cy="1376752"/>
              </a:xfrm>
              <a:prstGeom prst="rect">
                <a:avLst/>
              </a:prstGeom>
            </p:spPr>
          </p:pic>
          <p:pic>
            <p:nvPicPr>
              <p:cNvPr id="119" name="内容占位符 4">
                <a:extLst>
                  <a:ext uri="{FF2B5EF4-FFF2-40B4-BE49-F238E27FC236}">
                    <a16:creationId xmlns:a16="http://schemas.microsoft.com/office/drawing/2014/main" id="{6DE88F51-565D-4CE4-C903-E7DB8F3827B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7401" b="98014" l="9928" r="89892">
                            <a14:foregroundMark x1="56859" y1="7401" x2="56859" y2="7401"/>
                            <a14:foregroundMark x1="60108" y1="91697" x2="60108" y2="91697"/>
                            <a14:foregroundMark x1="44043" y1="96570" x2="44043" y2="96570"/>
                            <a14:foregroundMark x1="55776" y1="96931" x2="55776" y2="96931"/>
                            <a14:foregroundMark x1="41155" y1="98014" x2="41155" y2="98014"/>
                            <a14:foregroundMark x1="28700" y1="7401" x2="28700" y2="7401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231293" y="4761279"/>
                <a:ext cx="1467828" cy="1376752"/>
              </a:xfrm>
              <a:prstGeom prst="rect">
                <a:avLst/>
              </a:prstGeom>
            </p:spPr>
          </p:pic>
          <p:pic>
            <p:nvPicPr>
              <p:cNvPr id="120" name="内容占位符 4">
                <a:extLst>
                  <a:ext uri="{FF2B5EF4-FFF2-40B4-BE49-F238E27FC236}">
                    <a16:creationId xmlns:a16="http://schemas.microsoft.com/office/drawing/2014/main" id="{C3BC92C2-57F2-4D9E-F5A8-6F75C131D70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7401" b="98014" l="9928" r="89892">
                            <a14:foregroundMark x1="56859" y1="7401" x2="56859" y2="7401"/>
                            <a14:foregroundMark x1="60108" y1="91697" x2="60108" y2="91697"/>
                            <a14:foregroundMark x1="44043" y1="96570" x2="44043" y2="96570"/>
                            <a14:foregroundMark x1="55776" y1="96931" x2="55776" y2="96931"/>
                            <a14:foregroundMark x1="41155" y1="98014" x2="41155" y2="98014"/>
                            <a14:foregroundMark x1="28700" y1="7401" x2="28700" y2="7401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566656" y="4769819"/>
                <a:ext cx="1467828" cy="1376752"/>
              </a:xfrm>
              <a:prstGeom prst="rect">
                <a:avLst/>
              </a:prstGeom>
            </p:spPr>
          </p:pic>
          <p:pic>
            <p:nvPicPr>
              <p:cNvPr id="121" name="内容占位符 4">
                <a:extLst>
                  <a:ext uri="{FF2B5EF4-FFF2-40B4-BE49-F238E27FC236}">
                    <a16:creationId xmlns:a16="http://schemas.microsoft.com/office/drawing/2014/main" id="{6831BFE1-A206-4FAC-3C94-4D64809B6B5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7401" b="98014" l="9928" r="89892">
                            <a14:foregroundMark x1="56859" y1="7401" x2="56859" y2="7401"/>
                            <a14:foregroundMark x1="60108" y1="91697" x2="60108" y2="91697"/>
                            <a14:foregroundMark x1="44043" y1="96570" x2="44043" y2="96570"/>
                            <a14:foregroundMark x1="55776" y1="96931" x2="55776" y2="96931"/>
                            <a14:foregroundMark x1="41155" y1="98014" x2="41155" y2="98014"/>
                            <a14:foregroundMark x1="28700" y1="7401" x2="28700" y2="7401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842653" y="4769819"/>
                <a:ext cx="1467828" cy="1376752"/>
              </a:xfrm>
              <a:prstGeom prst="rect">
                <a:avLst/>
              </a:prstGeom>
            </p:spPr>
          </p:pic>
          <p:pic>
            <p:nvPicPr>
              <p:cNvPr id="122" name="内容占位符 4">
                <a:extLst>
                  <a:ext uri="{FF2B5EF4-FFF2-40B4-BE49-F238E27FC236}">
                    <a16:creationId xmlns:a16="http://schemas.microsoft.com/office/drawing/2014/main" id="{D7E644BA-A28B-5986-1DC1-5AEF0F6D425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7401" b="98014" l="9928" r="89892">
                            <a14:foregroundMark x1="56859" y1="7401" x2="56859" y2="7401"/>
                            <a14:foregroundMark x1="60108" y1="91697" x2="60108" y2="91697"/>
                            <a14:foregroundMark x1="44043" y1="96570" x2="44043" y2="96570"/>
                            <a14:foregroundMark x1="55776" y1="96931" x2="55776" y2="96931"/>
                            <a14:foregroundMark x1="41155" y1="98014" x2="41155" y2="98014"/>
                            <a14:foregroundMark x1="28700" y1="7401" x2="28700" y2="7401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9166060" y="4769819"/>
                <a:ext cx="1467828" cy="1376752"/>
              </a:xfrm>
              <a:prstGeom prst="rect">
                <a:avLst/>
              </a:prstGeom>
            </p:spPr>
          </p:pic>
        </p:grpSp>
      </p:grpSp>
      <p:sp>
        <p:nvSpPr>
          <p:cNvPr id="127" name="文本框 126">
            <a:extLst>
              <a:ext uri="{FF2B5EF4-FFF2-40B4-BE49-F238E27FC236}">
                <a16:creationId xmlns:a16="http://schemas.microsoft.com/office/drawing/2014/main" id="{C2809F0E-DE53-473D-D606-61CABB3F5C05}"/>
              </a:ext>
            </a:extLst>
          </p:cNvPr>
          <p:cNvSpPr txBox="1"/>
          <p:nvPr/>
        </p:nvSpPr>
        <p:spPr>
          <a:xfrm>
            <a:off x="277410" y="4603421"/>
            <a:ext cx="705112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Energy efficiency increased from </a:t>
            </a:r>
            <a:r>
              <a:rPr lang="zh-CN" altLang="en-US" sz="2800" b="1" i="1" dirty="0">
                <a:solidFill>
                  <a:schemeClr val="accent1">
                    <a:lumMod val="75000"/>
                  </a:schemeClr>
                </a:solidFill>
              </a:rPr>
              <a:t>40%</a:t>
            </a:r>
            <a:r>
              <a:rPr lang="zh-CN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to </a:t>
            </a:r>
            <a:r>
              <a:rPr lang="zh-CN" altLang="en-US" sz="2800" b="1" i="1" dirty="0">
                <a:solidFill>
                  <a:schemeClr val="accent1">
                    <a:lumMod val="75000"/>
                  </a:schemeClr>
                </a:solidFill>
              </a:rPr>
              <a:t>60%</a:t>
            </a:r>
            <a:r>
              <a:rPr lang="en-US" altLang="zh-CN" sz="2800" b="1" i="1" dirty="0">
                <a:solidFill>
                  <a:schemeClr val="accent1">
                    <a:lumMod val="75000"/>
                  </a:schemeClr>
                </a:solidFill>
              </a:rPr>
              <a:t> </a:t>
            </a:r>
            <a:r>
              <a:rPr lang="en-US" altLang="zh-CN" sz="2400" baseline="30000" dirty="0">
                <a:latin typeface="Arial" panose="020B0604020202020204" pitchFamily="34" charset="0"/>
                <a:ea typeface="Adobe 黑体 Std R" panose="020B0400000000000000" pitchFamily="34" charset="-122"/>
                <a:cs typeface="Arial" panose="020B0604020202020204" pitchFamily="34" charset="0"/>
              </a:rPr>
              <a:t>[8]</a:t>
            </a:r>
            <a:endParaRPr lang="zh-CN" altLang="en-US" sz="2400" b="1" i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128" name="内容占位符 4">
            <a:extLst>
              <a:ext uri="{FF2B5EF4-FFF2-40B4-BE49-F238E27FC236}">
                <a16:creationId xmlns:a16="http://schemas.microsoft.com/office/drawing/2014/main" id="{0B63E7E2-3530-A190-5D2C-9D8DAE611FE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7401" b="98014" l="9928" r="89892">
                        <a14:foregroundMark x1="56859" y1="7401" x2="56859" y2="7401"/>
                        <a14:foregroundMark x1="60108" y1="91697" x2="60108" y2="91697"/>
                        <a14:foregroundMark x1="44043" y1="96570" x2="44043" y2="96570"/>
                        <a14:foregroundMark x1="55776" y1="96931" x2="55776" y2="96931"/>
                        <a14:foregroundMark x1="41155" y1="98014" x2="41155" y2="98014"/>
                        <a14:foregroundMark x1="28700" y1="7401" x2="28700" y2="7401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68504" y="2050337"/>
            <a:ext cx="2745484" cy="2575132"/>
          </a:xfrm>
          <a:prstGeom prst="rect">
            <a:avLst/>
          </a:prstGeom>
        </p:spPr>
      </p:pic>
      <p:sp>
        <p:nvSpPr>
          <p:cNvPr id="129" name="箭头: 下 128">
            <a:extLst>
              <a:ext uri="{FF2B5EF4-FFF2-40B4-BE49-F238E27FC236}">
                <a16:creationId xmlns:a16="http://schemas.microsoft.com/office/drawing/2014/main" id="{4326E7AA-690C-B123-C0D1-79A785BA8062}"/>
              </a:ext>
            </a:extLst>
          </p:cNvPr>
          <p:cNvSpPr/>
          <p:nvPr/>
        </p:nvSpPr>
        <p:spPr>
          <a:xfrm>
            <a:off x="9089925" y="3447938"/>
            <a:ext cx="527661" cy="619561"/>
          </a:xfrm>
          <a:prstGeom prst="downArrow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3169451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27" grpId="0"/>
      <p:bldP spid="129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DEE29C4-BA3A-DAC5-0975-1B0068AE89B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33FD5223-F61E-9FAD-64F8-29755892315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zh-CN" altLang="en-US"/>
          </a:p>
        </p:txBody>
      </p:sp>
      <p:pic>
        <p:nvPicPr>
          <p:cNvPr id="7" name="图片 6" descr="背景图案&#10;&#10;描述已自动生成">
            <a:extLst>
              <a:ext uri="{FF2B5EF4-FFF2-40B4-BE49-F238E27FC236}">
                <a16:creationId xmlns:a16="http://schemas.microsoft.com/office/drawing/2014/main" id="{585A5856-74D3-1E98-18C9-5453AA6BA5C5}"/>
              </a:ext>
            </a:extLst>
          </p:cNvPr>
          <p:cNvPicPr>
            <a:picLocks noChangeAspect="1"/>
          </p:cNvPicPr>
          <p:nvPr/>
        </p:nvPicPr>
        <p:blipFill>
          <a:blip r:embed="rId2">
            <a:grayscl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4700"/>
                    </a14:imgEffect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39111"/>
            <a:ext cx="12192000" cy="685799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2" name="矩形 11">
            <a:extLst>
              <a:ext uri="{FF2B5EF4-FFF2-40B4-BE49-F238E27FC236}">
                <a16:creationId xmlns:a16="http://schemas.microsoft.com/office/drawing/2014/main" id="{EAEC1B17-7E65-F88C-ABC1-2528E1B5F545}"/>
              </a:ext>
            </a:extLst>
          </p:cNvPr>
          <p:cNvSpPr/>
          <p:nvPr/>
        </p:nvSpPr>
        <p:spPr>
          <a:xfrm>
            <a:off x="0" y="-39111"/>
            <a:ext cx="12192000" cy="964941"/>
          </a:xfrm>
          <a:prstGeom prst="rect">
            <a:avLst/>
          </a:prstGeom>
          <a:gradFill>
            <a:gsLst>
              <a:gs pos="7446">
                <a:srgbClr val="548235"/>
              </a:gs>
              <a:gs pos="51000">
                <a:schemeClr val="accent6">
                  <a:lumMod val="75000"/>
                </a:schemeClr>
              </a:gs>
              <a:gs pos="100000">
                <a:schemeClr val="accent6">
                  <a:lumMod val="75000"/>
                </a:schemeClr>
              </a:gs>
            </a:gsLst>
            <a:lin ang="5400000" scaled="1"/>
          </a:gra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D623BE95-6382-0B02-E7C6-F76B82728BD1}"/>
              </a:ext>
            </a:extLst>
          </p:cNvPr>
          <p:cNvSpPr txBox="1"/>
          <p:nvPr/>
        </p:nvSpPr>
        <p:spPr>
          <a:xfrm>
            <a:off x="1097280" y="233075"/>
            <a:ext cx="128016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0" lang="en-US" altLang="zh-CN" sz="2400" b="1" i="0" u="none" strike="noStrike" kern="0" cap="none" spc="0" normalizeH="0" baseline="0" noProof="0" dirty="0">
                <a:ln>
                  <a:noFill/>
                </a:ln>
                <a:solidFill>
                  <a:schemeClr val="bg1">
                    <a:lumMod val="95000"/>
                  </a:schemeClr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rPr>
              <a:t>Background        </a:t>
            </a:r>
            <a:r>
              <a:rPr lang="en-US" altLang="zh-CN" sz="2400" b="1" dirty="0">
                <a:solidFill>
                  <a:schemeClr val="bg1">
                    <a:lumMod val="9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Conventional      </a:t>
            </a:r>
            <a:r>
              <a:rPr kumimoji="0" lang="en-US" altLang="zh-CN" sz="2400" b="1" i="0" u="none" strike="noStrike" kern="0" cap="none" spc="0" normalizeH="0" baseline="0" noProof="0" dirty="0">
                <a:ln>
                  <a:noFill/>
                </a:ln>
                <a:solidFill>
                  <a:schemeClr val="bg1">
                    <a:lumMod val="95000"/>
                  </a:schemeClr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rPr>
              <a:t>Novel       </a:t>
            </a:r>
            <a:r>
              <a:rPr kumimoji="0" lang="en-US" altLang="zh-CN" sz="2400" b="1" i="0" u="none" strike="noStrike" kern="0" cap="none" spc="0" normalizeH="0" baseline="0" noProof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rPr>
              <a:t>Conclusion and Outlook</a:t>
            </a:r>
          </a:p>
          <a:p>
            <a:endParaRPr kumimoji="0" lang="en-US" altLang="zh-CN" sz="1800" b="0" i="0" u="none" strike="noStrike" kern="0" cap="none" spc="0" normalizeH="0" baseline="0" noProof="0" dirty="0">
              <a:ln>
                <a:noFill/>
              </a:ln>
              <a:solidFill>
                <a:prstClr val="white">
                  <a:lumMod val="65000"/>
                </a:prstClr>
              </a:solidFill>
              <a:effectLst/>
              <a:uLnTx/>
              <a:uFillTx/>
              <a:latin typeface="HelveticaExt-Normal"/>
              <a:ea typeface="OPPOSans B"/>
            </a:endParaRPr>
          </a:p>
          <a:p>
            <a:endParaRPr lang="en-US" altLang="zh-CN" sz="1800" dirty="0">
              <a:solidFill>
                <a:schemeClr val="bg1">
                  <a:lumMod val="95000"/>
                </a:schemeClr>
              </a:solidFill>
              <a:latin typeface="Adobe 黑体 Std R" panose="020B0400000000000000" pitchFamily="34" charset="-122"/>
              <a:ea typeface="Adobe 黑体 Std R" panose="020B0400000000000000" pitchFamily="34" charset="-122"/>
            </a:endParaRPr>
          </a:p>
          <a:p>
            <a:endParaRPr kumimoji="0" lang="zh-CN" altLang="en-US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endParaRPr lang="zh-CN" altLang="en-US" dirty="0"/>
          </a:p>
        </p:txBody>
      </p:sp>
      <p:pic>
        <p:nvPicPr>
          <p:cNvPr id="20" name="图片 19" descr="图片包含 徽标&#10;&#10;描述已自动生成">
            <a:extLst>
              <a:ext uri="{FF2B5EF4-FFF2-40B4-BE49-F238E27FC236}">
                <a16:creationId xmlns:a16="http://schemas.microsoft.com/office/drawing/2014/main" id="{7A0B4C53-65DF-7639-2804-731E7FCEC2B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0359" y="25078"/>
            <a:ext cx="836562" cy="836562"/>
          </a:xfrm>
          <a:prstGeom prst="ellipse">
            <a:avLst/>
          </a:prstGeom>
        </p:spPr>
      </p:pic>
      <p:sp>
        <p:nvSpPr>
          <p:cNvPr id="4" name="标题 1">
            <a:extLst>
              <a:ext uri="{FF2B5EF4-FFF2-40B4-BE49-F238E27FC236}">
                <a16:creationId xmlns:a16="http://schemas.microsoft.com/office/drawing/2014/main" id="{025984AA-99D1-CABA-7CA5-179F81C73422}"/>
              </a:ext>
            </a:extLst>
          </p:cNvPr>
          <p:cNvSpPr txBox="1">
            <a:spLocks/>
          </p:cNvSpPr>
          <p:nvPr/>
        </p:nvSpPr>
        <p:spPr>
          <a:xfrm>
            <a:off x="696988" y="1555950"/>
            <a:ext cx="10515600" cy="1602009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3300" b="1" i="1" dirty="0">
                <a:latin typeface="Century Gothic" panose="020B0502020202020204" pitchFamily="34" charset="0"/>
                <a:ea typeface="+mn-ea"/>
                <a:cs typeface="+mn-cs"/>
              </a:rPr>
              <a:t>Comparison</a:t>
            </a:r>
            <a:br>
              <a:rPr lang="zh-CN" altLang="zh-CN" sz="1100" kern="100" dirty="0"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</a:br>
            <a:br>
              <a:rPr lang="zh-CN" altLang="zh-CN" sz="1800" kern="100" dirty="0"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</a:br>
            <a:endParaRPr lang="zh-CN" altLang="en-US" dirty="0"/>
          </a:p>
        </p:txBody>
      </p:sp>
      <p:graphicFrame>
        <p:nvGraphicFramePr>
          <p:cNvPr id="5" name="表格 6">
            <a:extLst>
              <a:ext uri="{FF2B5EF4-FFF2-40B4-BE49-F238E27FC236}">
                <a16:creationId xmlns:a16="http://schemas.microsoft.com/office/drawing/2014/main" id="{857248D5-531C-D9D7-83B8-7F72ABA1B0D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56781249"/>
              </p:ext>
            </p:extLst>
          </p:nvPr>
        </p:nvGraphicFramePr>
        <p:xfrm>
          <a:off x="448733" y="2421145"/>
          <a:ext cx="11294533" cy="3271660"/>
        </p:xfrm>
        <a:graphic>
          <a:graphicData uri="http://schemas.openxmlformats.org/drawingml/2006/table">
            <a:tbl>
              <a:tblPr firstRow="1" bandRow="1">
                <a:tableStyleId>{5FD0F851-EC5A-4D38-B0AD-8093EC10F338}</a:tableStyleId>
              </a:tblPr>
              <a:tblGrid>
                <a:gridCol w="1997403">
                  <a:extLst>
                    <a:ext uri="{9D8B030D-6E8A-4147-A177-3AD203B41FA5}">
                      <a16:colId xmlns:a16="http://schemas.microsoft.com/office/drawing/2014/main" val="369620578"/>
                    </a:ext>
                  </a:extLst>
                </a:gridCol>
                <a:gridCol w="3276104">
                  <a:extLst>
                    <a:ext uri="{9D8B030D-6E8A-4147-A177-3AD203B41FA5}">
                      <a16:colId xmlns:a16="http://schemas.microsoft.com/office/drawing/2014/main" val="2419525866"/>
                    </a:ext>
                  </a:extLst>
                </a:gridCol>
                <a:gridCol w="1960737">
                  <a:extLst>
                    <a:ext uri="{9D8B030D-6E8A-4147-A177-3AD203B41FA5}">
                      <a16:colId xmlns:a16="http://schemas.microsoft.com/office/drawing/2014/main" val="1757132272"/>
                    </a:ext>
                  </a:extLst>
                </a:gridCol>
                <a:gridCol w="2065221">
                  <a:extLst>
                    <a:ext uri="{9D8B030D-6E8A-4147-A177-3AD203B41FA5}">
                      <a16:colId xmlns:a16="http://schemas.microsoft.com/office/drawing/2014/main" val="1005441437"/>
                    </a:ext>
                  </a:extLst>
                </a:gridCol>
                <a:gridCol w="1995068">
                  <a:extLst>
                    <a:ext uri="{9D8B030D-6E8A-4147-A177-3AD203B41FA5}">
                      <a16:colId xmlns:a16="http://schemas.microsoft.com/office/drawing/2014/main" val="3247532961"/>
                    </a:ext>
                  </a:extLst>
                </a:gridCol>
              </a:tblGrid>
              <a:tr h="882262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0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Abadi" panose="020B0604020104020204" pitchFamily="34" charset="0"/>
                        </a:rPr>
                        <a:t>Methods</a:t>
                      </a:r>
                      <a:endParaRPr lang="zh-CN" altLang="en-US" sz="2000" b="1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Abadi" panose="020B0604020104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000" b="1" kern="120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ffectLst/>
                          <a:latin typeface="Abadi" panose="020B0604020104020204" pitchFamily="34" charset="0"/>
                        </a:rPr>
                        <a:t>Energy consumption</a:t>
                      </a:r>
                      <a:endParaRPr lang="zh-CN" altLang="en-US" sz="2000" b="1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Abadi" panose="020B0604020104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0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Abadi" panose="020B0604020104020204" pitchFamily="34" charset="0"/>
                        </a:rPr>
                        <a:t>Greenhouse gas emissions</a:t>
                      </a:r>
                      <a:endParaRPr lang="zh-CN" altLang="en-US" sz="2000" b="1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Abadi" panose="020B0604020104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0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Abadi" panose="020B0604020104020204" pitchFamily="34" charset="0"/>
                        </a:rPr>
                        <a:t>Equipment</a:t>
                      </a:r>
                      <a:endParaRPr lang="zh-CN" altLang="en-US" sz="2000" b="1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Abadi" panose="020B0604020104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0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Abadi" panose="020B0604020104020204" pitchFamily="34" charset="0"/>
                        </a:rPr>
                        <a:t>Manufacture</a:t>
                      </a:r>
                      <a:endParaRPr lang="zh-CN" altLang="en-US" sz="2000" b="1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Abadi" panose="020B0604020104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94434778"/>
                  </a:ext>
                </a:extLst>
              </a:tr>
              <a:tr h="882262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8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Conventional</a:t>
                      </a:r>
                    </a:p>
                    <a:p>
                      <a:pPr algn="ctr"/>
                      <a:r>
                        <a:rPr lang="zh-CN" altLang="en-US" sz="18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synthesis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8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Low energy efficiency (approx. 2000kw·h per ton)</a:t>
                      </a:r>
                      <a:r>
                        <a:rPr lang="en-US" altLang="zh-CN" sz="1800" b="1" kern="1200" baseline="300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[10]</a:t>
                      </a:r>
                      <a:endParaRPr lang="zh-CN" altLang="en-US" sz="1800" b="1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8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Emissions of polluting</a:t>
                      </a:r>
                    </a:p>
                    <a:p>
                      <a:pPr algn="ctr"/>
                      <a:r>
                        <a:rPr lang="en-US" altLang="zh-CN" sz="18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(235</a:t>
                      </a:r>
                      <a:r>
                        <a:rPr lang="zh-CN" altLang="en-US" sz="18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zh-CN" sz="18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million</a:t>
                      </a:r>
                      <a:r>
                        <a:rPr lang="zh-CN" altLang="en-US" sz="18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zh-CN" sz="18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CO</a:t>
                      </a:r>
                      <a:r>
                        <a:rPr lang="en-US" altLang="zh-CN" sz="1800" b="1" kern="1200" baseline="-250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2</a:t>
                      </a:r>
                      <a:r>
                        <a:rPr lang="en-US" altLang="zh-CN" sz="18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r>
                        <a:rPr lang="en-US" altLang="zh-CN" sz="1800" b="1" kern="1200" baseline="300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[12]</a:t>
                      </a:r>
                      <a:endParaRPr lang="zh-CN" altLang="en-US" sz="1800" b="1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altLang="zh-CN" sz="18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Lower costs</a:t>
                      </a:r>
                      <a:endParaRPr lang="zh-CN" altLang="en-US" sz="1800" b="1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altLang="zh-CN" sz="18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High production speed</a:t>
                      </a:r>
                      <a:endParaRPr lang="zh-CN" altLang="en-US" sz="1800" b="1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09245471"/>
                  </a:ext>
                </a:extLst>
              </a:tr>
              <a:tr h="1200678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zh-CN" altLang="en-US" sz="18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Electrocatalytic synthesis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8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High energy efficiency (approx. 800kw·h per ton)</a:t>
                      </a:r>
                      <a:r>
                        <a:rPr lang="en-US" altLang="zh-CN" sz="1800" b="1" kern="1200" baseline="300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[11]</a:t>
                      </a:r>
                      <a:endParaRPr lang="zh-CN" altLang="en-US" sz="1800" b="1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8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No emissions</a:t>
                      </a:r>
                      <a:r>
                        <a:rPr lang="en-US" altLang="zh-CN" sz="1800" b="1" kern="1200" baseline="300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[13]</a:t>
                      </a:r>
                      <a:endParaRPr lang="zh-CN" altLang="en-US" sz="1800" b="1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8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High  costs</a:t>
                      </a:r>
                      <a:endParaRPr lang="zh-CN" altLang="en-US" sz="1800" b="1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8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Slow production</a:t>
                      </a:r>
                    </a:p>
                    <a:p>
                      <a:pPr algn="ctr"/>
                      <a:r>
                        <a:rPr lang="en-US" altLang="zh-CN" sz="18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speed</a:t>
                      </a:r>
                      <a:endParaRPr lang="zh-CN" altLang="en-US" sz="1800" b="1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70287742"/>
                  </a:ext>
                </a:extLst>
              </a:tr>
            </a:tbl>
          </a:graphicData>
        </a:graphic>
      </p:graphicFrame>
      <p:sp>
        <p:nvSpPr>
          <p:cNvPr id="8" name="文本框 7">
            <a:extLst>
              <a:ext uri="{FF2B5EF4-FFF2-40B4-BE49-F238E27FC236}">
                <a16:creationId xmlns:a16="http://schemas.microsoft.com/office/drawing/2014/main" id="{8C68D7B6-84A4-CDA8-490C-52B54117F27A}"/>
              </a:ext>
            </a:extLst>
          </p:cNvPr>
          <p:cNvSpPr txBox="1"/>
          <p:nvPr/>
        </p:nvSpPr>
        <p:spPr>
          <a:xfrm>
            <a:off x="4034366" y="5747807"/>
            <a:ext cx="70485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3200" dirty="0">
                <a:solidFill>
                  <a:schemeClr val="accent1">
                    <a:lumMod val="75000"/>
                  </a:schemeClr>
                </a:solidFill>
                <a:latin typeface="Abadi" panose="020B0604020104020204" pitchFamily="34" charset="0"/>
              </a:rPr>
              <a:t>Still areas for improvement</a:t>
            </a:r>
            <a:endParaRPr lang="zh-CN" altLang="en-US" sz="3200" dirty="0">
              <a:solidFill>
                <a:schemeClr val="accent1">
                  <a:lumMod val="75000"/>
                </a:schemeClr>
              </a:solidFill>
              <a:latin typeface="Abadi" panose="020B06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5910744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DEE29C4-BA3A-DAC5-0975-1B0068AE89B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33FD5223-F61E-9FAD-64F8-29755892315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zh-CN" altLang="en-US"/>
          </a:p>
        </p:txBody>
      </p:sp>
      <p:pic>
        <p:nvPicPr>
          <p:cNvPr id="7" name="图片 6" descr="背景图案&#10;&#10;描述已自动生成">
            <a:extLst>
              <a:ext uri="{FF2B5EF4-FFF2-40B4-BE49-F238E27FC236}">
                <a16:creationId xmlns:a16="http://schemas.microsoft.com/office/drawing/2014/main" id="{585A5856-74D3-1E98-18C9-5453AA6BA5C5}"/>
              </a:ext>
            </a:extLst>
          </p:cNvPr>
          <p:cNvPicPr>
            <a:picLocks noChangeAspect="1"/>
          </p:cNvPicPr>
          <p:nvPr/>
        </p:nvPicPr>
        <p:blipFill>
          <a:blip r:embed="rId2">
            <a:grayscl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4700"/>
                    </a14:imgEffect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39111"/>
            <a:ext cx="12192000" cy="685799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2" name="矩形 11">
            <a:extLst>
              <a:ext uri="{FF2B5EF4-FFF2-40B4-BE49-F238E27FC236}">
                <a16:creationId xmlns:a16="http://schemas.microsoft.com/office/drawing/2014/main" id="{EAEC1B17-7E65-F88C-ABC1-2528E1B5F545}"/>
              </a:ext>
            </a:extLst>
          </p:cNvPr>
          <p:cNvSpPr/>
          <p:nvPr/>
        </p:nvSpPr>
        <p:spPr>
          <a:xfrm>
            <a:off x="0" y="-39111"/>
            <a:ext cx="12192000" cy="964941"/>
          </a:xfrm>
          <a:prstGeom prst="rect">
            <a:avLst/>
          </a:prstGeom>
          <a:gradFill>
            <a:gsLst>
              <a:gs pos="7446">
                <a:srgbClr val="548235"/>
              </a:gs>
              <a:gs pos="51000">
                <a:schemeClr val="accent6">
                  <a:lumMod val="75000"/>
                </a:schemeClr>
              </a:gs>
              <a:gs pos="100000">
                <a:schemeClr val="accent6">
                  <a:lumMod val="75000"/>
                </a:schemeClr>
              </a:gs>
            </a:gsLst>
            <a:lin ang="5400000" scaled="1"/>
          </a:gra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D623BE95-6382-0B02-E7C6-F76B82728BD1}"/>
              </a:ext>
            </a:extLst>
          </p:cNvPr>
          <p:cNvSpPr txBox="1"/>
          <p:nvPr/>
        </p:nvSpPr>
        <p:spPr>
          <a:xfrm>
            <a:off x="1097280" y="233075"/>
            <a:ext cx="128016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0" lang="en-US" altLang="zh-CN" sz="2400" b="1" i="0" u="none" strike="noStrike" kern="0" cap="none" spc="0" normalizeH="0" baseline="0" noProof="0" dirty="0">
                <a:ln>
                  <a:noFill/>
                </a:ln>
                <a:solidFill>
                  <a:schemeClr val="bg1">
                    <a:lumMod val="95000"/>
                  </a:schemeClr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rPr>
              <a:t>Background        </a:t>
            </a:r>
            <a:r>
              <a:rPr lang="en-US" altLang="zh-CN" sz="2400" b="1" dirty="0">
                <a:solidFill>
                  <a:schemeClr val="bg1">
                    <a:lumMod val="9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Conventional      </a:t>
            </a:r>
            <a:r>
              <a:rPr kumimoji="0" lang="en-US" altLang="zh-CN" sz="2400" b="1" i="0" u="none" strike="noStrike" kern="0" cap="none" spc="0" normalizeH="0" baseline="0" noProof="0" dirty="0">
                <a:ln>
                  <a:noFill/>
                </a:ln>
                <a:solidFill>
                  <a:schemeClr val="bg1">
                    <a:lumMod val="95000"/>
                  </a:schemeClr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rPr>
              <a:t>Novel       </a:t>
            </a:r>
            <a:r>
              <a:rPr kumimoji="0" lang="en-US" altLang="zh-CN" sz="2400" b="1" i="0" u="none" strike="noStrike" kern="0" cap="none" spc="0" normalizeH="0" baseline="0" noProof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rPr>
              <a:t>Conclusion and Outlook</a:t>
            </a:r>
          </a:p>
          <a:p>
            <a:endParaRPr kumimoji="0" lang="en-US" altLang="zh-CN" sz="1800" b="0" i="0" u="none" strike="noStrike" kern="0" cap="none" spc="0" normalizeH="0" baseline="0" noProof="0" dirty="0">
              <a:ln>
                <a:noFill/>
              </a:ln>
              <a:solidFill>
                <a:prstClr val="white">
                  <a:lumMod val="65000"/>
                </a:prstClr>
              </a:solidFill>
              <a:effectLst/>
              <a:uLnTx/>
              <a:uFillTx/>
              <a:latin typeface="HelveticaExt-Normal"/>
              <a:ea typeface="OPPOSans B"/>
            </a:endParaRPr>
          </a:p>
          <a:p>
            <a:endParaRPr lang="en-US" altLang="zh-CN" sz="1800" dirty="0">
              <a:solidFill>
                <a:schemeClr val="bg1">
                  <a:lumMod val="95000"/>
                </a:schemeClr>
              </a:solidFill>
              <a:latin typeface="Adobe 黑体 Std R" panose="020B0400000000000000" pitchFamily="34" charset="-122"/>
              <a:ea typeface="Adobe 黑体 Std R" panose="020B0400000000000000" pitchFamily="34" charset="-122"/>
            </a:endParaRPr>
          </a:p>
          <a:p>
            <a:endParaRPr kumimoji="0" lang="zh-CN" altLang="en-US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endParaRPr lang="zh-CN" altLang="en-US" dirty="0"/>
          </a:p>
        </p:txBody>
      </p:sp>
      <p:pic>
        <p:nvPicPr>
          <p:cNvPr id="20" name="图片 19" descr="图片包含 徽标&#10;&#10;描述已自动生成">
            <a:extLst>
              <a:ext uri="{FF2B5EF4-FFF2-40B4-BE49-F238E27FC236}">
                <a16:creationId xmlns:a16="http://schemas.microsoft.com/office/drawing/2014/main" id="{7A0B4C53-65DF-7639-2804-731E7FCEC2B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0359" y="25078"/>
            <a:ext cx="836562" cy="836562"/>
          </a:xfrm>
          <a:prstGeom prst="ellipse">
            <a:avLst/>
          </a:prstGeom>
        </p:spPr>
      </p:pic>
      <p:sp>
        <p:nvSpPr>
          <p:cNvPr id="4" name="标题 1">
            <a:extLst>
              <a:ext uri="{FF2B5EF4-FFF2-40B4-BE49-F238E27FC236}">
                <a16:creationId xmlns:a16="http://schemas.microsoft.com/office/drawing/2014/main" id="{6687AD1D-8509-E76F-4C69-F581AA8FF7EA}"/>
              </a:ext>
            </a:extLst>
          </p:cNvPr>
          <p:cNvSpPr txBox="1">
            <a:spLocks/>
          </p:cNvSpPr>
          <p:nvPr/>
        </p:nvSpPr>
        <p:spPr>
          <a:xfrm>
            <a:off x="838200" y="1198016"/>
            <a:ext cx="10515600" cy="76204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3200" b="1" i="1" dirty="0">
                <a:latin typeface="Century Gothic" panose="020B0502020202020204" pitchFamily="34" charset="0"/>
                <a:ea typeface="+mn-ea"/>
                <a:cs typeface="+mn-cs"/>
              </a:rPr>
              <a:t>Critical Thinking</a:t>
            </a:r>
            <a:endParaRPr lang="zh-CN" altLang="en-US" sz="3200" b="1" i="1" dirty="0"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5" name="内容占位符 2">
            <a:extLst>
              <a:ext uri="{FF2B5EF4-FFF2-40B4-BE49-F238E27FC236}">
                <a16:creationId xmlns:a16="http://schemas.microsoft.com/office/drawing/2014/main" id="{39D46F3C-84CC-5E9B-8256-D65BA98D7F41}"/>
              </a:ext>
            </a:extLst>
          </p:cNvPr>
          <p:cNvSpPr txBox="1">
            <a:spLocks/>
          </p:cNvSpPr>
          <p:nvPr/>
        </p:nvSpPr>
        <p:spPr>
          <a:xfrm>
            <a:off x="582311" y="1999268"/>
            <a:ext cx="11027377" cy="364014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457200" algn="just">
              <a:lnSpc>
                <a:spcPct val="200000"/>
              </a:lnSpc>
            </a:pPr>
            <a:r>
              <a:rPr lang="en-US" altLang="zh-CN" sz="2000" dirty="0">
                <a:latin typeface="Arial" panose="020B0604020202020204" pitchFamily="34" charset="0"/>
                <a:ea typeface="Adobe 黑体 Std R" panose="020B0400000000000000" pitchFamily="34" charset="-122"/>
                <a:cs typeface="Arial" panose="020B0604020202020204" pitchFamily="34" charset="0"/>
              </a:rPr>
              <a:t>Before the Haber-Bosch method was widely used, urea was rarely used; however, after the Haber-Bosch method was widely used, people became more dependent on urea and carbon emissions from urea increased  significantly.</a:t>
            </a:r>
          </a:p>
          <a:p>
            <a:pPr indent="457200" algn="just">
              <a:lnSpc>
                <a:spcPct val="200000"/>
              </a:lnSpc>
            </a:pPr>
            <a:r>
              <a:rPr lang="en-US" altLang="zh-CN" sz="2000" dirty="0">
                <a:latin typeface="Arial" panose="020B0604020202020204" pitchFamily="34" charset="0"/>
                <a:ea typeface="Adobe 黑体 Std R" panose="020B0400000000000000" pitchFamily="34" charset="-122"/>
                <a:cs typeface="Arial" panose="020B0604020202020204" pitchFamily="34" charset="0"/>
              </a:rPr>
              <a:t>As new urea synthesis processes are still being improved, the yields of agricultural crops are being further increased. During their processing, they still cause serious environmental problems.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C48B22F9-B409-A1BB-DCF7-82EF6C8FDCCA}"/>
              </a:ext>
            </a:extLst>
          </p:cNvPr>
          <p:cNvSpPr txBox="1"/>
          <p:nvPr/>
        </p:nvSpPr>
        <p:spPr>
          <a:xfrm>
            <a:off x="838200" y="5332263"/>
            <a:ext cx="10349273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800" b="1" dirty="0">
                <a:solidFill>
                  <a:schemeClr val="accent1">
                    <a:lumMod val="75000"/>
                  </a:schemeClr>
                </a:solidFill>
                <a:latin typeface="Abadi" panose="020B0604020104020204" pitchFamily="34" charset="0"/>
              </a:rPr>
              <a:t>So, will the new process improvements </a:t>
            </a:r>
            <a:r>
              <a:rPr lang="en-US" altLang="zh-CN" sz="3200" b="1" i="1" dirty="0">
                <a:solidFill>
                  <a:schemeClr val="accent1">
                    <a:lumMod val="75000"/>
                  </a:schemeClr>
                </a:solidFill>
                <a:latin typeface="Abadi" panose="020B0604020104020204" pitchFamily="34" charset="0"/>
              </a:rPr>
              <a:t>improve</a:t>
            </a:r>
            <a:r>
              <a:rPr lang="en-US" altLang="zh-CN" sz="3200" b="1" dirty="0">
                <a:solidFill>
                  <a:schemeClr val="accent1">
                    <a:lumMod val="75000"/>
                  </a:schemeClr>
                </a:solidFill>
                <a:latin typeface="Abadi" panose="020B0604020104020204" pitchFamily="34" charset="0"/>
              </a:rPr>
              <a:t> </a:t>
            </a:r>
            <a:r>
              <a:rPr lang="en-US" altLang="zh-CN" sz="2800" b="1" dirty="0">
                <a:solidFill>
                  <a:schemeClr val="accent1">
                    <a:lumMod val="75000"/>
                  </a:schemeClr>
                </a:solidFill>
                <a:latin typeface="Abadi" panose="020B0604020104020204" pitchFamily="34" charset="0"/>
              </a:rPr>
              <a:t>or </a:t>
            </a:r>
            <a:r>
              <a:rPr lang="en-US" altLang="zh-CN" sz="3200" b="1" i="1" dirty="0">
                <a:solidFill>
                  <a:schemeClr val="accent1">
                    <a:lumMod val="75000"/>
                  </a:schemeClr>
                </a:solidFill>
                <a:latin typeface="Abadi" panose="020B0604020104020204" pitchFamily="34" charset="0"/>
              </a:rPr>
              <a:t>exacerbate</a:t>
            </a:r>
            <a:r>
              <a:rPr lang="en-US" altLang="zh-CN" sz="3200" b="1" dirty="0">
                <a:solidFill>
                  <a:schemeClr val="accent1">
                    <a:lumMod val="75000"/>
                  </a:schemeClr>
                </a:solidFill>
                <a:latin typeface="Abadi" panose="020B0604020104020204" pitchFamily="34" charset="0"/>
              </a:rPr>
              <a:t> </a:t>
            </a:r>
            <a:r>
              <a:rPr lang="en-US" altLang="zh-CN" sz="2800" b="1" dirty="0">
                <a:solidFill>
                  <a:schemeClr val="accent1">
                    <a:lumMod val="75000"/>
                  </a:schemeClr>
                </a:solidFill>
                <a:latin typeface="Abadi" panose="020B0604020104020204" pitchFamily="34" charset="0"/>
              </a:rPr>
              <a:t>the environmental problems?</a:t>
            </a:r>
            <a:endParaRPr lang="zh-CN" altLang="zh-CN" sz="2800" b="1" dirty="0">
              <a:solidFill>
                <a:schemeClr val="accent1">
                  <a:lumMod val="75000"/>
                </a:schemeClr>
              </a:solidFill>
              <a:latin typeface="Abadi" panose="020B0604020104020204" pitchFamily="34" charset="0"/>
            </a:endParaRPr>
          </a:p>
          <a:p>
            <a:pPr algn="ctr"/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56926021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DEE29C4-BA3A-DAC5-0975-1B0068AE89B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33FD5223-F61E-9FAD-64F8-29755892315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zh-CN" altLang="en-US" dirty="0"/>
          </a:p>
        </p:txBody>
      </p:sp>
      <p:pic>
        <p:nvPicPr>
          <p:cNvPr id="7" name="图片 6" descr="背景图案&#10;&#10;描述已自动生成">
            <a:extLst>
              <a:ext uri="{FF2B5EF4-FFF2-40B4-BE49-F238E27FC236}">
                <a16:creationId xmlns:a16="http://schemas.microsoft.com/office/drawing/2014/main" id="{585A5856-74D3-1E98-18C9-5453AA6BA5C5}"/>
              </a:ext>
            </a:extLst>
          </p:cNvPr>
          <p:cNvPicPr>
            <a:picLocks noChangeAspect="1"/>
          </p:cNvPicPr>
          <p:nvPr/>
        </p:nvPicPr>
        <p:blipFill>
          <a:blip r:embed="rId2">
            <a:grayscl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4700"/>
                    </a14:imgEffect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25077"/>
            <a:ext cx="12192000" cy="685799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2" name="矩形 11">
            <a:extLst>
              <a:ext uri="{FF2B5EF4-FFF2-40B4-BE49-F238E27FC236}">
                <a16:creationId xmlns:a16="http://schemas.microsoft.com/office/drawing/2014/main" id="{EAEC1B17-7E65-F88C-ABC1-2528E1B5F545}"/>
              </a:ext>
            </a:extLst>
          </p:cNvPr>
          <p:cNvSpPr/>
          <p:nvPr/>
        </p:nvSpPr>
        <p:spPr>
          <a:xfrm>
            <a:off x="0" y="-54876"/>
            <a:ext cx="12192000" cy="964941"/>
          </a:xfrm>
          <a:prstGeom prst="rect">
            <a:avLst/>
          </a:prstGeom>
          <a:gradFill>
            <a:gsLst>
              <a:gs pos="7446">
                <a:srgbClr val="548235"/>
              </a:gs>
              <a:gs pos="51000">
                <a:schemeClr val="accent6">
                  <a:lumMod val="75000"/>
                </a:schemeClr>
              </a:gs>
              <a:gs pos="100000">
                <a:schemeClr val="accent6">
                  <a:lumMod val="75000"/>
                </a:schemeClr>
              </a:gs>
            </a:gsLst>
            <a:lin ang="5400000" scaled="1"/>
          </a:gra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3200" b="1" dirty="0">
                <a:latin typeface="Abadi" panose="020B0604020104020204" pitchFamily="34" charset="0"/>
              </a:rPr>
              <a:t>New urea manufacturing process in Environment</a:t>
            </a:r>
          </a:p>
        </p:txBody>
      </p:sp>
      <p:pic>
        <p:nvPicPr>
          <p:cNvPr id="20" name="图片 19" descr="图片包含 徽标&#10;&#10;描述已自动生成">
            <a:extLst>
              <a:ext uri="{FF2B5EF4-FFF2-40B4-BE49-F238E27FC236}">
                <a16:creationId xmlns:a16="http://schemas.microsoft.com/office/drawing/2014/main" id="{7A0B4C53-65DF-7639-2804-731E7FCEC2B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0359" y="25078"/>
            <a:ext cx="836562" cy="836562"/>
          </a:xfrm>
          <a:prstGeom prst="ellipse">
            <a:avLst/>
          </a:prstGeom>
        </p:spPr>
      </p:pic>
      <p:sp>
        <p:nvSpPr>
          <p:cNvPr id="4" name="标题 1">
            <a:extLst>
              <a:ext uri="{FF2B5EF4-FFF2-40B4-BE49-F238E27FC236}">
                <a16:creationId xmlns:a16="http://schemas.microsoft.com/office/drawing/2014/main" id="{49D0332B-1F4B-E5AC-463E-6A62F46B01FE}"/>
              </a:ext>
            </a:extLst>
          </p:cNvPr>
          <p:cNvSpPr txBox="1">
            <a:spLocks/>
          </p:cNvSpPr>
          <p:nvPr/>
        </p:nvSpPr>
        <p:spPr>
          <a:xfrm>
            <a:off x="364155" y="1056717"/>
            <a:ext cx="2319690" cy="63649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3600" dirty="0">
                <a:latin typeface="Abadi" panose="020B0604020104020204" pitchFamily="34" charset="0"/>
              </a:rPr>
              <a:t>reference</a:t>
            </a:r>
            <a:endParaRPr lang="zh-CN" altLang="en-US" sz="3600" dirty="0">
              <a:latin typeface="Abadi" panose="020B0604020104020204" pitchFamily="34" charset="0"/>
            </a:endParaRPr>
          </a:p>
        </p:txBody>
      </p:sp>
      <p:sp>
        <p:nvSpPr>
          <p:cNvPr id="5" name="内容占位符 2">
            <a:extLst>
              <a:ext uri="{FF2B5EF4-FFF2-40B4-BE49-F238E27FC236}">
                <a16:creationId xmlns:a16="http://schemas.microsoft.com/office/drawing/2014/main" id="{BE5C791D-7F25-0688-C608-85C12EB684C7}"/>
              </a:ext>
            </a:extLst>
          </p:cNvPr>
          <p:cNvSpPr txBox="1">
            <a:spLocks/>
          </p:cNvSpPr>
          <p:nvPr/>
        </p:nvSpPr>
        <p:spPr>
          <a:xfrm>
            <a:off x="419100" y="1905513"/>
            <a:ext cx="11353800" cy="48232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50000"/>
              </a:lnSpc>
            </a:pPr>
            <a:r>
              <a:rPr lang="en-US" altLang="zh-CN" sz="1600" dirty="0">
                <a:latin typeface="+mj-ea"/>
                <a:ea typeface="+mj-ea"/>
                <a:cs typeface="Arial" panose="020B0604020202020204" pitchFamily="34" charset="0"/>
              </a:rPr>
              <a:t>[1] Comparison of carbon emission curves of different countries updated by CDIAC data [Internet]. Carbon Dioxide Information Analysis Center. 2013 [cited 2023Apr16]. Available from: </a:t>
            </a:r>
            <a:r>
              <a:rPr lang="en-US" altLang="zh-CN" sz="1600" b="0" i="0" u="sng" dirty="0">
                <a:solidFill>
                  <a:srgbClr val="006699"/>
                </a:solidFill>
                <a:effectLst/>
                <a:latin typeface="+mj-ea"/>
                <a:ea typeface="+mj-ea"/>
                <a:hlinkClick r:id="rId5"/>
              </a:rPr>
              <a:t>http://cdiac.ornl.gov/</a:t>
            </a:r>
            <a:r>
              <a:rPr lang="en-US" altLang="zh-CN" sz="1600" b="0" i="0" dirty="0">
                <a:solidFill>
                  <a:srgbClr val="000000"/>
                </a:solidFill>
                <a:effectLst/>
                <a:latin typeface="+mj-ea"/>
                <a:ea typeface="+mj-ea"/>
              </a:rPr>
              <a:t> </a:t>
            </a:r>
            <a:endParaRPr lang="en-US" altLang="zh-CN" sz="1600" dirty="0">
              <a:latin typeface="+mj-ea"/>
              <a:ea typeface="+mj-ea"/>
              <a:cs typeface="Arial" panose="020B0604020202020204" pitchFamily="34" charset="0"/>
            </a:endParaRPr>
          </a:p>
          <a:p>
            <a:pPr algn="l">
              <a:lnSpc>
                <a:spcPct val="150000"/>
              </a:lnSpc>
            </a:pPr>
            <a:r>
              <a:rPr lang="en-US" altLang="zh-CN" sz="1600" dirty="0">
                <a:latin typeface="+mj-ea"/>
                <a:ea typeface="+mj-ea"/>
                <a:cs typeface="Arial" panose="020B0604020202020204" pitchFamily="34" charset="0"/>
              </a:rPr>
              <a:t>[2] The cost of disaster for humans: the past 20 years of the past 20 years. United Nations Office for Disaster Risk Reduction. 2020.</a:t>
            </a:r>
          </a:p>
          <a:p>
            <a:pPr algn="l">
              <a:lnSpc>
                <a:spcPct val="150000"/>
              </a:lnSpc>
            </a:pPr>
            <a:r>
              <a:rPr lang="en-US" altLang="zh-CN" sz="1600" dirty="0">
                <a:latin typeface="+mj-ea"/>
                <a:ea typeface="+mj-ea"/>
                <a:cs typeface="Arial" panose="020B0604020202020204" pitchFamily="34" charset="0"/>
              </a:rPr>
              <a:t>[3] </a:t>
            </a:r>
            <a:r>
              <a:rPr lang="en" altLang="zh-CN" sz="1600" dirty="0">
                <a:latin typeface="+mj-ea"/>
                <a:ea typeface="+mj-ea"/>
                <a:cs typeface="Arial" panose="020B0604020202020204" pitchFamily="34" charset="0"/>
              </a:rPr>
              <a:t>Wei X, Wen X, Liu Y, Chen C, </a:t>
            </a:r>
            <a:r>
              <a:rPr lang="en" altLang="zh-CN" sz="1600" dirty="0" err="1">
                <a:latin typeface="+mj-ea"/>
                <a:ea typeface="+mj-ea"/>
                <a:cs typeface="Arial" panose="020B0604020202020204" pitchFamily="34" charset="0"/>
              </a:rPr>
              <a:t>Xie</a:t>
            </a:r>
            <a:r>
              <a:rPr lang="en" altLang="zh-CN" sz="1600" dirty="0">
                <a:latin typeface="+mj-ea"/>
                <a:ea typeface="+mj-ea"/>
                <a:cs typeface="Arial" panose="020B0604020202020204" pitchFamily="34" charset="0"/>
              </a:rPr>
              <a:t> C, Wang D, et al. Oxygen vacancy-mediated selective C–N coupling toward electrocatalytic urea synthesis. Journal of the American Chemical Society. 2022;144(26):11530–5. </a:t>
            </a:r>
          </a:p>
          <a:p>
            <a:pPr algn="l">
              <a:lnSpc>
                <a:spcPct val="150000"/>
              </a:lnSpc>
            </a:pPr>
            <a:r>
              <a:rPr lang="en" altLang="zh-CN" sz="1600" dirty="0">
                <a:latin typeface="+mj-ea"/>
                <a:ea typeface="+mj-ea"/>
                <a:cs typeface="Arial" panose="020B0604020202020204" pitchFamily="34" charset="0"/>
              </a:rPr>
              <a:t>[</a:t>
            </a:r>
            <a:r>
              <a:rPr lang="en-US" altLang="zh-CN" sz="1600" dirty="0">
                <a:latin typeface="+mj-ea"/>
                <a:ea typeface="+mj-ea"/>
                <a:cs typeface="Arial" panose="020B0604020202020204" pitchFamily="34" charset="0"/>
              </a:rPr>
              <a:t>4</a:t>
            </a:r>
            <a:r>
              <a:rPr lang="en" altLang="zh-CN" sz="1600" dirty="0">
                <a:latin typeface="+mj-ea"/>
                <a:ea typeface="+mj-ea"/>
                <a:cs typeface="Arial" panose="020B0604020202020204" pitchFamily="34" charset="0"/>
              </a:rPr>
              <a:t>] </a:t>
            </a:r>
            <a:r>
              <a:rPr lang="en" altLang="zh-CN" sz="1600" dirty="0" err="1">
                <a:latin typeface="+mj-ea"/>
                <a:ea typeface="+mj-ea"/>
                <a:cs typeface="Arial" panose="020B0604020202020204" pitchFamily="34" charset="0"/>
              </a:rPr>
              <a:t>Capdevila-Cortada</a:t>
            </a:r>
            <a:r>
              <a:rPr lang="en" altLang="zh-CN" sz="1600" dirty="0">
                <a:latin typeface="+mj-ea"/>
                <a:ea typeface="+mj-ea"/>
                <a:cs typeface="Arial" panose="020B0604020202020204" pitchFamily="34" charset="0"/>
              </a:rPr>
              <a:t> M. Electrifying the </a:t>
            </a:r>
            <a:r>
              <a:rPr lang="en" altLang="zh-CN" sz="1600" dirty="0" err="1">
                <a:latin typeface="+mj-ea"/>
                <a:ea typeface="+mj-ea"/>
                <a:cs typeface="Arial" panose="020B0604020202020204" pitchFamily="34" charset="0"/>
              </a:rPr>
              <a:t>haber</a:t>
            </a:r>
            <a:r>
              <a:rPr lang="en" altLang="zh-CN" sz="1600" dirty="0">
                <a:latin typeface="+mj-ea"/>
                <a:ea typeface="+mj-ea"/>
                <a:cs typeface="Arial" panose="020B0604020202020204" pitchFamily="34" charset="0"/>
              </a:rPr>
              <a:t>–</a:t>
            </a:r>
            <a:r>
              <a:rPr lang="en" altLang="zh-CN" sz="1600" dirty="0" err="1">
                <a:latin typeface="+mj-ea"/>
                <a:ea typeface="+mj-ea"/>
                <a:cs typeface="Arial" panose="020B0604020202020204" pitchFamily="34" charset="0"/>
              </a:rPr>
              <a:t>bosch</a:t>
            </a:r>
            <a:r>
              <a:rPr lang="en" altLang="zh-CN" sz="1600" dirty="0">
                <a:latin typeface="+mj-ea"/>
                <a:ea typeface="+mj-ea"/>
                <a:cs typeface="Arial" panose="020B0604020202020204" pitchFamily="34" charset="0"/>
              </a:rPr>
              <a:t>. Nature Catalysis. 2019;2(12):1055–.  </a:t>
            </a:r>
          </a:p>
          <a:p>
            <a:pPr algn="l">
              <a:lnSpc>
                <a:spcPct val="150000"/>
              </a:lnSpc>
            </a:pPr>
            <a:r>
              <a:rPr lang="en" altLang="zh-CN" sz="1600" dirty="0">
                <a:latin typeface="+mj-ea"/>
                <a:ea typeface="+mj-ea"/>
                <a:cs typeface="Arial" panose="020B0604020202020204" pitchFamily="34" charset="0"/>
              </a:rPr>
              <a:t>[</a:t>
            </a:r>
            <a:r>
              <a:rPr lang="en-US" altLang="zh-CN" sz="1600" dirty="0">
                <a:latin typeface="+mj-ea"/>
                <a:ea typeface="+mj-ea"/>
                <a:cs typeface="Arial" panose="020B0604020202020204" pitchFamily="34" charset="0"/>
              </a:rPr>
              <a:t>5</a:t>
            </a:r>
            <a:r>
              <a:rPr lang="en" altLang="zh-CN" sz="1600" dirty="0">
                <a:latin typeface="+mj-ea"/>
                <a:ea typeface="+mj-ea"/>
                <a:cs typeface="Arial" panose="020B0604020202020204" pitchFamily="34" charset="0"/>
              </a:rPr>
              <a:t>] </a:t>
            </a:r>
            <a:r>
              <a:rPr lang="en" altLang="zh-CN" sz="1600" dirty="0" err="1">
                <a:latin typeface="+mj-ea"/>
                <a:ea typeface="+mj-ea"/>
                <a:cs typeface="Arial" panose="020B0604020202020204" pitchFamily="34" charset="0"/>
              </a:rPr>
              <a:t>Pattabiraman</a:t>
            </a:r>
            <a:r>
              <a:rPr lang="en" altLang="zh-CN" sz="1600" dirty="0">
                <a:latin typeface="+mj-ea"/>
                <a:ea typeface="+mj-ea"/>
                <a:cs typeface="Arial" panose="020B0604020202020204" pitchFamily="34" charset="0"/>
              </a:rPr>
              <a:t> VR, Bode JW. Rethinking amide bond synthesis. Nature. 2011;480(7378):471–9. </a:t>
            </a:r>
          </a:p>
          <a:p>
            <a:pPr algn="l">
              <a:lnSpc>
                <a:spcPct val="150000"/>
              </a:lnSpc>
            </a:pPr>
            <a:r>
              <a:rPr lang="en" altLang="zh-CN" sz="1600" dirty="0">
                <a:latin typeface="+mj-ea"/>
                <a:ea typeface="+mj-ea"/>
                <a:cs typeface="Arial" panose="020B0604020202020204" pitchFamily="34" charset="0"/>
              </a:rPr>
              <a:t>[</a:t>
            </a:r>
            <a:r>
              <a:rPr lang="en-US" altLang="zh-CN" sz="1600" dirty="0">
                <a:latin typeface="+mj-ea"/>
                <a:ea typeface="+mj-ea"/>
                <a:cs typeface="Arial" panose="020B0604020202020204" pitchFamily="34" charset="0"/>
              </a:rPr>
              <a:t>6</a:t>
            </a:r>
            <a:r>
              <a:rPr lang="en" altLang="zh-CN" sz="1600" dirty="0">
                <a:latin typeface="+mj-ea"/>
                <a:ea typeface="+mj-ea"/>
                <a:cs typeface="Arial" panose="020B0604020202020204" pitchFamily="34" charset="0"/>
              </a:rPr>
              <a:t>] Smith C, Hill AK, Torrente-</a:t>
            </a:r>
            <a:r>
              <a:rPr lang="en" altLang="zh-CN" sz="1600" dirty="0" err="1">
                <a:latin typeface="+mj-ea"/>
                <a:ea typeface="+mj-ea"/>
                <a:cs typeface="Arial" panose="020B0604020202020204" pitchFamily="34" charset="0"/>
              </a:rPr>
              <a:t>Murciano</a:t>
            </a:r>
            <a:r>
              <a:rPr lang="en" altLang="zh-CN" sz="1600" dirty="0">
                <a:latin typeface="+mj-ea"/>
                <a:ea typeface="+mj-ea"/>
                <a:cs typeface="Arial" panose="020B0604020202020204" pitchFamily="34" charset="0"/>
              </a:rPr>
              <a:t> L. Current and future role of Haber–Bosch ammonia in a carbon-free energy landscape. Energy &amp;amp; Environmental Science. 2020;13(2):331–44. </a:t>
            </a:r>
          </a:p>
          <a:p>
            <a:pPr algn="l">
              <a:lnSpc>
                <a:spcPct val="150000"/>
              </a:lnSpc>
            </a:pPr>
            <a:r>
              <a:rPr lang="en" altLang="zh-CN" sz="1600" dirty="0">
                <a:latin typeface="+mj-ea"/>
                <a:ea typeface="+mj-ea"/>
                <a:cs typeface="Arial" panose="020B0604020202020204" pitchFamily="34" charset="0"/>
              </a:rPr>
              <a:t>[7] Zhu, X., et al., Electrochemical synthesis of urea on </a:t>
            </a:r>
            <a:r>
              <a:rPr lang="en" altLang="zh-CN" sz="1600" dirty="0" err="1">
                <a:latin typeface="+mj-ea"/>
                <a:ea typeface="+mj-ea"/>
                <a:cs typeface="Arial" panose="020B0604020202020204" pitchFamily="34" charset="0"/>
              </a:rPr>
              <a:t>MBenes</a:t>
            </a:r>
            <a:r>
              <a:rPr lang="en" altLang="zh-CN" sz="1600" dirty="0">
                <a:latin typeface="+mj-ea"/>
                <a:ea typeface="+mj-ea"/>
                <a:cs typeface="Arial" panose="020B0604020202020204" pitchFamily="34" charset="0"/>
              </a:rPr>
              <a:t>. Nature Communications, 2021. 12(1): p. 4080.</a:t>
            </a:r>
          </a:p>
          <a:p>
            <a:pPr algn="l">
              <a:lnSpc>
                <a:spcPct val="150000"/>
              </a:lnSpc>
            </a:pPr>
            <a:endParaRPr lang="en" altLang="zh-CN" sz="1600" dirty="0">
              <a:latin typeface="+mj-ea"/>
              <a:ea typeface="+mj-ea"/>
              <a:cs typeface="Arial" panose="020B0604020202020204" pitchFamily="34" charset="0"/>
            </a:endParaRPr>
          </a:p>
          <a:p>
            <a:pPr algn="l">
              <a:lnSpc>
                <a:spcPct val="150000"/>
              </a:lnSpc>
            </a:pPr>
            <a:endParaRPr lang="en" altLang="zh-CN" sz="1600" dirty="0">
              <a:latin typeface="+mj-ea"/>
              <a:ea typeface="+mj-ea"/>
              <a:cs typeface="Arial" panose="020B0604020202020204" pitchFamily="34" charset="0"/>
            </a:endParaRPr>
          </a:p>
          <a:p>
            <a:pPr algn="l"/>
            <a:endParaRPr lang="zh-CN" altLang="en-US" sz="1800" dirty="0"/>
          </a:p>
        </p:txBody>
      </p:sp>
    </p:spTree>
    <p:extLst>
      <p:ext uri="{BB962C8B-B14F-4D97-AF65-F5344CB8AC3E}">
        <p14:creationId xmlns:p14="http://schemas.microsoft.com/office/powerpoint/2010/main" val="26259583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DEE29C4-BA3A-DAC5-0975-1B0068AE89B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33FD5223-F61E-9FAD-64F8-29755892315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zh-CN" altLang="en-US" dirty="0"/>
          </a:p>
        </p:txBody>
      </p:sp>
      <p:pic>
        <p:nvPicPr>
          <p:cNvPr id="7" name="图片 6" descr="背景图案&#10;&#10;描述已自动生成">
            <a:extLst>
              <a:ext uri="{FF2B5EF4-FFF2-40B4-BE49-F238E27FC236}">
                <a16:creationId xmlns:a16="http://schemas.microsoft.com/office/drawing/2014/main" id="{585A5856-74D3-1E98-18C9-5453AA6BA5C5}"/>
              </a:ext>
            </a:extLst>
          </p:cNvPr>
          <p:cNvPicPr>
            <a:picLocks noChangeAspect="1"/>
          </p:cNvPicPr>
          <p:nvPr/>
        </p:nvPicPr>
        <p:blipFill>
          <a:blip r:embed="rId2">
            <a:grayscl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4700"/>
                    </a14:imgEffect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25077"/>
            <a:ext cx="12192000" cy="685799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2" name="矩形 11">
            <a:extLst>
              <a:ext uri="{FF2B5EF4-FFF2-40B4-BE49-F238E27FC236}">
                <a16:creationId xmlns:a16="http://schemas.microsoft.com/office/drawing/2014/main" id="{EAEC1B17-7E65-F88C-ABC1-2528E1B5F545}"/>
              </a:ext>
            </a:extLst>
          </p:cNvPr>
          <p:cNvSpPr/>
          <p:nvPr/>
        </p:nvSpPr>
        <p:spPr>
          <a:xfrm>
            <a:off x="0" y="-54876"/>
            <a:ext cx="12192000" cy="964941"/>
          </a:xfrm>
          <a:prstGeom prst="rect">
            <a:avLst/>
          </a:prstGeom>
          <a:gradFill>
            <a:gsLst>
              <a:gs pos="7446">
                <a:srgbClr val="548235"/>
              </a:gs>
              <a:gs pos="51000">
                <a:schemeClr val="accent6">
                  <a:lumMod val="75000"/>
                </a:schemeClr>
              </a:gs>
              <a:gs pos="100000">
                <a:schemeClr val="accent6">
                  <a:lumMod val="75000"/>
                </a:schemeClr>
              </a:gs>
            </a:gsLst>
            <a:lin ang="5400000" scaled="1"/>
          </a:gra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3200" b="1" dirty="0">
                <a:latin typeface="Abadi" panose="020B0604020104020204" pitchFamily="34" charset="0"/>
              </a:rPr>
              <a:t>New urea manufacturing process in Environment</a:t>
            </a:r>
          </a:p>
        </p:txBody>
      </p:sp>
      <p:pic>
        <p:nvPicPr>
          <p:cNvPr id="20" name="图片 19" descr="图片包含 徽标&#10;&#10;描述已自动生成">
            <a:extLst>
              <a:ext uri="{FF2B5EF4-FFF2-40B4-BE49-F238E27FC236}">
                <a16:creationId xmlns:a16="http://schemas.microsoft.com/office/drawing/2014/main" id="{7A0B4C53-65DF-7639-2804-731E7FCEC2B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0359" y="25078"/>
            <a:ext cx="836562" cy="836562"/>
          </a:xfrm>
          <a:prstGeom prst="ellipse">
            <a:avLst/>
          </a:prstGeom>
        </p:spPr>
      </p:pic>
      <p:sp>
        <p:nvSpPr>
          <p:cNvPr id="4" name="标题 1">
            <a:extLst>
              <a:ext uri="{FF2B5EF4-FFF2-40B4-BE49-F238E27FC236}">
                <a16:creationId xmlns:a16="http://schemas.microsoft.com/office/drawing/2014/main" id="{49D0332B-1F4B-E5AC-463E-6A62F46B01FE}"/>
              </a:ext>
            </a:extLst>
          </p:cNvPr>
          <p:cNvSpPr txBox="1">
            <a:spLocks/>
          </p:cNvSpPr>
          <p:nvPr/>
        </p:nvSpPr>
        <p:spPr>
          <a:xfrm>
            <a:off x="364155" y="1056717"/>
            <a:ext cx="2319690" cy="63649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3600" dirty="0">
                <a:latin typeface="Abadi" panose="020B0604020104020204" pitchFamily="34" charset="0"/>
              </a:rPr>
              <a:t>reference</a:t>
            </a:r>
            <a:endParaRPr lang="zh-CN" altLang="en-US" sz="3600" dirty="0">
              <a:latin typeface="Abadi" panose="020B0604020104020204" pitchFamily="34" charset="0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840EBD0A-9AD3-E8D8-1599-FE37D10E32F6}"/>
              </a:ext>
            </a:extLst>
          </p:cNvPr>
          <p:cNvSpPr txBox="1"/>
          <p:nvPr/>
        </p:nvSpPr>
        <p:spPr>
          <a:xfrm>
            <a:off x="554935" y="1672215"/>
            <a:ext cx="11082130" cy="51706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" altLang="zh-CN" sz="1600" dirty="0">
                <a:latin typeface="+mj-ea"/>
                <a:ea typeface="+mj-ea"/>
                <a:cs typeface="Arial" panose="020B0604020202020204" pitchFamily="34" charset="0"/>
              </a:rPr>
              <a:t>[</a:t>
            </a:r>
            <a:r>
              <a:rPr lang="en-US" altLang="zh-CN" sz="1600" dirty="0">
                <a:latin typeface="+mj-ea"/>
                <a:ea typeface="+mj-ea"/>
                <a:cs typeface="Arial" panose="020B0604020202020204" pitchFamily="34" charset="0"/>
              </a:rPr>
              <a:t>8</a:t>
            </a:r>
            <a:r>
              <a:rPr lang="en" altLang="zh-CN" sz="1600" dirty="0">
                <a:latin typeface="+mj-ea"/>
                <a:ea typeface="+mj-ea"/>
                <a:cs typeface="Arial" panose="020B0604020202020204" pitchFamily="34" charset="0"/>
              </a:rPr>
              <a:t>]</a:t>
            </a:r>
            <a:r>
              <a:rPr lang="en-US" altLang="zh-CN" sz="1600" dirty="0">
                <a:latin typeface="+mj-ea"/>
                <a:ea typeface="+mj-ea"/>
                <a:cs typeface="Arial" panose="020B0604020202020204" pitchFamily="34" charset="0"/>
              </a:rPr>
              <a:t> Wang, H., Xin, Z. and Li, Y. (2017) “Synthesis of </a:t>
            </a:r>
            <a:r>
              <a:rPr lang="en-US" altLang="zh-CN" sz="1600" dirty="0" err="1">
                <a:latin typeface="+mj-ea"/>
                <a:ea typeface="+mj-ea"/>
                <a:cs typeface="Arial" panose="020B0604020202020204" pitchFamily="34" charset="0"/>
              </a:rPr>
              <a:t>ureas</a:t>
            </a:r>
            <a:r>
              <a:rPr lang="en-US" altLang="zh-CN" sz="1600" dirty="0">
                <a:latin typeface="+mj-ea"/>
                <a:ea typeface="+mj-ea"/>
                <a:cs typeface="Arial" panose="020B0604020202020204" pitchFamily="34" charset="0"/>
              </a:rPr>
              <a:t> from CO2,” Topics in Current Chemistry, 375(2). Available at: https://</a:t>
            </a:r>
            <a:r>
              <a:rPr lang="en-US" altLang="zh-CN" sz="1600" dirty="0" err="1">
                <a:latin typeface="+mj-ea"/>
                <a:ea typeface="+mj-ea"/>
                <a:cs typeface="Arial" panose="020B0604020202020204" pitchFamily="34" charset="0"/>
              </a:rPr>
              <a:t>doi.org</a:t>
            </a:r>
            <a:r>
              <a:rPr lang="en-US" altLang="zh-CN" sz="1600" dirty="0">
                <a:latin typeface="+mj-ea"/>
                <a:ea typeface="+mj-ea"/>
                <a:cs typeface="Arial" panose="020B0604020202020204" pitchFamily="34" charset="0"/>
              </a:rPr>
              <a:t>/10.1007/s41061-017-0137-4. </a:t>
            </a:r>
            <a:endParaRPr lang="en" altLang="zh-CN" sz="1600" dirty="0">
              <a:latin typeface="+mj-ea"/>
              <a:ea typeface="+mj-ea"/>
              <a:cs typeface="Arial" panose="020B0604020202020204" pitchFamily="34" charset="0"/>
            </a:endParaRPr>
          </a:p>
          <a:p>
            <a:pPr algn="l">
              <a:lnSpc>
                <a:spcPct val="150000"/>
              </a:lnSpc>
            </a:pPr>
            <a:r>
              <a:rPr lang="en" altLang="zh-CN" sz="1600" dirty="0">
                <a:latin typeface="+mj-ea"/>
                <a:ea typeface="+mj-ea"/>
                <a:cs typeface="Arial" panose="020B0604020202020204" pitchFamily="34" charset="0"/>
              </a:rPr>
              <a:t>[9] Mei Z, Zhou Y, </a:t>
            </a:r>
            <a:r>
              <a:rPr lang="en" altLang="zh-CN" sz="1600" dirty="0" err="1">
                <a:latin typeface="+mj-ea"/>
                <a:ea typeface="+mj-ea"/>
                <a:cs typeface="Arial" panose="020B0604020202020204" pitchFamily="34" charset="0"/>
              </a:rPr>
              <a:t>Lv</a:t>
            </a:r>
            <a:r>
              <a:rPr lang="en" altLang="zh-CN" sz="1600" dirty="0">
                <a:latin typeface="+mj-ea"/>
                <a:ea typeface="+mj-ea"/>
                <a:cs typeface="Arial" panose="020B0604020202020204" pitchFamily="34" charset="0"/>
              </a:rPr>
              <a:t> W, Tong S, Yang X, Chen L, et al. Recent progress in electrocatalytic urea synthesis under ambient conditions. ACS Sustainable Chemistry &amp; Engineering. 2022;10(38):12477–96. </a:t>
            </a:r>
            <a:endParaRPr lang="en-US" altLang="zh-CN" sz="1600" dirty="0">
              <a:latin typeface="+mj-ea"/>
              <a:ea typeface="+mj-ea"/>
              <a:cs typeface="Arial" panose="020B0604020202020204" pitchFamily="34" charset="0"/>
            </a:endParaRPr>
          </a:p>
          <a:p>
            <a:pPr algn="l">
              <a:lnSpc>
                <a:spcPct val="150000"/>
              </a:lnSpc>
            </a:pPr>
            <a:r>
              <a:rPr lang="en-US" altLang="zh-CN" sz="1600" dirty="0">
                <a:latin typeface="+mj-ea"/>
                <a:ea typeface="+mj-ea"/>
                <a:cs typeface="Arial" panose="020B0604020202020204" pitchFamily="34" charset="0"/>
              </a:rPr>
              <a:t>[10] Zhang Y, </a:t>
            </a:r>
            <a:r>
              <a:rPr lang="en-US" altLang="zh-CN" sz="1600" dirty="0" err="1">
                <a:latin typeface="+mj-ea"/>
                <a:ea typeface="+mj-ea"/>
                <a:cs typeface="Arial" panose="020B0604020202020204" pitchFamily="34" charset="0"/>
              </a:rPr>
              <a:t>Qiu</a:t>
            </a:r>
            <a:r>
              <a:rPr lang="en-US" altLang="zh-CN" sz="1600" dirty="0">
                <a:latin typeface="+mj-ea"/>
                <a:ea typeface="+mj-ea"/>
                <a:cs typeface="Arial" panose="020B0604020202020204" pitchFamily="34" charset="0"/>
              </a:rPr>
              <a:t> Y, Wang Y, Li B, Zhang Y, Ma Z, et al. Coaxial </a:t>
            </a:r>
            <a:r>
              <a:rPr lang="en-US" altLang="zh-CN" sz="1600" dirty="0" err="1">
                <a:latin typeface="+mj-ea"/>
                <a:ea typeface="+mj-ea"/>
                <a:cs typeface="Arial" panose="020B0604020202020204" pitchFamily="34" charset="0"/>
              </a:rPr>
              <a:t>ni</a:t>
            </a:r>
            <a:r>
              <a:rPr lang="en-US" altLang="zh-CN" sz="1600" dirty="0">
                <a:latin typeface="+mj-ea"/>
                <a:ea typeface="+mj-ea"/>
                <a:cs typeface="Arial" panose="020B0604020202020204" pitchFamily="34" charset="0"/>
              </a:rPr>
              <a:t>–</a:t>
            </a:r>
            <a:r>
              <a:rPr lang="en-US" altLang="zh-CN" sz="1600" dirty="0" err="1">
                <a:latin typeface="+mj-ea"/>
                <a:ea typeface="+mj-ea"/>
                <a:cs typeface="Arial" panose="020B0604020202020204" pitchFamily="34" charset="0"/>
              </a:rPr>
              <a:t>s@n-doped</a:t>
            </a:r>
            <a:r>
              <a:rPr lang="en-US" altLang="zh-CN" sz="1600" dirty="0">
                <a:latin typeface="+mj-ea"/>
                <a:ea typeface="+mj-ea"/>
                <a:cs typeface="Arial" panose="020B0604020202020204" pitchFamily="34" charset="0"/>
              </a:rPr>
              <a:t> carbon nanofibers derived hierarchical electrodes for efficient H2 production via urea electrolysis. ACS Applied Materials &amp; Interfaces. 2021;13(3):3937–48. </a:t>
            </a:r>
          </a:p>
          <a:p>
            <a:pPr algn="l">
              <a:lnSpc>
                <a:spcPct val="150000"/>
              </a:lnSpc>
            </a:pPr>
            <a:r>
              <a:rPr lang="en-US" altLang="zh-CN" sz="1600" dirty="0">
                <a:latin typeface="+mj-ea"/>
                <a:ea typeface="+mj-ea"/>
                <a:cs typeface="Arial" panose="020B0604020202020204" pitchFamily="34" charset="0"/>
              </a:rPr>
              <a:t>[11] Xu </a:t>
            </a:r>
            <a:r>
              <a:rPr lang="en-US" altLang="zh-CN" sz="1600" dirty="0" err="1">
                <a:latin typeface="+mj-ea"/>
                <a:ea typeface="+mj-ea"/>
                <a:cs typeface="Arial" panose="020B0604020202020204" pitchFamily="34" charset="0"/>
              </a:rPr>
              <a:t>Liaoqian</a:t>
            </a:r>
            <a:r>
              <a:rPr lang="en-US" altLang="zh-CN" sz="1600" dirty="0">
                <a:latin typeface="+mj-ea"/>
                <a:ea typeface="+mj-ea"/>
                <a:cs typeface="Arial" panose="020B0604020202020204" pitchFamily="34" charset="0"/>
              </a:rPr>
              <a:t>. New advances in electrochemical synthesis of urea[J]. Friends of High School Students,2023,No.563No.566(Z1):72.</a:t>
            </a:r>
          </a:p>
          <a:p>
            <a:pPr algn="l">
              <a:lnSpc>
                <a:spcPct val="150000"/>
              </a:lnSpc>
            </a:pPr>
            <a:r>
              <a:rPr lang="en-US" altLang="zh-CN" sz="1600" dirty="0">
                <a:latin typeface="+mj-ea"/>
                <a:ea typeface="+mj-ea"/>
                <a:cs typeface="Arial" panose="020B0604020202020204" pitchFamily="34" charset="0"/>
              </a:rPr>
              <a:t>[12] The current status and prospects of green ammonia technology, now more than 40 green ammonia projects worldwide - Technology Sharing - PROCESS Process Industry [Internet]. Process Industry Network. </a:t>
            </a:r>
            <a:r>
              <a:rPr lang="en-US" altLang="zh-CN" sz="1600" dirty="0" err="1">
                <a:latin typeface="+mj-ea"/>
                <a:ea typeface="+mj-ea"/>
                <a:cs typeface="Arial" panose="020B0604020202020204" pitchFamily="34" charset="0"/>
              </a:rPr>
              <a:t>Coreview</a:t>
            </a:r>
            <a:r>
              <a:rPr lang="en-US" altLang="zh-CN" sz="1600" dirty="0">
                <a:latin typeface="+mj-ea"/>
                <a:ea typeface="+mj-ea"/>
                <a:cs typeface="Arial" panose="020B0604020202020204" pitchFamily="34" charset="0"/>
              </a:rPr>
              <a:t>; 2023 [cited 2023Apr18]. Available from: https://</a:t>
            </a:r>
            <a:r>
              <a:rPr lang="en-US" altLang="zh-CN" sz="1600" dirty="0" err="1">
                <a:latin typeface="+mj-ea"/>
                <a:ea typeface="+mj-ea"/>
                <a:cs typeface="Arial" panose="020B0604020202020204" pitchFamily="34" charset="0"/>
              </a:rPr>
              <a:t>chem.vogel.com.cn</a:t>
            </a:r>
            <a:r>
              <a:rPr lang="en-US" altLang="zh-CN" sz="1600" dirty="0">
                <a:latin typeface="+mj-ea"/>
                <a:ea typeface="+mj-ea"/>
                <a:cs typeface="Arial" panose="020B0604020202020204" pitchFamily="34" charset="0"/>
              </a:rPr>
              <a:t>/c1261164.shtml</a:t>
            </a:r>
          </a:p>
          <a:p>
            <a:pPr algn="l">
              <a:lnSpc>
                <a:spcPct val="150000"/>
              </a:lnSpc>
            </a:pPr>
            <a:r>
              <a:rPr lang="en-US" altLang="zh-CN" sz="1600" dirty="0">
                <a:latin typeface="+mj-ea"/>
                <a:ea typeface="+mj-ea"/>
                <a:cs typeface="Arial" panose="020B0604020202020204" pitchFamily="34" charset="0"/>
              </a:rPr>
              <a:t>[13] Shi L, Liu L, Yang B, Sheng G, Xu T. Evaluation of industrial urea energy consumption (EC) based on Life Cycle Assessment (LCA). Sustainability. 2020;12(9):3793. </a:t>
            </a:r>
          </a:p>
          <a:p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12106252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A1B8117-7545-1527-A590-0FC7755EB2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8F072E1-A41F-E968-FA91-79040916F1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CN" altLang="en-US"/>
          </a:p>
        </p:txBody>
      </p:sp>
      <p:pic>
        <p:nvPicPr>
          <p:cNvPr id="4" name="图片 3" descr="花卉插图">
            <a:extLst>
              <a:ext uri="{FF2B5EF4-FFF2-40B4-BE49-F238E27FC236}">
                <a16:creationId xmlns:a16="http://schemas.microsoft.com/office/drawing/2014/main" id="{1E205968-3D3B-7969-62C5-A267C091E8E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0" y="0"/>
            <a:ext cx="12191980" cy="6858000"/>
          </a:xfrm>
          <a:prstGeom prst="rect">
            <a:avLst/>
          </a:prstGeom>
        </p:spPr>
      </p:pic>
      <p:pic>
        <p:nvPicPr>
          <p:cNvPr id="5" name="图片 4" descr="背景图案&#10;&#10;描述已自动生成">
            <a:extLst>
              <a:ext uri="{FF2B5EF4-FFF2-40B4-BE49-F238E27FC236}">
                <a16:creationId xmlns:a16="http://schemas.microsoft.com/office/drawing/2014/main" id="{CA434BF2-3EBB-1E39-828F-79A937232856}"/>
              </a:ext>
            </a:extLst>
          </p:cNvPr>
          <p:cNvPicPr>
            <a:picLocks noChangeAspect="1"/>
          </p:cNvPicPr>
          <p:nvPr/>
        </p:nvPicPr>
        <p:blipFill>
          <a:blip r:embed="rId3">
            <a:grayscl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4700"/>
                    </a14:imgEffect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15582" y="1115014"/>
            <a:ext cx="9291679" cy="522656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矩形 5">
            <a:extLst>
              <a:ext uri="{FF2B5EF4-FFF2-40B4-BE49-F238E27FC236}">
                <a16:creationId xmlns:a16="http://schemas.microsoft.com/office/drawing/2014/main" id="{5C868E07-0DF8-EAFB-477D-7CD86C2D3E7B}"/>
              </a:ext>
            </a:extLst>
          </p:cNvPr>
          <p:cNvSpPr/>
          <p:nvPr/>
        </p:nvSpPr>
        <p:spPr>
          <a:xfrm>
            <a:off x="0" y="-54876"/>
            <a:ext cx="12192000" cy="964941"/>
          </a:xfrm>
          <a:prstGeom prst="rect">
            <a:avLst/>
          </a:prstGeom>
          <a:gradFill>
            <a:gsLst>
              <a:gs pos="7446">
                <a:srgbClr val="548235"/>
              </a:gs>
              <a:gs pos="51000">
                <a:schemeClr val="accent6">
                  <a:lumMod val="75000"/>
                </a:schemeClr>
              </a:gs>
              <a:gs pos="100000">
                <a:schemeClr val="accent6">
                  <a:lumMod val="75000"/>
                </a:schemeClr>
              </a:gs>
            </a:gsLst>
            <a:lin ang="5400000" scaled="1"/>
          </a:gra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3200" b="1" dirty="0">
                <a:latin typeface="Abadi" panose="020B0604020104020204" pitchFamily="34" charset="0"/>
              </a:rPr>
              <a:t>New urea manufacturing process in Environment</a:t>
            </a:r>
          </a:p>
        </p:txBody>
      </p:sp>
      <p:pic>
        <p:nvPicPr>
          <p:cNvPr id="7" name="图片 6" descr="图片包含 徽标&#10;&#10;描述已自动生成">
            <a:extLst>
              <a:ext uri="{FF2B5EF4-FFF2-40B4-BE49-F238E27FC236}">
                <a16:creationId xmlns:a16="http://schemas.microsoft.com/office/drawing/2014/main" id="{D166A647-A7C0-0F76-7BBD-DA4268C15E6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0359" y="25078"/>
            <a:ext cx="836562" cy="836562"/>
          </a:xfrm>
          <a:prstGeom prst="ellipse">
            <a:avLst/>
          </a:prstGeom>
        </p:spPr>
      </p:pic>
      <p:pic>
        <p:nvPicPr>
          <p:cNvPr id="8" name="图形 7" descr="农作物 轮廓">
            <a:extLst>
              <a:ext uri="{FF2B5EF4-FFF2-40B4-BE49-F238E27FC236}">
                <a16:creationId xmlns:a16="http://schemas.microsoft.com/office/drawing/2014/main" id="{917B762E-7B28-28FA-13AF-C17E8096C5A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285968" y="921941"/>
            <a:ext cx="914400" cy="914400"/>
          </a:xfrm>
          <a:prstGeom prst="rect">
            <a:avLst/>
          </a:prstGeom>
        </p:spPr>
      </p:pic>
      <p:pic>
        <p:nvPicPr>
          <p:cNvPr id="9" name="图形 8" descr="农作物 纯色填充">
            <a:extLst>
              <a:ext uri="{FF2B5EF4-FFF2-40B4-BE49-F238E27FC236}">
                <a16:creationId xmlns:a16="http://schemas.microsoft.com/office/drawing/2014/main" id="{17A5E928-DB4A-0EA5-7C34-828F7E602374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1905876" y="5687831"/>
            <a:ext cx="914400" cy="914400"/>
          </a:xfrm>
          <a:prstGeom prst="rect">
            <a:avLst/>
          </a:prstGeom>
        </p:spPr>
      </p:pic>
      <p:pic>
        <p:nvPicPr>
          <p:cNvPr id="10" name="图形 9" descr="农作物 纯色填充">
            <a:extLst>
              <a:ext uri="{FF2B5EF4-FFF2-40B4-BE49-F238E27FC236}">
                <a16:creationId xmlns:a16="http://schemas.microsoft.com/office/drawing/2014/main" id="{2615637A-37FB-EB12-1288-DFDF1F16E096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058382" y="5553869"/>
            <a:ext cx="914400" cy="914400"/>
          </a:xfrm>
          <a:prstGeom prst="rect">
            <a:avLst/>
          </a:prstGeom>
        </p:spPr>
      </p:pic>
      <p:sp>
        <p:nvSpPr>
          <p:cNvPr id="11" name="文本框 10">
            <a:extLst>
              <a:ext uri="{FF2B5EF4-FFF2-40B4-BE49-F238E27FC236}">
                <a16:creationId xmlns:a16="http://schemas.microsoft.com/office/drawing/2014/main" id="{367AA398-D852-F464-C240-762394A35091}"/>
              </a:ext>
            </a:extLst>
          </p:cNvPr>
          <p:cNvSpPr txBox="1"/>
          <p:nvPr/>
        </p:nvSpPr>
        <p:spPr>
          <a:xfrm>
            <a:off x="3170208" y="2277757"/>
            <a:ext cx="5821933" cy="24992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zh-CN" sz="3600" b="1" i="1" dirty="0">
                <a:solidFill>
                  <a:schemeClr val="accent1">
                    <a:lumMod val="75000"/>
                  </a:schemeClr>
                </a:solidFill>
                <a:latin typeface="Arial Black" panose="020B0A04020102020204" pitchFamily="34" charset="0"/>
              </a:rPr>
              <a:t>That’s all </a:t>
            </a:r>
          </a:p>
          <a:p>
            <a:pPr algn="ctr">
              <a:lnSpc>
                <a:spcPct val="150000"/>
              </a:lnSpc>
            </a:pPr>
            <a:r>
              <a:rPr lang="en-US" altLang="zh-CN" sz="3600" b="1" i="1" dirty="0">
                <a:solidFill>
                  <a:schemeClr val="accent1">
                    <a:lumMod val="75000"/>
                  </a:schemeClr>
                </a:solidFill>
                <a:latin typeface="Arial Black" panose="020B0A04020102020204" pitchFamily="34" charset="0"/>
              </a:rPr>
              <a:t>Thank you</a:t>
            </a:r>
          </a:p>
          <a:p>
            <a:pPr algn="ctr">
              <a:lnSpc>
                <a:spcPct val="150000"/>
              </a:lnSpc>
            </a:pPr>
            <a:r>
              <a:rPr lang="en-US" altLang="zh-CN" sz="3600" b="1" i="1" dirty="0">
                <a:solidFill>
                  <a:schemeClr val="accent1">
                    <a:lumMod val="75000"/>
                  </a:schemeClr>
                </a:solidFill>
                <a:latin typeface="Arial Black" panose="020B0A04020102020204" pitchFamily="34" charset="0"/>
              </a:rPr>
              <a:t>Please ask question</a:t>
            </a:r>
            <a:endParaRPr lang="zh-CN" altLang="en-US" sz="3200" b="1" i="1" dirty="0">
              <a:solidFill>
                <a:schemeClr val="accent1">
                  <a:lumMod val="75000"/>
                </a:schemeClr>
              </a:solidFill>
              <a:latin typeface="Arial Black" panose="020B0A040201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4903603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THEME" val="https://www.islide.cc;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THEME" val="https://www.islide.cc;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THEME" val="https://www.islide.cc;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THEME" val="https://www.islide.cc;"/>
</p:tagLst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3346</TotalTime>
  <Words>1469</Words>
  <Application>Microsoft Macintosh PowerPoint</Application>
  <PresentationFormat>宽屏</PresentationFormat>
  <Paragraphs>236</Paragraphs>
  <Slides>26</Slides>
  <Notes>1</Notes>
  <HiddenSlides>0</HiddenSlides>
  <MMClips>0</MMClips>
  <ScaleCrop>false</ScaleCrop>
  <HeadingPairs>
    <vt:vector size="8" baseType="variant">
      <vt:variant>
        <vt:lpstr>已用的字体</vt:lpstr>
      </vt:variant>
      <vt:variant>
        <vt:i4>15</vt:i4>
      </vt:variant>
      <vt:variant>
        <vt:lpstr>主题</vt:lpstr>
      </vt:variant>
      <vt:variant>
        <vt:i4>1</vt:i4>
      </vt:variant>
      <vt:variant>
        <vt:lpstr>嵌入 OLE 服务器</vt:lpstr>
      </vt:variant>
      <vt:variant>
        <vt:i4>1</vt:i4>
      </vt:variant>
      <vt:variant>
        <vt:lpstr>幻灯片标题</vt:lpstr>
      </vt:variant>
      <vt:variant>
        <vt:i4>26</vt:i4>
      </vt:variant>
    </vt:vector>
  </HeadingPairs>
  <TitlesOfParts>
    <vt:vector size="43" baseType="lpstr">
      <vt:lpstr>等线</vt:lpstr>
      <vt:lpstr>等线 Light</vt:lpstr>
      <vt:lpstr>微软雅黑</vt:lpstr>
      <vt:lpstr>Adobe 黑体 Std R</vt:lpstr>
      <vt:lpstr>HelveticaExt-Normal</vt:lpstr>
      <vt:lpstr>Monument Extended</vt:lpstr>
      <vt:lpstr>PingFang SC</vt:lpstr>
      <vt:lpstr>Abadi</vt:lpstr>
      <vt:lpstr>Algerian</vt:lpstr>
      <vt:lpstr>Angsana New</vt:lpstr>
      <vt:lpstr>Arial</vt:lpstr>
      <vt:lpstr>Arial Black</vt:lpstr>
      <vt:lpstr>Century Gothic</vt:lpstr>
      <vt:lpstr>Times New Roman</vt:lpstr>
      <vt:lpstr>Wingdings</vt:lpstr>
      <vt:lpstr>Office 主题​​</vt:lpstr>
      <vt:lpstr>Equation</vt:lpstr>
      <vt:lpstr>PowerPoint 演示文稿</vt:lpstr>
      <vt:lpstr>PowerPoint 演示文稿</vt:lpstr>
      <vt:lpstr>Background 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  CONVENTIONAL Manufacturing</vt:lpstr>
      <vt:lpstr>PowerPoint 演示文稿</vt:lpstr>
      <vt:lpstr>PowerPoint 演示文稿</vt:lpstr>
      <vt:lpstr>PowerPoint 演示文稿</vt:lpstr>
      <vt:lpstr>PowerPoint 演示文稿</vt:lpstr>
      <vt:lpstr>  Novel Manufacturing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  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张 梦菲</dc:creator>
  <cp:lastModifiedBy>Suyu Ji</cp:lastModifiedBy>
  <cp:revision>81</cp:revision>
  <dcterms:created xsi:type="dcterms:W3CDTF">2023-04-13T06:37:55Z</dcterms:created>
  <dcterms:modified xsi:type="dcterms:W3CDTF">2023-04-19T09:20:27Z</dcterms:modified>
</cp:coreProperties>
</file>