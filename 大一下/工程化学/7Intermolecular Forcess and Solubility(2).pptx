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1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3"/>
    <p:restoredTop sz="94666"/>
  </p:normalViewPr>
  <p:slideViewPr>
    <p:cSldViewPr>
      <p:cViewPr varScale="1">
        <p:scale>
          <a:sx n="115" d="100"/>
          <a:sy n="115" d="100"/>
        </p:scale>
        <p:origin x="105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611123" y="332231"/>
            <a:ext cx="7848600" cy="2880360"/>
          </a:xfrm>
          <a:custGeom>
            <a:avLst/>
            <a:gdLst/>
            <a:ahLst/>
            <a:cxnLst/>
            <a:rect l="l" t="t" r="r" b="b"/>
            <a:pathLst>
              <a:path w="7848600" h="2880360">
                <a:moveTo>
                  <a:pt x="7848600" y="0"/>
                </a:moveTo>
                <a:lnTo>
                  <a:pt x="0" y="0"/>
                </a:lnTo>
                <a:lnTo>
                  <a:pt x="0" y="2880360"/>
                </a:lnTo>
                <a:lnTo>
                  <a:pt x="7848600" y="2880360"/>
                </a:lnTo>
                <a:lnTo>
                  <a:pt x="7848600" y="0"/>
                </a:lnTo>
                <a:close/>
              </a:path>
            </a:pathLst>
          </a:custGeom>
          <a:solidFill>
            <a:srgbClr val="EBEBB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611123" y="332231"/>
            <a:ext cx="7848600" cy="2880360"/>
          </a:xfrm>
          <a:custGeom>
            <a:avLst/>
            <a:gdLst/>
            <a:ahLst/>
            <a:cxnLst/>
            <a:rect l="l" t="t" r="r" b="b"/>
            <a:pathLst>
              <a:path w="7848600" h="2880360">
                <a:moveTo>
                  <a:pt x="0" y="2880360"/>
                </a:moveTo>
                <a:lnTo>
                  <a:pt x="7848600" y="2880360"/>
                </a:lnTo>
                <a:lnTo>
                  <a:pt x="7848600" y="0"/>
                </a:lnTo>
                <a:lnTo>
                  <a:pt x="0" y="0"/>
                </a:lnTo>
                <a:lnTo>
                  <a:pt x="0" y="2880360"/>
                </a:lnTo>
                <a:close/>
              </a:path>
            </a:pathLst>
          </a:custGeom>
          <a:ln w="9525">
            <a:solidFill>
              <a:srgbClr val="6600C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02614" y="1304620"/>
            <a:ext cx="7338771" cy="18554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09600" y="4114800"/>
            <a:ext cx="7924800" cy="14465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90958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67195675" r:id="rId1"/>
    <p:sldLayoutId id="2367195676" r:id="rId2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indent="-324900" algn="ctr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s@qmul.ac.uk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02614" y="1304620"/>
            <a:ext cx="7338771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15110" marR="5080" indent="-1503045">
              <a:lnSpc>
                <a:spcPct val="100000"/>
              </a:lnSpc>
              <a:spcBef>
                <a:spcPts val="100"/>
              </a:spcBef>
            </a:pPr>
            <a:r>
              <a:rPr sz="4800" dirty="0"/>
              <a:t>QXU400</a:t>
            </a:r>
            <a:r>
              <a:rPr lang="en-US" sz="4800" dirty="0"/>
              <a:t>4</a:t>
            </a:r>
            <a:r>
              <a:rPr sz="4800" spc="-60" dirty="0"/>
              <a:t> </a:t>
            </a:r>
            <a:r>
              <a:rPr lang="en-GB" sz="4800" spc="-5" dirty="0"/>
              <a:t>Eng. Chemistry</a:t>
            </a:r>
            <a:endParaRPr sz="4800" spc="-5" dirty="0"/>
          </a:p>
        </p:txBody>
      </p:sp>
      <p:sp>
        <p:nvSpPr>
          <p:cNvPr id="3" name="object 3"/>
          <p:cNvSpPr txBox="1"/>
          <p:nvPr/>
        </p:nvSpPr>
        <p:spPr>
          <a:xfrm>
            <a:off x="533399" y="4108754"/>
            <a:ext cx="8077200" cy="1386277"/>
          </a:xfrm>
          <a:prstGeom prst="rect">
            <a:avLst/>
          </a:prstGeom>
          <a:solidFill>
            <a:srgbClr val="BADFE2"/>
          </a:solidFill>
        </p:spPr>
        <p:txBody>
          <a:bodyPr vert="horz" wrap="square" lIns="0" tIns="31750" rIns="0" bIns="0" rtlCol="0">
            <a:spAutoFit/>
          </a:bodyPr>
          <a:lstStyle/>
          <a:p>
            <a:pPr marL="808355" marR="800100" indent="739140" algn="ctr">
              <a:lnSpc>
                <a:spcPct val="100000"/>
              </a:lnSpc>
              <a:spcBef>
                <a:spcPts val="250"/>
              </a:spcBef>
            </a:pPr>
            <a:r>
              <a:rPr sz="4400" b="1" dirty="0">
                <a:latin typeface="Arial"/>
                <a:cs typeface="Arial"/>
              </a:rPr>
              <a:t>Dr </a:t>
            </a:r>
            <a:r>
              <a:rPr lang="en-US" sz="4400" b="1" dirty="0">
                <a:latin typeface="Arial"/>
                <a:cs typeface="Arial"/>
              </a:rPr>
              <a:t>Sulafudin Vukusic s.vukusic</a:t>
            </a:r>
            <a:r>
              <a:rPr sz="4400" b="1" dirty="0">
                <a:latin typeface="Arial"/>
                <a:cs typeface="Arial"/>
                <a:hlinkClick r:id="rId2"/>
              </a:rPr>
              <a:t>@qmul.ac.uk</a:t>
            </a:r>
            <a:endParaRPr sz="44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719C515F-A10A-12CD-4709-32A46B6A2CC2}"/>
              </a:ext>
            </a:extLst>
          </p:cNvPr>
          <p:cNvSpPr txBox="1"/>
          <p:nvPr/>
        </p:nvSpPr>
        <p:spPr>
          <a:xfrm>
            <a:off x="6732240" y="980728"/>
            <a:ext cx="25557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dirty="0">
                <a:solidFill>
                  <a:srgbClr val="FF0000"/>
                </a:solidFill>
              </a:rPr>
              <a:t>取向力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9525"/>
          <a:ext cx="9144000" cy="6867525"/>
          <a:chOff x="0" y="9525"/>
          <a:chExt cx="9144000" cy="6867525"/>
        </a:xfrm>
      </p:grpSpPr>
      <p:pic>
        <p:nvPicPr>
          <p:cNvPr id="2" name="Sl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eme98">
  <a:themeElements>
    <a:clrScheme name="Theme9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98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98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19</Words>
  <Application>Microsoft Macintosh PowerPoint</Application>
  <PresentationFormat>全屏显示(4:3)</PresentationFormat>
  <Paragraphs>3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7" baseType="lpstr">
      <vt:lpstr>Arial</vt:lpstr>
      <vt:lpstr>Theme98</vt:lpstr>
      <vt:lpstr>QXU4004 Eng. Chemistry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Xuanming Che</cp:lastModifiedBy>
  <cp:revision>2</cp:revision>
  <dcterms:created xsi:type="dcterms:W3CDTF">2023-03-07T08:56:42Z</dcterms:created>
  <dcterms:modified xsi:type="dcterms:W3CDTF">2024-03-21T12:17:00Z</dcterms:modified>
  <cp:category/>
</cp:coreProperties>
</file>