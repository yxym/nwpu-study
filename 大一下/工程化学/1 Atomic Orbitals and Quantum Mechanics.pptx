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av" ContentType="audio/x-wav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40.xml" ContentType="application/vnd.openxmlformats-officedocument.presentationml.notesSlide+xml"/>
  <Override PartName="/ppt/theme/themeOverride3.xml" ContentType="application/vnd.openxmlformats-officedocument.themeOverride+xml"/>
  <Override PartName="/ppt/notesSlides/notesSlide41.xml" ContentType="application/vnd.openxmlformats-officedocument.presentationml.notesSlide+xml"/>
  <Override PartName="/ppt/theme/themeOverride4.xml" ContentType="application/vnd.openxmlformats-officedocument.themeOverr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theme/themeOverride5.xml" ContentType="application/vnd.openxmlformats-officedocument.themeOverr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theme/themeOverride6.xml" ContentType="application/vnd.openxmlformats-officedocument.themeOverride+xml"/>
  <Override PartName="/ppt/notesSlides/notesSlide52.xml" ContentType="application/vnd.openxmlformats-officedocument.presentationml.notesSlide+xml"/>
  <Override PartName="/ppt/theme/themeOverride7.xml" ContentType="application/vnd.openxmlformats-officedocument.themeOverride+xml"/>
  <Override PartName="/ppt/notesSlides/notesSlide53.xml" ContentType="application/vnd.openxmlformats-officedocument.presentationml.notesSlide+xml"/>
  <Override PartName="/ppt/theme/themeOverride8.xml" ContentType="application/vnd.openxmlformats-officedocument.themeOverr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theme/themeOverride9.xml" ContentType="application/vnd.openxmlformats-officedocument.themeOverride+xml"/>
  <Override PartName="/ppt/notesSlides/notesSlide58.xml" ContentType="application/vnd.openxmlformats-officedocument.presentationml.notesSlide+xml"/>
  <Override PartName="/ppt/theme/themeOverride10.xml" ContentType="application/vnd.openxmlformats-officedocument.themeOverr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theme/themeOverride11.xml" ContentType="application/vnd.openxmlformats-officedocument.themeOverride+xml"/>
  <Override PartName="/ppt/notesSlides/notesSlide61.xml" ContentType="application/vnd.openxmlformats-officedocument.presentationml.notesSlide+xml"/>
  <Override PartName="/ppt/theme/themeOverride12.xml" ContentType="application/vnd.openxmlformats-officedocument.themeOverr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theme/themeOverride13.xml" ContentType="application/vnd.openxmlformats-officedocument.themeOverr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theme/themeOverride14.xml" ContentType="application/vnd.openxmlformats-officedocument.themeOverride+xml"/>
  <Override PartName="/ppt/notesSlides/notesSlide68.xml" ContentType="application/vnd.openxmlformats-officedocument.presentationml.notesSlide+xml"/>
  <Override PartName="/ppt/theme/themeOverride15.xml" ContentType="application/vnd.openxmlformats-officedocument.themeOverr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theme/themeOverride16.xml" ContentType="application/vnd.openxmlformats-officedocument.themeOverr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theme/themeOverride17.xml" ContentType="application/vnd.openxmlformats-officedocument.themeOverr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48" r:id="rId1"/>
  </p:sldMasterIdLst>
  <p:notesMasterIdLst>
    <p:notesMasterId r:id="rId100"/>
  </p:notesMasterIdLst>
  <p:sldIdLst>
    <p:sldId id="330" r:id="rId2"/>
    <p:sldId id="389" r:id="rId3"/>
    <p:sldId id="335" r:id="rId4"/>
    <p:sldId id="380" r:id="rId5"/>
    <p:sldId id="360" r:id="rId6"/>
    <p:sldId id="368" r:id="rId7"/>
    <p:sldId id="263" r:id="rId8"/>
    <p:sldId id="399" r:id="rId9"/>
    <p:sldId id="257" r:id="rId10"/>
    <p:sldId id="258" r:id="rId11"/>
    <p:sldId id="259" r:id="rId12"/>
    <p:sldId id="317" r:id="rId13"/>
    <p:sldId id="386" r:id="rId14"/>
    <p:sldId id="387" r:id="rId15"/>
    <p:sldId id="385" r:id="rId16"/>
    <p:sldId id="390" r:id="rId17"/>
    <p:sldId id="260" r:id="rId18"/>
    <p:sldId id="375" r:id="rId19"/>
    <p:sldId id="376" r:id="rId20"/>
    <p:sldId id="336" r:id="rId21"/>
    <p:sldId id="265" r:id="rId22"/>
    <p:sldId id="264" r:id="rId23"/>
    <p:sldId id="266" r:id="rId24"/>
    <p:sldId id="269" r:id="rId25"/>
    <p:sldId id="319" r:id="rId26"/>
    <p:sldId id="268" r:id="rId27"/>
    <p:sldId id="271" r:id="rId28"/>
    <p:sldId id="327" r:id="rId29"/>
    <p:sldId id="328" r:id="rId30"/>
    <p:sldId id="277" r:id="rId31"/>
    <p:sldId id="280" r:id="rId32"/>
    <p:sldId id="281" r:id="rId33"/>
    <p:sldId id="282" r:id="rId34"/>
    <p:sldId id="283" r:id="rId35"/>
    <p:sldId id="325" r:id="rId36"/>
    <p:sldId id="320" r:id="rId37"/>
    <p:sldId id="286" r:id="rId38"/>
    <p:sldId id="287" r:id="rId39"/>
    <p:sldId id="288" r:id="rId40"/>
    <p:sldId id="337" r:id="rId41"/>
    <p:sldId id="338" r:id="rId42"/>
    <p:sldId id="339" r:id="rId43"/>
    <p:sldId id="289" r:id="rId44"/>
    <p:sldId id="340" r:id="rId45"/>
    <p:sldId id="290" r:id="rId46"/>
    <p:sldId id="291" r:id="rId47"/>
    <p:sldId id="292" r:id="rId48"/>
    <p:sldId id="293" r:id="rId49"/>
    <p:sldId id="294" r:id="rId50"/>
    <p:sldId id="374" r:id="rId51"/>
    <p:sldId id="373" r:id="rId52"/>
    <p:sldId id="295" r:id="rId53"/>
    <p:sldId id="356" r:id="rId54"/>
    <p:sldId id="357" r:id="rId55"/>
    <p:sldId id="358" r:id="rId56"/>
    <p:sldId id="296" r:id="rId57"/>
    <p:sldId id="321" r:id="rId58"/>
    <p:sldId id="297" r:id="rId59"/>
    <p:sldId id="342" r:id="rId60"/>
    <p:sldId id="341" r:id="rId61"/>
    <p:sldId id="298" r:id="rId62"/>
    <p:sldId id="349" r:id="rId63"/>
    <p:sldId id="344" r:id="rId64"/>
    <p:sldId id="388" r:id="rId65"/>
    <p:sldId id="391" r:id="rId66"/>
    <p:sldId id="350" r:id="rId67"/>
    <p:sldId id="393" r:id="rId68"/>
    <p:sldId id="299" r:id="rId69"/>
    <p:sldId id="352" r:id="rId70"/>
    <p:sldId id="354" r:id="rId71"/>
    <p:sldId id="394" r:id="rId72"/>
    <p:sldId id="300" r:id="rId73"/>
    <p:sldId id="355" r:id="rId74"/>
    <p:sldId id="395" r:id="rId75"/>
    <p:sldId id="365" r:id="rId76"/>
    <p:sldId id="364" r:id="rId77"/>
    <p:sldId id="359" r:id="rId78"/>
    <p:sldId id="363" r:id="rId79"/>
    <p:sldId id="303" r:id="rId80"/>
    <p:sldId id="304" r:id="rId81"/>
    <p:sldId id="302" r:id="rId82"/>
    <p:sldId id="305" r:id="rId83"/>
    <p:sldId id="306" r:id="rId84"/>
    <p:sldId id="307" r:id="rId85"/>
    <p:sldId id="308" r:id="rId86"/>
    <p:sldId id="322" r:id="rId87"/>
    <p:sldId id="396" r:id="rId88"/>
    <p:sldId id="381" r:id="rId89"/>
    <p:sldId id="383" r:id="rId90"/>
    <p:sldId id="382" r:id="rId91"/>
    <p:sldId id="397" r:id="rId92"/>
    <p:sldId id="309" r:id="rId93"/>
    <p:sldId id="310" r:id="rId94"/>
    <p:sldId id="312" r:id="rId95"/>
    <p:sldId id="311" r:id="rId96"/>
    <p:sldId id="400" r:id="rId97"/>
    <p:sldId id="313" r:id="rId98"/>
    <p:sldId id="401" r:id="rId99"/>
  </p:sldIdLst>
  <p:sldSz cx="9144000" cy="6858000" type="screen4x3"/>
  <p:notesSz cx="6858000" cy="9144000"/>
  <p:custDataLst>
    <p:tags r:id="rId101"/>
  </p:custDataLst>
  <p:defaultTextStyle>
    <a:defPPr>
      <a:defRPr lang="en-GB"/>
    </a:defPPr>
    <a:lvl1pPr algn="l" defTabSz="457200" rtl="0" eaLnBrk="0" fontAlgn="base" hangingPunct="0">
      <a:spcBef>
        <a:spcPct val="0"/>
      </a:spcBef>
      <a:spcAft>
        <a:spcPct val="0"/>
      </a:spcAft>
      <a:defRPr sz="2400" kern="1200">
        <a:solidFill>
          <a:schemeClr val="bg1"/>
        </a:solidFill>
        <a:latin typeface="Arial" panose="020B0604020202020204" pitchFamily="34" charset="0"/>
        <a:ea typeface="+mn-ea"/>
        <a:cs typeface="+mn-cs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sz="2400" kern="1200">
        <a:solidFill>
          <a:schemeClr val="bg1"/>
        </a:solidFill>
        <a:latin typeface="Arial" panose="020B0604020202020204" pitchFamily="34" charset="0"/>
        <a:ea typeface="+mn-ea"/>
        <a:cs typeface="+mn-cs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sz="2400" kern="1200">
        <a:solidFill>
          <a:schemeClr val="bg1"/>
        </a:solidFill>
        <a:latin typeface="Arial" panose="020B0604020202020204" pitchFamily="34" charset="0"/>
        <a:ea typeface="+mn-ea"/>
        <a:cs typeface="+mn-cs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sz="2400" kern="1200">
        <a:solidFill>
          <a:schemeClr val="bg1"/>
        </a:solidFill>
        <a:latin typeface="Arial" panose="020B0604020202020204" pitchFamily="34" charset="0"/>
        <a:ea typeface="+mn-ea"/>
        <a:cs typeface="+mn-cs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sz="2400" kern="1200">
        <a:solidFill>
          <a:schemeClr val="bg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bg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bg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bg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bg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324" autoAdjust="0"/>
    <p:restoredTop sz="83882"/>
  </p:normalViewPr>
  <p:slideViewPr>
    <p:cSldViewPr>
      <p:cViewPr varScale="1">
        <p:scale>
          <a:sx n="78" d="100"/>
          <a:sy n="78" d="100"/>
        </p:scale>
        <p:origin x="1347" y="51"/>
      </p:cViewPr>
      <p:guideLst>
        <p:guide orient="horz" pos="2160"/>
        <p:guide pos="2880"/>
      </p:guideLst>
    </p:cSldViewPr>
  </p:slideViewPr>
  <p:outlineViewPr>
    <p:cViewPr>
      <p:scale>
        <a:sx n="50" d="100"/>
        <a:sy n="50" d="100"/>
      </p:scale>
      <p:origin x="-784" y="-88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9" d="100"/>
          <a:sy n="59" d="100"/>
        </p:scale>
        <p:origin x="-1752" y="-7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presProps" Target="presProps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notesMaster" Target="notesMasters/notesMaster1.xml"/><Relationship Id="rId105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AutoShape 1">
            <a:extLst>
              <a:ext uri="{FF2B5EF4-FFF2-40B4-BE49-F238E27FC236}">
                <a16:creationId xmlns:a16="http://schemas.microsoft.com/office/drawing/2014/main" id="{739381DD-D163-46FE-A02E-8D587BA627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22502A79-35A8-43D4-A7C2-AE8F1BB96F41}"/>
              </a:ext>
            </a:extLst>
          </p:cNvPr>
          <p:cNvSpPr>
            <a:spLocks noGrp="1" noChangeArrowheads="1"/>
          </p:cNvSpPr>
          <p:nvPr>
            <p:ph type="hdr"/>
          </p:nvPr>
        </p:nvSpPr>
        <p:spPr bwMode="auto">
          <a:xfrm>
            <a:off x="0" y="0"/>
            <a:ext cx="2970213" cy="4556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buClr>
                <a:srgbClr val="000000"/>
              </a:buClr>
              <a:buSzPct val="100000"/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0FDA2365-FB76-4153-B1C5-31D6D8F60DB4}"/>
              </a:ext>
            </a:extLst>
          </p:cNvPr>
          <p:cNvSpPr>
            <a:spLocks noGrp="1" noChangeArrowheads="1"/>
          </p:cNvSpPr>
          <p:nvPr>
            <p:ph type="dt"/>
          </p:nvPr>
        </p:nvSpPr>
        <p:spPr bwMode="auto">
          <a:xfrm>
            <a:off x="3886200" y="0"/>
            <a:ext cx="2970213" cy="4556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buClr>
                <a:srgbClr val="000000"/>
              </a:buClr>
              <a:buSzPct val="100000"/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2053" name="Rectangle 4">
            <a:extLst>
              <a:ext uri="{FF2B5EF4-FFF2-40B4-BE49-F238E27FC236}">
                <a16:creationId xmlns:a16="http://schemas.microsoft.com/office/drawing/2014/main" id="{197E3B08-CA65-442C-BAA7-35FC65D3E0CB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0413" cy="3427413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451944F1-6D60-4957-B332-E11ACA2D4C02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 bwMode="auto">
          <a:xfrm>
            <a:off x="914400" y="4343400"/>
            <a:ext cx="5027613" cy="41132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noProof="0"/>
          </a:p>
        </p:txBody>
      </p:sp>
      <p:sp>
        <p:nvSpPr>
          <p:cNvPr id="2054" name="Rectangle 6">
            <a:extLst>
              <a:ext uri="{FF2B5EF4-FFF2-40B4-BE49-F238E27FC236}">
                <a16:creationId xmlns:a16="http://schemas.microsoft.com/office/drawing/2014/main" id="{2298435E-541E-4687-899D-E152C6303116}"/>
              </a:ext>
            </a:extLst>
          </p:cNvPr>
          <p:cNvSpPr>
            <a:spLocks noGrp="1" noChangeArrowheads="1"/>
          </p:cNvSpPr>
          <p:nvPr>
            <p:ph type="ftr"/>
          </p:nvPr>
        </p:nvSpPr>
        <p:spPr bwMode="auto">
          <a:xfrm>
            <a:off x="0" y="8686800"/>
            <a:ext cx="2970213" cy="4556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buClr>
                <a:srgbClr val="000000"/>
              </a:buClr>
              <a:buSzPct val="100000"/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2055" name="Rectangle 7">
            <a:extLst>
              <a:ext uri="{FF2B5EF4-FFF2-40B4-BE49-F238E27FC236}">
                <a16:creationId xmlns:a16="http://schemas.microsoft.com/office/drawing/2014/main" id="{E0B94CC0-3128-4D77-8EF7-7B45240EC47D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 bwMode="auto">
          <a:xfrm>
            <a:off x="3886200" y="8686800"/>
            <a:ext cx="2970213" cy="4556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 smtClean="0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fld id="{FC61E4D3-4F36-4A50-88BF-384CDEFBBB7E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8" charset="0"/>
        <a:ea typeface="+mn-ea"/>
        <a:cs typeface="+mn-cs"/>
      </a:defRPr>
    </a:lvl1pPr>
    <a:lvl2pPr marL="742950" indent="-285750"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8" charset="0"/>
        <a:ea typeface="+mn-ea"/>
        <a:cs typeface="+mn-cs"/>
      </a:defRPr>
    </a:lvl2pPr>
    <a:lvl3pPr marL="1143000" indent="-228600"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8" charset="0"/>
        <a:ea typeface="+mn-ea"/>
        <a:cs typeface="+mn-cs"/>
      </a:defRPr>
    </a:lvl3pPr>
    <a:lvl4pPr marL="1600200" indent="-228600"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8" charset="0"/>
        <a:ea typeface="+mn-ea"/>
        <a:cs typeface="+mn-cs"/>
      </a:defRPr>
    </a:lvl4pPr>
    <a:lvl5pPr marL="2057400" indent="-228600"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251A5ACD-B579-4FFF-B0D7-CCC0D15174C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7BEAA613-E96E-4B66-AF3D-38EFA17DFF5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  <p:txBody>
          <a:bodyPr/>
          <a:lstStyle/>
          <a:p>
            <a:endParaRPr lang="en-US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>
            <a:extLst>
              <a:ext uri="{FF2B5EF4-FFF2-40B4-BE49-F238E27FC236}">
                <a16:creationId xmlns:a16="http://schemas.microsoft.com/office/drawing/2014/main" id="{E452AC79-EB1B-46B6-AFE4-2485CC7579E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D453930-B8BE-407A-8354-867979E58CC7}" type="slidenum">
              <a:rPr lang="en-US" altLang="en-US"/>
              <a:pPr/>
              <a:t>2</a:t>
            </a:fld>
            <a:endParaRPr lang="en-US" altLang="en-US"/>
          </a:p>
        </p:txBody>
      </p:sp>
      <p:sp>
        <p:nvSpPr>
          <p:cNvPr id="12291" name="Rectangle 2">
            <a:extLst>
              <a:ext uri="{FF2B5EF4-FFF2-40B4-BE49-F238E27FC236}">
                <a16:creationId xmlns:a16="http://schemas.microsoft.com/office/drawing/2014/main" id="{27F71E8F-44B1-4322-9BFF-798EEBFB876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>
            <a:extLst>
              <a:ext uri="{FF2B5EF4-FFF2-40B4-BE49-F238E27FC236}">
                <a16:creationId xmlns:a16="http://schemas.microsoft.com/office/drawing/2014/main" id="{130B3109-77DC-469F-B754-E200030A30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8117353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56CD96D3-362F-4015-B2FE-1BB56FFA9AB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EDC6DEC2-063A-43E0-A66A-549B183F0B9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  <p:txBody>
          <a:bodyPr/>
          <a:lstStyle/>
          <a:p>
            <a:endParaRPr lang="en-US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>
              <a:defRPr/>
            </a:pPr>
            <a:fld id="{FC61E4D3-4F36-4A50-88BF-384CDEFBBB7E}" type="slidenum">
              <a:rPr lang="en-GB" altLang="en-US" smtClean="0"/>
              <a:pPr>
                <a:defRPr/>
              </a:pPr>
              <a:t>4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0655295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>
              <a:defRPr/>
            </a:pPr>
            <a:fld id="{FC61E4D3-4F36-4A50-88BF-384CDEFBBB7E}" type="slidenum">
              <a:rPr lang="en-GB" altLang="en-US" smtClean="0"/>
              <a:pPr>
                <a:defRPr/>
              </a:pPr>
              <a:t>5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871734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>
              <a:defRPr/>
            </a:pPr>
            <a:fld id="{FC61E4D3-4F36-4A50-88BF-384CDEFBBB7E}" type="slidenum">
              <a:rPr lang="en-GB" altLang="en-US" smtClean="0"/>
              <a:pPr>
                <a:defRPr/>
              </a:pPr>
              <a:t>6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1726208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>
            <a:extLst>
              <a:ext uri="{FF2B5EF4-FFF2-40B4-BE49-F238E27FC236}">
                <a16:creationId xmlns:a16="http://schemas.microsoft.com/office/drawing/2014/main" id="{378219AD-568D-4EA6-A162-4FC16EA91B4D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fld id="{FFBBD1FA-C181-430D-A359-141D2193727A}" type="slidenum">
              <a:rPr lang="en-GB" altLang="en-US">
                <a:latin typeface="Arial" panose="020B0604020202020204" pitchFamily="34" charset="0"/>
              </a:rPr>
              <a:pPr>
                <a:spcBef>
                  <a:spcPct val="0"/>
                </a:spcBef>
                <a:buFont typeface="Arial" panose="020B0604020202020204" pitchFamily="34" charset="0"/>
                <a:buNone/>
              </a:pPr>
              <a:t>7</a:t>
            </a:fld>
            <a:endParaRPr lang="en-GB" altLang="en-US">
              <a:latin typeface="Arial" panose="020B0604020202020204" pitchFamily="34" charset="0"/>
            </a:endParaRPr>
          </a:p>
        </p:txBody>
      </p:sp>
      <p:sp>
        <p:nvSpPr>
          <p:cNvPr id="28675" name="Rectangle 1">
            <a:extLst>
              <a:ext uri="{FF2B5EF4-FFF2-40B4-BE49-F238E27FC236}">
                <a16:creationId xmlns:a16="http://schemas.microsoft.com/office/drawing/2014/main" id="{C750B5AB-A8DD-4C9C-A5B6-99F12698280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28676" name="Rectangle 2">
            <a:extLst>
              <a:ext uri="{FF2B5EF4-FFF2-40B4-BE49-F238E27FC236}">
                <a16:creationId xmlns:a16="http://schemas.microsoft.com/office/drawing/2014/main" id="{69E10C62-9FB2-4FC1-8299-332003F7350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>
            <a:extLst>
              <a:ext uri="{FF2B5EF4-FFF2-40B4-BE49-F238E27FC236}">
                <a16:creationId xmlns:a16="http://schemas.microsoft.com/office/drawing/2014/main" id="{378219AD-568D-4EA6-A162-4FC16EA91B4D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fld id="{FFBBD1FA-C181-430D-A359-141D2193727A}" type="slidenum">
              <a:rPr lang="en-GB" altLang="en-US">
                <a:latin typeface="Arial" panose="020B0604020202020204" pitchFamily="34" charset="0"/>
              </a:rPr>
              <a:pPr>
                <a:spcBef>
                  <a:spcPct val="0"/>
                </a:spcBef>
                <a:buFont typeface="Arial" panose="020B0604020202020204" pitchFamily="34" charset="0"/>
                <a:buNone/>
              </a:pPr>
              <a:t>8</a:t>
            </a:fld>
            <a:endParaRPr lang="en-GB" altLang="en-US">
              <a:latin typeface="Arial" panose="020B0604020202020204" pitchFamily="34" charset="0"/>
            </a:endParaRPr>
          </a:p>
        </p:txBody>
      </p:sp>
      <p:sp>
        <p:nvSpPr>
          <p:cNvPr id="28675" name="Rectangle 1">
            <a:extLst>
              <a:ext uri="{FF2B5EF4-FFF2-40B4-BE49-F238E27FC236}">
                <a16:creationId xmlns:a16="http://schemas.microsoft.com/office/drawing/2014/main" id="{C750B5AB-A8DD-4C9C-A5B6-99F12698280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28676" name="Rectangle 2">
            <a:extLst>
              <a:ext uri="{FF2B5EF4-FFF2-40B4-BE49-F238E27FC236}">
                <a16:creationId xmlns:a16="http://schemas.microsoft.com/office/drawing/2014/main" id="{69E10C62-9FB2-4FC1-8299-332003F7350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14416743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>
            <a:extLst>
              <a:ext uri="{FF2B5EF4-FFF2-40B4-BE49-F238E27FC236}">
                <a16:creationId xmlns:a16="http://schemas.microsoft.com/office/drawing/2014/main" id="{AE3241B3-71B9-452D-82E0-3911C5028839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fld id="{74FF1504-7F7A-49D1-AD45-235621AF9F71}" type="slidenum">
              <a:rPr lang="en-GB" altLang="en-US">
                <a:latin typeface="Arial" panose="020B0604020202020204" pitchFamily="34" charset="0"/>
              </a:rPr>
              <a:pPr>
                <a:spcBef>
                  <a:spcPct val="0"/>
                </a:spcBef>
                <a:buFont typeface="Arial" panose="020B0604020202020204" pitchFamily="34" charset="0"/>
                <a:buNone/>
              </a:pPr>
              <a:t>9</a:t>
            </a:fld>
            <a:endParaRPr lang="en-GB" altLang="en-US">
              <a:latin typeface="Arial" panose="020B0604020202020204" pitchFamily="34" charset="0"/>
            </a:endParaRPr>
          </a:p>
        </p:txBody>
      </p:sp>
      <p:sp>
        <p:nvSpPr>
          <p:cNvPr id="9219" name="Rectangle 1">
            <a:extLst>
              <a:ext uri="{FF2B5EF4-FFF2-40B4-BE49-F238E27FC236}">
                <a16:creationId xmlns:a16="http://schemas.microsoft.com/office/drawing/2014/main" id="{EFC5CD66-ACB1-4B63-AD79-F3E6396C72F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9220" name="Rectangle 2">
            <a:extLst>
              <a:ext uri="{FF2B5EF4-FFF2-40B4-BE49-F238E27FC236}">
                <a16:creationId xmlns:a16="http://schemas.microsoft.com/office/drawing/2014/main" id="{3EF7C082-28C8-47A0-A451-99CE7C6FBB0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7">
            <a:extLst>
              <a:ext uri="{FF2B5EF4-FFF2-40B4-BE49-F238E27FC236}">
                <a16:creationId xmlns:a16="http://schemas.microsoft.com/office/drawing/2014/main" id="{0FA047E5-7895-4B89-9E57-F56FE129F511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fld id="{6027C064-7D61-4E59-9863-667B84492A27}" type="slidenum">
              <a:rPr lang="en-GB" altLang="en-US">
                <a:latin typeface="Arial" panose="020B0604020202020204" pitchFamily="34" charset="0"/>
              </a:rPr>
              <a:pPr>
                <a:spcBef>
                  <a:spcPct val="0"/>
                </a:spcBef>
                <a:buFont typeface="Arial" panose="020B0604020202020204" pitchFamily="34" charset="0"/>
                <a:buNone/>
              </a:pPr>
              <a:t>10</a:t>
            </a:fld>
            <a:endParaRPr lang="en-GB" altLang="en-US">
              <a:latin typeface="Arial" panose="020B0604020202020204" pitchFamily="34" charset="0"/>
            </a:endParaRPr>
          </a:p>
        </p:txBody>
      </p:sp>
      <p:sp>
        <p:nvSpPr>
          <p:cNvPr id="11267" name="Rectangle 1">
            <a:extLst>
              <a:ext uri="{FF2B5EF4-FFF2-40B4-BE49-F238E27FC236}">
                <a16:creationId xmlns:a16="http://schemas.microsoft.com/office/drawing/2014/main" id="{FD9D897F-8FAB-43B1-84A5-53249174A29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11268" name="Rectangle 2">
            <a:extLst>
              <a:ext uri="{FF2B5EF4-FFF2-40B4-BE49-F238E27FC236}">
                <a16:creationId xmlns:a16="http://schemas.microsoft.com/office/drawing/2014/main" id="{D9FE5FE3-4942-4D2C-9590-C191CF927AD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>
            <a:extLst>
              <a:ext uri="{FF2B5EF4-FFF2-40B4-BE49-F238E27FC236}">
                <a16:creationId xmlns:a16="http://schemas.microsoft.com/office/drawing/2014/main" id="{1BE75069-5CA0-4E70-B458-1B95781FF455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fld id="{DE3DA6AA-A72C-48AF-83A6-A6AD22A13109}" type="slidenum">
              <a:rPr lang="en-GB" altLang="en-US">
                <a:latin typeface="Arial" panose="020B0604020202020204" pitchFamily="34" charset="0"/>
              </a:rPr>
              <a:pPr>
                <a:spcBef>
                  <a:spcPct val="0"/>
                </a:spcBef>
                <a:buFont typeface="Arial" panose="020B0604020202020204" pitchFamily="34" charset="0"/>
                <a:buNone/>
              </a:pPr>
              <a:t>11</a:t>
            </a:fld>
            <a:endParaRPr lang="en-GB" altLang="en-US">
              <a:latin typeface="Arial" panose="020B0604020202020204" pitchFamily="34" charset="0"/>
            </a:endParaRPr>
          </a:p>
        </p:txBody>
      </p:sp>
      <p:sp>
        <p:nvSpPr>
          <p:cNvPr id="13315" name="Rectangle 1">
            <a:extLst>
              <a:ext uri="{FF2B5EF4-FFF2-40B4-BE49-F238E27FC236}">
                <a16:creationId xmlns:a16="http://schemas.microsoft.com/office/drawing/2014/main" id="{8958CF83-5ACD-4466-B658-8AA5A46C20E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13316" name="Rectangle 2">
            <a:extLst>
              <a:ext uri="{FF2B5EF4-FFF2-40B4-BE49-F238E27FC236}">
                <a16:creationId xmlns:a16="http://schemas.microsoft.com/office/drawing/2014/main" id="{6EF14678-606A-4667-865F-1D1D53AC7C7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>
              <a:defRPr/>
            </a:pPr>
            <a:fld id="{FC61E4D3-4F36-4A50-88BF-384CDEFBBB7E}" type="slidenum">
              <a:rPr lang="en-GB" altLang="en-US" smtClean="0"/>
              <a:pPr>
                <a:defRPr/>
              </a:pPr>
              <a:t>12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85685990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>
              <a:defRPr/>
            </a:pPr>
            <a:fld id="{FC61E4D3-4F36-4A50-88BF-384CDEFBBB7E}" type="slidenum">
              <a:rPr lang="en-GB" altLang="en-US" smtClean="0"/>
              <a:pPr>
                <a:defRPr/>
              </a:pPr>
              <a:t>13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53010928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>
              <a:defRPr/>
            </a:pPr>
            <a:fld id="{FC61E4D3-4F36-4A50-88BF-384CDEFBBB7E}" type="slidenum">
              <a:rPr lang="en-GB" altLang="en-US" smtClean="0"/>
              <a:pPr>
                <a:defRPr/>
              </a:pPr>
              <a:t>14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03656432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>
              <a:defRPr/>
            </a:pPr>
            <a:fld id="{FC61E4D3-4F36-4A50-88BF-384CDEFBBB7E}" type="slidenum">
              <a:rPr lang="en-GB" altLang="en-US" smtClean="0"/>
              <a:pPr>
                <a:defRPr/>
              </a:pPr>
              <a:t>15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45547234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>
              <a:defRPr/>
            </a:pPr>
            <a:fld id="{FC61E4D3-4F36-4A50-88BF-384CDEFBBB7E}" type="slidenum">
              <a:rPr lang="en-GB" altLang="en-US" smtClean="0"/>
              <a:pPr>
                <a:defRPr/>
              </a:pPr>
              <a:t>16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47962790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>
            <a:extLst>
              <a:ext uri="{FF2B5EF4-FFF2-40B4-BE49-F238E27FC236}">
                <a16:creationId xmlns:a16="http://schemas.microsoft.com/office/drawing/2014/main" id="{5921091E-EF14-4F1A-8F40-00F81A7CD9A2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fld id="{B0EB59BB-719F-4CC9-8C08-8983BB0C3F21}" type="slidenum">
              <a:rPr lang="en-GB" altLang="en-US">
                <a:latin typeface="Arial" panose="020B0604020202020204" pitchFamily="34" charset="0"/>
              </a:rPr>
              <a:pPr>
                <a:spcBef>
                  <a:spcPct val="0"/>
                </a:spcBef>
                <a:buFont typeface="Arial" panose="020B0604020202020204" pitchFamily="34" charset="0"/>
                <a:buNone/>
              </a:pPr>
              <a:t>17</a:t>
            </a:fld>
            <a:endParaRPr lang="en-GB" altLang="en-US">
              <a:latin typeface="Arial" panose="020B0604020202020204" pitchFamily="34" charset="0"/>
            </a:endParaRPr>
          </a:p>
        </p:txBody>
      </p:sp>
      <p:sp>
        <p:nvSpPr>
          <p:cNvPr id="16387" name="Rectangle 1">
            <a:extLst>
              <a:ext uri="{FF2B5EF4-FFF2-40B4-BE49-F238E27FC236}">
                <a16:creationId xmlns:a16="http://schemas.microsoft.com/office/drawing/2014/main" id="{CA00917F-2216-4E59-83C8-3B327011D01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16388" name="Rectangle 2">
            <a:extLst>
              <a:ext uri="{FF2B5EF4-FFF2-40B4-BE49-F238E27FC236}">
                <a16:creationId xmlns:a16="http://schemas.microsoft.com/office/drawing/2014/main" id="{2167B6CC-A944-4DEC-967C-709FC427E1B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>
            <a:extLst>
              <a:ext uri="{FF2B5EF4-FFF2-40B4-BE49-F238E27FC236}">
                <a16:creationId xmlns:a16="http://schemas.microsoft.com/office/drawing/2014/main" id="{A7E4BFF0-8F72-45AC-8D56-B2BCB3124F34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fld id="{BEED115E-31A7-4743-8270-714B1A67DF6E}" type="slidenum">
              <a:rPr lang="en-GB" altLang="en-US">
                <a:latin typeface="Arial" panose="020B0604020202020204" pitchFamily="34" charset="0"/>
              </a:rPr>
              <a:pPr>
                <a:spcBef>
                  <a:spcPct val="0"/>
                </a:spcBef>
                <a:buFont typeface="Arial" panose="020B0604020202020204" pitchFamily="34" charset="0"/>
                <a:buNone/>
              </a:pPr>
              <a:t>18</a:t>
            </a:fld>
            <a:endParaRPr lang="en-GB" altLang="en-US">
              <a:latin typeface="Arial" panose="020B0604020202020204" pitchFamily="34" charset="0"/>
            </a:endParaRPr>
          </a:p>
        </p:txBody>
      </p:sp>
      <p:sp>
        <p:nvSpPr>
          <p:cNvPr id="20483" name="Rectangle 2">
            <a:extLst>
              <a:ext uri="{FF2B5EF4-FFF2-40B4-BE49-F238E27FC236}">
                <a16:creationId xmlns:a16="http://schemas.microsoft.com/office/drawing/2014/main" id="{0C0DC0F3-42C6-4B48-BFB2-765E068F3FD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20484" name="Rectangle 3">
            <a:extLst>
              <a:ext uri="{FF2B5EF4-FFF2-40B4-BE49-F238E27FC236}">
                <a16:creationId xmlns:a16="http://schemas.microsoft.com/office/drawing/2014/main" id="{A0438360-F3DE-4F20-8ADC-CFAEC7065B4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92135361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>
            <a:extLst>
              <a:ext uri="{FF2B5EF4-FFF2-40B4-BE49-F238E27FC236}">
                <a16:creationId xmlns:a16="http://schemas.microsoft.com/office/drawing/2014/main" id="{5D9BDF15-55EC-4EFF-BE0C-2FF742499BAF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fld id="{CF01F7CC-B43A-45BF-BE0A-CACDB58395D5}" type="slidenum">
              <a:rPr lang="en-GB" altLang="en-US">
                <a:latin typeface="Arial" panose="020B0604020202020204" pitchFamily="34" charset="0"/>
              </a:rPr>
              <a:pPr>
                <a:spcBef>
                  <a:spcPct val="0"/>
                </a:spcBef>
                <a:buFont typeface="Arial" panose="020B0604020202020204" pitchFamily="34" charset="0"/>
                <a:buNone/>
              </a:pPr>
              <a:t>19</a:t>
            </a:fld>
            <a:endParaRPr lang="en-GB" altLang="en-US">
              <a:latin typeface="Arial" panose="020B0604020202020204" pitchFamily="34" charset="0"/>
            </a:endParaRP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4DAC10C3-6E46-4B0B-BF6A-53969FA3CB2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24580" name="Rectangle 3">
            <a:extLst>
              <a:ext uri="{FF2B5EF4-FFF2-40B4-BE49-F238E27FC236}">
                <a16:creationId xmlns:a16="http://schemas.microsoft.com/office/drawing/2014/main" id="{8A18819F-DC4B-422B-8DCF-176445E8CC6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25548481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57DA5EA7-DE8B-4737-9654-C829295456C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BC34A772-2DCC-4397-A2FE-7AF8BCF524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  <p:txBody>
          <a:bodyPr/>
          <a:lstStyle/>
          <a:p>
            <a:endParaRPr lang="en-US" altLang="en-US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>
            <a:extLst>
              <a:ext uri="{FF2B5EF4-FFF2-40B4-BE49-F238E27FC236}">
                <a16:creationId xmlns:a16="http://schemas.microsoft.com/office/drawing/2014/main" id="{FDA79F3C-3284-4CDC-BA12-A5FD5425FA7B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fld id="{94D0FD96-88DD-4443-88ED-7FF3F0D22E18}" type="slidenum">
              <a:rPr lang="en-GB" altLang="en-US">
                <a:latin typeface="Arial" panose="020B0604020202020204" pitchFamily="34" charset="0"/>
              </a:rPr>
              <a:pPr>
                <a:spcBef>
                  <a:spcPct val="0"/>
                </a:spcBef>
                <a:buFont typeface="Arial" panose="020B0604020202020204" pitchFamily="34" charset="0"/>
                <a:buNone/>
              </a:pPr>
              <a:t>21</a:t>
            </a:fld>
            <a:endParaRPr lang="en-GB" altLang="en-US">
              <a:latin typeface="Arial" panose="020B0604020202020204" pitchFamily="34" charset="0"/>
            </a:endParaRPr>
          </a:p>
        </p:txBody>
      </p:sp>
      <p:sp>
        <p:nvSpPr>
          <p:cNvPr id="32771" name="Rectangle 1">
            <a:extLst>
              <a:ext uri="{FF2B5EF4-FFF2-40B4-BE49-F238E27FC236}">
                <a16:creationId xmlns:a16="http://schemas.microsoft.com/office/drawing/2014/main" id="{EA0A74D6-0409-4ECB-885C-DA1603AA634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32772" name="Rectangle 2">
            <a:extLst>
              <a:ext uri="{FF2B5EF4-FFF2-40B4-BE49-F238E27FC236}">
                <a16:creationId xmlns:a16="http://schemas.microsoft.com/office/drawing/2014/main" id="{ED8382CC-CB4C-46DE-AD57-75777A6BA18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>
            <a:extLst>
              <a:ext uri="{FF2B5EF4-FFF2-40B4-BE49-F238E27FC236}">
                <a16:creationId xmlns:a16="http://schemas.microsoft.com/office/drawing/2014/main" id="{15A7DEF5-0751-4101-88C1-8E2B83C88DF7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fld id="{61173721-B256-429D-8D61-7FDBA6F5CC40}" type="slidenum">
              <a:rPr lang="en-GB" altLang="en-US">
                <a:latin typeface="Arial" panose="020B0604020202020204" pitchFamily="34" charset="0"/>
              </a:rPr>
              <a:pPr>
                <a:spcBef>
                  <a:spcPct val="0"/>
                </a:spcBef>
                <a:buFont typeface="Arial" panose="020B0604020202020204" pitchFamily="34" charset="0"/>
                <a:buNone/>
              </a:pPr>
              <a:t>22</a:t>
            </a:fld>
            <a:endParaRPr lang="en-GB" altLang="en-US">
              <a:latin typeface="Arial" panose="020B0604020202020204" pitchFamily="34" charset="0"/>
            </a:endParaRPr>
          </a:p>
        </p:txBody>
      </p:sp>
      <p:sp>
        <p:nvSpPr>
          <p:cNvPr id="30723" name="Rectangle 1">
            <a:extLst>
              <a:ext uri="{FF2B5EF4-FFF2-40B4-BE49-F238E27FC236}">
                <a16:creationId xmlns:a16="http://schemas.microsoft.com/office/drawing/2014/main" id="{022F66B8-AFA1-4AAF-8F69-3ABC950A3E1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30724" name="Rectangle 2">
            <a:extLst>
              <a:ext uri="{FF2B5EF4-FFF2-40B4-BE49-F238E27FC236}">
                <a16:creationId xmlns:a16="http://schemas.microsoft.com/office/drawing/2014/main" id="{5FDA610C-2867-4008-A3E0-8A678EA6B5D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>
            <a:extLst>
              <a:ext uri="{FF2B5EF4-FFF2-40B4-BE49-F238E27FC236}">
                <a16:creationId xmlns:a16="http://schemas.microsoft.com/office/drawing/2014/main" id="{4E1BDA9F-82B7-470A-862F-0F4BD59E8705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fld id="{CB8C1CCE-78AF-4D7A-8AF6-73241578DB1C}" type="slidenum">
              <a:rPr lang="en-GB" altLang="en-US">
                <a:latin typeface="Arial" panose="020B0604020202020204" pitchFamily="34" charset="0"/>
              </a:rPr>
              <a:pPr>
                <a:spcBef>
                  <a:spcPct val="0"/>
                </a:spcBef>
                <a:buFont typeface="Arial" panose="020B0604020202020204" pitchFamily="34" charset="0"/>
                <a:buNone/>
              </a:pPr>
              <a:t>23</a:t>
            </a:fld>
            <a:endParaRPr lang="en-GB" altLang="en-US">
              <a:latin typeface="Arial" panose="020B0604020202020204" pitchFamily="34" charset="0"/>
            </a:endParaRPr>
          </a:p>
        </p:txBody>
      </p:sp>
      <p:sp>
        <p:nvSpPr>
          <p:cNvPr id="34819" name="Rectangle 1">
            <a:extLst>
              <a:ext uri="{FF2B5EF4-FFF2-40B4-BE49-F238E27FC236}">
                <a16:creationId xmlns:a16="http://schemas.microsoft.com/office/drawing/2014/main" id="{3BDD05D1-0931-4276-8073-8D78DF9EA1C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34820" name="Rectangle 2">
            <a:extLst>
              <a:ext uri="{FF2B5EF4-FFF2-40B4-BE49-F238E27FC236}">
                <a16:creationId xmlns:a16="http://schemas.microsoft.com/office/drawing/2014/main" id="{774502ED-7C9B-4C79-8FD2-347A7BCB54D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>
            <a:extLst>
              <a:ext uri="{FF2B5EF4-FFF2-40B4-BE49-F238E27FC236}">
                <a16:creationId xmlns:a16="http://schemas.microsoft.com/office/drawing/2014/main" id="{4EBA3F56-1798-4CC2-BBFC-DD2B8D91A162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fld id="{2957AF5D-60BC-44E1-A46C-08EEEC4A576D}" type="slidenum">
              <a:rPr lang="en-GB" altLang="en-US">
                <a:latin typeface="Arial" panose="020B0604020202020204" pitchFamily="34" charset="0"/>
              </a:rPr>
              <a:pPr>
                <a:spcBef>
                  <a:spcPct val="0"/>
                </a:spcBef>
                <a:buFont typeface="Arial" panose="020B0604020202020204" pitchFamily="34" charset="0"/>
                <a:buNone/>
              </a:pPr>
              <a:t>24</a:t>
            </a:fld>
            <a:endParaRPr lang="en-GB" altLang="en-US">
              <a:latin typeface="Arial" panose="020B0604020202020204" pitchFamily="34" charset="0"/>
            </a:endParaRPr>
          </a:p>
        </p:txBody>
      </p:sp>
      <p:sp>
        <p:nvSpPr>
          <p:cNvPr id="37891" name="Rectangle 1">
            <a:extLst>
              <a:ext uri="{FF2B5EF4-FFF2-40B4-BE49-F238E27FC236}">
                <a16:creationId xmlns:a16="http://schemas.microsoft.com/office/drawing/2014/main" id="{F66ED9B5-59E2-4E00-A4D7-81C9E91F21A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37892" name="Rectangle 2">
            <a:extLst>
              <a:ext uri="{FF2B5EF4-FFF2-40B4-BE49-F238E27FC236}">
                <a16:creationId xmlns:a16="http://schemas.microsoft.com/office/drawing/2014/main" id="{D57C3EDA-1B7A-4190-89FA-EC945B9E49D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>
              <a:defRPr/>
            </a:pPr>
            <a:fld id="{FC61E4D3-4F36-4A50-88BF-384CDEFBBB7E}" type="slidenum">
              <a:rPr lang="en-GB" altLang="en-US" smtClean="0"/>
              <a:pPr>
                <a:defRPr/>
              </a:pPr>
              <a:t>25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11871585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>
            <a:extLst>
              <a:ext uri="{FF2B5EF4-FFF2-40B4-BE49-F238E27FC236}">
                <a16:creationId xmlns:a16="http://schemas.microsoft.com/office/drawing/2014/main" id="{39F7E40C-08DE-43FD-8E58-AD3252FC6ECA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fld id="{763B0AB6-95FE-4639-965A-61D7522F7AB6}" type="slidenum">
              <a:rPr lang="en-GB" altLang="en-US">
                <a:latin typeface="Arial" panose="020B0604020202020204" pitchFamily="34" charset="0"/>
              </a:rPr>
              <a:pPr>
                <a:spcBef>
                  <a:spcPct val="0"/>
                </a:spcBef>
                <a:buFont typeface="Arial" panose="020B0604020202020204" pitchFamily="34" charset="0"/>
                <a:buNone/>
              </a:pPr>
              <a:t>26</a:t>
            </a:fld>
            <a:endParaRPr lang="en-GB" altLang="en-US">
              <a:latin typeface="Arial" panose="020B0604020202020204" pitchFamily="34" charset="0"/>
            </a:endParaRPr>
          </a:p>
        </p:txBody>
      </p:sp>
      <p:sp>
        <p:nvSpPr>
          <p:cNvPr id="43011" name="Rectangle 1">
            <a:extLst>
              <a:ext uri="{FF2B5EF4-FFF2-40B4-BE49-F238E27FC236}">
                <a16:creationId xmlns:a16="http://schemas.microsoft.com/office/drawing/2014/main" id="{4443A97A-FED0-4991-9656-A10D4E45C62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43012" name="Rectangle 2">
            <a:extLst>
              <a:ext uri="{FF2B5EF4-FFF2-40B4-BE49-F238E27FC236}">
                <a16:creationId xmlns:a16="http://schemas.microsoft.com/office/drawing/2014/main" id="{7FD5380D-2722-4928-8C8F-E48C47FB4CC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 dirty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>
            <a:extLst>
              <a:ext uri="{FF2B5EF4-FFF2-40B4-BE49-F238E27FC236}">
                <a16:creationId xmlns:a16="http://schemas.microsoft.com/office/drawing/2014/main" id="{AE2FEDC0-7335-4C77-BB6B-BC7AF732CD3B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fld id="{F3ED18A3-CF6A-4108-AAD1-19ED400F273E}" type="slidenum">
              <a:rPr lang="en-GB" altLang="en-US">
                <a:latin typeface="Arial" panose="020B0604020202020204" pitchFamily="34" charset="0"/>
              </a:rPr>
              <a:pPr>
                <a:spcBef>
                  <a:spcPct val="0"/>
                </a:spcBef>
                <a:buFont typeface="Arial" panose="020B0604020202020204" pitchFamily="34" charset="0"/>
                <a:buNone/>
              </a:pPr>
              <a:t>27</a:t>
            </a:fld>
            <a:endParaRPr lang="en-GB" altLang="en-US">
              <a:latin typeface="Arial" panose="020B0604020202020204" pitchFamily="34" charset="0"/>
            </a:endParaRPr>
          </a:p>
        </p:txBody>
      </p:sp>
      <p:sp>
        <p:nvSpPr>
          <p:cNvPr id="47107" name="Rectangle 1">
            <a:extLst>
              <a:ext uri="{FF2B5EF4-FFF2-40B4-BE49-F238E27FC236}">
                <a16:creationId xmlns:a16="http://schemas.microsoft.com/office/drawing/2014/main" id="{9B06ABF9-2CEE-49DD-A051-7887CB1D8BB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47108" name="Rectangle 2">
            <a:extLst>
              <a:ext uri="{FF2B5EF4-FFF2-40B4-BE49-F238E27FC236}">
                <a16:creationId xmlns:a16="http://schemas.microsoft.com/office/drawing/2014/main" id="{1FB09BBF-F841-40FE-BFAD-37FB396E03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 dirty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>
            <a:extLst>
              <a:ext uri="{FF2B5EF4-FFF2-40B4-BE49-F238E27FC236}">
                <a16:creationId xmlns:a16="http://schemas.microsoft.com/office/drawing/2014/main" id="{6C54FCC9-19CB-4E82-8330-4FF76255106B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fld id="{C616E1A3-B9AD-4C57-93FB-583BBB484C5F}" type="slidenum">
              <a:rPr lang="en-GB" altLang="en-US">
                <a:latin typeface="Arial" panose="020B0604020202020204" pitchFamily="34" charset="0"/>
              </a:rPr>
              <a:pPr>
                <a:spcBef>
                  <a:spcPct val="0"/>
                </a:spcBef>
                <a:buFont typeface="Arial" panose="020B0604020202020204" pitchFamily="34" charset="0"/>
                <a:buNone/>
              </a:pPr>
              <a:t>28</a:t>
            </a:fld>
            <a:endParaRPr lang="en-GB" altLang="en-US">
              <a:latin typeface="Arial" panose="020B0604020202020204" pitchFamily="34" charset="0"/>
            </a:endParaRPr>
          </a:p>
        </p:txBody>
      </p:sp>
      <p:sp>
        <p:nvSpPr>
          <p:cNvPr id="49155" name="Rectangle 2">
            <a:extLst>
              <a:ext uri="{FF2B5EF4-FFF2-40B4-BE49-F238E27FC236}">
                <a16:creationId xmlns:a16="http://schemas.microsoft.com/office/drawing/2014/main" id="{C8BF9B5E-0986-4912-B6E1-00AA1D7FA13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49156" name="Rectangle 3">
            <a:extLst>
              <a:ext uri="{FF2B5EF4-FFF2-40B4-BE49-F238E27FC236}">
                <a16:creationId xmlns:a16="http://schemas.microsoft.com/office/drawing/2014/main" id="{D366DA87-AF91-473C-8F51-7621C28F3A7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 dirty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>
            <a:extLst>
              <a:ext uri="{FF2B5EF4-FFF2-40B4-BE49-F238E27FC236}">
                <a16:creationId xmlns:a16="http://schemas.microsoft.com/office/drawing/2014/main" id="{E24D456D-13FE-4242-87D4-16F7A166988A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fld id="{7FFE15A2-D12E-42B8-AEE1-CABCE49E0031}" type="slidenum">
              <a:rPr lang="en-GB" altLang="en-US">
                <a:latin typeface="Arial" panose="020B0604020202020204" pitchFamily="34" charset="0"/>
              </a:rPr>
              <a:pPr>
                <a:spcBef>
                  <a:spcPct val="0"/>
                </a:spcBef>
                <a:buFont typeface="Arial" panose="020B0604020202020204" pitchFamily="34" charset="0"/>
                <a:buNone/>
              </a:pPr>
              <a:t>29</a:t>
            </a:fld>
            <a:endParaRPr lang="en-GB" altLang="en-US">
              <a:latin typeface="Arial" panose="020B0604020202020204" pitchFamily="34" charset="0"/>
            </a:endParaRPr>
          </a:p>
        </p:txBody>
      </p:sp>
      <p:sp>
        <p:nvSpPr>
          <p:cNvPr id="51203" name="Rectangle 2">
            <a:extLst>
              <a:ext uri="{FF2B5EF4-FFF2-40B4-BE49-F238E27FC236}">
                <a16:creationId xmlns:a16="http://schemas.microsoft.com/office/drawing/2014/main" id="{03F9A5AA-1FB5-414F-8D49-6324B1C32B0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51204" name="Rectangle 3">
            <a:extLst>
              <a:ext uri="{FF2B5EF4-FFF2-40B4-BE49-F238E27FC236}">
                <a16:creationId xmlns:a16="http://schemas.microsoft.com/office/drawing/2014/main" id="{E826581F-6B85-4B62-AE50-1C6D1B89280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 dirty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>
            <a:extLst>
              <a:ext uri="{FF2B5EF4-FFF2-40B4-BE49-F238E27FC236}">
                <a16:creationId xmlns:a16="http://schemas.microsoft.com/office/drawing/2014/main" id="{263507C7-3EA3-490B-993D-FD0839C4CAA5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fld id="{ADFD8BB8-AFF5-4AE6-A024-E3A0EF7882DF}" type="slidenum">
              <a:rPr lang="en-GB" altLang="en-US">
                <a:latin typeface="Arial" panose="020B0604020202020204" pitchFamily="34" charset="0"/>
              </a:rPr>
              <a:pPr>
                <a:spcBef>
                  <a:spcPct val="0"/>
                </a:spcBef>
                <a:buFont typeface="Arial" panose="020B0604020202020204" pitchFamily="34" charset="0"/>
                <a:buNone/>
              </a:pPr>
              <a:t>30</a:t>
            </a:fld>
            <a:endParaRPr lang="en-GB" altLang="en-US">
              <a:latin typeface="Arial" panose="020B0604020202020204" pitchFamily="34" charset="0"/>
            </a:endParaRPr>
          </a:p>
        </p:txBody>
      </p:sp>
      <p:sp>
        <p:nvSpPr>
          <p:cNvPr id="59395" name="Rectangle 1">
            <a:extLst>
              <a:ext uri="{FF2B5EF4-FFF2-40B4-BE49-F238E27FC236}">
                <a16:creationId xmlns:a16="http://schemas.microsoft.com/office/drawing/2014/main" id="{863D06D3-B530-4B32-8AE1-B2D06DF6E95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59396" name="Rectangle 2">
            <a:extLst>
              <a:ext uri="{FF2B5EF4-FFF2-40B4-BE49-F238E27FC236}">
                <a16:creationId xmlns:a16="http://schemas.microsoft.com/office/drawing/2014/main" id="{4E46DE92-E65F-405D-A758-85970EE15FE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 dirty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>
            <a:extLst>
              <a:ext uri="{FF2B5EF4-FFF2-40B4-BE49-F238E27FC236}">
                <a16:creationId xmlns:a16="http://schemas.microsoft.com/office/drawing/2014/main" id="{A3C2D8BA-2043-493A-96C4-91C4980570AD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fld id="{08B01991-B6EA-4688-94E5-BC2794BA9E92}" type="slidenum">
              <a:rPr lang="en-GB" altLang="en-US">
                <a:latin typeface="Arial" panose="020B0604020202020204" pitchFamily="34" charset="0"/>
              </a:rPr>
              <a:pPr>
                <a:spcBef>
                  <a:spcPct val="0"/>
                </a:spcBef>
                <a:buFont typeface="Arial" panose="020B0604020202020204" pitchFamily="34" charset="0"/>
                <a:buNone/>
              </a:pPr>
              <a:t>31</a:t>
            </a:fld>
            <a:endParaRPr lang="en-GB" altLang="en-US">
              <a:latin typeface="Arial" panose="020B0604020202020204" pitchFamily="34" charset="0"/>
            </a:endParaRPr>
          </a:p>
        </p:txBody>
      </p:sp>
      <p:sp>
        <p:nvSpPr>
          <p:cNvPr id="67587" name="Rectangle 1">
            <a:extLst>
              <a:ext uri="{FF2B5EF4-FFF2-40B4-BE49-F238E27FC236}">
                <a16:creationId xmlns:a16="http://schemas.microsoft.com/office/drawing/2014/main" id="{E1AE34E4-7E26-4F6A-B38D-3BFDF19EB37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67588" name="Rectangle 2">
            <a:extLst>
              <a:ext uri="{FF2B5EF4-FFF2-40B4-BE49-F238E27FC236}">
                <a16:creationId xmlns:a16="http://schemas.microsoft.com/office/drawing/2014/main" id="{9B1CA1B1-A6A5-43D8-AFE6-D050D77B78B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 dirty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>
            <a:extLst>
              <a:ext uri="{FF2B5EF4-FFF2-40B4-BE49-F238E27FC236}">
                <a16:creationId xmlns:a16="http://schemas.microsoft.com/office/drawing/2014/main" id="{149BABD1-2A9D-4D29-8FC3-46878032C0CA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fld id="{D6A19B33-8DA1-46D5-AB5B-CDB46C3DAB3D}" type="slidenum">
              <a:rPr lang="en-GB" altLang="en-US">
                <a:latin typeface="Arial" panose="020B0604020202020204" pitchFamily="34" charset="0"/>
              </a:rPr>
              <a:pPr>
                <a:spcBef>
                  <a:spcPct val="0"/>
                </a:spcBef>
                <a:buFont typeface="Arial" panose="020B0604020202020204" pitchFamily="34" charset="0"/>
                <a:buNone/>
              </a:pPr>
              <a:t>32</a:t>
            </a:fld>
            <a:endParaRPr lang="en-GB" altLang="en-US">
              <a:latin typeface="Arial" panose="020B0604020202020204" pitchFamily="34" charset="0"/>
            </a:endParaRPr>
          </a:p>
        </p:txBody>
      </p:sp>
      <p:sp>
        <p:nvSpPr>
          <p:cNvPr id="69635" name="Rectangle 1">
            <a:extLst>
              <a:ext uri="{FF2B5EF4-FFF2-40B4-BE49-F238E27FC236}">
                <a16:creationId xmlns:a16="http://schemas.microsoft.com/office/drawing/2014/main" id="{EADCAAC8-2585-4C8E-AA69-BBBA89101AF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69636" name="Rectangle 2">
            <a:extLst>
              <a:ext uri="{FF2B5EF4-FFF2-40B4-BE49-F238E27FC236}">
                <a16:creationId xmlns:a16="http://schemas.microsoft.com/office/drawing/2014/main" id="{BB77F4BB-85E6-433D-898F-5AFFD2F6AFF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 dirty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>
            <a:extLst>
              <a:ext uri="{FF2B5EF4-FFF2-40B4-BE49-F238E27FC236}">
                <a16:creationId xmlns:a16="http://schemas.microsoft.com/office/drawing/2014/main" id="{D35A8F47-4C4E-44AA-A7DD-A71A7DB37667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fld id="{C2157343-0290-4749-8944-3353D26B5464}" type="slidenum">
              <a:rPr lang="en-GB" altLang="en-US">
                <a:latin typeface="Arial" panose="020B0604020202020204" pitchFamily="34" charset="0"/>
              </a:rPr>
              <a:pPr>
                <a:spcBef>
                  <a:spcPct val="0"/>
                </a:spcBef>
                <a:buFont typeface="Arial" panose="020B0604020202020204" pitchFamily="34" charset="0"/>
                <a:buNone/>
              </a:pPr>
              <a:t>33</a:t>
            </a:fld>
            <a:endParaRPr lang="en-GB" altLang="en-US">
              <a:latin typeface="Arial" panose="020B0604020202020204" pitchFamily="34" charset="0"/>
            </a:endParaRPr>
          </a:p>
        </p:txBody>
      </p:sp>
      <p:sp>
        <p:nvSpPr>
          <p:cNvPr id="71683" name="Rectangle 1">
            <a:extLst>
              <a:ext uri="{FF2B5EF4-FFF2-40B4-BE49-F238E27FC236}">
                <a16:creationId xmlns:a16="http://schemas.microsoft.com/office/drawing/2014/main" id="{31248207-EDDE-4447-AF83-AC27C2EA427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71684" name="Rectangle 2">
            <a:extLst>
              <a:ext uri="{FF2B5EF4-FFF2-40B4-BE49-F238E27FC236}">
                <a16:creationId xmlns:a16="http://schemas.microsoft.com/office/drawing/2014/main" id="{60DD0A18-3A8B-4DC3-BAC7-9FCD0E5C6AF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 dirty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>
            <a:extLst>
              <a:ext uri="{FF2B5EF4-FFF2-40B4-BE49-F238E27FC236}">
                <a16:creationId xmlns:a16="http://schemas.microsoft.com/office/drawing/2014/main" id="{373AE951-A11E-4563-84E9-73B8C21F2AF3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fld id="{38B7A56C-4217-43B2-ADF3-CBC99228FFA3}" type="slidenum">
              <a:rPr lang="en-GB" altLang="en-US">
                <a:latin typeface="Arial" panose="020B0604020202020204" pitchFamily="34" charset="0"/>
              </a:rPr>
              <a:pPr>
                <a:spcBef>
                  <a:spcPct val="0"/>
                </a:spcBef>
                <a:buFont typeface="Arial" panose="020B0604020202020204" pitchFamily="34" charset="0"/>
                <a:buNone/>
              </a:pPr>
              <a:t>34</a:t>
            </a:fld>
            <a:endParaRPr lang="en-GB" altLang="en-US">
              <a:latin typeface="Arial" panose="020B0604020202020204" pitchFamily="34" charset="0"/>
            </a:endParaRPr>
          </a:p>
        </p:txBody>
      </p:sp>
      <p:sp>
        <p:nvSpPr>
          <p:cNvPr id="73731" name="Rectangle 1">
            <a:extLst>
              <a:ext uri="{FF2B5EF4-FFF2-40B4-BE49-F238E27FC236}">
                <a16:creationId xmlns:a16="http://schemas.microsoft.com/office/drawing/2014/main" id="{DA0E05F2-DB13-42C3-AC31-C4B26709115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73732" name="Rectangle 2">
            <a:extLst>
              <a:ext uri="{FF2B5EF4-FFF2-40B4-BE49-F238E27FC236}">
                <a16:creationId xmlns:a16="http://schemas.microsoft.com/office/drawing/2014/main" id="{215F7038-B1B5-4012-B576-CA585240066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 dirty="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>
            <a:extLst>
              <a:ext uri="{FF2B5EF4-FFF2-40B4-BE49-F238E27FC236}">
                <a16:creationId xmlns:a16="http://schemas.microsoft.com/office/drawing/2014/main" id="{CC46B010-C49C-48DD-AEF0-9F320461F7CB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fld id="{02D83A21-6E8F-442A-89DA-B30015C9587D}" type="slidenum">
              <a:rPr lang="en-GB" altLang="en-US">
                <a:latin typeface="Arial" panose="020B0604020202020204" pitchFamily="34" charset="0"/>
              </a:rPr>
              <a:pPr>
                <a:spcBef>
                  <a:spcPct val="0"/>
                </a:spcBef>
                <a:buFont typeface="Arial" panose="020B0604020202020204" pitchFamily="34" charset="0"/>
                <a:buNone/>
              </a:pPr>
              <a:t>35</a:t>
            </a:fld>
            <a:endParaRPr lang="en-GB" altLang="en-US">
              <a:latin typeface="Arial" panose="020B0604020202020204" pitchFamily="34" charset="0"/>
            </a:endParaRPr>
          </a:p>
        </p:txBody>
      </p:sp>
      <p:sp>
        <p:nvSpPr>
          <p:cNvPr id="75779" name="Rectangle 2">
            <a:extLst>
              <a:ext uri="{FF2B5EF4-FFF2-40B4-BE49-F238E27FC236}">
                <a16:creationId xmlns:a16="http://schemas.microsoft.com/office/drawing/2014/main" id="{F8B88BAA-F787-4587-A109-0D9B4D297FA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75780" name="Rectangle 3">
            <a:extLst>
              <a:ext uri="{FF2B5EF4-FFF2-40B4-BE49-F238E27FC236}">
                <a16:creationId xmlns:a16="http://schemas.microsoft.com/office/drawing/2014/main" id="{9E457CBA-CAAF-419D-906A-018BD855917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 dirty="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>
            <a:extLst>
              <a:ext uri="{FF2B5EF4-FFF2-40B4-BE49-F238E27FC236}">
                <a16:creationId xmlns:a16="http://schemas.microsoft.com/office/drawing/2014/main" id="{47B90081-4980-4724-A6C7-CE2078A8266A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fld id="{4875C9A5-A84E-4AB4-A1DF-12FB2F2734C9}" type="slidenum">
              <a:rPr lang="en-GB" altLang="en-US">
                <a:latin typeface="Arial" panose="020B0604020202020204" pitchFamily="34" charset="0"/>
              </a:rPr>
              <a:pPr>
                <a:spcBef>
                  <a:spcPct val="0"/>
                </a:spcBef>
                <a:buFont typeface="Arial" panose="020B0604020202020204" pitchFamily="34" charset="0"/>
                <a:buNone/>
              </a:pPr>
              <a:t>36</a:t>
            </a:fld>
            <a:endParaRPr lang="en-GB" altLang="en-US">
              <a:latin typeface="Arial" panose="020B0604020202020204" pitchFamily="34" charset="0"/>
            </a:endParaRPr>
          </a:p>
        </p:txBody>
      </p:sp>
      <p:sp>
        <p:nvSpPr>
          <p:cNvPr id="77827" name="Rectangle 2">
            <a:extLst>
              <a:ext uri="{FF2B5EF4-FFF2-40B4-BE49-F238E27FC236}">
                <a16:creationId xmlns:a16="http://schemas.microsoft.com/office/drawing/2014/main" id="{290CA7AB-D265-4664-926C-4D9F118FF34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77828" name="Rectangle 3">
            <a:extLst>
              <a:ext uri="{FF2B5EF4-FFF2-40B4-BE49-F238E27FC236}">
                <a16:creationId xmlns:a16="http://schemas.microsoft.com/office/drawing/2014/main" id="{F40E05CD-8C7B-4645-A988-D64A247C152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 dirty="0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>
            <a:extLst>
              <a:ext uri="{FF2B5EF4-FFF2-40B4-BE49-F238E27FC236}">
                <a16:creationId xmlns:a16="http://schemas.microsoft.com/office/drawing/2014/main" id="{2BB5352E-913B-496D-84B9-FECE9F62371E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fld id="{53BB7198-20CE-453C-A005-A8D0E8DCD7DD}" type="slidenum">
              <a:rPr lang="en-GB" altLang="en-US">
                <a:latin typeface="Arial" panose="020B0604020202020204" pitchFamily="34" charset="0"/>
              </a:rPr>
              <a:pPr>
                <a:spcBef>
                  <a:spcPct val="0"/>
                </a:spcBef>
                <a:buFont typeface="Arial" panose="020B0604020202020204" pitchFamily="34" charset="0"/>
                <a:buNone/>
              </a:pPr>
              <a:t>37</a:t>
            </a:fld>
            <a:endParaRPr lang="en-GB" altLang="en-US">
              <a:latin typeface="Arial" panose="020B0604020202020204" pitchFamily="34" charset="0"/>
            </a:endParaRPr>
          </a:p>
        </p:txBody>
      </p:sp>
      <p:sp>
        <p:nvSpPr>
          <p:cNvPr id="79875" name="Rectangle 1">
            <a:extLst>
              <a:ext uri="{FF2B5EF4-FFF2-40B4-BE49-F238E27FC236}">
                <a16:creationId xmlns:a16="http://schemas.microsoft.com/office/drawing/2014/main" id="{C2FD0B3C-0917-444A-B183-4995A0FE0B5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79876" name="Rectangle 2">
            <a:extLst>
              <a:ext uri="{FF2B5EF4-FFF2-40B4-BE49-F238E27FC236}">
                <a16:creationId xmlns:a16="http://schemas.microsoft.com/office/drawing/2014/main" id="{5B55A294-171B-4589-99A8-E87CD3A4561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 dirty="0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7">
            <a:extLst>
              <a:ext uri="{FF2B5EF4-FFF2-40B4-BE49-F238E27FC236}">
                <a16:creationId xmlns:a16="http://schemas.microsoft.com/office/drawing/2014/main" id="{61935911-DF74-41FA-8A74-E1FE4CDF8AE7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fld id="{FCF25763-82F3-4BC2-BD34-702E776EB13A}" type="slidenum">
              <a:rPr lang="en-GB" altLang="en-US">
                <a:latin typeface="Arial" panose="020B0604020202020204" pitchFamily="34" charset="0"/>
              </a:rPr>
              <a:pPr>
                <a:spcBef>
                  <a:spcPct val="0"/>
                </a:spcBef>
                <a:buFont typeface="Arial" panose="020B0604020202020204" pitchFamily="34" charset="0"/>
                <a:buNone/>
              </a:pPr>
              <a:t>38</a:t>
            </a:fld>
            <a:endParaRPr lang="en-GB" altLang="en-US">
              <a:latin typeface="Arial" panose="020B0604020202020204" pitchFamily="34" charset="0"/>
            </a:endParaRPr>
          </a:p>
        </p:txBody>
      </p:sp>
      <p:sp>
        <p:nvSpPr>
          <p:cNvPr id="81923" name="Rectangle 1">
            <a:extLst>
              <a:ext uri="{FF2B5EF4-FFF2-40B4-BE49-F238E27FC236}">
                <a16:creationId xmlns:a16="http://schemas.microsoft.com/office/drawing/2014/main" id="{4A05277B-69A1-4EBD-A978-4FB1C3328B6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81924" name="Rectangle 2">
            <a:extLst>
              <a:ext uri="{FF2B5EF4-FFF2-40B4-BE49-F238E27FC236}">
                <a16:creationId xmlns:a16="http://schemas.microsoft.com/office/drawing/2014/main" id="{49F2314B-EAF0-4DBA-8B31-7FF5338CB77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 dirty="0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7">
            <a:extLst>
              <a:ext uri="{FF2B5EF4-FFF2-40B4-BE49-F238E27FC236}">
                <a16:creationId xmlns:a16="http://schemas.microsoft.com/office/drawing/2014/main" id="{A94365BF-6327-4692-806E-901A33DE8E3C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fld id="{AC1E3047-03E3-47D9-B0E4-BA920B9C707D}" type="slidenum">
              <a:rPr lang="en-GB" altLang="en-US">
                <a:latin typeface="Arial" panose="020B0604020202020204" pitchFamily="34" charset="0"/>
              </a:rPr>
              <a:pPr>
                <a:spcBef>
                  <a:spcPct val="0"/>
                </a:spcBef>
                <a:buFont typeface="Arial" panose="020B0604020202020204" pitchFamily="34" charset="0"/>
                <a:buNone/>
              </a:pPr>
              <a:t>39</a:t>
            </a:fld>
            <a:endParaRPr lang="en-GB" altLang="en-US">
              <a:latin typeface="Arial" panose="020B0604020202020204" pitchFamily="34" charset="0"/>
            </a:endParaRPr>
          </a:p>
        </p:txBody>
      </p:sp>
      <p:sp>
        <p:nvSpPr>
          <p:cNvPr id="83971" name="Rectangle 1">
            <a:extLst>
              <a:ext uri="{FF2B5EF4-FFF2-40B4-BE49-F238E27FC236}">
                <a16:creationId xmlns:a16="http://schemas.microsoft.com/office/drawing/2014/main" id="{C9A01F5B-B691-4EFE-9CAD-5ED7AA8783A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83972" name="Rectangle 2">
            <a:extLst>
              <a:ext uri="{FF2B5EF4-FFF2-40B4-BE49-F238E27FC236}">
                <a16:creationId xmlns:a16="http://schemas.microsoft.com/office/drawing/2014/main" id="{9F6BA521-12D1-4207-9C0B-F0C3412F503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 dirty="0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>
            <a:extLst>
              <a:ext uri="{FF2B5EF4-FFF2-40B4-BE49-F238E27FC236}">
                <a16:creationId xmlns:a16="http://schemas.microsoft.com/office/drawing/2014/main" id="{C36AD897-857B-4C80-B0A5-D1F2E5CC24D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86019" name="Rectangle 3">
            <a:extLst>
              <a:ext uri="{FF2B5EF4-FFF2-40B4-BE49-F238E27FC236}">
                <a16:creationId xmlns:a16="http://schemas.microsoft.com/office/drawing/2014/main" id="{BDF24CD7-0ABD-45DC-B1B8-9A578DBDF6A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  <p:txBody>
          <a:bodyPr/>
          <a:lstStyle/>
          <a:p>
            <a:r>
              <a:rPr lang="en-US" altLang="en-US"/>
              <a:t>http://news.thomasnet.com/images/large/465/465828.jpg</a:t>
            </a: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>
            <a:extLst>
              <a:ext uri="{FF2B5EF4-FFF2-40B4-BE49-F238E27FC236}">
                <a16:creationId xmlns:a16="http://schemas.microsoft.com/office/drawing/2014/main" id="{4F2E6F38-855D-4D4D-9173-DB1D7B00F3A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88067" name="Rectangle 3">
            <a:extLst>
              <a:ext uri="{FF2B5EF4-FFF2-40B4-BE49-F238E27FC236}">
                <a16:creationId xmlns:a16="http://schemas.microsoft.com/office/drawing/2014/main" id="{80BEE5FE-4A03-4991-A184-1C1CBC58E0E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  <p:txBody>
          <a:bodyPr/>
          <a:lstStyle/>
          <a:p>
            <a:endParaRPr lang="en-US" altLang="en-US" dirty="0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>
            <a:extLst>
              <a:ext uri="{FF2B5EF4-FFF2-40B4-BE49-F238E27FC236}">
                <a16:creationId xmlns:a16="http://schemas.microsoft.com/office/drawing/2014/main" id="{2CF7CBE4-537F-4D64-94BA-BF9A927B9DB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90115" name="Rectangle 3">
            <a:extLst>
              <a:ext uri="{FF2B5EF4-FFF2-40B4-BE49-F238E27FC236}">
                <a16:creationId xmlns:a16="http://schemas.microsoft.com/office/drawing/2014/main" id="{D819A864-F7EC-49EE-933C-D21FB0790B4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  <p:txBody>
          <a:bodyPr/>
          <a:lstStyle/>
          <a:p>
            <a:endParaRPr lang="en-US" altLang="en-US" dirty="0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7">
            <a:extLst>
              <a:ext uri="{FF2B5EF4-FFF2-40B4-BE49-F238E27FC236}">
                <a16:creationId xmlns:a16="http://schemas.microsoft.com/office/drawing/2014/main" id="{51775F67-40DC-4337-8330-16114C05B710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fld id="{306CBC85-7996-4EFD-AE36-8E28E9153F95}" type="slidenum">
              <a:rPr lang="en-GB" altLang="en-US">
                <a:latin typeface="Arial" panose="020B0604020202020204" pitchFamily="34" charset="0"/>
              </a:rPr>
              <a:pPr>
                <a:spcBef>
                  <a:spcPct val="0"/>
                </a:spcBef>
                <a:buFont typeface="Arial" panose="020B0604020202020204" pitchFamily="34" charset="0"/>
                <a:buNone/>
              </a:pPr>
              <a:t>43</a:t>
            </a:fld>
            <a:endParaRPr lang="en-GB" altLang="en-US">
              <a:latin typeface="Arial" panose="020B0604020202020204" pitchFamily="34" charset="0"/>
            </a:endParaRPr>
          </a:p>
        </p:txBody>
      </p:sp>
      <p:sp>
        <p:nvSpPr>
          <p:cNvPr id="92163" name="Rectangle 1">
            <a:extLst>
              <a:ext uri="{FF2B5EF4-FFF2-40B4-BE49-F238E27FC236}">
                <a16:creationId xmlns:a16="http://schemas.microsoft.com/office/drawing/2014/main" id="{05D3E4A2-6A9A-48C4-A86E-548D02C6A52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92164" name="Rectangle 2">
            <a:extLst>
              <a:ext uri="{FF2B5EF4-FFF2-40B4-BE49-F238E27FC236}">
                <a16:creationId xmlns:a16="http://schemas.microsoft.com/office/drawing/2014/main" id="{C365778F-C5C7-40F8-85BE-84221D811F2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 dirty="0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>
            <a:extLst>
              <a:ext uri="{FF2B5EF4-FFF2-40B4-BE49-F238E27FC236}">
                <a16:creationId xmlns:a16="http://schemas.microsoft.com/office/drawing/2014/main" id="{5BA73691-5214-4BC7-BDC9-54A5B1CDD5E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94211" name="Rectangle 3">
            <a:extLst>
              <a:ext uri="{FF2B5EF4-FFF2-40B4-BE49-F238E27FC236}">
                <a16:creationId xmlns:a16="http://schemas.microsoft.com/office/drawing/2014/main" id="{96B88F61-DE63-445B-8560-61249C16ED6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  <p:txBody>
          <a:bodyPr/>
          <a:lstStyle/>
          <a:p>
            <a:endParaRPr lang="en-US" altLang="en-US" dirty="0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7">
            <a:extLst>
              <a:ext uri="{FF2B5EF4-FFF2-40B4-BE49-F238E27FC236}">
                <a16:creationId xmlns:a16="http://schemas.microsoft.com/office/drawing/2014/main" id="{57C854BA-DBB2-4A89-BD23-DB66D8056806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fld id="{D94D6DC8-B142-4808-ACD2-16766DA240A8}" type="slidenum">
              <a:rPr lang="en-GB" altLang="en-US">
                <a:latin typeface="Arial" panose="020B0604020202020204" pitchFamily="34" charset="0"/>
              </a:rPr>
              <a:pPr>
                <a:spcBef>
                  <a:spcPct val="0"/>
                </a:spcBef>
                <a:buFont typeface="Arial" panose="020B0604020202020204" pitchFamily="34" charset="0"/>
                <a:buNone/>
              </a:pPr>
              <a:t>45</a:t>
            </a:fld>
            <a:endParaRPr lang="en-GB" altLang="en-US">
              <a:latin typeface="Arial" panose="020B0604020202020204" pitchFamily="34" charset="0"/>
            </a:endParaRPr>
          </a:p>
        </p:txBody>
      </p:sp>
      <p:sp>
        <p:nvSpPr>
          <p:cNvPr id="96259" name="Rectangle 1">
            <a:extLst>
              <a:ext uri="{FF2B5EF4-FFF2-40B4-BE49-F238E27FC236}">
                <a16:creationId xmlns:a16="http://schemas.microsoft.com/office/drawing/2014/main" id="{E6DE28E4-7EB9-44E3-8F62-7C7D0B948B9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96260" name="Rectangle 2">
            <a:extLst>
              <a:ext uri="{FF2B5EF4-FFF2-40B4-BE49-F238E27FC236}">
                <a16:creationId xmlns:a16="http://schemas.microsoft.com/office/drawing/2014/main" id="{BC61184E-1D3C-4C71-893B-26962C26DF8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 dirty="0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>
            <a:extLst>
              <a:ext uri="{FF2B5EF4-FFF2-40B4-BE49-F238E27FC236}">
                <a16:creationId xmlns:a16="http://schemas.microsoft.com/office/drawing/2014/main" id="{98D582CE-0677-4924-AE70-3C678C0CE0AA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fld id="{C70448DD-604F-4B74-820B-BBEB953A23C9}" type="slidenum">
              <a:rPr lang="en-GB" altLang="en-US">
                <a:latin typeface="Arial" panose="020B0604020202020204" pitchFamily="34" charset="0"/>
              </a:rPr>
              <a:pPr>
                <a:spcBef>
                  <a:spcPct val="0"/>
                </a:spcBef>
                <a:buFont typeface="Arial" panose="020B0604020202020204" pitchFamily="34" charset="0"/>
                <a:buNone/>
              </a:pPr>
              <a:t>46</a:t>
            </a:fld>
            <a:endParaRPr lang="en-GB" altLang="en-US">
              <a:latin typeface="Arial" panose="020B0604020202020204" pitchFamily="34" charset="0"/>
            </a:endParaRPr>
          </a:p>
        </p:txBody>
      </p:sp>
      <p:sp>
        <p:nvSpPr>
          <p:cNvPr id="98307" name="Rectangle 1">
            <a:extLst>
              <a:ext uri="{FF2B5EF4-FFF2-40B4-BE49-F238E27FC236}">
                <a16:creationId xmlns:a16="http://schemas.microsoft.com/office/drawing/2014/main" id="{709CBBAC-B2C4-4A21-ADE6-19F43F16809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98308" name="Rectangle 2">
            <a:extLst>
              <a:ext uri="{FF2B5EF4-FFF2-40B4-BE49-F238E27FC236}">
                <a16:creationId xmlns:a16="http://schemas.microsoft.com/office/drawing/2014/main" id="{6A8D630B-F50D-4889-B13A-D055C47546D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 dirty="0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7">
            <a:extLst>
              <a:ext uri="{FF2B5EF4-FFF2-40B4-BE49-F238E27FC236}">
                <a16:creationId xmlns:a16="http://schemas.microsoft.com/office/drawing/2014/main" id="{4E8542AC-F238-4C6E-85EE-EACA7B1997CF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fld id="{A513977B-E6F3-46F3-A6EA-C530DCCF34A6}" type="slidenum">
              <a:rPr lang="en-GB" altLang="en-US">
                <a:latin typeface="Arial" panose="020B0604020202020204" pitchFamily="34" charset="0"/>
              </a:rPr>
              <a:pPr>
                <a:spcBef>
                  <a:spcPct val="0"/>
                </a:spcBef>
                <a:buFont typeface="Arial" panose="020B0604020202020204" pitchFamily="34" charset="0"/>
                <a:buNone/>
              </a:pPr>
              <a:t>47</a:t>
            </a:fld>
            <a:endParaRPr lang="en-GB" altLang="en-US">
              <a:latin typeface="Arial" panose="020B0604020202020204" pitchFamily="34" charset="0"/>
            </a:endParaRPr>
          </a:p>
        </p:txBody>
      </p:sp>
      <p:sp>
        <p:nvSpPr>
          <p:cNvPr id="100355" name="Rectangle 1">
            <a:extLst>
              <a:ext uri="{FF2B5EF4-FFF2-40B4-BE49-F238E27FC236}">
                <a16:creationId xmlns:a16="http://schemas.microsoft.com/office/drawing/2014/main" id="{3E131C90-5309-417E-9885-34851C4995E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100356" name="Rectangle 2">
            <a:extLst>
              <a:ext uri="{FF2B5EF4-FFF2-40B4-BE49-F238E27FC236}">
                <a16:creationId xmlns:a16="http://schemas.microsoft.com/office/drawing/2014/main" id="{72FC891E-7CBD-4FB1-91A4-24BAF3FBC71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 dirty="0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7">
            <a:extLst>
              <a:ext uri="{FF2B5EF4-FFF2-40B4-BE49-F238E27FC236}">
                <a16:creationId xmlns:a16="http://schemas.microsoft.com/office/drawing/2014/main" id="{E5ECBEF4-8124-486A-9C78-69023A1C504E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fld id="{D9631BB6-D25B-485A-A809-A30E1E03AE53}" type="slidenum">
              <a:rPr lang="en-GB" altLang="en-US">
                <a:latin typeface="Arial" panose="020B0604020202020204" pitchFamily="34" charset="0"/>
              </a:rPr>
              <a:pPr>
                <a:spcBef>
                  <a:spcPct val="0"/>
                </a:spcBef>
                <a:buFont typeface="Arial" panose="020B0604020202020204" pitchFamily="34" charset="0"/>
                <a:buNone/>
              </a:pPr>
              <a:t>48</a:t>
            </a:fld>
            <a:endParaRPr lang="en-GB" altLang="en-US">
              <a:latin typeface="Arial" panose="020B0604020202020204" pitchFamily="34" charset="0"/>
            </a:endParaRPr>
          </a:p>
        </p:txBody>
      </p:sp>
      <p:sp>
        <p:nvSpPr>
          <p:cNvPr id="102403" name="Rectangle 1">
            <a:extLst>
              <a:ext uri="{FF2B5EF4-FFF2-40B4-BE49-F238E27FC236}">
                <a16:creationId xmlns:a16="http://schemas.microsoft.com/office/drawing/2014/main" id="{68DD20AC-1FF1-40B7-B7CF-6A2FED72FA2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102404" name="Rectangle 2">
            <a:extLst>
              <a:ext uri="{FF2B5EF4-FFF2-40B4-BE49-F238E27FC236}">
                <a16:creationId xmlns:a16="http://schemas.microsoft.com/office/drawing/2014/main" id="{FC0A35A0-24D5-4334-A282-C5BF2E773BA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 dirty="0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7">
            <a:extLst>
              <a:ext uri="{FF2B5EF4-FFF2-40B4-BE49-F238E27FC236}">
                <a16:creationId xmlns:a16="http://schemas.microsoft.com/office/drawing/2014/main" id="{258665CD-2296-4C97-B1E3-2D25DAE7401A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fld id="{8EDD4AA5-B79A-43A1-BAAA-284423C0E4D8}" type="slidenum">
              <a:rPr lang="en-GB" altLang="en-US">
                <a:latin typeface="Arial" panose="020B0604020202020204" pitchFamily="34" charset="0"/>
              </a:rPr>
              <a:pPr>
                <a:spcBef>
                  <a:spcPct val="0"/>
                </a:spcBef>
                <a:buFont typeface="Arial" panose="020B0604020202020204" pitchFamily="34" charset="0"/>
                <a:buNone/>
              </a:pPr>
              <a:t>49</a:t>
            </a:fld>
            <a:endParaRPr lang="en-GB" altLang="en-US">
              <a:latin typeface="Arial" panose="020B0604020202020204" pitchFamily="34" charset="0"/>
            </a:endParaRPr>
          </a:p>
        </p:txBody>
      </p:sp>
      <p:sp>
        <p:nvSpPr>
          <p:cNvPr id="104451" name="Rectangle 1">
            <a:extLst>
              <a:ext uri="{FF2B5EF4-FFF2-40B4-BE49-F238E27FC236}">
                <a16:creationId xmlns:a16="http://schemas.microsoft.com/office/drawing/2014/main" id="{D8673BC2-ACDC-4602-819D-CC0F046FE7B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104452" name="Rectangle 2">
            <a:extLst>
              <a:ext uri="{FF2B5EF4-FFF2-40B4-BE49-F238E27FC236}">
                <a16:creationId xmlns:a16="http://schemas.microsoft.com/office/drawing/2014/main" id="{94B15557-D1F3-43C5-8670-974DA9C919E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 dirty="0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>
              <a:defRPr/>
            </a:pPr>
            <a:fld id="{FC61E4D3-4F36-4A50-88BF-384CDEFBBB7E}" type="slidenum">
              <a:rPr lang="en-GB" altLang="en-US" smtClean="0"/>
              <a:pPr>
                <a:defRPr/>
              </a:pPr>
              <a:t>51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883359467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7">
            <a:extLst>
              <a:ext uri="{FF2B5EF4-FFF2-40B4-BE49-F238E27FC236}">
                <a16:creationId xmlns:a16="http://schemas.microsoft.com/office/drawing/2014/main" id="{362A0EDE-8257-4CC0-A0A1-C031FAF8B29F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fld id="{2FC06012-BFD4-4915-BBAB-282D559D8579}" type="slidenum">
              <a:rPr lang="en-GB" altLang="en-US">
                <a:latin typeface="Arial" panose="020B0604020202020204" pitchFamily="34" charset="0"/>
              </a:rPr>
              <a:pPr>
                <a:spcBef>
                  <a:spcPct val="0"/>
                </a:spcBef>
                <a:buFont typeface="Arial" panose="020B0604020202020204" pitchFamily="34" charset="0"/>
                <a:buNone/>
              </a:pPr>
              <a:t>52</a:t>
            </a:fld>
            <a:endParaRPr lang="en-GB" altLang="en-US">
              <a:latin typeface="Arial" panose="020B0604020202020204" pitchFamily="34" charset="0"/>
            </a:endParaRPr>
          </a:p>
        </p:txBody>
      </p:sp>
      <p:sp>
        <p:nvSpPr>
          <p:cNvPr id="106499" name="Rectangle 1">
            <a:extLst>
              <a:ext uri="{FF2B5EF4-FFF2-40B4-BE49-F238E27FC236}">
                <a16:creationId xmlns:a16="http://schemas.microsoft.com/office/drawing/2014/main" id="{D031FF41-6D1B-464D-A7A0-A6B310BDBA6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106500" name="Rectangle 2">
            <a:extLst>
              <a:ext uri="{FF2B5EF4-FFF2-40B4-BE49-F238E27FC236}">
                <a16:creationId xmlns:a16="http://schemas.microsoft.com/office/drawing/2014/main" id="{4D51D7D5-C154-4893-8970-5E6199787F1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 dirty="0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2">
            <a:extLst>
              <a:ext uri="{FF2B5EF4-FFF2-40B4-BE49-F238E27FC236}">
                <a16:creationId xmlns:a16="http://schemas.microsoft.com/office/drawing/2014/main" id="{9D3EF230-D5CB-480F-921C-A2278B9085B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108547" name="Rectangle 3">
            <a:extLst>
              <a:ext uri="{FF2B5EF4-FFF2-40B4-BE49-F238E27FC236}">
                <a16:creationId xmlns:a16="http://schemas.microsoft.com/office/drawing/2014/main" id="{2B414109-2810-49A3-BA53-E22E1E7471B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  <p:txBody>
          <a:bodyPr/>
          <a:lstStyle/>
          <a:p>
            <a:endParaRPr lang="en-US" altLang="en-US" dirty="0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2">
            <a:extLst>
              <a:ext uri="{FF2B5EF4-FFF2-40B4-BE49-F238E27FC236}">
                <a16:creationId xmlns:a16="http://schemas.microsoft.com/office/drawing/2014/main" id="{DBC8D0EE-814B-46CB-8856-A2F1A9E56F8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110595" name="Rectangle 3">
            <a:extLst>
              <a:ext uri="{FF2B5EF4-FFF2-40B4-BE49-F238E27FC236}">
                <a16:creationId xmlns:a16="http://schemas.microsoft.com/office/drawing/2014/main" id="{84AD3D4F-7C0D-4666-9002-0CF5FF778BE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  <p:txBody>
          <a:bodyPr/>
          <a:lstStyle/>
          <a:p>
            <a:endParaRPr lang="en-US" altLang="en-US" dirty="0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2">
            <a:extLst>
              <a:ext uri="{FF2B5EF4-FFF2-40B4-BE49-F238E27FC236}">
                <a16:creationId xmlns:a16="http://schemas.microsoft.com/office/drawing/2014/main" id="{8288EE46-B817-43C9-8080-6B00363AC0F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112643" name="Rectangle 3">
            <a:extLst>
              <a:ext uri="{FF2B5EF4-FFF2-40B4-BE49-F238E27FC236}">
                <a16:creationId xmlns:a16="http://schemas.microsoft.com/office/drawing/2014/main" id="{1112DC88-73A8-48C3-9967-629C3EA4B9D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  <p:txBody>
          <a:bodyPr/>
          <a:lstStyle/>
          <a:p>
            <a:endParaRPr lang="en-US" altLang="en-US" dirty="0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7">
            <a:extLst>
              <a:ext uri="{FF2B5EF4-FFF2-40B4-BE49-F238E27FC236}">
                <a16:creationId xmlns:a16="http://schemas.microsoft.com/office/drawing/2014/main" id="{0B570ADC-3CA2-465E-96CB-C9E7EFF2F1DB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fld id="{15FAA218-6100-4085-A502-A68037CA9E12}" type="slidenum">
              <a:rPr lang="en-GB" altLang="en-US">
                <a:latin typeface="Arial" panose="020B0604020202020204" pitchFamily="34" charset="0"/>
              </a:rPr>
              <a:pPr>
                <a:spcBef>
                  <a:spcPct val="0"/>
                </a:spcBef>
                <a:buFont typeface="Arial" panose="020B0604020202020204" pitchFamily="34" charset="0"/>
                <a:buNone/>
              </a:pPr>
              <a:t>56</a:t>
            </a:fld>
            <a:endParaRPr lang="en-GB" altLang="en-US">
              <a:latin typeface="Arial" panose="020B0604020202020204" pitchFamily="34" charset="0"/>
            </a:endParaRPr>
          </a:p>
        </p:txBody>
      </p:sp>
      <p:sp>
        <p:nvSpPr>
          <p:cNvPr id="114691" name="Rectangle 1">
            <a:extLst>
              <a:ext uri="{FF2B5EF4-FFF2-40B4-BE49-F238E27FC236}">
                <a16:creationId xmlns:a16="http://schemas.microsoft.com/office/drawing/2014/main" id="{78432D95-74A7-4705-A33D-3B0116AC8D8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114692" name="Rectangle 2">
            <a:extLst>
              <a:ext uri="{FF2B5EF4-FFF2-40B4-BE49-F238E27FC236}">
                <a16:creationId xmlns:a16="http://schemas.microsoft.com/office/drawing/2014/main" id="{91C6413E-B2B3-458C-BD9D-6CB97DD8AC5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 dirty="0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7">
            <a:extLst>
              <a:ext uri="{FF2B5EF4-FFF2-40B4-BE49-F238E27FC236}">
                <a16:creationId xmlns:a16="http://schemas.microsoft.com/office/drawing/2014/main" id="{38F85BC9-0027-4047-A6F3-97B899B28375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fld id="{CA240DCE-D741-4EC4-897C-EBB970102FCF}" type="slidenum">
              <a:rPr lang="en-GB" altLang="en-US">
                <a:latin typeface="Arial" panose="020B0604020202020204" pitchFamily="34" charset="0"/>
              </a:rPr>
              <a:pPr>
                <a:spcBef>
                  <a:spcPct val="0"/>
                </a:spcBef>
                <a:buFont typeface="Arial" panose="020B0604020202020204" pitchFamily="34" charset="0"/>
                <a:buNone/>
              </a:pPr>
              <a:t>57</a:t>
            </a:fld>
            <a:endParaRPr lang="en-GB" altLang="en-US">
              <a:latin typeface="Arial" panose="020B0604020202020204" pitchFamily="34" charset="0"/>
            </a:endParaRPr>
          </a:p>
        </p:txBody>
      </p:sp>
      <p:sp>
        <p:nvSpPr>
          <p:cNvPr id="116739" name="Rectangle 2">
            <a:extLst>
              <a:ext uri="{FF2B5EF4-FFF2-40B4-BE49-F238E27FC236}">
                <a16:creationId xmlns:a16="http://schemas.microsoft.com/office/drawing/2014/main" id="{53BFF064-723B-4C14-9DE0-DFD7B65896B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116740" name="Rectangle 3">
            <a:extLst>
              <a:ext uri="{FF2B5EF4-FFF2-40B4-BE49-F238E27FC236}">
                <a16:creationId xmlns:a16="http://schemas.microsoft.com/office/drawing/2014/main" id="{6601CF51-C4B1-4080-A2C6-9790A6550F9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 dirty="0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7">
            <a:extLst>
              <a:ext uri="{FF2B5EF4-FFF2-40B4-BE49-F238E27FC236}">
                <a16:creationId xmlns:a16="http://schemas.microsoft.com/office/drawing/2014/main" id="{A8311953-0B91-4C82-BA23-4FE0DB334139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fld id="{7C6B40F4-B182-4826-8606-3A848FE67E85}" type="slidenum">
              <a:rPr lang="en-GB" altLang="en-US">
                <a:latin typeface="Arial" panose="020B0604020202020204" pitchFamily="34" charset="0"/>
              </a:rPr>
              <a:pPr>
                <a:spcBef>
                  <a:spcPct val="0"/>
                </a:spcBef>
                <a:buFont typeface="Arial" panose="020B0604020202020204" pitchFamily="34" charset="0"/>
                <a:buNone/>
              </a:pPr>
              <a:t>58</a:t>
            </a:fld>
            <a:endParaRPr lang="en-GB" altLang="en-US">
              <a:latin typeface="Arial" panose="020B0604020202020204" pitchFamily="34" charset="0"/>
            </a:endParaRPr>
          </a:p>
        </p:txBody>
      </p:sp>
      <p:sp>
        <p:nvSpPr>
          <p:cNvPr id="118787" name="Rectangle 1">
            <a:extLst>
              <a:ext uri="{FF2B5EF4-FFF2-40B4-BE49-F238E27FC236}">
                <a16:creationId xmlns:a16="http://schemas.microsoft.com/office/drawing/2014/main" id="{F1BECEF0-9DD2-4AF6-AB60-B6E3BB412BA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118788" name="Rectangle 2">
            <a:extLst>
              <a:ext uri="{FF2B5EF4-FFF2-40B4-BE49-F238E27FC236}">
                <a16:creationId xmlns:a16="http://schemas.microsoft.com/office/drawing/2014/main" id="{FFD0DB6E-7A25-4702-9EBE-E1F74908378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 dirty="0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2">
            <a:extLst>
              <a:ext uri="{FF2B5EF4-FFF2-40B4-BE49-F238E27FC236}">
                <a16:creationId xmlns:a16="http://schemas.microsoft.com/office/drawing/2014/main" id="{8AA50BAF-6115-48A8-94F4-CF278F59499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124931" name="Rectangle 3">
            <a:extLst>
              <a:ext uri="{FF2B5EF4-FFF2-40B4-BE49-F238E27FC236}">
                <a16:creationId xmlns:a16="http://schemas.microsoft.com/office/drawing/2014/main" id="{6C722379-55AF-44FC-AD01-B3BF3C56E4C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  <p:txBody>
          <a:bodyPr/>
          <a:lstStyle/>
          <a:p>
            <a:endParaRPr lang="en-US" altLang="en-US" sz="1400" b="0" i="0" dirty="0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2">
            <a:extLst>
              <a:ext uri="{FF2B5EF4-FFF2-40B4-BE49-F238E27FC236}">
                <a16:creationId xmlns:a16="http://schemas.microsoft.com/office/drawing/2014/main" id="{2A2F6352-E8E7-431D-939F-1A54260FEAC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126979" name="Rectangle 3">
            <a:extLst>
              <a:ext uri="{FF2B5EF4-FFF2-40B4-BE49-F238E27FC236}">
                <a16:creationId xmlns:a16="http://schemas.microsoft.com/office/drawing/2014/main" id="{CD47AD2B-33D1-4BDC-853D-C1C6FC2EAD7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  <p:txBody>
          <a:bodyPr/>
          <a:lstStyle/>
          <a:p>
            <a:endParaRPr lang="en-US" altLang="en-US" dirty="0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7">
            <a:extLst>
              <a:ext uri="{FF2B5EF4-FFF2-40B4-BE49-F238E27FC236}">
                <a16:creationId xmlns:a16="http://schemas.microsoft.com/office/drawing/2014/main" id="{519C5EAB-4F2E-4764-A303-A239D3201038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fld id="{FD587EC6-BDFA-4676-909A-88288597EE82}" type="slidenum">
              <a:rPr lang="en-GB" altLang="en-US">
                <a:latin typeface="Arial" panose="020B0604020202020204" pitchFamily="34" charset="0"/>
              </a:rPr>
              <a:pPr>
                <a:spcBef>
                  <a:spcPct val="0"/>
                </a:spcBef>
                <a:buFont typeface="Arial" panose="020B0604020202020204" pitchFamily="34" charset="0"/>
                <a:buNone/>
              </a:pPr>
              <a:t>61</a:t>
            </a:fld>
            <a:endParaRPr lang="en-GB" altLang="en-US">
              <a:latin typeface="Arial" panose="020B0604020202020204" pitchFamily="34" charset="0"/>
            </a:endParaRPr>
          </a:p>
        </p:txBody>
      </p:sp>
      <p:sp>
        <p:nvSpPr>
          <p:cNvPr id="120835" name="Rectangle 1">
            <a:extLst>
              <a:ext uri="{FF2B5EF4-FFF2-40B4-BE49-F238E27FC236}">
                <a16:creationId xmlns:a16="http://schemas.microsoft.com/office/drawing/2014/main" id="{8949113F-F4E2-4D3B-8A90-2565F56AF0D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120836" name="Rectangle 2">
            <a:extLst>
              <a:ext uri="{FF2B5EF4-FFF2-40B4-BE49-F238E27FC236}">
                <a16:creationId xmlns:a16="http://schemas.microsoft.com/office/drawing/2014/main" id="{931B388C-B0A0-469E-8611-CEDCA23AAC9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 dirty="0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>
            <a:extLst>
              <a:ext uri="{FF2B5EF4-FFF2-40B4-BE49-F238E27FC236}">
                <a16:creationId xmlns:a16="http://schemas.microsoft.com/office/drawing/2014/main" id="{D37B2F0C-8DC5-4D8A-BACE-4E843A65046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122883" name="Rectangle 3">
            <a:extLst>
              <a:ext uri="{FF2B5EF4-FFF2-40B4-BE49-F238E27FC236}">
                <a16:creationId xmlns:a16="http://schemas.microsoft.com/office/drawing/2014/main" id="{D2E1BADE-8757-4053-82D5-1513B6A6DEC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  <p:txBody>
          <a:bodyPr/>
          <a:lstStyle/>
          <a:p>
            <a:r>
              <a:rPr lang="en-US" altLang="en-US" dirty="0"/>
              <a:t>An Orbital — is the quantum mechanical refinement of Bohr’s orbit</a:t>
            </a:r>
          </a:p>
          <a:p>
            <a:endParaRPr lang="en-US" altLang="en-US" sz="600" dirty="0"/>
          </a:p>
          <a:p>
            <a:r>
              <a:rPr lang="en-US" altLang="en-US" dirty="0"/>
              <a:t>Orbitals are mathematically derived regions of space with different </a:t>
            </a:r>
            <a:r>
              <a:rPr lang="en-US" altLang="en-US" i="1" dirty="0"/>
              <a:t>probabilities </a:t>
            </a:r>
            <a:r>
              <a:rPr lang="en-US" altLang="en-US" dirty="0"/>
              <a:t>of containing the electron</a:t>
            </a:r>
          </a:p>
          <a:p>
            <a:endParaRPr lang="en-US" altLang="en-US" sz="600" dirty="0"/>
          </a:p>
          <a:p>
            <a:r>
              <a:rPr lang="en-US" altLang="en-US" i="1" dirty="0"/>
              <a:t>The different ways of representing electron probability distributions are</a:t>
            </a:r>
          </a:p>
          <a:p>
            <a:pPr lvl="1"/>
            <a:r>
              <a:rPr lang="en-US" altLang="en-US" dirty="0"/>
              <a:t>    1. Because </a:t>
            </a:r>
            <a:r>
              <a:rPr lang="en-US" altLang="en-US" dirty="0">
                <a:sym typeface="Symbol" panose="05050102010706020507" pitchFamily="18" charset="2"/>
              </a:rPr>
              <a:t></a:t>
            </a:r>
            <a:r>
              <a:rPr lang="en-US" altLang="en-US" baseline="30000" dirty="0">
                <a:sym typeface="Symbol" panose="05050102010706020507" pitchFamily="18" charset="2"/>
              </a:rPr>
              <a:t>2 </a:t>
            </a:r>
            <a:r>
              <a:rPr lang="en-US" altLang="en-US" dirty="0">
                <a:sym typeface="Symbol" panose="05050102010706020507" pitchFamily="18" charset="2"/>
              </a:rPr>
              <a:t> gives the probability of finding the electron in a given volume of space, a plot of </a:t>
            </a:r>
            <a:r>
              <a:rPr lang="en-US" altLang="en-US" baseline="30000" dirty="0">
                <a:sym typeface="Symbol" panose="05050102010706020507" pitchFamily="18" charset="2"/>
              </a:rPr>
              <a:t>2 </a:t>
            </a:r>
            <a:r>
              <a:rPr lang="en-US" altLang="en-US" dirty="0">
                <a:sym typeface="Symbol" panose="05050102010706020507" pitchFamily="18" charset="2"/>
              </a:rPr>
              <a:t>versus distance from the nucleus, </a:t>
            </a:r>
            <a:r>
              <a:rPr lang="en-US" altLang="en-US" i="1" dirty="0">
                <a:sym typeface="Symbol" panose="05050102010706020507" pitchFamily="18" charset="2"/>
              </a:rPr>
              <a:t>r</a:t>
            </a:r>
            <a:r>
              <a:rPr lang="en-US" altLang="en-US" dirty="0">
                <a:sym typeface="Symbol" panose="05050102010706020507" pitchFamily="18" charset="2"/>
              </a:rPr>
              <a:t>, is a plot of the</a:t>
            </a:r>
            <a:r>
              <a:rPr lang="en-US" altLang="en-US" i="1" dirty="0">
                <a:sym typeface="Symbol" panose="05050102010706020507" pitchFamily="18" charset="2"/>
              </a:rPr>
              <a:t> probability density</a:t>
            </a:r>
            <a:r>
              <a:rPr lang="en-US" altLang="en-US" dirty="0">
                <a:sym typeface="Symbol" panose="05050102010706020507" pitchFamily="18" charset="2"/>
              </a:rPr>
              <a:t>.  		</a:t>
            </a:r>
          </a:p>
          <a:p>
            <a:pPr lvl="1"/>
            <a:r>
              <a:rPr lang="en-US" altLang="en-US" dirty="0">
                <a:sym typeface="Symbol" panose="05050102010706020507" pitchFamily="18" charset="2"/>
              </a:rPr>
              <a:t>		Probability density is greatest at r = 0 (at the nucleus) and decreases steadily with increasing distance</a:t>
            </a:r>
          </a:p>
          <a:p>
            <a:pPr lvl="1"/>
            <a:r>
              <a:rPr lang="en-US" altLang="en-US" dirty="0">
                <a:sym typeface="Symbol" panose="05050102010706020507" pitchFamily="18" charset="2"/>
              </a:rPr>
              <a:t>    2. The </a:t>
            </a:r>
            <a:r>
              <a:rPr lang="en-US" altLang="en-US" i="1" dirty="0">
                <a:sym typeface="Symbol" panose="05050102010706020507" pitchFamily="18" charset="2"/>
              </a:rPr>
              <a:t>radial probability</a:t>
            </a:r>
            <a:r>
              <a:rPr lang="en-US" altLang="en-US" dirty="0">
                <a:sym typeface="Symbol" panose="05050102010706020507" pitchFamily="18" charset="2"/>
              </a:rPr>
              <a:t> can be calculated by summing the probabilities of the electron being at all points on a series of </a:t>
            </a:r>
            <a:r>
              <a:rPr lang="en-US" altLang="en-US" i="1" dirty="0">
                <a:sym typeface="Symbol" panose="05050102010706020507" pitchFamily="18" charset="2"/>
              </a:rPr>
              <a:t>x</a:t>
            </a:r>
            <a:r>
              <a:rPr lang="en-US" altLang="en-US" dirty="0">
                <a:sym typeface="Symbol" panose="05050102010706020507" pitchFamily="18" charset="2"/>
              </a:rPr>
              <a:t> spherical shells of radius r</a:t>
            </a:r>
            <a:r>
              <a:rPr lang="en-US" altLang="en-US" baseline="-25000" dirty="0">
                <a:sym typeface="Symbol" panose="05050102010706020507" pitchFamily="18" charset="2"/>
              </a:rPr>
              <a:t>1</a:t>
            </a:r>
            <a:r>
              <a:rPr lang="en-US" altLang="en-US" dirty="0">
                <a:sym typeface="Symbol" panose="05050102010706020507" pitchFamily="18" charset="2"/>
              </a:rPr>
              <a:t>, r</a:t>
            </a:r>
            <a:r>
              <a:rPr lang="en-US" altLang="en-US" baseline="-25000" dirty="0">
                <a:sym typeface="Symbol" panose="05050102010706020507" pitchFamily="18" charset="2"/>
              </a:rPr>
              <a:t>2 </a:t>
            </a:r>
            <a:r>
              <a:rPr lang="en-US" altLang="en-US" dirty="0">
                <a:sym typeface="Symbol" panose="05050102010706020507" pitchFamily="18" charset="2"/>
              </a:rPr>
              <a:t>…</a:t>
            </a:r>
            <a:r>
              <a:rPr lang="en-US" altLang="en-US" dirty="0" err="1">
                <a:sym typeface="Symbol" panose="05050102010706020507" pitchFamily="18" charset="2"/>
              </a:rPr>
              <a:t>r</a:t>
            </a:r>
            <a:r>
              <a:rPr lang="en-US" altLang="en-US" baseline="-25000" dirty="0" err="1">
                <a:sym typeface="Symbol" panose="05050102010706020507" pitchFamily="18" charset="2"/>
              </a:rPr>
              <a:t>x</a:t>
            </a:r>
            <a:r>
              <a:rPr lang="en-US" altLang="en-US" baseline="-25000" dirty="0">
                <a:sym typeface="Symbol" panose="05050102010706020507" pitchFamily="18" charset="2"/>
              </a:rPr>
              <a:t> 1</a:t>
            </a:r>
            <a:r>
              <a:rPr lang="en-US" altLang="en-US" dirty="0">
                <a:sym typeface="Symbol" panose="05050102010706020507" pitchFamily="18" charset="2"/>
              </a:rPr>
              <a:t>, </a:t>
            </a:r>
            <a:r>
              <a:rPr lang="en-US" altLang="en-US" dirty="0" err="1">
                <a:sym typeface="Symbol" panose="05050102010706020507" pitchFamily="18" charset="2"/>
              </a:rPr>
              <a:t>r</a:t>
            </a:r>
            <a:r>
              <a:rPr lang="en-US" altLang="en-US" baseline="-25000" dirty="0" err="1">
                <a:sym typeface="Symbol" panose="05050102010706020507" pitchFamily="18" charset="2"/>
              </a:rPr>
              <a:t>x</a:t>
            </a:r>
            <a:r>
              <a:rPr lang="en-US" altLang="en-US" baseline="-25000" dirty="0">
                <a:sym typeface="Symbol" panose="05050102010706020507" pitchFamily="18" charset="2"/>
              </a:rPr>
              <a:t> </a:t>
            </a:r>
            <a:r>
              <a:rPr lang="en-US" altLang="en-US" dirty="0">
                <a:sym typeface="Symbol" panose="05050102010706020507" pitchFamily="18" charset="2"/>
              </a:rPr>
              <a:t> and 			</a:t>
            </a:r>
          </a:p>
          <a:p>
            <a:pPr lvl="1"/>
            <a:r>
              <a:rPr lang="en-US" altLang="en-US" dirty="0">
                <a:sym typeface="Symbol" panose="05050102010706020507" pitchFamily="18" charset="2"/>
              </a:rPr>
              <a:t>		calculating the probability of finding the electron in each of the spherical shells.</a:t>
            </a:r>
          </a:p>
          <a:p>
            <a:pPr lvl="1"/>
            <a:endParaRPr lang="en-US" altLang="en-US" sz="700" dirty="0">
              <a:sym typeface="Symbol" panose="05050102010706020507" pitchFamily="18" charset="2"/>
            </a:endParaRPr>
          </a:p>
          <a:p>
            <a:endParaRPr lang="en-US" altLang="en-US" dirty="0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>
            <a:extLst>
              <a:ext uri="{FF2B5EF4-FFF2-40B4-BE49-F238E27FC236}">
                <a16:creationId xmlns:a16="http://schemas.microsoft.com/office/drawing/2014/main" id="{1CBFE381-AA50-4C40-A472-AA44AEB9036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129027" name="Rectangle 3">
            <a:extLst>
              <a:ext uri="{FF2B5EF4-FFF2-40B4-BE49-F238E27FC236}">
                <a16:creationId xmlns:a16="http://schemas.microsoft.com/office/drawing/2014/main" id="{4FA6698F-2EA7-4734-9EA0-36184A743BB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  <p:txBody>
          <a:bodyPr/>
          <a:lstStyle/>
          <a:p>
            <a:endParaRPr lang="en-US" altLang="en-US" dirty="0">
              <a:solidFill>
                <a:srgbClr val="FFFF00"/>
              </a:solidFill>
            </a:endParaRPr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>
              <a:defRPr/>
            </a:pPr>
            <a:fld id="{FC61E4D3-4F36-4A50-88BF-384CDEFBBB7E}" type="slidenum">
              <a:rPr lang="en-GB" altLang="en-US" smtClean="0"/>
              <a:pPr>
                <a:defRPr/>
              </a:pPr>
              <a:t>64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616309090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7">
            <a:extLst>
              <a:ext uri="{FF2B5EF4-FFF2-40B4-BE49-F238E27FC236}">
                <a16:creationId xmlns:a16="http://schemas.microsoft.com/office/drawing/2014/main" id="{A8311953-0B91-4C82-BA23-4FE0DB334139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fld id="{7C6B40F4-B182-4826-8606-3A848FE67E85}" type="slidenum">
              <a:rPr lang="en-GB" altLang="en-US">
                <a:latin typeface="Arial" panose="020B0604020202020204" pitchFamily="34" charset="0"/>
              </a:rPr>
              <a:pPr>
                <a:spcBef>
                  <a:spcPct val="0"/>
                </a:spcBef>
                <a:buFont typeface="Arial" panose="020B0604020202020204" pitchFamily="34" charset="0"/>
                <a:buNone/>
              </a:pPr>
              <a:t>65</a:t>
            </a:fld>
            <a:endParaRPr lang="en-GB" altLang="en-US">
              <a:latin typeface="Arial" panose="020B0604020202020204" pitchFamily="34" charset="0"/>
            </a:endParaRPr>
          </a:p>
        </p:txBody>
      </p:sp>
      <p:sp>
        <p:nvSpPr>
          <p:cNvPr id="118787" name="Rectangle 1">
            <a:extLst>
              <a:ext uri="{FF2B5EF4-FFF2-40B4-BE49-F238E27FC236}">
                <a16:creationId xmlns:a16="http://schemas.microsoft.com/office/drawing/2014/main" id="{F1BECEF0-9DD2-4AF6-AB60-B6E3BB412BA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118788" name="Rectangle 2">
            <a:extLst>
              <a:ext uri="{FF2B5EF4-FFF2-40B4-BE49-F238E27FC236}">
                <a16:creationId xmlns:a16="http://schemas.microsoft.com/office/drawing/2014/main" id="{FFD0DB6E-7A25-4702-9EBE-E1F74908378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139981339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2">
            <a:extLst>
              <a:ext uri="{FF2B5EF4-FFF2-40B4-BE49-F238E27FC236}">
                <a16:creationId xmlns:a16="http://schemas.microsoft.com/office/drawing/2014/main" id="{8B122E97-6149-4250-834C-45B7AB1370A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131075" name="Rectangle 3">
            <a:extLst>
              <a:ext uri="{FF2B5EF4-FFF2-40B4-BE49-F238E27FC236}">
                <a16:creationId xmlns:a16="http://schemas.microsoft.com/office/drawing/2014/main" id="{02FF035A-DB05-4909-810E-A82AF458238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  <p:txBody>
          <a:bodyPr/>
          <a:lstStyle/>
          <a:p>
            <a:endParaRPr lang="en-US" altLang="en-US" dirty="0"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7">
            <a:extLst>
              <a:ext uri="{FF2B5EF4-FFF2-40B4-BE49-F238E27FC236}">
                <a16:creationId xmlns:a16="http://schemas.microsoft.com/office/drawing/2014/main" id="{A8311953-0B91-4C82-BA23-4FE0DB334139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fld id="{7C6B40F4-B182-4826-8606-3A848FE67E85}" type="slidenum">
              <a:rPr lang="en-GB" altLang="en-US">
                <a:latin typeface="Arial" panose="020B0604020202020204" pitchFamily="34" charset="0"/>
              </a:rPr>
              <a:pPr>
                <a:spcBef>
                  <a:spcPct val="0"/>
                </a:spcBef>
                <a:buFont typeface="Arial" panose="020B0604020202020204" pitchFamily="34" charset="0"/>
                <a:buNone/>
              </a:pPr>
              <a:t>67</a:t>
            </a:fld>
            <a:endParaRPr lang="en-GB" altLang="en-US">
              <a:latin typeface="Arial" panose="020B0604020202020204" pitchFamily="34" charset="0"/>
            </a:endParaRPr>
          </a:p>
        </p:txBody>
      </p:sp>
      <p:sp>
        <p:nvSpPr>
          <p:cNvPr id="118787" name="Rectangle 1">
            <a:extLst>
              <a:ext uri="{FF2B5EF4-FFF2-40B4-BE49-F238E27FC236}">
                <a16:creationId xmlns:a16="http://schemas.microsoft.com/office/drawing/2014/main" id="{F1BECEF0-9DD2-4AF6-AB60-B6E3BB412BA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118788" name="Rectangle 2">
            <a:extLst>
              <a:ext uri="{FF2B5EF4-FFF2-40B4-BE49-F238E27FC236}">
                <a16:creationId xmlns:a16="http://schemas.microsoft.com/office/drawing/2014/main" id="{FFD0DB6E-7A25-4702-9EBE-E1F74908378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730535789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7">
            <a:extLst>
              <a:ext uri="{FF2B5EF4-FFF2-40B4-BE49-F238E27FC236}">
                <a16:creationId xmlns:a16="http://schemas.microsoft.com/office/drawing/2014/main" id="{7C301681-7B09-4FC3-AEAF-01627E55F647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fld id="{FC0F6747-1D9D-4DB7-BE4D-DF317A0DB56C}" type="slidenum">
              <a:rPr lang="en-GB" altLang="en-US">
                <a:latin typeface="Arial" panose="020B0604020202020204" pitchFamily="34" charset="0"/>
              </a:rPr>
              <a:pPr>
                <a:spcBef>
                  <a:spcPct val="0"/>
                </a:spcBef>
                <a:buFont typeface="Arial" panose="020B0604020202020204" pitchFamily="34" charset="0"/>
                <a:buNone/>
              </a:pPr>
              <a:t>68</a:t>
            </a:fld>
            <a:endParaRPr lang="en-GB" altLang="en-US">
              <a:latin typeface="Arial" panose="020B0604020202020204" pitchFamily="34" charset="0"/>
            </a:endParaRPr>
          </a:p>
        </p:txBody>
      </p:sp>
      <p:sp>
        <p:nvSpPr>
          <p:cNvPr id="133123" name="Rectangle 1">
            <a:extLst>
              <a:ext uri="{FF2B5EF4-FFF2-40B4-BE49-F238E27FC236}">
                <a16:creationId xmlns:a16="http://schemas.microsoft.com/office/drawing/2014/main" id="{8C69D756-01BB-4878-8178-A040B39654D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133124" name="Rectangle 2">
            <a:extLst>
              <a:ext uri="{FF2B5EF4-FFF2-40B4-BE49-F238E27FC236}">
                <a16:creationId xmlns:a16="http://schemas.microsoft.com/office/drawing/2014/main" id="{813CCB8D-E22A-4358-88B3-9021EB8D024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 dirty="0"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2">
            <a:extLst>
              <a:ext uri="{FF2B5EF4-FFF2-40B4-BE49-F238E27FC236}">
                <a16:creationId xmlns:a16="http://schemas.microsoft.com/office/drawing/2014/main" id="{8DA80D1C-1903-4AC4-9D0A-30969C60661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135171" name="Rectangle 3">
            <a:extLst>
              <a:ext uri="{FF2B5EF4-FFF2-40B4-BE49-F238E27FC236}">
                <a16:creationId xmlns:a16="http://schemas.microsoft.com/office/drawing/2014/main" id="{A11656AC-2C3E-4B34-8C98-43DE937B6D9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  <p:txBody>
          <a:bodyPr/>
          <a:lstStyle/>
          <a:p>
            <a:endParaRPr lang="en-US" altLang="en-US" dirty="0"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2">
            <a:extLst>
              <a:ext uri="{FF2B5EF4-FFF2-40B4-BE49-F238E27FC236}">
                <a16:creationId xmlns:a16="http://schemas.microsoft.com/office/drawing/2014/main" id="{A8180716-63E0-4704-B0D8-6356AE03FF7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137219" name="Rectangle 3">
            <a:extLst>
              <a:ext uri="{FF2B5EF4-FFF2-40B4-BE49-F238E27FC236}">
                <a16:creationId xmlns:a16="http://schemas.microsoft.com/office/drawing/2014/main" id="{8D36C603-A18F-4F2C-BB75-1B8BC551AD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  <p:txBody>
          <a:bodyPr/>
          <a:lstStyle/>
          <a:p>
            <a:endParaRPr lang="en-US" altLang="en-US" dirty="0"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7">
            <a:extLst>
              <a:ext uri="{FF2B5EF4-FFF2-40B4-BE49-F238E27FC236}">
                <a16:creationId xmlns:a16="http://schemas.microsoft.com/office/drawing/2014/main" id="{A8311953-0B91-4C82-BA23-4FE0DB334139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fld id="{7C6B40F4-B182-4826-8606-3A848FE67E85}" type="slidenum">
              <a:rPr lang="en-GB" altLang="en-US">
                <a:latin typeface="Arial" panose="020B0604020202020204" pitchFamily="34" charset="0"/>
              </a:rPr>
              <a:pPr>
                <a:spcBef>
                  <a:spcPct val="0"/>
                </a:spcBef>
                <a:buFont typeface="Arial" panose="020B0604020202020204" pitchFamily="34" charset="0"/>
                <a:buNone/>
              </a:pPr>
              <a:t>71</a:t>
            </a:fld>
            <a:endParaRPr lang="en-GB" altLang="en-US">
              <a:latin typeface="Arial" panose="020B0604020202020204" pitchFamily="34" charset="0"/>
            </a:endParaRPr>
          </a:p>
        </p:txBody>
      </p:sp>
      <p:sp>
        <p:nvSpPr>
          <p:cNvPr id="118787" name="Rectangle 1">
            <a:extLst>
              <a:ext uri="{FF2B5EF4-FFF2-40B4-BE49-F238E27FC236}">
                <a16:creationId xmlns:a16="http://schemas.microsoft.com/office/drawing/2014/main" id="{F1BECEF0-9DD2-4AF6-AB60-B6E3BB412BA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118788" name="Rectangle 2">
            <a:extLst>
              <a:ext uri="{FF2B5EF4-FFF2-40B4-BE49-F238E27FC236}">
                <a16:creationId xmlns:a16="http://schemas.microsoft.com/office/drawing/2014/main" id="{FFD0DB6E-7A25-4702-9EBE-E1F74908378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412661087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Rectangle 7">
            <a:extLst>
              <a:ext uri="{FF2B5EF4-FFF2-40B4-BE49-F238E27FC236}">
                <a16:creationId xmlns:a16="http://schemas.microsoft.com/office/drawing/2014/main" id="{BA5C789F-095E-4115-BBDD-782A026B2E9D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fld id="{5AEADBB2-2327-4196-9878-D527A29C891C}" type="slidenum">
              <a:rPr lang="en-GB" altLang="en-US">
                <a:latin typeface="Arial" panose="020B0604020202020204" pitchFamily="34" charset="0"/>
              </a:rPr>
              <a:pPr>
                <a:spcBef>
                  <a:spcPct val="0"/>
                </a:spcBef>
                <a:buFont typeface="Arial" panose="020B0604020202020204" pitchFamily="34" charset="0"/>
                <a:buNone/>
              </a:pPr>
              <a:t>72</a:t>
            </a:fld>
            <a:endParaRPr lang="en-GB" altLang="en-US">
              <a:latin typeface="Arial" panose="020B0604020202020204" pitchFamily="34" charset="0"/>
            </a:endParaRPr>
          </a:p>
        </p:txBody>
      </p:sp>
      <p:sp>
        <p:nvSpPr>
          <p:cNvPr id="139267" name="Rectangle 1">
            <a:extLst>
              <a:ext uri="{FF2B5EF4-FFF2-40B4-BE49-F238E27FC236}">
                <a16:creationId xmlns:a16="http://schemas.microsoft.com/office/drawing/2014/main" id="{69EE9C50-64DF-4A53-964F-823CA039DC6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139268" name="Rectangle 2">
            <a:extLst>
              <a:ext uri="{FF2B5EF4-FFF2-40B4-BE49-F238E27FC236}">
                <a16:creationId xmlns:a16="http://schemas.microsoft.com/office/drawing/2014/main" id="{2F0806F4-C15A-4861-B4CC-36B926A1755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 dirty="0"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Rectangle 2">
            <a:extLst>
              <a:ext uri="{FF2B5EF4-FFF2-40B4-BE49-F238E27FC236}">
                <a16:creationId xmlns:a16="http://schemas.microsoft.com/office/drawing/2014/main" id="{0330E7A8-A1AF-49F2-8334-2B221450317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141315" name="Rectangle 3">
            <a:extLst>
              <a:ext uri="{FF2B5EF4-FFF2-40B4-BE49-F238E27FC236}">
                <a16:creationId xmlns:a16="http://schemas.microsoft.com/office/drawing/2014/main" id="{050CA0CF-FFE5-4937-9BA6-EC051630A51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  <p:txBody>
          <a:bodyPr/>
          <a:lstStyle/>
          <a:p>
            <a:endParaRPr lang="en-US" altLang="en-US" dirty="0"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7">
            <a:extLst>
              <a:ext uri="{FF2B5EF4-FFF2-40B4-BE49-F238E27FC236}">
                <a16:creationId xmlns:a16="http://schemas.microsoft.com/office/drawing/2014/main" id="{A8311953-0B91-4C82-BA23-4FE0DB334139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fld id="{7C6B40F4-B182-4826-8606-3A848FE67E85}" type="slidenum">
              <a:rPr lang="en-GB" altLang="en-US">
                <a:latin typeface="Arial" panose="020B0604020202020204" pitchFamily="34" charset="0"/>
              </a:rPr>
              <a:pPr>
                <a:spcBef>
                  <a:spcPct val="0"/>
                </a:spcBef>
                <a:buFont typeface="Arial" panose="020B0604020202020204" pitchFamily="34" charset="0"/>
                <a:buNone/>
              </a:pPr>
              <a:t>74</a:t>
            </a:fld>
            <a:endParaRPr lang="en-GB" altLang="en-US">
              <a:latin typeface="Arial" panose="020B0604020202020204" pitchFamily="34" charset="0"/>
            </a:endParaRPr>
          </a:p>
        </p:txBody>
      </p:sp>
      <p:sp>
        <p:nvSpPr>
          <p:cNvPr id="118787" name="Rectangle 1">
            <a:extLst>
              <a:ext uri="{FF2B5EF4-FFF2-40B4-BE49-F238E27FC236}">
                <a16:creationId xmlns:a16="http://schemas.microsoft.com/office/drawing/2014/main" id="{F1BECEF0-9DD2-4AF6-AB60-B6E3BB412BA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118788" name="Rectangle 2">
            <a:extLst>
              <a:ext uri="{FF2B5EF4-FFF2-40B4-BE49-F238E27FC236}">
                <a16:creationId xmlns:a16="http://schemas.microsoft.com/office/drawing/2014/main" id="{FFD0DB6E-7A25-4702-9EBE-E1F74908378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350082592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Rectangle 2">
            <a:extLst>
              <a:ext uri="{FF2B5EF4-FFF2-40B4-BE49-F238E27FC236}">
                <a16:creationId xmlns:a16="http://schemas.microsoft.com/office/drawing/2014/main" id="{642BB2CB-F89F-4668-86F0-A489E42C20C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7712" cy="3417888"/>
          </a:xfrm>
          <a:ln/>
        </p:spPr>
      </p:sp>
      <p:sp>
        <p:nvSpPr>
          <p:cNvPr id="145411" name="Rectangle 3">
            <a:extLst>
              <a:ext uri="{FF2B5EF4-FFF2-40B4-BE49-F238E27FC236}">
                <a16:creationId xmlns:a16="http://schemas.microsoft.com/office/drawing/2014/main" id="{0A3C8768-35ED-42C8-82C4-5022D6FACF6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5988" y="4343400"/>
            <a:ext cx="5026025" cy="4114800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  <p:txBody>
          <a:bodyPr lIns="86493" tIns="43247" rIns="86493" bIns="43247"/>
          <a:lstStyle/>
          <a:p>
            <a:endParaRPr lang="en-US" altLang="en-US" dirty="0"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Rectangle 2">
            <a:extLst>
              <a:ext uri="{FF2B5EF4-FFF2-40B4-BE49-F238E27FC236}">
                <a16:creationId xmlns:a16="http://schemas.microsoft.com/office/drawing/2014/main" id="{9F17F885-9F6F-495F-B5AF-E9B6779CB9E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5800"/>
            <a:ext cx="4572000" cy="3429000"/>
          </a:xfrm>
          <a:ln/>
        </p:spPr>
      </p:sp>
      <p:sp>
        <p:nvSpPr>
          <p:cNvPr id="143363" name="Rectangle 3">
            <a:extLst>
              <a:ext uri="{FF2B5EF4-FFF2-40B4-BE49-F238E27FC236}">
                <a16:creationId xmlns:a16="http://schemas.microsoft.com/office/drawing/2014/main" id="{E3EB9A8B-9045-4DE3-B983-52C0851F0C8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5988" y="4343400"/>
            <a:ext cx="5026025" cy="4114800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  <p:txBody>
          <a:bodyPr lIns="86493" tIns="43247" rIns="86493" bIns="43247"/>
          <a:lstStyle/>
          <a:p>
            <a:endParaRPr lang="en-US" altLang="en-US" dirty="0"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Rectangle 2">
            <a:extLst>
              <a:ext uri="{FF2B5EF4-FFF2-40B4-BE49-F238E27FC236}">
                <a16:creationId xmlns:a16="http://schemas.microsoft.com/office/drawing/2014/main" id="{4C6630C5-6D17-4E86-8573-1736058B99E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149507" name="Rectangle 3">
            <a:extLst>
              <a:ext uri="{FF2B5EF4-FFF2-40B4-BE49-F238E27FC236}">
                <a16:creationId xmlns:a16="http://schemas.microsoft.com/office/drawing/2014/main" id="{4A9E7A35-680D-4124-8E1F-DB94F2167D8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  <p:txBody>
          <a:bodyPr/>
          <a:lstStyle/>
          <a:p>
            <a:endParaRPr lang="en-US" altLang="en-US" dirty="0"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>
              <a:defRPr/>
            </a:pPr>
            <a:fld id="{FC61E4D3-4F36-4A50-88BF-384CDEFBBB7E}" type="slidenum">
              <a:rPr lang="en-GB" altLang="en-US" smtClean="0"/>
              <a:pPr>
                <a:defRPr/>
              </a:pPr>
              <a:t>78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645990122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Rectangle 7">
            <a:extLst>
              <a:ext uri="{FF2B5EF4-FFF2-40B4-BE49-F238E27FC236}">
                <a16:creationId xmlns:a16="http://schemas.microsoft.com/office/drawing/2014/main" id="{5982E832-517E-4B52-A412-CC9EE226A401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fld id="{824D0B3E-CAAE-4D4D-A3FC-1563FAE07110}" type="slidenum">
              <a:rPr lang="en-GB" altLang="en-US">
                <a:latin typeface="Arial" panose="020B0604020202020204" pitchFamily="34" charset="0"/>
              </a:rPr>
              <a:pPr>
                <a:spcBef>
                  <a:spcPct val="0"/>
                </a:spcBef>
                <a:buFont typeface="Arial" panose="020B0604020202020204" pitchFamily="34" charset="0"/>
                <a:buNone/>
              </a:pPr>
              <a:t>79</a:t>
            </a:fld>
            <a:endParaRPr lang="en-GB" altLang="en-US">
              <a:latin typeface="Arial" panose="020B0604020202020204" pitchFamily="34" charset="0"/>
            </a:endParaRPr>
          </a:p>
        </p:txBody>
      </p:sp>
      <p:sp>
        <p:nvSpPr>
          <p:cNvPr id="156675" name="Rectangle 1">
            <a:extLst>
              <a:ext uri="{FF2B5EF4-FFF2-40B4-BE49-F238E27FC236}">
                <a16:creationId xmlns:a16="http://schemas.microsoft.com/office/drawing/2014/main" id="{6ADD1535-D070-49B5-BF14-A084ADB6A49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156676" name="Rectangle 2">
            <a:extLst>
              <a:ext uri="{FF2B5EF4-FFF2-40B4-BE49-F238E27FC236}">
                <a16:creationId xmlns:a16="http://schemas.microsoft.com/office/drawing/2014/main" id="{08178CCB-B221-47BF-A828-A382E84D466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 dirty="0"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7">
            <a:extLst>
              <a:ext uri="{FF2B5EF4-FFF2-40B4-BE49-F238E27FC236}">
                <a16:creationId xmlns:a16="http://schemas.microsoft.com/office/drawing/2014/main" id="{C59900D2-F184-401A-9358-5069260C5A21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fld id="{AEDEAF31-99F9-419D-AEAC-A6CE969B93F6}" type="slidenum">
              <a:rPr lang="en-GB" altLang="en-US">
                <a:latin typeface="Arial" panose="020B0604020202020204" pitchFamily="34" charset="0"/>
              </a:rPr>
              <a:pPr>
                <a:spcBef>
                  <a:spcPct val="0"/>
                </a:spcBef>
                <a:buFont typeface="Arial" panose="020B0604020202020204" pitchFamily="34" charset="0"/>
                <a:buNone/>
              </a:pPr>
              <a:t>80</a:t>
            </a:fld>
            <a:endParaRPr lang="en-GB" altLang="en-US">
              <a:latin typeface="Arial" panose="020B0604020202020204" pitchFamily="34" charset="0"/>
            </a:endParaRPr>
          </a:p>
        </p:txBody>
      </p:sp>
      <p:sp>
        <p:nvSpPr>
          <p:cNvPr id="158723" name="Rectangle 1">
            <a:extLst>
              <a:ext uri="{FF2B5EF4-FFF2-40B4-BE49-F238E27FC236}">
                <a16:creationId xmlns:a16="http://schemas.microsoft.com/office/drawing/2014/main" id="{5DC3075D-BFAA-4AAC-A3F8-C3F34F1F6F5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158724" name="Rectangle 2">
            <a:extLst>
              <a:ext uri="{FF2B5EF4-FFF2-40B4-BE49-F238E27FC236}">
                <a16:creationId xmlns:a16="http://schemas.microsoft.com/office/drawing/2014/main" id="{1020BFA1-EE5B-4147-875D-FCDBB34B895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 dirty="0"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7">
            <a:extLst>
              <a:ext uri="{FF2B5EF4-FFF2-40B4-BE49-F238E27FC236}">
                <a16:creationId xmlns:a16="http://schemas.microsoft.com/office/drawing/2014/main" id="{C353A73B-1970-44D8-BBF6-05E14B236442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fld id="{172770FE-B456-40FB-8359-11F6847B9DC9}" type="slidenum">
              <a:rPr lang="en-GB" altLang="en-US">
                <a:latin typeface="Arial" panose="020B0604020202020204" pitchFamily="34" charset="0"/>
              </a:rPr>
              <a:pPr>
                <a:spcBef>
                  <a:spcPct val="0"/>
                </a:spcBef>
                <a:buFont typeface="Arial" panose="020B0604020202020204" pitchFamily="34" charset="0"/>
                <a:buNone/>
              </a:pPr>
              <a:t>81</a:t>
            </a:fld>
            <a:endParaRPr lang="en-GB" altLang="en-US">
              <a:latin typeface="Arial" panose="020B0604020202020204" pitchFamily="34" charset="0"/>
            </a:endParaRPr>
          </a:p>
        </p:txBody>
      </p:sp>
      <p:sp>
        <p:nvSpPr>
          <p:cNvPr id="154627" name="Rectangle 1">
            <a:extLst>
              <a:ext uri="{FF2B5EF4-FFF2-40B4-BE49-F238E27FC236}">
                <a16:creationId xmlns:a16="http://schemas.microsoft.com/office/drawing/2014/main" id="{61B5665E-C4CF-4C4F-97C4-6F1957D1FBF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154628" name="Rectangle 2">
            <a:extLst>
              <a:ext uri="{FF2B5EF4-FFF2-40B4-BE49-F238E27FC236}">
                <a16:creationId xmlns:a16="http://schemas.microsoft.com/office/drawing/2014/main" id="{0C4B8B43-D70A-41CB-AEE8-EA4592478F9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 dirty="0"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Rectangle 7">
            <a:extLst>
              <a:ext uri="{FF2B5EF4-FFF2-40B4-BE49-F238E27FC236}">
                <a16:creationId xmlns:a16="http://schemas.microsoft.com/office/drawing/2014/main" id="{F65ABD70-E92B-403C-B3FA-386A873881E1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fld id="{56FF2956-0D06-4055-A63A-6CC7A14FA716}" type="slidenum">
              <a:rPr lang="en-GB" altLang="en-US">
                <a:latin typeface="Arial" panose="020B0604020202020204" pitchFamily="34" charset="0"/>
              </a:rPr>
              <a:pPr>
                <a:spcBef>
                  <a:spcPct val="0"/>
                </a:spcBef>
                <a:buFont typeface="Arial" panose="020B0604020202020204" pitchFamily="34" charset="0"/>
                <a:buNone/>
              </a:pPr>
              <a:t>82</a:t>
            </a:fld>
            <a:endParaRPr lang="en-GB" altLang="en-US">
              <a:latin typeface="Arial" panose="020B0604020202020204" pitchFamily="34" charset="0"/>
            </a:endParaRPr>
          </a:p>
        </p:txBody>
      </p:sp>
      <p:sp>
        <p:nvSpPr>
          <p:cNvPr id="160771" name="Rectangle 1">
            <a:extLst>
              <a:ext uri="{FF2B5EF4-FFF2-40B4-BE49-F238E27FC236}">
                <a16:creationId xmlns:a16="http://schemas.microsoft.com/office/drawing/2014/main" id="{27548DB2-0865-4EA9-86AB-471D917A66A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160772" name="Rectangle 2">
            <a:extLst>
              <a:ext uri="{FF2B5EF4-FFF2-40B4-BE49-F238E27FC236}">
                <a16:creationId xmlns:a16="http://schemas.microsoft.com/office/drawing/2014/main" id="{614D7464-2610-4C6C-B291-A742B0817E7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 dirty="0"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8" name="Rectangle 7">
            <a:extLst>
              <a:ext uri="{FF2B5EF4-FFF2-40B4-BE49-F238E27FC236}">
                <a16:creationId xmlns:a16="http://schemas.microsoft.com/office/drawing/2014/main" id="{654E52A8-7117-4EAE-838F-BB65FEDA08A3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fld id="{22979737-6107-415A-BF15-1D09CEA0FBD1}" type="slidenum">
              <a:rPr lang="en-GB" altLang="en-US">
                <a:latin typeface="Arial" panose="020B0604020202020204" pitchFamily="34" charset="0"/>
              </a:rPr>
              <a:pPr>
                <a:spcBef>
                  <a:spcPct val="0"/>
                </a:spcBef>
                <a:buFont typeface="Arial" panose="020B0604020202020204" pitchFamily="34" charset="0"/>
                <a:buNone/>
              </a:pPr>
              <a:t>83</a:t>
            </a:fld>
            <a:endParaRPr lang="en-GB" altLang="en-US">
              <a:latin typeface="Arial" panose="020B0604020202020204" pitchFamily="34" charset="0"/>
            </a:endParaRPr>
          </a:p>
        </p:txBody>
      </p:sp>
      <p:sp>
        <p:nvSpPr>
          <p:cNvPr id="162819" name="Rectangle 1">
            <a:extLst>
              <a:ext uri="{FF2B5EF4-FFF2-40B4-BE49-F238E27FC236}">
                <a16:creationId xmlns:a16="http://schemas.microsoft.com/office/drawing/2014/main" id="{2F9BD3D2-D71C-41E3-8314-FD449208CA4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162820" name="Rectangle 2">
            <a:extLst>
              <a:ext uri="{FF2B5EF4-FFF2-40B4-BE49-F238E27FC236}">
                <a16:creationId xmlns:a16="http://schemas.microsoft.com/office/drawing/2014/main" id="{8CFC6ABA-2EBA-4101-9569-7F8D372B090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 dirty="0"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6" name="Rectangle 7">
            <a:extLst>
              <a:ext uri="{FF2B5EF4-FFF2-40B4-BE49-F238E27FC236}">
                <a16:creationId xmlns:a16="http://schemas.microsoft.com/office/drawing/2014/main" id="{6A84E7B6-F12E-459E-986C-25929B84530B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fld id="{4687B788-E680-46EE-B7C3-DD3F37954D5F}" type="slidenum">
              <a:rPr lang="en-GB" altLang="en-US">
                <a:latin typeface="Arial" panose="020B0604020202020204" pitchFamily="34" charset="0"/>
              </a:rPr>
              <a:pPr>
                <a:spcBef>
                  <a:spcPct val="0"/>
                </a:spcBef>
                <a:buFont typeface="Arial" panose="020B0604020202020204" pitchFamily="34" charset="0"/>
                <a:buNone/>
              </a:pPr>
              <a:t>84</a:t>
            </a:fld>
            <a:endParaRPr lang="en-GB" altLang="en-US">
              <a:latin typeface="Arial" panose="020B0604020202020204" pitchFamily="34" charset="0"/>
            </a:endParaRPr>
          </a:p>
        </p:txBody>
      </p:sp>
      <p:sp>
        <p:nvSpPr>
          <p:cNvPr id="164867" name="Rectangle 1">
            <a:extLst>
              <a:ext uri="{FF2B5EF4-FFF2-40B4-BE49-F238E27FC236}">
                <a16:creationId xmlns:a16="http://schemas.microsoft.com/office/drawing/2014/main" id="{D30348B1-8390-4486-AF47-9A3021E95E6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164868" name="Rectangle 2">
            <a:extLst>
              <a:ext uri="{FF2B5EF4-FFF2-40B4-BE49-F238E27FC236}">
                <a16:creationId xmlns:a16="http://schemas.microsoft.com/office/drawing/2014/main" id="{B223C0ED-9517-4EC7-9448-457B2A73A18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 dirty="0"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Rectangle 7">
            <a:extLst>
              <a:ext uri="{FF2B5EF4-FFF2-40B4-BE49-F238E27FC236}">
                <a16:creationId xmlns:a16="http://schemas.microsoft.com/office/drawing/2014/main" id="{2226D2CC-E0DC-4A33-80A9-3D9AFF432FD5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fld id="{B5117496-301F-41BD-A51F-B3CF7A7CF4B9}" type="slidenum">
              <a:rPr lang="en-GB" altLang="en-US">
                <a:latin typeface="Arial" panose="020B0604020202020204" pitchFamily="34" charset="0"/>
              </a:rPr>
              <a:pPr>
                <a:spcBef>
                  <a:spcPct val="0"/>
                </a:spcBef>
                <a:buFont typeface="Arial" panose="020B0604020202020204" pitchFamily="34" charset="0"/>
                <a:buNone/>
              </a:pPr>
              <a:t>85</a:t>
            </a:fld>
            <a:endParaRPr lang="en-GB" altLang="en-US">
              <a:latin typeface="Arial" panose="020B0604020202020204" pitchFamily="34" charset="0"/>
            </a:endParaRPr>
          </a:p>
        </p:txBody>
      </p:sp>
      <p:sp>
        <p:nvSpPr>
          <p:cNvPr id="166915" name="Rectangle 1">
            <a:extLst>
              <a:ext uri="{FF2B5EF4-FFF2-40B4-BE49-F238E27FC236}">
                <a16:creationId xmlns:a16="http://schemas.microsoft.com/office/drawing/2014/main" id="{410F7656-1468-4D77-8212-0E6B720BBB8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166916" name="Rectangle 2">
            <a:extLst>
              <a:ext uri="{FF2B5EF4-FFF2-40B4-BE49-F238E27FC236}">
                <a16:creationId xmlns:a16="http://schemas.microsoft.com/office/drawing/2014/main" id="{855E7193-2F97-4399-AABB-07D02DF230D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 dirty="0"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>
              <a:defRPr/>
            </a:pPr>
            <a:fld id="{FC61E4D3-4F36-4A50-88BF-384CDEFBBB7E}" type="slidenum">
              <a:rPr lang="en-GB" altLang="en-US" smtClean="0"/>
              <a:pPr>
                <a:defRPr/>
              </a:pPr>
              <a:t>86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227861367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>
              <a:defRPr/>
            </a:pPr>
            <a:fld id="{FC61E4D3-4F36-4A50-88BF-384CDEFBBB7E}" type="slidenum">
              <a:rPr lang="en-GB" altLang="en-US" smtClean="0"/>
              <a:pPr>
                <a:defRPr/>
              </a:pPr>
              <a:t>87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39173910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>
              <a:defRPr/>
            </a:pPr>
            <a:fld id="{FC61E4D3-4F36-4A50-88BF-384CDEFBBB7E}" type="slidenum">
              <a:rPr lang="en-GB" altLang="en-US" smtClean="0"/>
              <a:pPr>
                <a:defRPr/>
              </a:pPr>
              <a:t>88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469266108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2">
            <a:extLst>
              <a:ext uri="{FF2B5EF4-FFF2-40B4-BE49-F238E27FC236}">
                <a16:creationId xmlns:a16="http://schemas.microsoft.com/office/drawing/2014/main" id="{8288EE46-B817-43C9-8080-6B00363AC0F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112643" name="Rectangle 3">
            <a:extLst>
              <a:ext uri="{FF2B5EF4-FFF2-40B4-BE49-F238E27FC236}">
                <a16:creationId xmlns:a16="http://schemas.microsoft.com/office/drawing/2014/main" id="{1112DC88-73A8-48C3-9967-629C3EA4B9D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162640259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>
              <a:defRPr/>
            </a:pPr>
            <a:fld id="{FC61E4D3-4F36-4A50-88BF-384CDEFBBB7E}" type="slidenum">
              <a:rPr lang="en-GB" altLang="en-US" smtClean="0"/>
              <a:pPr>
                <a:defRPr/>
              </a:pPr>
              <a:t>90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080483954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>
              <a:defRPr/>
            </a:pPr>
            <a:fld id="{FC61E4D3-4F36-4A50-88BF-384CDEFBBB7E}" type="slidenum">
              <a:rPr lang="en-GB" altLang="en-US" smtClean="0"/>
              <a:pPr>
                <a:defRPr/>
              </a:pPr>
              <a:t>91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187016412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6" name="Rectangle 7">
            <a:extLst>
              <a:ext uri="{FF2B5EF4-FFF2-40B4-BE49-F238E27FC236}">
                <a16:creationId xmlns:a16="http://schemas.microsoft.com/office/drawing/2014/main" id="{AC676DD0-7F18-47CD-869A-D3C31AFFDDBB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fld id="{8DD51229-FFA4-402D-A85F-A88316DC7AFF}" type="slidenum">
              <a:rPr lang="en-GB" altLang="en-US">
                <a:latin typeface="Arial" panose="020B0604020202020204" pitchFamily="34" charset="0"/>
              </a:rPr>
              <a:pPr>
                <a:spcBef>
                  <a:spcPct val="0"/>
                </a:spcBef>
                <a:buFont typeface="Arial" panose="020B0604020202020204" pitchFamily="34" charset="0"/>
                <a:buNone/>
              </a:pPr>
              <a:t>92</a:t>
            </a:fld>
            <a:endParaRPr lang="en-GB" altLang="en-US">
              <a:latin typeface="Arial" panose="020B0604020202020204" pitchFamily="34" charset="0"/>
            </a:endParaRPr>
          </a:p>
        </p:txBody>
      </p:sp>
      <p:sp>
        <p:nvSpPr>
          <p:cNvPr id="169987" name="Rectangle 1">
            <a:extLst>
              <a:ext uri="{FF2B5EF4-FFF2-40B4-BE49-F238E27FC236}">
                <a16:creationId xmlns:a16="http://schemas.microsoft.com/office/drawing/2014/main" id="{2E24FC1E-8534-4EA2-B679-4D1463D8978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169988" name="Rectangle 2">
            <a:extLst>
              <a:ext uri="{FF2B5EF4-FFF2-40B4-BE49-F238E27FC236}">
                <a16:creationId xmlns:a16="http://schemas.microsoft.com/office/drawing/2014/main" id="{DA914DD8-03B8-4E5B-BCAB-39EE81B80A7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 dirty="0"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4" name="Rectangle 7">
            <a:extLst>
              <a:ext uri="{FF2B5EF4-FFF2-40B4-BE49-F238E27FC236}">
                <a16:creationId xmlns:a16="http://schemas.microsoft.com/office/drawing/2014/main" id="{9FB5ECD8-3635-44DA-B62C-23A6CAA55836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fld id="{1132FAD9-1250-4B5B-8D57-78A5477068CD}" type="slidenum">
              <a:rPr lang="en-GB" altLang="en-US">
                <a:latin typeface="Arial" panose="020B0604020202020204" pitchFamily="34" charset="0"/>
              </a:rPr>
              <a:pPr>
                <a:spcBef>
                  <a:spcPct val="0"/>
                </a:spcBef>
                <a:buFont typeface="Arial" panose="020B0604020202020204" pitchFamily="34" charset="0"/>
                <a:buNone/>
              </a:pPr>
              <a:t>93</a:t>
            </a:fld>
            <a:endParaRPr lang="en-GB" altLang="en-US">
              <a:latin typeface="Arial" panose="020B0604020202020204" pitchFamily="34" charset="0"/>
            </a:endParaRPr>
          </a:p>
        </p:txBody>
      </p:sp>
      <p:sp>
        <p:nvSpPr>
          <p:cNvPr id="172035" name="Rectangle 1">
            <a:extLst>
              <a:ext uri="{FF2B5EF4-FFF2-40B4-BE49-F238E27FC236}">
                <a16:creationId xmlns:a16="http://schemas.microsoft.com/office/drawing/2014/main" id="{EA3A189F-0F44-4CF2-BC4A-EBCA33BEC03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172036" name="Rectangle 2">
            <a:extLst>
              <a:ext uri="{FF2B5EF4-FFF2-40B4-BE49-F238E27FC236}">
                <a16:creationId xmlns:a16="http://schemas.microsoft.com/office/drawing/2014/main" id="{FCBE4F36-8980-42F8-8F4B-0D4641B6E66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 dirty="0"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0" name="Rectangle 7">
            <a:extLst>
              <a:ext uri="{FF2B5EF4-FFF2-40B4-BE49-F238E27FC236}">
                <a16:creationId xmlns:a16="http://schemas.microsoft.com/office/drawing/2014/main" id="{72775446-EA2F-4CD6-9926-A1B632EB2E17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fld id="{FB932302-534C-4185-AE91-E8D9B62A07A5}" type="slidenum">
              <a:rPr lang="en-GB" altLang="en-US">
                <a:latin typeface="Arial" panose="020B0604020202020204" pitchFamily="34" charset="0"/>
              </a:rPr>
              <a:pPr>
                <a:spcBef>
                  <a:spcPct val="0"/>
                </a:spcBef>
                <a:buFont typeface="Arial" panose="020B0604020202020204" pitchFamily="34" charset="0"/>
                <a:buNone/>
              </a:pPr>
              <a:t>94</a:t>
            </a:fld>
            <a:endParaRPr lang="en-GB" altLang="en-US">
              <a:latin typeface="Arial" panose="020B0604020202020204" pitchFamily="34" charset="0"/>
            </a:endParaRPr>
          </a:p>
        </p:txBody>
      </p:sp>
      <p:sp>
        <p:nvSpPr>
          <p:cNvPr id="176131" name="Rectangle 1">
            <a:extLst>
              <a:ext uri="{FF2B5EF4-FFF2-40B4-BE49-F238E27FC236}">
                <a16:creationId xmlns:a16="http://schemas.microsoft.com/office/drawing/2014/main" id="{5B6DECFC-74E6-4B6E-85B5-7994A3CA9DD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176132" name="Rectangle 2">
            <a:extLst>
              <a:ext uri="{FF2B5EF4-FFF2-40B4-BE49-F238E27FC236}">
                <a16:creationId xmlns:a16="http://schemas.microsoft.com/office/drawing/2014/main" id="{4AD7531F-CE9B-45FF-A92F-F27C50F40B2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 dirty="0"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7">
            <a:extLst>
              <a:ext uri="{FF2B5EF4-FFF2-40B4-BE49-F238E27FC236}">
                <a16:creationId xmlns:a16="http://schemas.microsoft.com/office/drawing/2014/main" id="{5DCD0B34-28F0-4DC9-ADD5-C13E19A4E3BC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fld id="{F300242D-9597-42A7-95C3-7AE50659F895}" type="slidenum">
              <a:rPr lang="en-GB" altLang="en-US">
                <a:latin typeface="Arial" panose="020B0604020202020204" pitchFamily="34" charset="0"/>
              </a:rPr>
              <a:pPr>
                <a:spcBef>
                  <a:spcPct val="0"/>
                </a:spcBef>
                <a:buFont typeface="Arial" panose="020B0604020202020204" pitchFamily="34" charset="0"/>
                <a:buNone/>
              </a:pPr>
              <a:t>95</a:t>
            </a:fld>
            <a:endParaRPr lang="en-GB" altLang="en-US">
              <a:latin typeface="Arial" panose="020B0604020202020204" pitchFamily="34" charset="0"/>
            </a:endParaRPr>
          </a:p>
        </p:txBody>
      </p:sp>
      <p:sp>
        <p:nvSpPr>
          <p:cNvPr id="174083" name="Rectangle 1">
            <a:extLst>
              <a:ext uri="{FF2B5EF4-FFF2-40B4-BE49-F238E27FC236}">
                <a16:creationId xmlns:a16="http://schemas.microsoft.com/office/drawing/2014/main" id="{7272C264-230E-42A8-AD99-6DC520BD2CE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174084" name="Rectangle 2">
            <a:extLst>
              <a:ext uri="{FF2B5EF4-FFF2-40B4-BE49-F238E27FC236}">
                <a16:creationId xmlns:a16="http://schemas.microsoft.com/office/drawing/2014/main" id="{2E489F46-D422-492E-98DF-7E7AA38DB66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 dirty="0"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6" name="Rectangle 7">
            <a:extLst>
              <a:ext uri="{FF2B5EF4-FFF2-40B4-BE49-F238E27FC236}">
                <a16:creationId xmlns:a16="http://schemas.microsoft.com/office/drawing/2014/main" id="{6A84E7B6-F12E-459E-986C-25929B84530B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fld id="{4687B788-E680-46EE-B7C3-DD3F37954D5F}" type="slidenum">
              <a:rPr lang="en-GB" altLang="en-US">
                <a:latin typeface="Arial" panose="020B0604020202020204" pitchFamily="34" charset="0"/>
              </a:rPr>
              <a:pPr>
                <a:spcBef>
                  <a:spcPct val="0"/>
                </a:spcBef>
                <a:buFont typeface="Arial" panose="020B0604020202020204" pitchFamily="34" charset="0"/>
                <a:buNone/>
              </a:pPr>
              <a:t>96</a:t>
            </a:fld>
            <a:endParaRPr lang="en-GB" altLang="en-US">
              <a:latin typeface="Arial" panose="020B0604020202020204" pitchFamily="34" charset="0"/>
            </a:endParaRPr>
          </a:p>
        </p:txBody>
      </p:sp>
      <p:sp>
        <p:nvSpPr>
          <p:cNvPr id="164867" name="Rectangle 1">
            <a:extLst>
              <a:ext uri="{FF2B5EF4-FFF2-40B4-BE49-F238E27FC236}">
                <a16:creationId xmlns:a16="http://schemas.microsoft.com/office/drawing/2014/main" id="{D30348B1-8390-4486-AF47-9A3021E95E6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164868" name="Rectangle 2">
            <a:extLst>
              <a:ext uri="{FF2B5EF4-FFF2-40B4-BE49-F238E27FC236}">
                <a16:creationId xmlns:a16="http://schemas.microsoft.com/office/drawing/2014/main" id="{B223C0ED-9517-4EC7-9448-457B2A73A18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60239460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78" name="Rectangle 7">
            <a:extLst>
              <a:ext uri="{FF2B5EF4-FFF2-40B4-BE49-F238E27FC236}">
                <a16:creationId xmlns:a16="http://schemas.microsoft.com/office/drawing/2014/main" id="{C6BD4A82-DB92-46A7-B46B-0D2C66BBE080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fld id="{CD125134-A873-42A2-9CF6-186BE7B3B52A}" type="slidenum">
              <a:rPr lang="en-GB" altLang="en-US">
                <a:latin typeface="Arial" panose="020B0604020202020204" pitchFamily="34" charset="0"/>
              </a:rPr>
              <a:pPr>
                <a:spcBef>
                  <a:spcPct val="0"/>
                </a:spcBef>
                <a:buFont typeface="Arial" panose="020B0604020202020204" pitchFamily="34" charset="0"/>
                <a:buNone/>
              </a:pPr>
              <a:t>97</a:t>
            </a:fld>
            <a:endParaRPr lang="en-GB" altLang="en-US">
              <a:latin typeface="Arial" panose="020B0604020202020204" pitchFamily="34" charset="0"/>
            </a:endParaRPr>
          </a:p>
        </p:txBody>
      </p:sp>
      <p:sp>
        <p:nvSpPr>
          <p:cNvPr id="178179" name="Rectangle 1">
            <a:extLst>
              <a:ext uri="{FF2B5EF4-FFF2-40B4-BE49-F238E27FC236}">
                <a16:creationId xmlns:a16="http://schemas.microsoft.com/office/drawing/2014/main" id="{9DE3DC67-9689-4A50-A6E5-AC46851249A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178180" name="Rectangle 2">
            <a:extLst>
              <a:ext uri="{FF2B5EF4-FFF2-40B4-BE49-F238E27FC236}">
                <a16:creationId xmlns:a16="http://schemas.microsoft.com/office/drawing/2014/main" id="{9105361D-7EB2-42AE-B57C-31CCEC81F2B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 dirty="0"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78" name="Rectangle 7">
            <a:extLst>
              <a:ext uri="{FF2B5EF4-FFF2-40B4-BE49-F238E27FC236}">
                <a16:creationId xmlns:a16="http://schemas.microsoft.com/office/drawing/2014/main" id="{C6BD4A82-DB92-46A7-B46B-0D2C66BBE080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fld id="{CD125134-A873-42A2-9CF6-186BE7B3B52A}" type="slidenum">
              <a:rPr lang="en-GB" altLang="en-US">
                <a:latin typeface="Arial" panose="020B0604020202020204" pitchFamily="34" charset="0"/>
              </a:rPr>
              <a:pPr>
                <a:spcBef>
                  <a:spcPct val="0"/>
                </a:spcBef>
                <a:buFont typeface="Arial" panose="020B0604020202020204" pitchFamily="34" charset="0"/>
                <a:buNone/>
              </a:pPr>
              <a:t>98</a:t>
            </a:fld>
            <a:endParaRPr lang="en-GB" altLang="en-US">
              <a:latin typeface="Arial" panose="020B0604020202020204" pitchFamily="34" charset="0"/>
            </a:endParaRPr>
          </a:p>
        </p:txBody>
      </p:sp>
      <p:sp>
        <p:nvSpPr>
          <p:cNvPr id="178179" name="Rectangle 1">
            <a:extLst>
              <a:ext uri="{FF2B5EF4-FFF2-40B4-BE49-F238E27FC236}">
                <a16:creationId xmlns:a16="http://schemas.microsoft.com/office/drawing/2014/main" id="{9DE3DC67-9689-4A50-A6E5-AC46851249A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178180" name="Rectangle 2">
            <a:extLst>
              <a:ext uri="{FF2B5EF4-FFF2-40B4-BE49-F238E27FC236}">
                <a16:creationId xmlns:a16="http://schemas.microsoft.com/office/drawing/2014/main" id="{9105361D-7EB2-42AE-B57C-31CCEC81F2B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3022910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7FFCC8B-F15B-49CD-A32E-F97C562C7648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D7BF1BB-ADE5-48E9-AB0C-4C662B2F1319}"/>
              </a:ext>
            </a:extLst>
          </p:cNvPr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Copyright McGraw-Hill 2009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B6E3A21-20B1-4EC4-85FB-244A9B22F72E}"/>
              </a:ext>
            </a:extLst>
          </p:cNvPr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3326523-C496-4AC0-AABB-193DAAE54191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13573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541309-B5E7-466A-9B16-07860EFD51DD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B0D96FC-4DDB-45AB-A7C5-D11CA841E9D4}"/>
              </a:ext>
            </a:extLst>
          </p:cNvPr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Copyright McGraw-Hill 2009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D73937C-1177-4DF6-85D1-DC594C9C2AE2}"/>
              </a:ext>
            </a:extLst>
          </p:cNvPr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2B69B1B-5290-461C-97E1-4ECBF23BB2F7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9507621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FE50510-B0D0-4987-84A8-F0A21F5FAD59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7963898-BB53-490A-BC44-3904A6F7DFDD}"/>
              </a:ext>
            </a:extLst>
          </p:cNvPr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Copyright McGraw-Hill 2009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9A481AB-685B-4BB6-ACF8-F93A35FC087E}"/>
              </a:ext>
            </a:extLst>
          </p:cNvPr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A852BD-3F00-4262-B245-80B1F9153BF0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6030284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08413" cy="41132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6613" y="1981200"/>
            <a:ext cx="3810000" cy="41132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1F110C0D-9B3B-4875-B04B-75E5E38CF73C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3073708A-0B06-4354-91FB-0657621AF0E3}"/>
              </a:ext>
            </a:extLst>
          </p:cNvPr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Copyright McGraw-Hill 2009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83FF797F-A90A-44EF-843B-EC3B3675795B}"/>
              </a:ext>
            </a:extLst>
          </p:cNvPr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4268CE-718D-45F7-9602-74E0787CB019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9197859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F26C8127-4FFF-4650-AA2B-69ECF9719397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E3FBAF54-2B41-494D-93B9-495EEF17DF3B}"/>
              </a:ext>
            </a:extLst>
          </p:cNvPr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Copyright McGraw-Hill 2009</a:t>
            </a:r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CABE9A7E-C6CD-4ECA-BC25-3BF5358032D8}"/>
              </a:ext>
            </a:extLst>
          </p:cNvPr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E66C761-E9C0-4683-AAA6-3E27E9B84DA5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8964011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2560E46B-0572-4289-84A1-32DFD566A6A1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55BB0DF-38F7-44A9-83BC-1FF392737A85}"/>
              </a:ext>
            </a:extLst>
          </p:cNvPr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Copyright McGraw-Hill 2009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48871D2-C248-48C0-9C02-55475E805836}"/>
              </a:ext>
            </a:extLst>
          </p:cNvPr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03B99AB-D7CB-49CE-957C-71EB6CBF21F4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5912372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79B5B142-9BD3-421D-9125-0E0C0C01093A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A5745509-268C-4DC3-BC16-ED21F17370A0}"/>
              </a:ext>
            </a:extLst>
          </p:cNvPr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Copyright McGraw-Hill 2009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E495B89D-B103-4B5D-A115-65FE2F424D72}"/>
              </a:ext>
            </a:extLst>
          </p:cNvPr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064032-2175-4BFD-B464-2D85159D59A8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4051388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459C65ED-BC7F-4569-878A-66F984972D4B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DBDE16A6-C317-4110-A803-CEEEEAC19F9B}"/>
              </a:ext>
            </a:extLst>
          </p:cNvPr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Copyright McGraw-Hill 2009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D1EC8DE5-69BD-4098-965B-284CD22E08C5}"/>
              </a:ext>
            </a:extLst>
          </p:cNvPr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EFCAA0-D261-4B5C-A410-53F6AC68FA62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1575736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AD885E3B-C7CC-4480-B59C-F4FEFE14A813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8F1CE238-F334-4235-9E16-98B19E538BBA}"/>
              </a:ext>
            </a:extLst>
          </p:cNvPr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Copyright McGraw-Hill 2009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9A0D03BE-8E22-425D-B00F-23BFD20B0974}"/>
              </a:ext>
            </a:extLst>
          </p:cNvPr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50A73C6-37F7-4D26-86B0-17B20E94F576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2889475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DB2E6FF-EEA3-469F-8AC4-F1B19365D438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4AF5CF6-E148-41C0-88BB-546E451D542C}"/>
              </a:ext>
            </a:extLst>
          </p:cNvPr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Copyright McGraw-Hill 2009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80C7014-4CD9-4ABD-90DA-2D46A98FC86D}"/>
              </a:ext>
            </a:extLst>
          </p:cNvPr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CC46771-8321-4EA2-B011-42DBE9B8133D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9280297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463550"/>
            <a:ext cx="1941513" cy="56308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463550"/>
            <a:ext cx="5676900" cy="56308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A40B342-E054-4D5E-BE0B-4D350AC8E6A5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3796284-1983-4892-8218-D4A3F906C26A}"/>
              </a:ext>
            </a:extLst>
          </p:cNvPr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Copyright McGraw-Hill 2009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96832B7-939C-4485-9252-ABCAA2C92898}"/>
              </a:ext>
            </a:extLst>
          </p:cNvPr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8F8C85C-39B7-467B-9F28-B274ECC4F5FD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280469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63550"/>
            <a:ext cx="7770813" cy="143351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4497A56C-CDE5-4E7E-B65B-A939D392664A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76F63F8-ABB4-421B-BEB7-D931D0EF92A7}"/>
              </a:ext>
            </a:extLst>
          </p:cNvPr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Copyright McGraw-Hill 2009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D36D355-E554-4C66-B39F-55C1FD9D1B0C}"/>
              </a:ext>
            </a:extLst>
          </p:cNvPr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2D6C1A0-294D-4274-8D10-6DEFD745012A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9211614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63550"/>
            <a:ext cx="7770813" cy="143351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3808413" cy="41132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6613" y="1981200"/>
            <a:ext cx="3810000" cy="41132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3ED5BF0D-090E-4F6C-9DDC-E20B24219038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B680B3E0-7825-40C2-A9BF-002096D0C81F}"/>
              </a:ext>
            </a:extLst>
          </p:cNvPr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Copyright McGraw-Hill 2009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BE5993A8-4A5E-4433-B628-17A9D6371181}"/>
              </a:ext>
            </a:extLst>
          </p:cNvPr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02269FE-0260-4D0F-9D0F-447AC5FF7FC8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4915922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63550"/>
            <a:ext cx="7770813" cy="143351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3808413" cy="41132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6613" y="1981200"/>
            <a:ext cx="3810000" cy="19796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6613" y="4113213"/>
            <a:ext cx="38100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E6C22AEA-8306-48D8-BCF0-419EC0D5F6DD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63F2A4F5-03F6-46F9-8EFD-2E09E2BF8497}"/>
              </a:ext>
            </a:extLst>
          </p:cNvPr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Copyright McGraw-Hill 2009</a:t>
            </a: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465946D7-3AB1-4E4E-88FF-32988CEDDDC5}"/>
              </a:ext>
            </a:extLst>
          </p:cNvPr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0781E4E-D631-4166-85DF-260C2BC682C8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0826507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97BEB1-DB9E-4290-92EC-82D929B21A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831EB6-4BD4-438B-8B0E-8332612C7F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33C909-9042-48C1-8340-2B7AB2B14C0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10B2DB-8B19-486A-9C80-A5C0A44C9D1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Copyright McGraw-Hill 2009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4F09B9-87C0-42BF-9E7B-832826DDFBE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C9466250-960B-4F98-AF49-722E8AF6609F}" type="slidenum">
              <a:rPr lang="en-GB" altLang="en-US" smtClean="0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2589197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">
            <a:extLst>
              <a:ext uri="{FF2B5EF4-FFF2-40B4-BE49-F238E27FC236}">
                <a16:creationId xmlns:a16="http://schemas.microsoft.com/office/drawing/2014/main" id="{688B6901-6054-4EA5-A7E1-6E731741CF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463550"/>
            <a:ext cx="7770813" cy="1433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0000" tIns="46800" rIns="90000" bIns="46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title style</a:t>
            </a:r>
          </a:p>
        </p:txBody>
      </p:sp>
      <p:sp>
        <p:nvSpPr>
          <p:cNvPr id="1027" name="Rectangle 2">
            <a:extLst>
              <a:ext uri="{FF2B5EF4-FFF2-40B4-BE49-F238E27FC236}">
                <a16:creationId xmlns:a16="http://schemas.microsoft.com/office/drawing/2014/main" id="{2B504B27-69E0-4489-A8E2-D75AF9B69F8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0813" cy="4113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text styles</a:t>
            </a:r>
          </a:p>
          <a:p>
            <a:pPr lvl="1"/>
            <a:r>
              <a:rPr lang="en-GB" altLang="en-US"/>
              <a:t>Second level</a:t>
            </a:r>
          </a:p>
          <a:p>
            <a:pPr lvl="2"/>
            <a:r>
              <a:rPr lang="en-GB" altLang="en-US"/>
              <a:t>Third level</a:t>
            </a:r>
          </a:p>
          <a:p>
            <a:pPr lvl="3"/>
            <a:r>
              <a:rPr lang="en-GB" altLang="en-US"/>
              <a:t>Fourth level</a:t>
            </a:r>
          </a:p>
          <a:p>
            <a:pPr lvl="4"/>
            <a:r>
              <a:rPr lang="en-GB" altLang="en-US"/>
              <a:t>Fifth level</a:t>
            </a: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90009D77-69DC-4E8B-8004-CFE3ED9C63AA}"/>
              </a:ext>
            </a:extLst>
          </p:cNvPr>
          <p:cNvSpPr>
            <a:spLocks noGrp="1" noChangeArrowheads="1"/>
          </p:cNvSpPr>
          <p:nvPr>
            <p:ph type="dt"/>
          </p:nvPr>
        </p:nvSpPr>
        <p:spPr bwMode="auto">
          <a:xfrm>
            <a:off x="685800" y="6248400"/>
            <a:ext cx="1903413" cy="4556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buClr>
                <a:srgbClr val="000000"/>
              </a:buClr>
              <a:buSzPct val="100000"/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rgbClr val="000000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0AB95F6C-7783-4F0B-A759-31BF0C75AAC3}"/>
              </a:ext>
            </a:extLst>
          </p:cNvPr>
          <p:cNvSpPr>
            <a:spLocks noGrp="1" noChangeArrowheads="1"/>
          </p:cNvSpPr>
          <p:nvPr>
            <p:ph type="ftr"/>
          </p:nvPr>
        </p:nvSpPr>
        <p:spPr bwMode="auto">
          <a:xfrm>
            <a:off x="3124200" y="6248400"/>
            <a:ext cx="2894013" cy="4556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algn="ctr">
              <a:lnSpc>
                <a:spcPct val="100000"/>
              </a:lnSpc>
              <a:buClr>
                <a:srgbClr val="000000"/>
              </a:buClr>
              <a:buSzPct val="100000"/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rgbClr val="000000"/>
                </a:solidFill>
                <a:latin typeface="Arial" charset="0"/>
              </a:defRPr>
            </a:lvl1pPr>
          </a:lstStyle>
          <a:p>
            <a:pPr>
              <a:defRPr/>
            </a:pPr>
            <a:r>
              <a:rPr lang="en-GB"/>
              <a:t>Copyright McGraw-Hill 2009</a:t>
            </a:r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4BDFAA88-AE51-43EF-B22A-6F23E5450741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 bwMode="auto">
          <a:xfrm>
            <a:off x="6553200" y="6248400"/>
            <a:ext cx="1903413" cy="4556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buNone/>
              <a:defRPr sz="1400" smtClean="0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fld id="{C9466250-960B-4F98-AF49-722E8AF6609F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hdr="0" dt="0"/>
  <p:txStyles>
    <p:titleStyle>
      <a:lvl1pPr algn="ctr" defTabSz="457200" rtl="0" eaLnBrk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Arial" panose="020B0604020202020204" pitchFamily="34" charset="0"/>
        <a:defRPr sz="4400" b="0" i="0" u="none">
          <a:solidFill>
            <a:srgbClr val="000000"/>
          </a:solidFill>
          <a:latin typeface="+mj-lt"/>
          <a:ea typeface="+mj-ea"/>
          <a:cs typeface="+mj-cs"/>
        </a:defRPr>
      </a:lvl1pPr>
      <a:lvl2pPr algn="ctr" defTabSz="457200" rtl="0" eaLnBrk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Arial" panose="020B0604020202020204" pitchFamily="34" charset="0"/>
        <a:defRPr sz="4400">
          <a:solidFill>
            <a:srgbClr val="000000"/>
          </a:solidFill>
          <a:latin typeface="Arial" charset="0"/>
        </a:defRPr>
      </a:lvl2pPr>
      <a:lvl3pPr algn="ctr" defTabSz="457200" rtl="0" eaLnBrk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Arial" panose="020B0604020202020204" pitchFamily="34" charset="0"/>
        <a:defRPr sz="4400">
          <a:solidFill>
            <a:srgbClr val="000000"/>
          </a:solidFill>
          <a:latin typeface="Arial" charset="0"/>
        </a:defRPr>
      </a:lvl3pPr>
      <a:lvl4pPr algn="ctr" defTabSz="457200" rtl="0" eaLnBrk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Arial" panose="020B0604020202020204" pitchFamily="34" charset="0"/>
        <a:defRPr sz="4400">
          <a:solidFill>
            <a:srgbClr val="000000"/>
          </a:solidFill>
          <a:latin typeface="Arial" charset="0"/>
        </a:defRPr>
      </a:lvl4pPr>
      <a:lvl5pPr algn="ctr" defTabSz="457200" rtl="0" eaLnBrk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Arial" panose="020B0604020202020204" pitchFamily="34" charset="0"/>
        <a:defRPr sz="4400">
          <a:solidFill>
            <a:srgbClr val="000000"/>
          </a:solidFill>
          <a:latin typeface="Arial" charset="0"/>
        </a:defRPr>
      </a:lvl5pPr>
      <a:lvl6pPr marL="457200" algn="ctr" defTabSz="457200" rtl="0" fontAlgn="base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Arial" charset="0"/>
        <a:defRPr sz="4400">
          <a:solidFill>
            <a:srgbClr val="000000"/>
          </a:solidFill>
          <a:latin typeface="Arial" charset="0"/>
        </a:defRPr>
      </a:lvl6pPr>
      <a:lvl7pPr marL="914400" algn="ctr" defTabSz="457200" rtl="0" fontAlgn="base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Arial" charset="0"/>
        <a:defRPr sz="4400">
          <a:solidFill>
            <a:srgbClr val="000000"/>
          </a:solidFill>
          <a:latin typeface="Arial" charset="0"/>
        </a:defRPr>
      </a:lvl7pPr>
      <a:lvl8pPr marL="1371600" algn="ctr" defTabSz="457200" rtl="0" fontAlgn="base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Arial" charset="0"/>
        <a:defRPr sz="4400">
          <a:solidFill>
            <a:srgbClr val="000000"/>
          </a:solidFill>
          <a:latin typeface="Arial" charset="0"/>
        </a:defRPr>
      </a:lvl8pPr>
      <a:lvl9pPr marL="1828800" algn="ctr" defTabSz="457200" rtl="0" fontAlgn="base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Arial" charset="0"/>
        <a:defRPr sz="4400">
          <a:solidFill>
            <a:srgbClr val="000000"/>
          </a:solidFill>
          <a:latin typeface="Arial" charset="0"/>
        </a:defRPr>
      </a:lvl9pPr>
    </p:titleStyle>
    <p:bodyStyle>
      <a:lvl1pPr marL="341313" indent="-341313" algn="l" defTabSz="457200" rtl="0" eaLnBrk="0" fontAlgn="base" hangingPunct="0">
        <a:lnSpc>
          <a:spcPct val="93000"/>
        </a:lnSpc>
        <a:spcBef>
          <a:spcPts val="800"/>
        </a:spcBef>
        <a:spcAft>
          <a:spcPct val="0"/>
        </a:spcAft>
        <a:buClr>
          <a:srgbClr val="000000"/>
        </a:buClr>
        <a:buSzPct val="100000"/>
        <a:buFont typeface="Arial" panose="020B0604020202020204" pitchFamily="34" charset="0"/>
        <a:buChar char="•"/>
        <a:defRPr sz="3200">
          <a:solidFill>
            <a:srgbClr val="000000"/>
          </a:solidFill>
          <a:latin typeface="+mn-lt"/>
          <a:ea typeface="+mn-ea"/>
          <a:cs typeface="+mn-cs"/>
        </a:defRPr>
      </a:lvl1pPr>
      <a:lvl2pPr marL="741363" indent="-284163" algn="l" defTabSz="457200" rtl="0" eaLnBrk="0" fontAlgn="base" hangingPunct="0">
        <a:lnSpc>
          <a:spcPct val="93000"/>
        </a:lnSpc>
        <a:spcBef>
          <a:spcPts val="700"/>
        </a:spcBef>
        <a:spcAft>
          <a:spcPct val="0"/>
        </a:spcAft>
        <a:buClr>
          <a:srgbClr val="000000"/>
        </a:buClr>
        <a:buSzPct val="100000"/>
        <a:buFont typeface="Arial" panose="020B0604020202020204" pitchFamily="34" charset="0"/>
        <a:buChar char="–"/>
        <a:defRPr sz="2800" b="0" i="0" u="none">
          <a:solidFill>
            <a:srgbClr val="000000"/>
          </a:solidFill>
          <a:latin typeface="+mn-lt"/>
        </a:defRPr>
      </a:lvl2pPr>
      <a:lvl3pPr marL="1143000" indent="-228600" algn="l" defTabSz="457200" rtl="0" eaLnBrk="0" fontAlgn="base" hangingPunct="0">
        <a:lnSpc>
          <a:spcPct val="93000"/>
        </a:lnSpc>
        <a:spcBef>
          <a:spcPts val="600"/>
        </a:spcBef>
        <a:spcAft>
          <a:spcPct val="0"/>
        </a:spcAft>
        <a:buClr>
          <a:srgbClr val="000000"/>
        </a:buClr>
        <a:buSzPct val="100000"/>
        <a:buFont typeface="Arial" panose="020B0604020202020204" pitchFamily="34" charset="0"/>
        <a:buChar char="•"/>
        <a:defRPr sz="2400">
          <a:solidFill>
            <a:srgbClr val="000000"/>
          </a:solidFill>
          <a:latin typeface="+mn-lt"/>
        </a:defRPr>
      </a:lvl3pPr>
      <a:lvl4pPr marL="1600200" indent="-228600" algn="l" defTabSz="457200" rtl="0" eaLnBrk="0" fontAlgn="base" hangingPunct="0">
        <a:lnSpc>
          <a:spcPct val="93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Arial" panose="020B0604020202020204" pitchFamily="34" charset="0"/>
        <a:buChar char="–"/>
        <a:defRPr sz="2000">
          <a:solidFill>
            <a:srgbClr val="000000"/>
          </a:solidFill>
          <a:latin typeface="+mn-lt"/>
        </a:defRPr>
      </a:lvl4pPr>
      <a:lvl5pPr marL="2057400" indent="-228600" algn="l" defTabSz="457200" rtl="0" eaLnBrk="0" fontAlgn="base" hangingPunct="0">
        <a:lnSpc>
          <a:spcPct val="93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Arial" panose="020B0604020202020204" pitchFamily="34" charset="0"/>
        <a:buChar char="»"/>
        <a:defRPr sz="2000">
          <a:solidFill>
            <a:srgbClr val="000000"/>
          </a:solidFill>
          <a:latin typeface="+mn-lt"/>
        </a:defRPr>
      </a:lvl5pPr>
      <a:lvl6pPr marL="2514600" indent="-228600" algn="l" defTabSz="457200" rtl="0" fontAlgn="base">
        <a:lnSpc>
          <a:spcPct val="93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Arial" charset="0"/>
        <a:buChar char="»"/>
        <a:defRPr sz="2000">
          <a:solidFill>
            <a:srgbClr val="000000"/>
          </a:solidFill>
          <a:latin typeface="+mn-lt"/>
        </a:defRPr>
      </a:lvl6pPr>
      <a:lvl7pPr marL="2971800" indent="-228600" algn="l" defTabSz="457200" rtl="0" fontAlgn="base">
        <a:lnSpc>
          <a:spcPct val="93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Arial" charset="0"/>
        <a:buChar char="»"/>
        <a:defRPr sz="2000">
          <a:solidFill>
            <a:srgbClr val="000000"/>
          </a:solidFill>
          <a:latin typeface="+mn-lt"/>
        </a:defRPr>
      </a:lvl7pPr>
      <a:lvl8pPr marL="3429000" indent="-228600" algn="l" defTabSz="457200" rtl="0" fontAlgn="base">
        <a:lnSpc>
          <a:spcPct val="93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Arial" charset="0"/>
        <a:buChar char="»"/>
        <a:defRPr sz="2000">
          <a:solidFill>
            <a:srgbClr val="000000"/>
          </a:solidFill>
          <a:latin typeface="+mn-lt"/>
        </a:defRPr>
      </a:lvl8pPr>
      <a:lvl9pPr marL="3886200" indent="-228600" algn="l" defTabSz="457200" rtl="0" fontAlgn="base">
        <a:lnSpc>
          <a:spcPct val="93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Arial" charset="0"/>
        <a:buChar char="»"/>
        <a:defRPr sz="2000">
          <a:solidFill>
            <a:srgbClr val="000000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-vlebooks-com.ezproxy.library.qmul.ac.uk/vleweb/Product/Index/979714?page=0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jpg"/><Relationship Id="rId4" Type="http://schemas.openxmlformats.org/officeDocument/2006/relationships/image" Target="../media/image5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g"/><Relationship Id="rId5" Type="http://schemas.openxmlformats.org/officeDocument/2006/relationships/image" Target="../media/image5.jp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gi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gi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gi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gi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6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5.w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wmf"/><Relationship Id="rId3" Type="http://schemas.openxmlformats.org/officeDocument/2006/relationships/oleObject" Target="../embeddings/oleObject4.bin"/><Relationship Id="rId7" Type="http://schemas.openxmlformats.org/officeDocument/2006/relationships/oleObject" Target="../embeddings/oleObject6.bin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w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18.w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2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wmf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wmf"/><Relationship Id="rId3" Type="http://schemas.openxmlformats.org/officeDocument/2006/relationships/oleObject" Target="../embeddings/oleObject8.bin"/><Relationship Id="rId7" Type="http://schemas.openxmlformats.org/officeDocument/2006/relationships/oleObject" Target="../embeddings/oleObject10.bin"/><Relationship Id="rId12" Type="http://schemas.openxmlformats.org/officeDocument/2006/relationships/image" Target="../media/image23.wmf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25.wmf"/><Relationship Id="rId11" Type="http://schemas.openxmlformats.org/officeDocument/2006/relationships/oleObject" Target="../embeddings/oleObject7.bin"/><Relationship Id="rId5" Type="http://schemas.openxmlformats.org/officeDocument/2006/relationships/oleObject" Target="../embeddings/oleObject9.bin"/><Relationship Id="rId10" Type="http://schemas.openxmlformats.org/officeDocument/2006/relationships/image" Target="../media/image27.wmf"/><Relationship Id="rId4" Type="http://schemas.openxmlformats.org/officeDocument/2006/relationships/image" Target="../media/image24.wmf"/><Relationship Id="rId9" Type="http://schemas.openxmlformats.org/officeDocument/2006/relationships/oleObject" Target="../embeddings/oleObject11.bin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wmf"/><Relationship Id="rId3" Type="http://schemas.openxmlformats.org/officeDocument/2006/relationships/oleObject" Target="../embeddings/oleObject12.bin"/><Relationship Id="rId7" Type="http://schemas.openxmlformats.org/officeDocument/2006/relationships/oleObject" Target="../embeddings/oleObject7.bin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wmf"/><Relationship Id="rId5" Type="http://schemas.openxmlformats.org/officeDocument/2006/relationships/oleObject" Target="../embeddings/oleObject13.bin"/><Relationship Id="rId4" Type="http://schemas.openxmlformats.org/officeDocument/2006/relationships/image" Target="../media/image28.wmf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wmf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wmf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5.wmf"/><Relationship Id="rId5" Type="http://schemas.openxmlformats.org/officeDocument/2006/relationships/oleObject" Target="../embeddings/oleObject16.bin"/><Relationship Id="rId4" Type="http://schemas.openxmlformats.org/officeDocument/2006/relationships/image" Target="../media/image34.wmf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0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Relationship Id="rId4" Type="http://schemas.openxmlformats.org/officeDocument/2006/relationships/image" Target="../media/image36.jpe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1.xml"/><Relationship Id="rId7" Type="http://schemas.openxmlformats.org/officeDocument/2006/relationships/image" Target="../media/image38.wmf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.xml"/><Relationship Id="rId6" Type="http://schemas.openxmlformats.org/officeDocument/2006/relationships/oleObject" Target="../embeddings/oleObject17.bin"/><Relationship Id="rId5" Type="http://schemas.openxmlformats.org/officeDocument/2006/relationships/image" Target="../media/image37.jpeg"/><Relationship Id="rId4" Type="http://schemas.openxmlformats.org/officeDocument/2006/relationships/hyperlink" Target="http://en.wikipedia.org/wiki/Erwin_Schr%C3%B6dinger" TargetMode="Externa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2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4.xml"/><Relationship Id="rId4" Type="http://schemas.openxmlformats.org/officeDocument/2006/relationships/image" Target="../media/image39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4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5.xml"/><Relationship Id="rId4" Type="http://schemas.openxmlformats.org/officeDocument/2006/relationships/image" Target="../media/image40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e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gif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2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6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oleObject" Target="../embeddings/oleObject18.bin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3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7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4.xml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8.xml"/><Relationship Id="rId4" Type="http://schemas.openxmlformats.org/officeDocument/2006/relationships/image" Target="../media/image47.jpeg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8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9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9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0.xml"/><Relationship Id="rId4" Type="http://schemas.openxmlformats.org/officeDocument/2006/relationships/slide" Target="slide3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e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1.xml"/><Relationship Id="rId2" Type="http://schemas.openxmlformats.org/officeDocument/2006/relationships/slideLayout" Target="../slideLayouts/slideLayout6.xml"/><Relationship Id="rId1" Type="http://schemas.openxmlformats.org/officeDocument/2006/relationships/themeOverride" Target="../theme/themeOverride11.xml"/><Relationship Id="rId4" Type="http://schemas.openxmlformats.org/officeDocument/2006/relationships/image" Target="../media/image49.jpe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2.xml"/><Relationship Id="rId2" Type="http://schemas.openxmlformats.org/officeDocument/2006/relationships/slideLayout" Target="../slideLayouts/slideLayout6.xml"/><Relationship Id="rId1" Type="http://schemas.openxmlformats.org/officeDocument/2006/relationships/themeOverride" Target="../theme/themeOverride12.xml"/><Relationship Id="rId4" Type="http://schemas.openxmlformats.org/officeDocument/2006/relationships/image" Target="../media/image50.jpe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gif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gif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2.gif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5.xml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3.xml"/><Relationship Id="rId4" Type="http://schemas.openxmlformats.org/officeDocument/2006/relationships/image" Target="../media/image53.png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gif"/><Relationship Id="rId3" Type="http://schemas.openxmlformats.org/officeDocument/2006/relationships/image" Target="../media/image51.gif"/><Relationship Id="rId7" Type="http://schemas.openxmlformats.org/officeDocument/2006/relationships/image" Target="../media/image56.gif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gif"/><Relationship Id="rId5" Type="http://schemas.openxmlformats.org/officeDocument/2006/relationships/image" Target="../media/image55.gif"/><Relationship Id="rId4" Type="http://schemas.openxmlformats.org/officeDocument/2006/relationships/image" Target="../media/image54.gif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jpe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8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4.xml"/><Relationship Id="rId6" Type="http://schemas.openxmlformats.org/officeDocument/2006/relationships/slide" Target="slide3.xml"/><Relationship Id="rId5" Type="http://schemas.openxmlformats.org/officeDocument/2006/relationships/image" Target="../media/image59.jpeg"/><Relationship Id="rId4" Type="http://schemas.openxmlformats.org/officeDocument/2006/relationships/audio" Target="../media/audio1.wav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9.xml"/><Relationship Id="rId2" Type="http://schemas.openxmlformats.org/officeDocument/2006/relationships/slideLayout" Target="../slideLayouts/slideLayout6.xml"/><Relationship Id="rId1" Type="http://schemas.openxmlformats.org/officeDocument/2006/relationships/themeOverride" Target="../theme/themeOverride15.xml"/><Relationship Id="rId4" Type="http://schemas.openxmlformats.org/officeDocument/2006/relationships/image" Target="../media/image60.jpeg"/></Relationships>
</file>

<file path=ppt/slides/_rels/slide7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gif"/><Relationship Id="rId3" Type="http://schemas.openxmlformats.org/officeDocument/2006/relationships/image" Target="../media/image61.gif"/><Relationship Id="rId7" Type="http://schemas.openxmlformats.org/officeDocument/2006/relationships/image" Target="../media/image65.gif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4.gif"/><Relationship Id="rId5" Type="http://schemas.openxmlformats.org/officeDocument/2006/relationships/image" Target="../media/image63.gif"/><Relationship Id="rId4" Type="http://schemas.openxmlformats.org/officeDocument/2006/relationships/image" Target="../media/image62.gif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jpe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2.xml"/><Relationship Id="rId2" Type="http://schemas.openxmlformats.org/officeDocument/2006/relationships/slideLayout" Target="../slideLayouts/slideLayout6.xml"/><Relationship Id="rId1" Type="http://schemas.openxmlformats.org/officeDocument/2006/relationships/themeOverride" Target="../theme/themeOverride16.xml"/><Relationship Id="rId4" Type="http://schemas.openxmlformats.org/officeDocument/2006/relationships/image" Target="../media/image68.jpe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gif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1.gif"/><Relationship Id="rId4" Type="http://schemas.openxmlformats.org/officeDocument/2006/relationships/image" Target="../media/image70.gif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jpe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jpe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6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7.xml"/><Relationship Id="rId4" Type="http://schemas.openxmlformats.org/officeDocument/2006/relationships/image" Target="../media/image74.jpeg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jpe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jpeg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jpeg"/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7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7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7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eg"/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7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7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7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jpeg"/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jpeg"/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jpeg"/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A7D87D48-0AD3-4045-A080-F7E5412391B8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11188" y="332656"/>
            <a:ext cx="7848600" cy="2880444"/>
          </a:xfrm>
          <a:solidFill>
            <a:srgbClr val="EBECB2"/>
          </a:solidFill>
          <a:ln>
            <a:solidFill>
              <a:srgbClr val="6600CC"/>
            </a:solidFill>
            <a:round/>
            <a:headEnd/>
            <a:tailEnd/>
          </a:ln>
        </p:spPr>
        <p:txBody>
          <a:bodyPr/>
          <a:lstStyle/>
          <a:p>
            <a:r>
              <a:rPr lang="en-US" altLang="en-US" b="1" dirty="0"/>
              <a:t>QXU4004 Molecules to Materials</a:t>
            </a:r>
          </a:p>
        </p:txBody>
      </p:sp>
      <p:sp>
        <p:nvSpPr>
          <p:cNvPr id="3075" name="Text Box 3">
            <a:extLst>
              <a:ext uri="{FF2B5EF4-FFF2-40B4-BE49-F238E27FC236}">
                <a16:creationId xmlns:a16="http://schemas.microsoft.com/office/drawing/2014/main" id="{CCF33206-4E2A-4FBF-BB49-0ED04A7BA7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4114800"/>
            <a:ext cx="7848600" cy="14465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en-US" sz="4400" b="1" dirty="0">
                <a:solidFill>
                  <a:schemeClr val="tx2"/>
                </a:solidFill>
              </a:rPr>
              <a:t>Dr Sulafudin Vukusic</a:t>
            </a:r>
          </a:p>
          <a:p>
            <a:pPr algn="ctr" eaLnBrk="1" hangingPunct="1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en-US" sz="4400" b="1" dirty="0">
                <a:solidFill>
                  <a:schemeClr val="tx2"/>
                </a:solidFill>
              </a:rPr>
              <a:t>s.vukusic@qmul.ac.uk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C3ADB67D-BE82-4C78-8758-1BA77FF75175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09600" y="476672"/>
            <a:ext cx="7848600" cy="1478632"/>
          </a:xfrm>
          <a:solidFill>
            <a:srgbClr val="EBECB2"/>
          </a:solidFill>
          <a:ln>
            <a:solidFill>
              <a:srgbClr val="6600CC"/>
            </a:solidFill>
            <a:miter lim="800000"/>
            <a:headEnd/>
            <a:tailEnd/>
          </a:ln>
        </p:spPr>
        <p:txBody>
          <a:bodyPr anchor="ctr"/>
          <a:lstStyle/>
          <a:p>
            <a:pPr eaLnBrk="1" hangingPunct="1"/>
            <a:r>
              <a:rPr lang="en-US" altLang="en-US" sz="4400" b="1" dirty="0"/>
              <a:t>Suggested Reading List:</a:t>
            </a:r>
          </a:p>
        </p:txBody>
      </p:sp>
      <p:sp>
        <p:nvSpPr>
          <p:cNvPr id="11267" name="Text Box 3">
            <a:extLst>
              <a:ext uri="{FF2B5EF4-FFF2-40B4-BE49-F238E27FC236}">
                <a16:creationId xmlns:a16="http://schemas.microsoft.com/office/drawing/2014/main" id="{B3B9FF14-BAB5-435E-A434-271E04062F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2132856"/>
            <a:ext cx="7848600" cy="2215991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200" dirty="0"/>
              <a:t>Chapter 1, 2, 6: Brown et al. Chemistry the central science,14</a:t>
            </a:r>
            <a:r>
              <a:rPr lang="en-US" altLang="en-US" sz="2200" baseline="30000" dirty="0"/>
              <a:t>th</a:t>
            </a:r>
            <a:r>
              <a:rPr lang="en-US" altLang="en-US" sz="2200" dirty="0"/>
              <a:t>  </a:t>
            </a:r>
            <a:r>
              <a:rPr lang="en-US" altLang="en-US" sz="2200" dirty="0" err="1"/>
              <a:t>int</a:t>
            </a:r>
            <a:r>
              <a:rPr lang="en-US" altLang="en-US" sz="2200" dirty="0"/>
              <a:t> Ed, Pearson / ISBN:978-1-292-02152-2</a:t>
            </a:r>
          </a:p>
          <a:p>
            <a:pPr eaLnBrk="1" hangingPunct="1"/>
            <a:r>
              <a:rPr lang="en-US" dirty="0">
                <a:hlinkClick r:id="rId3"/>
              </a:rPr>
              <a:t>https://www-vlebooks-com.ezproxy.library.qmul.ac.uk/vleweb/Product/Index/979714?page=0</a:t>
            </a:r>
            <a:endParaRPr lang="en-US" altLang="en-US" sz="2200" dirty="0"/>
          </a:p>
          <a:p>
            <a:pPr eaLnBrk="1" hangingPunct="1"/>
            <a:r>
              <a:rPr lang="en-GB" altLang="en-US" sz="2200" dirty="0"/>
              <a:t>(See QMPLUS for link)</a:t>
            </a:r>
            <a:endParaRPr lang="en-US" altLang="en-US" sz="2200" dirty="0"/>
          </a:p>
        </p:txBody>
      </p:sp>
    </p:spTree>
    <p:extLst>
      <p:ext uri="{BB962C8B-B14F-4D97-AF65-F5344CB8AC3E}">
        <p14:creationId xmlns:p14="http://schemas.microsoft.com/office/powerpoint/2010/main" val="13941836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D642F2A8-5964-4FAB-8EC9-BEDEAD8FC69B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11188" y="1125538"/>
            <a:ext cx="7848600" cy="2087562"/>
          </a:xfrm>
          <a:solidFill>
            <a:srgbClr val="EBECB2"/>
          </a:solidFill>
          <a:ln>
            <a:solidFill>
              <a:srgbClr val="6600CC"/>
            </a:solidFill>
            <a:round/>
            <a:headEnd/>
            <a:tailEnd/>
          </a:ln>
        </p:spPr>
        <p:txBody>
          <a:bodyPr/>
          <a:lstStyle/>
          <a:p>
            <a:r>
              <a:rPr lang="en-US" altLang="en-US" b="1" dirty="0"/>
              <a:t>Notes 1: </a:t>
            </a:r>
            <a:br>
              <a:rPr lang="en-US" altLang="en-US" b="1" dirty="0"/>
            </a:br>
            <a:r>
              <a:rPr lang="en-US" altLang="en-US" b="1" dirty="0"/>
              <a:t>Atoms to Materials…</a:t>
            </a:r>
          </a:p>
        </p:txBody>
      </p:sp>
      <p:sp>
        <p:nvSpPr>
          <p:cNvPr id="5123" name="Text Box 3">
            <a:extLst>
              <a:ext uri="{FF2B5EF4-FFF2-40B4-BE49-F238E27FC236}">
                <a16:creationId xmlns:a16="http://schemas.microsoft.com/office/drawing/2014/main" id="{D31826CC-1F21-425F-9E5F-0677702931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4114800"/>
            <a:ext cx="7848600" cy="143192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en-US" sz="4400" b="1">
                <a:solidFill>
                  <a:schemeClr val="tx2"/>
                </a:solidFill>
              </a:rPr>
              <a:t>Atomic Orbitals and Basic </a:t>
            </a:r>
          </a:p>
          <a:p>
            <a:pPr eaLnBrk="1" hangingPunct="1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en-US" sz="4400" b="1">
                <a:solidFill>
                  <a:schemeClr val="tx2"/>
                </a:solidFill>
              </a:rPr>
              <a:t>Quantum Mechanics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D6064032-2175-4BFD-B464-2D85159D59A8}" type="slidenum">
              <a:rPr lang="en-GB" altLang="en-US" smtClean="0"/>
              <a:pPr>
                <a:defRPr/>
              </a:pPr>
              <a:t>4</a:t>
            </a:fld>
            <a:endParaRPr lang="en-GB" alt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600" y="1518239"/>
            <a:ext cx="7416824" cy="2198793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251520" y="3998291"/>
            <a:ext cx="8712968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tx1"/>
                </a:solidFill>
                <a:latin typeface="+mn-lt"/>
              </a:rPr>
              <a:t>http://www.etymonline.com  → Atom (n): </a:t>
            </a:r>
            <a:r>
              <a:rPr lang="en-US" sz="2000" dirty="0">
                <a:solidFill>
                  <a:schemeClr val="tx1"/>
                </a:solidFill>
                <a:latin typeface="+mn-lt"/>
              </a:rPr>
              <a:t>late 15c., as a hypothetical indivisible extremely minute body, </a:t>
            </a:r>
            <a:r>
              <a:rPr lang="en-US" sz="2000" dirty="0">
                <a:solidFill>
                  <a:schemeClr val="accent2"/>
                </a:solidFill>
                <a:latin typeface="+mn-lt"/>
              </a:rPr>
              <a:t>the building block of the universe</a:t>
            </a:r>
            <a:r>
              <a:rPr lang="en-US" sz="2000" dirty="0">
                <a:solidFill>
                  <a:schemeClr val="tx1"/>
                </a:solidFill>
                <a:latin typeface="+mn-lt"/>
              </a:rPr>
              <a:t>, from Latin </a:t>
            </a:r>
            <a:r>
              <a:rPr lang="en-US" sz="2000" i="1" dirty="0" err="1">
                <a:solidFill>
                  <a:schemeClr val="tx1"/>
                </a:solidFill>
                <a:latin typeface="+mn-lt"/>
              </a:rPr>
              <a:t>atomus</a:t>
            </a:r>
            <a:r>
              <a:rPr lang="en-US" sz="2000" dirty="0">
                <a:solidFill>
                  <a:schemeClr val="tx1"/>
                </a:solidFill>
                <a:latin typeface="+mn-lt"/>
              </a:rPr>
              <a:t> (especially in Lucretius) "indivisible particle," from Greek </a:t>
            </a:r>
            <a:r>
              <a:rPr lang="en-US" sz="2000" i="1" dirty="0" err="1">
                <a:solidFill>
                  <a:schemeClr val="tx1"/>
                </a:solidFill>
                <a:latin typeface="+mn-lt"/>
              </a:rPr>
              <a:t>atomos</a:t>
            </a:r>
            <a:r>
              <a:rPr lang="en-US" sz="2000" dirty="0">
                <a:solidFill>
                  <a:schemeClr val="tx1"/>
                </a:solidFill>
                <a:latin typeface="+mn-lt"/>
              </a:rPr>
              <a:t> "uncut, unhewn; indivisible," from </a:t>
            </a:r>
            <a:r>
              <a:rPr lang="en-US" sz="2000" i="1" dirty="0">
                <a:solidFill>
                  <a:schemeClr val="tx1"/>
                </a:solidFill>
                <a:latin typeface="+mn-lt"/>
              </a:rPr>
              <a:t>a-</a:t>
            </a:r>
            <a:r>
              <a:rPr lang="en-US" sz="2000" dirty="0">
                <a:solidFill>
                  <a:schemeClr val="tx1"/>
                </a:solidFill>
                <a:latin typeface="+mn-lt"/>
              </a:rPr>
              <a:t> "not" + </a:t>
            </a:r>
            <a:r>
              <a:rPr lang="en-US" sz="2000" i="1" dirty="0" err="1">
                <a:solidFill>
                  <a:schemeClr val="tx1"/>
                </a:solidFill>
                <a:latin typeface="+mn-lt"/>
              </a:rPr>
              <a:t>tomos</a:t>
            </a:r>
            <a:r>
              <a:rPr lang="en-US" sz="2000" dirty="0">
                <a:solidFill>
                  <a:schemeClr val="tx1"/>
                </a:solidFill>
                <a:latin typeface="+mn-lt"/>
              </a:rPr>
              <a:t> "a cutting," from </a:t>
            </a:r>
            <a:r>
              <a:rPr lang="en-US" sz="2000" i="1" dirty="0" err="1">
                <a:solidFill>
                  <a:schemeClr val="tx1"/>
                </a:solidFill>
                <a:latin typeface="+mn-lt"/>
              </a:rPr>
              <a:t>temnein</a:t>
            </a:r>
            <a:r>
              <a:rPr lang="en-US" sz="2000" dirty="0">
                <a:solidFill>
                  <a:schemeClr val="tx1"/>
                </a:solidFill>
                <a:latin typeface="+mn-lt"/>
              </a:rPr>
              <a:t> "to cut". An ancient term of philosophical speculation (in Leucippus, Democritus); </a:t>
            </a:r>
            <a:r>
              <a:rPr lang="en-US" sz="2000" dirty="0">
                <a:solidFill>
                  <a:schemeClr val="accent2"/>
                </a:solidFill>
                <a:latin typeface="+mn-lt"/>
              </a:rPr>
              <a:t>revived scientifically 1805 by British chemist John Dalton</a:t>
            </a:r>
            <a:r>
              <a:rPr lang="en-US" sz="2000" dirty="0">
                <a:solidFill>
                  <a:schemeClr val="tx1"/>
                </a:solidFill>
                <a:latin typeface="+mn-lt"/>
              </a:rPr>
              <a:t>. In late classical and medieval use also a unit of time, 22,560 to the hour. </a:t>
            </a:r>
          </a:p>
        </p:txBody>
      </p:sp>
      <p:sp>
        <p:nvSpPr>
          <p:cNvPr id="26" name="Rectangle 1">
            <a:extLst>
              <a:ext uri="{FF2B5EF4-FFF2-40B4-BE49-F238E27FC236}">
                <a16:creationId xmlns:a16="http://schemas.microsoft.com/office/drawing/2014/main" id="{85FD0B70-CF19-4C41-8D8F-A71641A342CE}"/>
              </a:ext>
            </a:extLst>
          </p:cNvPr>
          <p:cNvSpPr txBox="1">
            <a:spLocks noChangeArrowheads="1"/>
          </p:cNvSpPr>
          <p:nvPr/>
        </p:nvSpPr>
        <p:spPr>
          <a:xfrm>
            <a:off x="827584" y="116632"/>
            <a:ext cx="7772400" cy="1143000"/>
          </a:xfrm>
          <a:prstGeom prst="rect">
            <a:avLst/>
          </a:prstGeom>
        </p:spPr>
        <p:txBody>
          <a:bodyPr/>
          <a:lstStyle>
            <a:lvl1pPr algn="ctr" defTabSz="457200" rtl="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4400">
                <a:solidFill>
                  <a:srgbClr val="000000"/>
                </a:solidFill>
                <a:latin typeface="+mj-lt"/>
                <a:ea typeface="+mj-ea"/>
                <a:cs typeface="+mj-cs"/>
              </a:defRPr>
            </a:lvl1pPr>
            <a:lvl2pPr algn="ctr" defTabSz="457200" rtl="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4400">
                <a:solidFill>
                  <a:srgbClr val="000000"/>
                </a:solidFill>
                <a:latin typeface="Arial" charset="0"/>
              </a:defRPr>
            </a:lvl2pPr>
            <a:lvl3pPr algn="ctr" defTabSz="457200" rtl="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4400">
                <a:solidFill>
                  <a:srgbClr val="000000"/>
                </a:solidFill>
                <a:latin typeface="Arial" charset="0"/>
              </a:defRPr>
            </a:lvl3pPr>
            <a:lvl4pPr algn="ctr" defTabSz="457200" rtl="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4400">
                <a:solidFill>
                  <a:srgbClr val="000000"/>
                </a:solidFill>
                <a:latin typeface="Arial" charset="0"/>
              </a:defRPr>
            </a:lvl4pPr>
            <a:lvl5pPr algn="ctr" defTabSz="457200" rtl="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4400">
                <a:solidFill>
                  <a:srgbClr val="000000"/>
                </a:solidFill>
                <a:latin typeface="Arial" charset="0"/>
              </a:defRPr>
            </a:lvl5pPr>
            <a:lvl6pPr marL="457200" algn="ctr" defTabSz="457200" rtl="0" fontAlgn="base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defRPr sz="4400">
                <a:solidFill>
                  <a:srgbClr val="000000"/>
                </a:solidFill>
                <a:latin typeface="Arial" charset="0"/>
              </a:defRPr>
            </a:lvl6pPr>
            <a:lvl7pPr marL="914400" algn="ctr" defTabSz="457200" rtl="0" fontAlgn="base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defRPr sz="4400">
                <a:solidFill>
                  <a:srgbClr val="000000"/>
                </a:solidFill>
                <a:latin typeface="Arial" charset="0"/>
              </a:defRPr>
            </a:lvl7pPr>
            <a:lvl8pPr marL="1371600" algn="ctr" defTabSz="457200" rtl="0" fontAlgn="base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defRPr sz="4400">
                <a:solidFill>
                  <a:srgbClr val="000000"/>
                </a:solidFill>
                <a:latin typeface="Arial" charset="0"/>
              </a:defRPr>
            </a:lvl8pPr>
            <a:lvl9pPr marL="1828800" algn="ctr" defTabSz="457200" rtl="0" fontAlgn="base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defRPr sz="4400">
                <a:solidFill>
                  <a:srgbClr val="000000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en-US" kern="0" dirty="0"/>
              <a:t>Atoms!</a:t>
            </a:r>
          </a:p>
        </p:txBody>
      </p:sp>
      <p:sp>
        <p:nvSpPr>
          <p:cNvPr id="27" name="Rectangle 2">
            <a:extLst>
              <a:ext uri="{FF2B5EF4-FFF2-40B4-BE49-F238E27FC236}">
                <a16:creationId xmlns:a16="http://schemas.microsoft.com/office/drawing/2014/main" id="{A8AB4BA6-2F74-4AF3-9BC0-491F08F75781}"/>
              </a:ext>
            </a:extLst>
          </p:cNvPr>
          <p:cNvSpPr txBox="1">
            <a:spLocks noChangeArrowheads="1"/>
          </p:cNvSpPr>
          <p:nvPr/>
        </p:nvSpPr>
        <p:spPr>
          <a:xfrm>
            <a:off x="234116" y="741578"/>
            <a:ext cx="7772400" cy="630664"/>
          </a:xfrm>
          <a:prstGeom prst="rect">
            <a:avLst/>
          </a:prstGeom>
        </p:spPr>
        <p:txBody>
          <a:bodyPr/>
          <a:lstStyle>
            <a:lvl1pPr marL="341313" indent="-341313" algn="l" defTabSz="457200" rtl="0" eaLnBrk="0" fontAlgn="base" hangingPunct="0">
              <a:lnSpc>
                <a:spcPct val="93000"/>
              </a:lnSpc>
              <a:spcBef>
                <a:spcPts val="8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741363" indent="-284163" algn="l" defTabSz="457200" rtl="0" eaLnBrk="0" fontAlgn="base" hangingPunct="0">
              <a:lnSpc>
                <a:spcPct val="93000"/>
              </a:lnSpc>
              <a:spcBef>
                <a:spcPts val="7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+mn-lt"/>
              </a:defRPr>
            </a:lvl2pPr>
            <a:lvl3pPr marL="1143000" indent="-228600" algn="l" defTabSz="457200" rtl="0" eaLnBrk="0" fontAlgn="base" hangingPunct="0">
              <a:lnSpc>
                <a:spcPct val="93000"/>
              </a:lnSpc>
              <a:spcBef>
                <a:spcPts val="6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+mn-lt"/>
              </a:defRPr>
            </a:lvl3pPr>
            <a:lvl4pPr marL="1600200" indent="-228600" algn="l" defTabSz="457200" rtl="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+mn-lt"/>
              </a:defRPr>
            </a:lvl4pPr>
            <a:lvl5pPr marL="2057400" indent="-228600" algn="l" defTabSz="457200" rtl="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+mn-lt"/>
              </a:defRPr>
            </a:lvl5pPr>
            <a:lvl6pPr marL="2514600" indent="-228600" algn="l" defTabSz="457200" rtl="0" fontAlgn="base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buChar char="»"/>
              <a:defRPr sz="2000">
                <a:solidFill>
                  <a:srgbClr val="000000"/>
                </a:solidFill>
                <a:latin typeface="+mn-lt"/>
              </a:defRPr>
            </a:lvl6pPr>
            <a:lvl7pPr marL="2971800" indent="-228600" algn="l" defTabSz="457200" rtl="0" fontAlgn="base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buChar char="»"/>
              <a:defRPr sz="2000">
                <a:solidFill>
                  <a:srgbClr val="000000"/>
                </a:solidFill>
                <a:latin typeface="+mn-lt"/>
              </a:defRPr>
            </a:lvl7pPr>
            <a:lvl8pPr marL="3429000" indent="-228600" algn="l" defTabSz="457200" rtl="0" fontAlgn="base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buChar char="»"/>
              <a:defRPr sz="2000">
                <a:solidFill>
                  <a:srgbClr val="000000"/>
                </a:solidFill>
                <a:latin typeface="+mn-lt"/>
              </a:defRPr>
            </a:lvl8pPr>
            <a:lvl9pPr marL="3886200" indent="-228600" algn="l" defTabSz="457200" rtl="0" fontAlgn="base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buChar char="»"/>
              <a:defRPr sz="2000">
                <a:solidFill>
                  <a:srgbClr val="000000"/>
                </a:solidFill>
                <a:latin typeface="+mn-lt"/>
              </a:defRPr>
            </a:lvl9pPr>
          </a:lstStyle>
          <a:p>
            <a:pPr marL="0" indent="0" eaLnBrk="1" hangingPunct="1">
              <a:lnSpc>
                <a:spcPct val="100000"/>
              </a:lnSpc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en-US" sz="2400" kern="0" dirty="0"/>
              <a:t>Google: Atom etymology</a:t>
            </a:r>
          </a:p>
        </p:txBody>
      </p:sp>
    </p:spTree>
    <p:extLst>
      <p:ext uri="{BB962C8B-B14F-4D97-AF65-F5344CB8AC3E}">
        <p14:creationId xmlns:p14="http://schemas.microsoft.com/office/powerpoint/2010/main" val="36017742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>
            <a:extLst>
              <a:ext uri="{FF2B5EF4-FFF2-40B4-BE49-F238E27FC236}">
                <a16:creationId xmlns:a16="http://schemas.microsoft.com/office/drawing/2014/main" id="{04D290B5-26A4-439C-95E5-A300F542AE3D}"/>
              </a:ext>
            </a:extLst>
          </p:cNvPr>
          <p:cNvSpPr>
            <a:spLocks noGrp="1"/>
          </p:cNvSpPr>
          <p:nvPr>
            <p:ph type="title" idx="4294967295"/>
          </p:nvPr>
        </p:nvSpPr>
        <p:spPr/>
        <p:txBody>
          <a:bodyPr lIns="91440" tIns="45720" rIns="91440" bIns="45720"/>
          <a:lstStyle/>
          <a:p>
            <a:endParaRPr lang="en-US" altLang="en-US"/>
          </a:p>
        </p:txBody>
      </p:sp>
      <p:pic>
        <p:nvPicPr>
          <p:cNvPr id="7171" name="Picture 8" descr="003">
            <a:extLst>
              <a:ext uri="{FF2B5EF4-FFF2-40B4-BE49-F238E27FC236}">
                <a16:creationId xmlns:a16="http://schemas.microsoft.com/office/drawing/2014/main" id="{69C3579C-2766-4D2D-AD7F-BC4D2BB443D0}"/>
              </a:ext>
            </a:extLst>
          </p:cNvPr>
          <p:cNvPicPr>
            <a:picLocks noGrp="1" noChangeAspect="1" noChangeArrowheads="1"/>
          </p:cNvPicPr>
          <p:nvPr>
            <p:ph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524000" y="304800"/>
            <a:ext cx="5715000" cy="3236913"/>
          </a:xfrm>
        </p:spPr>
      </p:pic>
      <p:pic>
        <p:nvPicPr>
          <p:cNvPr id="7172" name="Picture 8" descr="004">
            <a:extLst>
              <a:ext uri="{FF2B5EF4-FFF2-40B4-BE49-F238E27FC236}">
                <a16:creationId xmlns:a16="http://schemas.microsoft.com/office/drawing/2014/main" id="{5397DDB5-DAFA-4308-AC64-F879CBE4F5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3657600"/>
            <a:ext cx="5659438" cy="320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 bwMode="auto">
          <a:xfrm>
            <a:off x="4211960" y="3657600"/>
            <a:ext cx="1440160" cy="2939752"/>
          </a:xfrm>
          <a:prstGeom prst="rect">
            <a:avLst/>
          </a:prstGeom>
          <a:noFill/>
          <a:ln w="38100" cap="flat" cmpd="sng" algn="ctr">
            <a:solidFill>
              <a:srgbClr val="FF33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57200" rtl="0" eaLnBrk="0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2AC1865-CD57-4405-83C4-2074B00521A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D6064032-2175-4BFD-B464-2D85159D59A8}" type="slidenum">
              <a:rPr lang="en-GB" altLang="en-US" smtClean="0"/>
              <a:pPr>
                <a:defRPr/>
              </a:pPr>
              <a:t>6</a:t>
            </a:fld>
            <a:endParaRPr lang="en-GB" alt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5FD0B70-CF19-4C41-8D8F-A71641A342CE}"/>
              </a:ext>
            </a:extLst>
          </p:cNvPr>
          <p:cNvSpPr txBox="1">
            <a:spLocks noChangeArrowheads="1"/>
          </p:cNvSpPr>
          <p:nvPr/>
        </p:nvSpPr>
        <p:spPr>
          <a:xfrm>
            <a:off x="827584" y="116632"/>
            <a:ext cx="7772400" cy="1143000"/>
          </a:xfrm>
          <a:prstGeom prst="rect">
            <a:avLst/>
          </a:prstGeom>
        </p:spPr>
        <p:txBody>
          <a:bodyPr/>
          <a:lstStyle>
            <a:lvl1pPr algn="ctr" defTabSz="457200" rtl="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4400">
                <a:solidFill>
                  <a:srgbClr val="000000"/>
                </a:solidFill>
                <a:latin typeface="+mj-lt"/>
                <a:ea typeface="+mj-ea"/>
                <a:cs typeface="+mj-cs"/>
              </a:defRPr>
            </a:lvl1pPr>
            <a:lvl2pPr algn="ctr" defTabSz="457200" rtl="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4400">
                <a:solidFill>
                  <a:srgbClr val="000000"/>
                </a:solidFill>
                <a:latin typeface="Arial" charset="0"/>
              </a:defRPr>
            </a:lvl2pPr>
            <a:lvl3pPr algn="ctr" defTabSz="457200" rtl="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4400">
                <a:solidFill>
                  <a:srgbClr val="000000"/>
                </a:solidFill>
                <a:latin typeface="Arial" charset="0"/>
              </a:defRPr>
            </a:lvl3pPr>
            <a:lvl4pPr algn="ctr" defTabSz="457200" rtl="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4400">
                <a:solidFill>
                  <a:srgbClr val="000000"/>
                </a:solidFill>
                <a:latin typeface="Arial" charset="0"/>
              </a:defRPr>
            </a:lvl4pPr>
            <a:lvl5pPr algn="ctr" defTabSz="457200" rtl="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4400">
                <a:solidFill>
                  <a:srgbClr val="000000"/>
                </a:solidFill>
                <a:latin typeface="Arial" charset="0"/>
              </a:defRPr>
            </a:lvl5pPr>
            <a:lvl6pPr marL="457200" algn="ctr" defTabSz="457200" rtl="0" fontAlgn="base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defRPr sz="4400">
                <a:solidFill>
                  <a:srgbClr val="000000"/>
                </a:solidFill>
                <a:latin typeface="Arial" charset="0"/>
              </a:defRPr>
            </a:lvl6pPr>
            <a:lvl7pPr marL="914400" algn="ctr" defTabSz="457200" rtl="0" fontAlgn="base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defRPr sz="4400">
                <a:solidFill>
                  <a:srgbClr val="000000"/>
                </a:solidFill>
                <a:latin typeface="Arial" charset="0"/>
              </a:defRPr>
            </a:lvl7pPr>
            <a:lvl8pPr marL="1371600" algn="ctr" defTabSz="457200" rtl="0" fontAlgn="base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defRPr sz="4400">
                <a:solidFill>
                  <a:srgbClr val="000000"/>
                </a:solidFill>
                <a:latin typeface="Arial" charset="0"/>
              </a:defRPr>
            </a:lvl8pPr>
            <a:lvl9pPr marL="1828800" algn="ctr" defTabSz="457200" rtl="0" fontAlgn="base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defRPr sz="4400">
                <a:solidFill>
                  <a:srgbClr val="000000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en-US" kern="0" dirty="0"/>
              <a:t>Understanding energy…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11E86F0-B0F7-4962-8B36-598A1D10F4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5144" y="3679677"/>
            <a:ext cx="4730804" cy="302433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A1A4790-4BD9-44FD-807D-4570E1E7938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656" y="1593938"/>
            <a:ext cx="4059842" cy="2736304"/>
          </a:xfrm>
          <a:prstGeom prst="rect">
            <a:avLst/>
          </a:prstGeom>
        </p:spPr>
      </p:pic>
      <p:sp>
        <p:nvSpPr>
          <p:cNvPr id="11" name="Rectangle 2">
            <a:extLst>
              <a:ext uri="{FF2B5EF4-FFF2-40B4-BE49-F238E27FC236}">
                <a16:creationId xmlns:a16="http://schemas.microsoft.com/office/drawing/2014/main" id="{A8AB4BA6-2F74-4AF3-9BC0-491F08F75781}"/>
              </a:ext>
            </a:extLst>
          </p:cNvPr>
          <p:cNvSpPr txBox="1">
            <a:spLocks noChangeArrowheads="1"/>
          </p:cNvSpPr>
          <p:nvPr/>
        </p:nvSpPr>
        <p:spPr>
          <a:xfrm>
            <a:off x="179512" y="908720"/>
            <a:ext cx="7772400" cy="630664"/>
          </a:xfrm>
          <a:prstGeom prst="rect">
            <a:avLst/>
          </a:prstGeom>
        </p:spPr>
        <p:txBody>
          <a:bodyPr/>
          <a:lstStyle>
            <a:lvl1pPr marL="341313" indent="-341313" algn="l" defTabSz="457200" rtl="0" eaLnBrk="0" fontAlgn="base" hangingPunct="0">
              <a:lnSpc>
                <a:spcPct val="93000"/>
              </a:lnSpc>
              <a:spcBef>
                <a:spcPts val="8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741363" indent="-284163" algn="l" defTabSz="457200" rtl="0" eaLnBrk="0" fontAlgn="base" hangingPunct="0">
              <a:lnSpc>
                <a:spcPct val="93000"/>
              </a:lnSpc>
              <a:spcBef>
                <a:spcPts val="7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+mn-lt"/>
              </a:defRPr>
            </a:lvl2pPr>
            <a:lvl3pPr marL="1143000" indent="-228600" algn="l" defTabSz="457200" rtl="0" eaLnBrk="0" fontAlgn="base" hangingPunct="0">
              <a:lnSpc>
                <a:spcPct val="93000"/>
              </a:lnSpc>
              <a:spcBef>
                <a:spcPts val="6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+mn-lt"/>
              </a:defRPr>
            </a:lvl3pPr>
            <a:lvl4pPr marL="1600200" indent="-228600" algn="l" defTabSz="457200" rtl="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+mn-lt"/>
              </a:defRPr>
            </a:lvl4pPr>
            <a:lvl5pPr marL="2057400" indent="-228600" algn="l" defTabSz="457200" rtl="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+mn-lt"/>
              </a:defRPr>
            </a:lvl5pPr>
            <a:lvl6pPr marL="2514600" indent="-228600" algn="l" defTabSz="457200" rtl="0" fontAlgn="base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buChar char="»"/>
              <a:defRPr sz="2000">
                <a:solidFill>
                  <a:srgbClr val="000000"/>
                </a:solidFill>
                <a:latin typeface="+mn-lt"/>
              </a:defRPr>
            </a:lvl6pPr>
            <a:lvl7pPr marL="2971800" indent="-228600" algn="l" defTabSz="457200" rtl="0" fontAlgn="base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buChar char="»"/>
              <a:defRPr sz="2000">
                <a:solidFill>
                  <a:srgbClr val="000000"/>
                </a:solidFill>
                <a:latin typeface="+mn-lt"/>
              </a:defRPr>
            </a:lvl7pPr>
            <a:lvl8pPr marL="3429000" indent="-228600" algn="l" defTabSz="457200" rtl="0" fontAlgn="base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buChar char="»"/>
              <a:defRPr sz="2000">
                <a:solidFill>
                  <a:srgbClr val="000000"/>
                </a:solidFill>
                <a:latin typeface="+mn-lt"/>
              </a:defRPr>
            </a:lvl8pPr>
            <a:lvl9pPr marL="3886200" indent="-228600" algn="l" defTabSz="457200" rtl="0" fontAlgn="base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buChar char="»"/>
              <a:defRPr sz="2000">
                <a:solidFill>
                  <a:srgbClr val="000000"/>
                </a:solidFill>
                <a:latin typeface="+mn-lt"/>
              </a:defRPr>
            </a:lvl9pPr>
          </a:lstStyle>
          <a:p>
            <a:pPr marL="0" indent="0" eaLnBrk="1" hangingPunct="1">
              <a:lnSpc>
                <a:spcPct val="100000"/>
              </a:lnSpc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en-US" kern="0" dirty="0"/>
              <a:t>From our every day experience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1A6831F-DBFA-46A9-AC9C-AB1A169DF0A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7536" y="1773364"/>
            <a:ext cx="4032448" cy="1851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88717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Footer Placeholder 4">
            <a:extLst>
              <a:ext uri="{FF2B5EF4-FFF2-40B4-BE49-F238E27FC236}">
                <a16:creationId xmlns:a16="http://schemas.microsoft.com/office/drawing/2014/main" id="{16F1A13E-3D80-4502-8A77-EDD51E640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3000"/>
              </a:lnSpc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GB" altLang="en-US" sz="1400"/>
              <a:t>Copyright McGraw-Hill 2009</a:t>
            </a:r>
          </a:p>
        </p:txBody>
      </p:sp>
      <p:sp>
        <p:nvSpPr>
          <p:cNvPr id="27651" name="Slide Number Placeholder 5">
            <a:extLst>
              <a:ext uri="{FF2B5EF4-FFF2-40B4-BE49-F238E27FC236}">
                <a16:creationId xmlns:a16="http://schemas.microsoft.com/office/drawing/2014/main" id="{08DA702D-8C6B-4F55-9F03-CD1B40AF20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3000"/>
              </a:lnSpc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fld id="{7D09CD61-E64D-454B-B744-FB956623EB4E}" type="slidenum">
              <a:rPr lang="en-GB" altLang="en-US" sz="1400"/>
              <a:pPr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t>7</a:t>
            </a:fld>
            <a:endParaRPr lang="en-GB" altLang="en-US" sz="1400"/>
          </a:p>
        </p:txBody>
      </p:sp>
      <p:sp>
        <p:nvSpPr>
          <p:cNvPr id="27652" name="Rectangle 1">
            <a:extLst>
              <a:ext uri="{FF2B5EF4-FFF2-40B4-BE49-F238E27FC236}">
                <a16:creationId xmlns:a16="http://schemas.microsoft.com/office/drawing/2014/main" id="{EFA10D67-8C5A-4E29-911E-79D763E1766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pPr eaLnBrk="1" hangingPunct="1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en-US"/>
              <a:t>Quantum Theory</a:t>
            </a:r>
          </a:p>
        </p:txBody>
      </p:sp>
      <p:sp>
        <p:nvSpPr>
          <p:cNvPr id="27653" name="Rectangle 2">
            <a:extLst>
              <a:ext uri="{FF2B5EF4-FFF2-40B4-BE49-F238E27FC236}">
                <a16:creationId xmlns:a16="http://schemas.microsoft.com/office/drawing/2014/main" id="{A2DB605D-318C-4A9E-BE96-1353CC966D6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676400"/>
            <a:ext cx="7772400" cy="45720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en-US" dirty="0"/>
              <a:t>1900 - Max Planck  </a:t>
            </a:r>
          </a:p>
          <a:p>
            <a:pPr eaLnBrk="1" hangingPunct="1">
              <a:lnSpc>
                <a:spcPct val="90000"/>
              </a:lnSpc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en-US" dirty="0">
                <a:solidFill>
                  <a:schemeClr val="accent2"/>
                </a:solidFill>
              </a:rPr>
              <a:t>Radiant</a:t>
            </a:r>
            <a:r>
              <a:rPr lang="en-GB" altLang="en-US" dirty="0"/>
              <a:t> energy could only be emitted or absorbed in discrete quantities (“chunks”)</a:t>
            </a:r>
          </a:p>
          <a:p>
            <a:pPr eaLnBrk="1" hangingPunct="1">
              <a:lnSpc>
                <a:spcPct val="90000"/>
              </a:lnSpc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en-US" dirty="0"/>
              <a:t>Quantum: packets of energy </a:t>
            </a:r>
          </a:p>
          <a:p>
            <a:pPr marL="0" indent="0" eaLnBrk="1" hangingPunct="1">
              <a:lnSpc>
                <a:spcPct val="90000"/>
              </a:lnSpc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en-US" dirty="0"/>
              <a:t> </a:t>
            </a:r>
          </a:p>
          <a:p>
            <a:pPr eaLnBrk="1" hangingPunct="1">
              <a:lnSpc>
                <a:spcPct val="90000"/>
              </a:lnSpc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en-US" dirty="0"/>
              <a:t>Revolutionized way of thinking (energy is “quantised”)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9F035D3-DAFB-4954-BB9E-F1C5BB1229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0232" y="2636912"/>
            <a:ext cx="2095500" cy="2095500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Slide Number Placeholder 5">
            <a:extLst>
              <a:ext uri="{FF2B5EF4-FFF2-40B4-BE49-F238E27FC236}">
                <a16:creationId xmlns:a16="http://schemas.microsoft.com/office/drawing/2014/main" id="{08DA702D-8C6B-4F55-9F03-CD1B40AF20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3000"/>
              </a:lnSpc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fld id="{7D09CD61-E64D-454B-B744-FB956623EB4E}" type="slidenum">
              <a:rPr lang="en-GB" altLang="en-US" sz="1400"/>
              <a:pPr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t>8</a:t>
            </a:fld>
            <a:endParaRPr lang="en-GB" altLang="en-US" sz="140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536" y="1556792"/>
            <a:ext cx="7717501" cy="4554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9F035D3-DAFB-4954-BB9E-F1C5BB1229C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608" y="195252"/>
            <a:ext cx="1303412" cy="130341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A1A4790-4BD9-44FD-807D-4570E1E7938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9752" y="170037"/>
            <a:ext cx="2350435" cy="158417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1A6831F-DBFA-46A9-AC9C-AB1A169DF0A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9960" y="363086"/>
            <a:ext cx="2299792" cy="1056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0714246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Footer Placeholder 4">
            <a:extLst>
              <a:ext uri="{FF2B5EF4-FFF2-40B4-BE49-F238E27FC236}">
                <a16:creationId xmlns:a16="http://schemas.microsoft.com/office/drawing/2014/main" id="{69765456-D7A3-43B9-A2D6-2780839FA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3000"/>
              </a:lnSpc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GB" altLang="en-US" sz="1400"/>
              <a:t>Copyright McGraw-Hill 2009</a:t>
            </a:r>
          </a:p>
        </p:txBody>
      </p:sp>
      <p:sp>
        <p:nvSpPr>
          <p:cNvPr id="8195" name="Slide Number Placeholder 5">
            <a:extLst>
              <a:ext uri="{FF2B5EF4-FFF2-40B4-BE49-F238E27FC236}">
                <a16:creationId xmlns:a16="http://schemas.microsoft.com/office/drawing/2014/main" id="{0FEF28E2-CFE1-48E1-BDDC-8FC3FDCBF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3000"/>
              </a:lnSpc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fld id="{A79E842F-B81D-4A62-B65B-7EB399C08607}" type="slidenum">
              <a:rPr lang="en-GB" altLang="en-US" sz="1400"/>
              <a:pPr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t>9</a:t>
            </a:fld>
            <a:endParaRPr lang="en-GB" altLang="en-US" sz="1400"/>
          </a:p>
        </p:txBody>
      </p:sp>
      <p:sp>
        <p:nvSpPr>
          <p:cNvPr id="8196" name="Rectangle 1">
            <a:extLst>
              <a:ext uri="{FF2B5EF4-FFF2-40B4-BE49-F238E27FC236}">
                <a16:creationId xmlns:a16="http://schemas.microsoft.com/office/drawing/2014/main" id="{8A5637D8-557E-4363-B465-02EBEB48EE2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pPr eaLnBrk="1" hangingPunct="1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en-US" dirty="0"/>
              <a:t>The Nature of Light </a:t>
            </a:r>
          </a:p>
        </p:txBody>
      </p:sp>
      <p:sp>
        <p:nvSpPr>
          <p:cNvPr id="8197" name="Rectangle 2">
            <a:extLst>
              <a:ext uri="{FF2B5EF4-FFF2-40B4-BE49-F238E27FC236}">
                <a16:creationId xmlns:a16="http://schemas.microsoft.com/office/drawing/2014/main" id="{FA530988-CC9F-417A-87F0-DD6A5B510EB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7772400" cy="4114800"/>
          </a:xfrm>
        </p:spPr>
        <p:txBody>
          <a:bodyPr/>
          <a:lstStyle/>
          <a:p>
            <a:pPr eaLnBrk="1" hangingPunct="1">
              <a:lnSpc>
                <a:spcPct val="100000"/>
              </a:lnSpc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en-US" dirty="0"/>
              <a:t>The electromagnetic spectrum includes many different types of radiation. </a:t>
            </a:r>
          </a:p>
          <a:p>
            <a:pPr eaLnBrk="1" hangingPunct="1">
              <a:lnSpc>
                <a:spcPct val="100000"/>
              </a:lnSpc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en-US" dirty="0"/>
              <a:t>Visible light accounts for only a small part of the spectrum</a:t>
            </a:r>
          </a:p>
          <a:p>
            <a:pPr eaLnBrk="1" hangingPunct="1">
              <a:lnSpc>
                <a:spcPct val="100000"/>
              </a:lnSpc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en-US" dirty="0"/>
              <a:t>Other familiar forms include:  radio waves, microwaves, X rays </a:t>
            </a:r>
          </a:p>
          <a:p>
            <a:pPr eaLnBrk="1" hangingPunct="1">
              <a:lnSpc>
                <a:spcPct val="100000"/>
              </a:lnSpc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en-US" dirty="0">
                <a:solidFill>
                  <a:schemeClr val="accent2"/>
                </a:solidFill>
              </a:rPr>
              <a:t>All forms of light travel in waves 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Footer Placeholder 4">
            <a:extLst>
              <a:ext uri="{FF2B5EF4-FFF2-40B4-BE49-F238E27FC236}">
                <a16:creationId xmlns:a16="http://schemas.microsoft.com/office/drawing/2014/main" id="{9EE9FF35-24E0-4110-99CD-B04C035FD3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3000"/>
              </a:lnSpc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GB" altLang="en-US" sz="1400"/>
              <a:t>Copyright McGraw-Hill 2009</a:t>
            </a:r>
          </a:p>
        </p:txBody>
      </p:sp>
      <p:sp>
        <p:nvSpPr>
          <p:cNvPr id="10243" name="Slide Number Placeholder 5">
            <a:extLst>
              <a:ext uri="{FF2B5EF4-FFF2-40B4-BE49-F238E27FC236}">
                <a16:creationId xmlns:a16="http://schemas.microsoft.com/office/drawing/2014/main" id="{D50C65F5-5579-43EE-8493-480F32552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3000"/>
              </a:lnSpc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fld id="{435CA1D6-7C6E-46B8-8F6F-286293835C39}" type="slidenum">
              <a:rPr lang="en-GB" altLang="en-US" sz="1400"/>
              <a:pPr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t>10</a:t>
            </a:fld>
            <a:endParaRPr lang="en-GB" altLang="en-US" sz="1400"/>
          </a:p>
        </p:txBody>
      </p:sp>
      <p:sp>
        <p:nvSpPr>
          <p:cNvPr id="10244" name="Rectangle 1">
            <a:extLst>
              <a:ext uri="{FF2B5EF4-FFF2-40B4-BE49-F238E27FC236}">
                <a16:creationId xmlns:a16="http://schemas.microsoft.com/office/drawing/2014/main" id="{B3076796-9203-4D9A-8716-A0E11BC1701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pPr eaLnBrk="1" hangingPunct="1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en-US"/>
              <a:t>Electromagnetic Spectrum </a:t>
            </a:r>
          </a:p>
        </p:txBody>
      </p:sp>
      <p:sp>
        <p:nvSpPr>
          <p:cNvPr id="10245" name="Rectangle 2">
            <a:extLst>
              <a:ext uri="{FF2B5EF4-FFF2-40B4-BE49-F238E27FC236}">
                <a16:creationId xmlns:a16="http://schemas.microsoft.com/office/drawing/2014/main" id="{6552CB36-F51D-4815-82E8-4096BB4FBF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33763" y="2701925"/>
            <a:ext cx="203517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lnSpc>
                <a:spcPct val="93000"/>
              </a:lnSpc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GB" altLang="en-US" sz="1300"/>
              <a:t>Figure 06.01Figure 06.01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en-GB" altLang="en-US" sz="1300"/>
          </a:p>
        </p:txBody>
      </p:sp>
      <p:pic>
        <p:nvPicPr>
          <p:cNvPr id="10246" name="Picture 3">
            <a:extLst>
              <a:ext uri="{FF2B5EF4-FFF2-40B4-BE49-F238E27FC236}">
                <a16:creationId xmlns:a16="http://schemas.microsoft.com/office/drawing/2014/main" id="{78C80801-1347-4BA4-8D40-736F94E9A2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90"/>
          <a:stretch>
            <a:fillRect/>
          </a:stretch>
        </p:blipFill>
        <p:spPr bwMode="auto">
          <a:xfrm>
            <a:off x="228600" y="1676400"/>
            <a:ext cx="8756650" cy="4475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Footer Placeholder 4">
            <a:extLst>
              <a:ext uri="{FF2B5EF4-FFF2-40B4-BE49-F238E27FC236}">
                <a16:creationId xmlns:a16="http://schemas.microsoft.com/office/drawing/2014/main" id="{750BB482-2B51-421C-805D-CB8B41BD5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3000"/>
              </a:lnSpc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GB" altLang="en-US" sz="1400"/>
              <a:t>Copyright McGraw-Hill 2009</a:t>
            </a:r>
          </a:p>
        </p:txBody>
      </p:sp>
      <p:sp>
        <p:nvSpPr>
          <p:cNvPr id="12291" name="Slide Number Placeholder 5">
            <a:extLst>
              <a:ext uri="{FF2B5EF4-FFF2-40B4-BE49-F238E27FC236}">
                <a16:creationId xmlns:a16="http://schemas.microsoft.com/office/drawing/2014/main" id="{3DA7C58A-A976-4838-A31D-F87C8377EA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3000"/>
              </a:lnSpc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fld id="{76B27CAC-6FFE-496B-A42E-F4C329532C7C}" type="slidenum">
              <a:rPr lang="en-GB" altLang="en-US" sz="1400"/>
              <a:pPr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t>11</a:t>
            </a:fld>
            <a:endParaRPr lang="en-GB" altLang="en-US" sz="1400"/>
          </a:p>
        </p:txBody>
      </p:sp>
      <p:sp>
        <p:nvSpPr>
          <p:cNvPr id="12292" name="Rectangle 1">
            <a:extLst>
              <a:ext uri="{FF2B5EF4-FFF2-40B4-BE49-F238E27FC236}">
                <a16:creationId xmlns:a16="http://schemas.microsoft.com/office/drawing/2014/main" id="{4070321D-3D19-4A44-9E7E-E1F8C7FA2A9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152400"/>
            <a:ext cx="7772400" cy="1143000"/>
          </a:xfrm>
        </p:spPr>
        <p:txBody>
          <a:bodyPr/>
          <a:lstStyle/>
          <a:p>
            <a:pPr eaLnBrk="1" hangingPunct="1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en-US"/>
              <a:t>Wave Characteristics </a:t>
            </a:r>
          </a:p>
        </p:txBody>
      </p:sp>
      <p:sp>
        <p:nvSpPr>
          <p:cNvPr id="12293" name="Rectangle 2">
            <a:extLst>
              <a:ext uri="{FF2B5EF4-FFF2-40B4-BE49-F238E27FC236}">
                <a16:creationId xmlns:a16="http://schemas.microsoft.com/office/drawing/2014/main" id="{0A254580-B64F-451B-BBE4-80BDE7AAFDF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219200"/>
            <a:ext cx="7772400" cy="4344988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Arial" panose="020B0604020202020204" pitchFamily="34" charset="0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GB" altLang="en-US" dirty="0"/>
          </a:p>
          <a:p>
            <a:pPr eaLnBrk="1" hangingPunct="1">
              <a:lnSpc>
                <a:spcPct val="90000"/>
              </a:lnSpc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en-US" b="1" dirty="0"/>
              <a:t>Wavelength</a:t>
            </a:r>
            <a:r>
              <a:rPr lang="en-GB" altLang="en-US" dirty="0"/>
              <a:t>: </a:t>
            </a:r>
            <a:r>
              <a:rPr lang="en-GB" altLang="en-US" dirty="0">
                <a:latin typeface="Symbol" panose="05050102010706020507" pitchFamily="18" charset="2"/>
              </a:rPr>
              <a:t> </a:t>
            </a:r>
            <a:r>
              <a:rPr lang="en-GB" altLang="en-US" dirty="0"/>
              <a:t>(lambda) distance between identical points on successive waves…peaks or troughs</a:t>
            </a:r>
          </a:p>
          <a:p>
            <a:pPr eaLnBrk="1" hangingPunct="1">
              <a:lnSpc>
                <a:spcPct val="90000"/>
              </a:lnSpc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en-US" b="1" dirty="0"/>
              <a:t>Frequency</a:t>
            </a:r>
            <a:r>
              <a:rPr lang="en-GB" altLang="en-US" dirty="0"/>
              <a:t>:</a:t>
            </a:r>
            <a:r>
              <a:rPr lang="en-GB" altLang="en-US" dirty="0">
                <a:latin typeface="Symbol" panose="05050102010706020507" pitchFamily="18" charset="2"/>
              </a:rPr>
              <a:t> </a:t>
            </a:r>
            <a:r>
              <a:rPr lang="en-GB" altLang="en-US" dirty="0"/>
              <a:t>(nu) number of waves that pass a particular point in one second </a:t>
            </a:r>
          </a:p>
          <a:p>
            <a:pPr eaLnBrk="1" hangingPunct="1">
              <a:lnSpc>
                <a:spcPct val="90000"/>
              </a:lnSpc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en-US" b="1" dirty="0"/>
              <a:t>Amplitude</a:t>
            </a:r>
            <a:r>
              <a:rPr lang="en-GB" altLang="en-US" dirty="0"/>
              <a:t>: the vertical distance from the midline of waves to the top of the peak or the bottom of the trough 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Footer Placeholder 2">
            <a:extLst>
              <a:ext uri="{FF2B5EF4-FFF2-40B4-BE49-F238E27FC236}">
                <a16:creationId xmlns:a16="http://schemas.microsoft.com/office/drawing/2014/main" id="{D82FE2B1-214E-4E83-9E60-F96739F13E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3000"/>
              </a:lnSpc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GB" altLang="en-US" sz="1400"/>
              <a:t>Copyright McGraw-Hill 2009</a:t>
            </a:r>
          </a:p>
        </p:txBody>
      </p:sp>
      <p:sp>
        <p:nvSpPr>
          <p:cNvPr id="14339" name="Slide Number Placeholder 3">
            <a:extLst>
              <a:ext uri="{FF2B5EF4-FFF2-40B4-BE49-F238E27FC236}">
                <a16:creationId xmlns:a16="http://schemas.microsoft.com/office/drawing/2014/main" id="{93309DA2-974A-4E0F-9359-70CA7CA95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3000"/>
              </a:lnSpc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fld id="{FB09E66F-BAD1-4F7A-BC8E-74555AD0591C}" type="slidenum">
              <a:rPr lang="en-GB" altLang="en-US" sz="1400"/>
              <a:pPr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t>12</a:t>
            </a:fld>
            <a:endParaRPr lang="en-GB" altLang="en-US" sz="1400"/>
          </a:p>
        </p:txBody>
      </p:sp>
      <p:grpSp>
        <p:nvGrpSpPr>
          <p:cNvPr id="14340" name="Group 6">
            <a:extLst>
              <a:ext uri="{FF2B5EF4-FFF2-40B4-BE49-F238E27FC236}">
                <a16:creationId xmlns:a16="http://schemas.microsoft.com/office/drawing/2014/main" id="{36F979EC-6255-4005-993D-8C5F6AB34CA3}"/>
              </a:ext>
            </a:extLst>
          </p:cNvPr>
          <p:cNvGrpSpPr>
            <a:grpSpLocks/>
          </p:cNvGrpSpPr>
          <p:nvPr/>
        </p:nvGrpSpPr>
        <p:grpSpPr bwMode="auto">
          <a:xfrm>
            <a:off x="2057400" y="-76200"/>
            <a:ext cx="4995863" cy="6248400"/>
            <a:chOff x="1365" y="174"/>
            <a:chExt cx="3051" cy="3762"/>
          </a:xfrm>
        </p:grpSpPr>
        <p:pic>
          <p:nvPicPr>
            <p:cNvPr id="14341" name="Picture 4" descr="bur25542_0602">
              <a:extLst>
                <a:ext uri="{FF2B5EF4-FFF2-40B4-BE49-F238E27FC236}">
                  <a16:creationId xmlns:a16="http://schemas.microsoft.com/office/drawing/2014/main" id="{F8BD467E-6C01-4F75-85E3-8E37C9F9495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65" y="240"/>
              <a:ext cx="3051" cy="36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342" name="Rectangle 5">
              <a:extLst>
                <a:ext uri="{FF2B5EF4-FFF2-40B4-BE49-F238E27FC236}">
                  <a16:creationId xmlns:a16="http://schemas.microsoft.com/office/drawing/2014/main" id="{8B828FF8-894D-4340-9954-73CFFE5DCA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174"/>
              <a:ext cx="2064" cy="19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93000"/>
                </a:lnSpc>
                <a:spcBef>
                  <a:spcPts val="8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defRPr sz="32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93000"/>
                </a:lnSpc>
                <a:spcBef>
                  <a:spcPts val="7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93000"/>
                </a:lnSpc>
                <a:spcBef>
                  <a:spcPts val="6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93000"/>
                </a:lnSpc>
                <a:spcBef>
                  <a:spcPts val="5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93000"/>
                </a:lnSpc>
                <a:spcBef>
                  <a:spcPts val="5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en-US" altLang="en-US" sz="2400">
                <a:solidFill>
                  <a:schemeClr val="bg1"/>
                </a:solidFill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D6064032-2175-4BFD-B464-2D85159D59A8}" type="slidenum">
              <a:rPr lang="en-GB" altLang="en-US" smtClean="0"/>
              <a:pPr>
                <a:defRPr/>
              </a:pPr>
              <a:t>13</a:t>
            </a:fld>
            <a:endParaRPr lang="en-GB" alt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5447" y="1628800"/>
            <a:ext cx="7532871" cy="3326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40021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D6064032-2175-4BFD-B464-2D85159D59A8}" type="slidenum">
              <a:rPr lang="en-GB" altLang="en-US" smtClean="0"/>
              <a:pPr>
                <a:defRPr/>
              </a:pPr>
              <a:t>14</a:t>
            </a:fld>
            <a:endParaRPr lang="en-GB" alt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7744" y="1124744"/>
            <a:ext cx="4824535" cy="4824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59635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D6064032-2175-4BFD-B464-2D85159D59A8}" type="slidenum">
              <a:rPr lang="en-GB" altLang="en-US" smtClean="0"/>
              <a:pPr>
                <a:defRPr/>
              </a:pPr>
              <a:t>15</a:t>
            </a:fld>
            <a:endParaRPr lang="en-GB" alt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082" y="9306"/>
            <a:ext cx="6782468" cy="6192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89133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D6064032-2175-4BFD-B464-2D85159D59A8}" type="slidenum">
              <a:rPr lang="en-GB" altLang="en-US" smtClean="0"/>
              <a:pPr>
                <a:defRPr/>
              </a:pPr>
              <a:t>16</a:t>
            </a:fld>
            <a:endParaRPr lang="en-GB" alt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5696" y="1700808"/>
            <a:ext cx="5769502" cy="3024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93360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Footer Placeholder 4">
            <a:extLst>
              <a:ext uri="{FF2B5EF4-FFF2-40B4-BE49-F238E27FC236}">
                <a16:creationId xmlns:a16="http://schemas.microsoft.com/office/drawing/2014/main" id="{C17297C2-FDF8-4E1B-AF50-E0B3D6BA29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3000"/>
              </a:lnSpc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GB" altLang="en-US" sz="1400"/>
              <a:t>Copyright McGraw-Hill 2009</a:t>
            </a:r>
          </a:p>
        </p:txBody>
      </p:sp>
      <p:sp>
        <p:nvSpPr>
          <p:cNvPr id="15363" name="Slide Number Placeholder 5">
            <a:extLst>
              <a:ext uri="{FF2B5EF4-FFF2-40B4-BE49-F238E27FC236}">
                <a16:creationId xmlns:a16="http://schemas.microsoft.com/office/drawing/2014/main" id="{5D230F3B-3DB2-40A7-ABCC-4AB604EC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3000"/>
              </a:lnSpc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fld id="{B568F7D9-86C7-43B7-871F-FE10911E732F}" type="slidenum">
              <a:rPr lang="en-GB" altLang="en-US" sz="1400"/>
              <a:pPr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t>17</a:t>
            </a:fld>
            <a:endParaRPr lang="en-GB" altLang="en-US" sz="1400"/>
          </a:p>
        </p:txBody>
      </p:sp>
      <p:sp>
        <p:nvSpPr>
          <p:cNvPr id="15364" name="Rectangle 1">
            <a:extLst>
              <a:ext uri="{FF2B5EF4-FFF2-40B4-BE49-F238E27FC236}">
                <a16:creationId xmlns:a16="http://schemas.microsoft.com/office/drawing/2014/main" id="{2A8DD88D-F584-4479-9C70-66CE90D1C31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1143000"/>
          </a:xfrm>
        </p:spPr>
        <p:txBody>
          <a:bodyPr/>
          <a:lstStyle/>
          <a:p>
            <a:pPr eaLnBrk="1" hangingPunct="1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en-US"/>
              <a:t>Wave Characteristics</a:t>
            </a:r>
          </a:p>
        </p:txBody>
      </p:sp>
      <p:sp>
        <p:nvSpPr>
          <p:cNvPr id="15365" name="Rectangle 2">
            <a:extLst>
              <a:ext uri="{FF2B5EF4-FFF2-40B4-BE49-F238E27FC236}">
                <a16:creationId xmlns:a16="http://schemas.microsoft.com/office/drawing/2014/main" id="{AED935FA-791D-4092-B608-7C805FC0EFD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600200"/>
            <a:ext cx="8458200" cy="4114800"/>
          </a:xfrm>
        </p:spPr>
        <p:txBody>
          <a:bodyPr/>
          <a:lstStyle/>
          <a:p>
            <a:pPr eaLnBrk="1" hangingPunct="1">
              <a:lnSpc>
                <a:spcPct val="100000"/>
              </a:lnSpc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en-US" dirty="0"/>
              <a:t>Wave properties are mathematically related as: </a:t>
            </a:r>
          </a:p>
          <a:p>
            <a:pPr eaLnBrk="1" hangingPunct="1">
              <a:lnSpc>
                <a:spcPct val="100000"/>
              </a:lnSpc>
              <a:buFont typeface="Arial" panose="020B0604020202020204" pitchFamily="34" charset="0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en-US" i="1" dirty="0"/>
              <a:t>				c</a:t>
            </a:r>
            <a:r>
              <a:rPr lang="en-GB" altLang="en-US" dirty="0"/>
              <a:t> = </a:t>
            </a:r>
            <a:r>
              <a:rPr lang="en-GB" altLang="en-US" dirty="0">
                <a:latin typeface="Symbol" panose="05050102010706020507" pitchFamily="18" charset="2"/>
              </a:rPr>
              <a:t></a:t>
            </a:r>
          </a:p>
          <a:p>
            <a:pPr eaLnBrk="1" hangingPunct="1">
              <a:lnSpc>
                <a:spcPct val="100000"/>
              </a:lnSpc>
              <a:buFont typeface="Arial" panose="020B0604020202020204" pitchFamily="34" charset="0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en-US" dirty="0"/>
              <a:t>    where</a:t>
            </a:r>
          </a:p>
          <a:p>
            <a:pPr eaLnBrk="1" hangingPunct="1">
              <a:lnSpc>
                <a:spcPct val="100000"/>
              </a:lnSpc>
              <a:buFont typeface="Arial" panose="020B0604020202020204" pitchFamily="34" charset="0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en-US" i="1" dirty="0"/>
              <a:t>    c = </a:t>
            </a:r>
            <a:r>
              <a:rPr lang="en-GB" altLang="en-US" dirty="0"/>
              <a:t>2.99792458  x 10</a:t>
            </a:r>
            <a:r>
              <a:rPr lang="en-GB" altLang="en-US" baseline="30000" dirty="0"/>
              <a:t>8</a:t>
            </a:r>
            <a:r>
              <a:rPr lang="en-GB" altLang="en-US" dirty="0"/>
              <a:t> m/s (speed of light)</a:t>
            </a:r>
            <a:r>
              <a:rPr lang="ar-SA" altLang="en-US" dirty="0">
                <a:cs typeface="Arial" panose="020B0604020202020204" pitchFamily="34" charset="0"/>
              </a:rPr>
              <a:t>‏</a:t>
            </a:r>
            <a:endParaRPr lang="en-GB" altLang="en-US" dirty="0"/>
          </a:p>
          <a:p>
            <a:pPr eaLnBrk="1" hangingPunct="1">
              <a:lnSpc>
                <a:spcPct val="100000"/>
              </a:lnSpc>
              <a:buFont typeface="Symbol" panose="05050102010706020507" pitchFamily="18" charset="2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en-US" dirty="0"/>
              <a:t>    </a:t>
            </a:r>
            <a:r>
              <a:rPr lang="en-GB" altLang="en-US" dirty="0">
                <a:latin typeface="Symbol" panose="05050102010706020507" pitchFamily="18" charset="2"/>
              </a:rPr>
              <a:t>l</a:t>
            </a:r>
            <a:r>
              <a:rPr lang="en-GB" altLang="en-US" dirty="0"/>
              <a:t> = wavelength (in meters, m) </a:t>
            </a:r>
          </a:p>
          <a:p>
            <a:pPr eaLnBrk="1" hangingPunct="1">
              <a:lnSpc>
                <a:spcPct val="100000"/>
              </a:lnSpc>
              <a:buFont typeface="Symbol" panose="05050102010706020507" pitchFamily="18" charset="2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en-US" dirty="0">
                <a:latin typeface="Symbol" panose="05050102010706020507" pitchFamily="18" charset="2"/>
              </a:rPr>
              <a:t>    </a:t>
            </a:r>
            <a:r>
              <a:rPr lang="en-GB" altLang="en-US" dirty="0"/>
              <a:t> = frequency (reciprocal seconds, s</a:t>
            </a:r>
            <a:r>
              <a:rPr lang="en-GB" altLang="en-US" baseline="30000" dirty="0">
                <a:sym typeface="Symbol" panose="05050102010706020507" pitchFamily="18" charset="2"/>
              </a:rPr>
              <a:t></a:t>
            </a:r>
            <a:r>
              <a:rPr lang="en-GB" altLang="en-US" baseline="30000" dirty="0"/>
              <a:t>1</a:t>
            </a:r>
            <a:r>
              <a:rPr lang="en-GB" altLang="en-US" dirty="0"/>
              <a:t>)</a:t>
            </a:r>
          </a:p>
          <a:p>
            <a:pPr eaLnBrk="1" hangingPunct="1">
              <a:lnSpc>
                <a:spcPct val="100000"/>
              </a:lnSpc>
              <a:buFont typeface="Arial" panose="020B0604020202020204" pitchFamily="34" charset="0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GB" altLang="en-US"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Footer Placeholder 5">
            <a:extLst>
              <a:ext uri="{FF2B5EF4-FFF2-40B4-BE49-F238E27FC236}">
                <a16:creationId xmlns:a16="http://schemas.microsoft.com/office/drawing/2014/main" id="{34F1C0F3-9887-4595-AAC5-5EEFD5C215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3000"/>
              </a:lnSpc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GB" altLang="en-US" sz="1400"/>
              <a:t>Copyright McGraw-Hill 2009</a:t>
            </a:r>
          </a:p>
        </p:txBody>
      </p:sp>
      <p:sp>
        <p:nvSpPr>
          <p:cNvPr id="19459" name="Slide Number Placeholder 6">
            <a:extLst>
              <a:ext uri="{FF2B5EF4-FFF2-40B4-BE49-F238E27FC236}">
                <a16:creationId xmlns:a16="http://schemas.microsoft.com/office/drawing/2014/main" id="{D428C729-C09E-4F1A-9210-3CD3680F3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3000"/>
              </a:lnSpc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fld id="{00716B45-9A27-4E1C-9401-73B9CDCA289C}" type="slidenum">
              <a:rPr lang="en-GB" altLang="en-US" sz="1400"/>
              <a:pPr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t>18</a:t>
            </a:fld>
            <a:endParaRPr lang="en-GB" altLang="en-US" sz="1400"/>
          </a:p>
        </p:txBody>
      </p:sp>
      <p:sp>
        <p:nvSpPr>
          <p:cNvPr id="19460" name="Rectangle 2">
            <a:extLst>
              <a:ext uri="{FF2B5EF4-FFF2-40B4-BE49-F238E27FC236}">
                <a16:creationId xmlns:a16="http://schemas.microsoft.com/office/drawing/2014/main" id="{EC0FBF13-8180-4E8D-95B7-F201FB24F3E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-138113"/>
            <a:ext cx="7770813" cy="1433513"/>
          </a:xfrm>
        </p:spPr>
        <p:txBody>
          <a:bodyPr/>
          <a:lstStyle/>
          <a:p>
            <a:pPr eaLnBrk="1" hangingPunct="1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en-US" dirty="0"/>
              <a:t>Wave Calculation </a:t>
            </a:r>
          </a:p>
        </p:txBody>
      </p:sp>
      <p:sp>
        <p:nvSpPr>
          <p:cNvPr id="19461" name="Rectangle 3">
            <a:extLst>
              <a:ext uri="{FF2B5EF4-FFF2-40B4-BE49-F238E27FC236}">
                <a16:creationId xmlns:a16="http://schemas.microsoft.com/office/drawing/2014/main" id="{F79DB304-0A66-4D59-95CB-46B8817C6B41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685800" y="1371600"/>
            <a:ext cx="7772400" cy="4800600"/>
          </a:xfrm>
        </p:spPr>
        <p:txBody>
          <a:bodyPr/>
          <a:lstStyle/>
          <a:p>
            <a:pPr marL="342900" indent="-342900" eaLnBrk="1" hangingPunct="1">
              <a:lnSpc>
                <a:spcPct val="100000"/>
              </a:lnSpc>
              <a:spcBef>
                <a:spcPct val="20000"/>
              </a:spcBef>
              <a:buFont typeface="Times New Roman" panose="02020603050405020304" pitchFamily="18" charset="0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en-US" sz="2800" dirty="0"/>
              <a:t>The wavelength of a laser pointer is reported </a:t>
            </a:r>
          </a:p>
          <a:p>
            <a:pPr marL="342900" indent="-342900" eaLnBrk="1" hangingPunct="1">
              <a:lnSpc>
                <a:spcPct val="100000"/>
              </a:lnSpc>
              <a:spcBef>
                <a:spcPct val="20000"/>
              </a:spcBef>
              <a:buFont typeface="Times New Roman" panose="02020603050405020304" pitchFamily="18" charset="0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en-US" sz="2800" dirty="0"/>
              <a:t>to be 663 nm. What is the frequency of this</a:t>
            </a:r>
          </a:p>
          <a:p>
            <a:pPr marL="342900" indent="-342900" eaLnBrk="1" hangingPunct="1">
              <a:lnSpc>
                <a:spcPct val="100000"/>
              </a:lnSpc>
              <a:spcBef>
                <a:spcPct val="20000"/>
              </a:spcBef>
              <a:buFont typeface="Times New Roman" panose="02020603050405020304" pitchFamily="18" charset="0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en-US" sz="2800" dirty="0"/>
              <a:t>light? </a:t>
            </a:r>
            <a:r>
              <a:rPr lang="en-GB" altLang="en-US" sz="2800" i="1" dirty="0"/>
              <a:t>c</a:t>
            </a:r>
            <a:r>
              <a:rPr lang="en-GB" altLang="en-US" sz="2800" dirty="0"/>
              <a:t> = </a:t>
            </a:r>
            <a:r>
              <a:rPr lang="en-GB" altLang="en-US" sz="2800" dirty="0">
                <a:latin typeface="Symbol" panose="05050102010706020507" pitchFamily="18" charset="2"/>
              </a:rPr>
              <a:t></a:t>
            </a:r>
            <a:endParaRPr lang="en-GB" altLang="en-US" sz="2800" dirty="0"/>
          </a:p>
          <a:p>
            <a:pPr marL="342900" indent="-342900" eaLnBrk="1" hangingPunct="1">
              <a:lnSpc>
                <a:spcPct val="100000"/>
              </a:lnSpc>
              <a:spcBef>
                <a:spcPct val="20000"/>
              </a:spcBef>
              <a:buFont typeface="Times New Roman" panose="02020603050405020304" pitchFamily="18" charset="0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en-US" sz="2800" dirty="0"/>
              <a:t> 	</a:t>
            </a:r>
          </a:p>
          <a:p>
            <a:pPr marL="342900" indent="-342900" eaLnBrk="1" hangingPunct="1">
              <a:lnSpc>
                <a:spcPct val="100000"/>
              </a:lnSpc>
              <a:spcBef>
                <a:spcPct val="20000"/>
              </a:spcBef>
              <a:buFont typeface="Times New Roman" panose="02020603050405020304" pitchFamily="18" charset="0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GB" altLang="en-US" sz="2800" dirty="0"/>
          </a:p>
          <a:p>
            <a:pPr marL="342900" indent="-342900" eaLnBrk="1" hangingPunct="1">
              <a:lnSpc>
                <a:spcPct val="100000"/>
              </a:lnSpc>
              <a:spcBef>
                <a:spcPct val="20000"/>
              </a:spcBef>
              <a:buFont typeface="Times New Roman" panose="02020603050405020304" pitchFamily="18" charset="0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GB" altLang="en-US" sz="2800" dirty="0"/>
          </a:p>
          <a:p>
            <a:pPr marL="342900" indent="-342900" eaLnBrk="1" hangingPunct="1">
              <a:lnSpc>
                <a:spcPct val="100000"/>
              </a:lnSpc>
              <a:spcBef>
                <a:spcPct val="20000"/>
              </a:spcBef>
              <a:buFont typeface="Times New Roman" panose="02020603050405020304" pitchFamily="18" charset="0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GB" altLang="en-US" sz="2800" dirty="0"/>
          </a:p>
          <a:p>
            <a:pPr marL="342900" indent="-342900" eaLnBrk="1" hangingPunct="1">
              <a:lnSpc>
                <a:spcPct val="100000"/>
              </a:lnSpc>
              <a:spcBef>
                <a:spcPct val="20000"/>
              </a:spcBef>
              <a:buFont typeface="Times New Roman" panose="02020603050405020304" pitchFamily="18" charset="0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GB" altLang="en-US" dirty="0"/>
          </a:p>
        </p:txBody>
      </p:sp>
      <p:graphicFrame>
        <p:nvGraphicFramePr>
          <p:cNvPr id="19462" name="Object 4">
            <a:extLst>
              <a:ext uri="{FF2B5EF4-FFF2-40B4-BE49-F238E27FC236}">
                <a16:creationId xmlns:a16="http://schemas.microsoft.com/office/drawing/2014/main" id="{DF99A0D0-48E4-4B7B-AFD5-47F5EECBAAF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17788" y="5137150"/>
          <a:ext cx="4646612" cy="958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032000" imgH="419100" progId="Equation.3">
                  <p:embed/>
                </p:oleObj>
              </mc:Choice>
              <mc:Fallback>
                <p:oleObj name="Equation" r:id="rId3" imgW="2032000" imgH="419100" progId="Equation.3">
                  <p:embed/>
                  <p:pic>
                    <p:nvPicPr>
                      <p:cNvPr id="19462" name="Object 4">
                        <a:extLst>
                          <a:ext uri="{FF2B5EF4-FFF2-40B4-BE49-F238E27FC236}">
                            <a16:creationId xmlns:a16="http://schemas.microsoft.com/office/drawing/2014/main" id="{DF99A0D0-48E4-4B7B-AFD5-47F5EECBAAF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17788" y="5137150"/>
                        <a:ext cx="4646612" cy="958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3" name="Object 5">
            <a:extLst>
              <a:ext uri="{FF2B5EF4-FFF2-40B4-BE49-F238E27FC236}">
                <a16:creationId xmlns:a16="http://schemas.microsoft.com/office/drawing/2014/main" id="{CC22D00E-61CF-4189-9C41-2807E1B2F61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27300" y="4064000"/>
          <a:ext cx="4321175" cy="53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650960" imgH="203040" progId="Equation.3">
                  <p:embed/>
                </p:oleObj>
              </mc:Choice>
              <mc:Fallback>
                <p:oleObj name="Equation" r:id="rId5" imgW="1650960" imgH="203040" progId="Equation.3">
                  <p:embed/>
                  <p:pic>
                    <p:nvPicPr>
                      <p:cNvPr id="19463" name="Object 5">
                        <a:extLst>
                          <a:ext uri="{FF2B5EF4-FFF2-40B4-BE49-F238E27FC236}">
                            <a16:creationId xmlns:a16="http://schemas.microsoft.com/office/drawing/2014/main" id="{CC22D00E-61CF-4189-9C41-2807E1B2F61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27300" y="4064000"/>
                        <a:ext cx="4321175" cy="530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4" name="Object 6">
            <a:extLst>
              <a:ext uri="{FF2B5EF4-FFF2-40B4-BE49-F238E27FC236}">
                <a16:creationId xmlns:a16="http://schemas.microsoft.com/office/drawing/2014/main" id="{C1901DDC-4511-4C4C-A245-0AA945965D4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33800" y="2438400"/>
          <a:ext cx="1063625" cy="1028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406048" imgH="393359" progId="Equation.3">
                  <p:embed/>
                </p:oleObj>
              </mc:Choice>
              <mc:Fallback>
                <p:oleObj name="Equation" r:id="rId7" imgW="406048" imgH="393359" progId="Equation.3">
                  <p:embed/>
                  <p:pic>
                    <p:nvPicPr>
                      <p:cNvPr id="19464" name="Object 6">
                        <a:extLst>
                          <a:ext uri="{FF2B5EF4-FFF2-40B4-BE49-F238E27FC236}">
                            <a16:creationId xmlns:a16="http://schemas.microsoft.com/office/drawing/2014/main" id="{C1901DDC-4511-4C4C-A245-0AA945965D4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800" y="2438400"/>
                        <a:ext cx="1063625" cy="1028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3080581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Footer Placeholder 4">
            <a:extLst>
              <a:ext uri="{FF2B5EF4-FFF2-40B4-BE49-F238E27FC236}">
                <a16:creationId xmlns:a16="http://schemas.microsoft.com/office/drawing/2014/main" id="{AF18312E-02BA-4247-97E4-458105BA1B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3000"/>
              </a:lnSpc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GB" altLang="en-US" sz="1400"/>
              <a:t>Copyright McGraw-Hill 2009</a:t>
            </a:r>
          </a:p>
        </p:txBody>
      </p:sp>
      <p:sp>
        <p:nvSpPr>
          <p:cNvPr id="23555" name="Slide Number Placeholder 5">
            <a:extLst>
              <a:ext uri="{FF2B5EF4-FFF2-40B4-BE49-F238E27FC236}">
                <a16:creationId xmlns:a16="http://schemas.microsoft.com/office/drawing/2014/main" id="{4719AA0C-BD46-42E7-BF7B-B3015F3A0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3000"/>
              </a:lnSpc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fld id="{6701B0D0-50CD-49E1-AF61-715E4D6FFC9A}" type="slidenum">
              <a:rPr lang="en-GB" altLang="en-US" sz="1400"/>
              <a:pPr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t>19</a:t>
            </a:fld>
            <a:endParaRPr lang="en-GB" altLang="en-US" sz="1400"/>
          </a:p>
        </p:txBody>
      </p:sp>
      <p:sp>
        <p:nvSpPr>
          <p:cNvPr id="23556" name="Rectangle 3">
            <a:extLst>
              <a:ext uri="{FF2B5EF4-FFF2-40B4-BE49-F238E27FC236}">
                <a16:creationId xmlns:a16="http://schemas.microsoft.com/office/drawing/2014/main" id="{AEAE2639-8A4B-4199-BDBB-CF8A6D8C95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304800"/>
            <a:ext cx="7772400" cy="1371600"/>
          </a:xfrm>
        </p:spPr>
        <p:txBody>
          <a:bodyPr/>
          <a:lstStyle/>
          <a:p>
            <a:pPr eaLnBrk="1" hangingPunct="1">
              <a:lnSpc>
                <a:spcPct val="100000"/>
              </a:lnSpc>
              <a:buFont typeface="Arial" panose="020B0604020202020204" pitchFamily="34" charset="0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en-US"/>
              <a:t>Calculate the wavelength of light, in nm,</a:t>
            </a:r>
          </a:p>
          <a:p>
            <a:pPr eaLnBrk="1" hangingPunct="1">
              <a:lnSpc>
                <a:spcPct val="100000"/>
              </a:lnSpc>
              <a:buFont typeface="Arial" panose="020B0604020202020204" pitchFamily="34" charset="0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en-US"/>
              <a:t>of light with a frequency of 3.52 x 10</a:t>
            </a:r>
            <a:r>
              <a:rPr lang="en-GB" altLang="en-US" baseline="30000"/>
              <a:t>14 </a:t>
            </a:r>
            <a:r>
              <a:rPr lang="en-GB" altLang="en-US"/>
              <a:t>s</a:t>
            </a:r>
            <a:r>
              <a:rPr lang="en-GB" altLang="en-US" baseline="30000"/>
              <a:t>-1</a:t>
            </a:r>
            <a:r>
              <a:rPr lang="en-GB" altLang="en-US"/>
              <a:t>. </a:t>
            </a:r>
          </a:p>
        </p:txBody>
      </p:sp>
      <p:graphicFrame>
        <p:nvGraphicFramePr>
          <p:cNvPr id="23557" name="Object 4">
            <a:extLst>
              <a:ext uri="{FF2B5EF4-FFF2-40B4-BE49-F238E27FC236}">
                <a16:creationId xmlns:a16="http://schemas.microsoft.com/office/drawing/2014/main" id="{5CFBF27A-AC14-4A43-A517-2F7EF83D2E7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81400" y="1828800"/>
          <a:ext cx="1063625" cy="1028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406048" imgH="393359" progId="Equation.3">
                  <p:embed/>
                </p:oleObj>
              </mc:Choice>
              <mc:Fallback>
                <p:oleObj name="Equation" r:id="rId3" imgW="406048" imgH="393359" progId="Equation.3">
                  <p:embed/>
                  <p:pic>
                    <p:nvPicPr>
                      <p:cNvPr id="23557" name="Object 4">
                        <a:extLst>
                          <a:ext uri="{FF2B5EF4-FFF2-40B4-BE49-F238E27FC236}">
                            <a16:creationId xmlns:a16="http://schemas.microsoft.com/office/drawing/2014/main" id="{5CFBF27A-AC14-4A43-A517-2F7EF83D2E7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1400" y="1828800"/>
                        <a:ext cx="1063625" cy="1028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8" name="Object 5">
            <a:extLst>
              <a:ext uri="{FF2B5EF4-FFF2-40B4-BE49-F238E27FC236}">
                <a16:creationId xmlns:a16="http://schemas.microsoft.com/office/drawing/2014/main" id="{8125E141-2356-4E38-83DD-7106408325C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28800" y="3124200"/>
          <a:ext cx="5683250" cy="1095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171700" imgH="419100" progId="Equation.3">
                  <p:embed/>
                </p:oleObj>
              </mc:Choice>
              <mc:Fallback>
                <p:oleObj name="Equation" r:id="rId5" imgW="2171700" imgH="419100" progId="Equation.3">
                  <p:embed/>
                  <p:pic>
                    <p:nvPicPr>
                      <p:cNvPr id="23558" name="Object 5">
                        <a:extLst>
                          <a:ext uri="{FF2B5EF4-FFF2-40B4-BE49-F238E27FC236}">
                            <a16:creationId xmlns:a16="http://schemas.microsoft.com/office/drawing/2014/main" id="{8125E141-2356-4E38-83DD-7106408325C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3124200"/>
                        <a:ext cx="5683250" cy="1095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9" name="Object 6">
            <a:extLst>
              <a:ext uri="{FF2B5EF4-FFF2-40B4-BE49-F238E27FC236}">
                <a16:creationId xmlns:a16="http://schemas.microsoft.com/office/drawing/2014/main" id="{1C67E6DF-D6A1-410E-8A27-E21B6A7E35F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30363" y="4724400"/>
          <a:ext cx="6081712" cy="1095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324100" imgH="419100" progId="Equation.3">
                  <p:embed/>
                </p:oleObj>
              </mc:Choice>
              <mc:Fallback>
                <p:oleObj name="Equation" r:id="rId7" imgW="2324100" imgH="419100" progId="Equation.3">
                  <p:embed/>
                  <p:pic>
                    <p:nvPicPr>
                      <p:cNvPr id="23559" name="Object 6">
                        <a:extLst>
                          <a:ext uri="{FF2B5EF4-FFF2-40B4-BE49-F238E27FC236}">
                            <a16:creationId xmlns:a16="http://schemas.microsoft.com/office/drawing/2014/main" id="{1C67E6DF-D6A1-410E-8A27-E21B6A7E35F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30363" y="4724400"/>
                        <a:ext cx="6081712" cy="1095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7202AFF0-4971-44EE-9101-7A95A9A79E7B}"/>
              </a:ext>
            </a:extLst>
          </p:cNvPr>
          <p:cNvSpPr/>
          <p:nvPr/>
        </p:nvSpPr>
        <p:spPr>
          <a:xfrm>
            <a:off x="899592" y="1784770"/>
            <a:ext cx="10166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altLang="en-US" i="1" dirty="0">
                <a:solidFill>
                  <a:schemeClr val="tx1"/>
                </a:solidFill>
              </a:rPr>
              <a:t>c</a:t>
            </a:r>
            <a:r>
              <a:rPr lang="en-GB" altLang="en-US" dirty="0">
                <a:solidFill>
                  <a:schemeClr val="tx1"/>
                </a:solidFill>
              </a:rPr>
              <a:t> = </a:t>
            </a:r>
            <a:r>
              <a:rPr lang="en-GB" altLang="en-US" dirty="0">
                <a:solidFill>
                  <a:schemeClr val="tx1"/>
                </a:solidFill>
                <a:latin typeface="Symbol" panose="05050102010706020507" pitchFamily="18" charset="2"/>
              </a:rPr>
              <a:t></a:t>
            </a:r>
            <a:endParaRPr lang="en-GB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304900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16F01DAF-0556-4581-B879-E39836CF79D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Waves vs Particles</a:t>
            </a:r>
          </a:p>
        </p:txBody>
      </p:sp>
      <p:pic>
        <p:nvPicPr>
          <p:cNvPr id="25603" name="Picture 3">
            <a:extLst>
              <a:ext uri="{FF2B5EF4-FFF2-40B4-BE49-F238E27FC236}">
                <a16:creationId xmlns:a16="http://schemas.microsoft.com/office/drawing/2014/main" id="{7916C85B-D7F9-431A-9367-E9A4978670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64" r="76819" b="33397"/>
          <a:stretch>
            <a:fillRect/>
          </a:stretch>
        </p:blipFill>
        <p:spPr bwMode="auto">
          <a:xfrm>
            <a:off x="2282825" y="1676400"/>
            <a:ext cx="977900" cy="1120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604" name="Text Box 4">
            <a:extLst>
              <a:ext uri="{FF2B5EF4-FFF2-40B4-BE49-F238E27FC236}">
                <a16:creationId xmlns:a16="http://schemas.microsoft.com/office/drawing/2014/main" id="{F113E799-001F-42E1-BF0D-CD9B1FFED7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65325" y="2947988"/>
            <a:ext cx="18954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en-US" sz="1200">
                <a:solidFill>
                  <a:schemeClr val="tx1"/>
                </a:solidFill>
              </a:rPr>
              <a:t>Waves can bend</a:t>
            </a:r>
          </a:p>
          <a:p>
            <a:pPr eaLnBrk="1" hangingPunct="1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en-US" sz="1200">
                <a:solidFill>
                  <a:schemeClr val="tx1"/>
                </a:solidFill>
              </a:rPr>
              <a:t>around small obstacles…</a:t>
            </a:r>
          </a:p>
        </p:txBody>
      </p:sp>
      <p:sp>
        <p:nvSpPr>
          <p:cNvPr id="25605" name="Text Box 5">
            <a:extLst>
              <a:ext uri="{FF2B5EF4-FFF2-40B4-BE49-F238E27FC236}">
                <a16:creationId xmlns:a16="http://schemas.microsoft.com/office/drawing/2014/main" id="{4BBD1748-AD5A-40AC-A2B7-6B3D97A3B1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9375" y="2909888"/>
            <a:ext cx="11414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en-US" sz="1200">
                <a:solidFill>
                  <a:schemeClr val="tx1"/>
                </a:solidFill>
              </a:rPr>
              <a:t>…and fan out</a:t>
            </a:r>
          </a:p>
          <a:p>
            <a:pPr eaLnBrk="1" hangingPunct="1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en-US" sz="1200">
                <a:solidFill>
                  <a:schemeClr val="tx1"/>
                </a:solidFill>
              </a:rPr>
              <a:t>from pinholes.</a:t>
            </a:r>
          </a:p>
        </p:txBody>
      </p:sp>
      <p:sp>
        <p:nvSpPr>
          <p:cNvPr id="25606" name="Text Box 6">
            <a:extLst>
              <a:ext uri="{FF2B5EF4-FFF2-40B4-BE49-F238E27FC236}">
                <a16:creationId xmlns:a16="http://schemas.microsoft.com/office/drawing/2014/main" id="{42BE31D0-240B-4F17-AC59-4C216DECB2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99050" y="3081338"/>
            <a:ext cx="2182813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en-US" sz="1200">
                <a:solidFill>
                  <a:schemeClr val="tx1"/>
                </a:solidFill>
              </a:rPr>
              <a:t>Particles </a:t>
            </a:r>
            <a:r>
              <a:rPr lang="en-US" altLang="en-US" sz="1200" i="1">
                <a:solidFill>
                  <a:schemeClr val="tx1"/>
                </a:solidFill>
              </a:rPr>
              <a:t>effuse</a:t>
            </a:r>
            <a:r>
              <a:rPr lang="en-US" altLang="en-US" sz="1200">
                <a:solidFill>
                  <a:schemeClr val="tx1"/>
                </a:solidFill>
              </a:rPr>
              <a:t> from pinholes</a:t>
            </a:r>
          </a:p>
        </p:txBody>
      </p:sp>
      <p:sp>
        <p:nvSpPr>
          <p:cNvPr id="25607" name="Text Box 7">
            <a:extLst>
              <a:ext uri="{FF2B5EF4-FFF2-40B4-BE49-F238E27FC236}">
                <a16:creationId xmlns:a16="http://schemas.microsoft.com/office/drawing/2014/main" id="{566CD596-8A89-4B92-ADD0-F6B893BA00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2900" y="3611563"/>
            <a:ext cx="498316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en-US" sz="2000" i="1">
                <a:solidFill>
                  <a:schemeClr val="tx1"/>
                </a:solidFill>
              </a:rPr>
              <a:t>Three ways to tell a wave from a particle…</a:t>
            </a:r>
          </a:p>
        </p:txBody>
      </p:sp>
      <p:sp>
        <p:nvSpPr>
          <p:cNvPr id="25608" name="Text Box 8">
            <a:extLst>
              <a:ext uri="{FF2B5EF4-FFF2-40B4-BE49-F238E27FC236}">
                <a16:creationId xmlns:a16="http://schemas.microsoft.com/office/drawing/2014/main" id="{6D04AC5A-5E3D-46A3-9659-1053C01178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44650" y="4221163"/>
            <a:ext cx="5426075" cy="39687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en-US" sz="2000">
                <a:solidFill>
                  <a:schemeClr val="tx1"/>
                </a:solidFill>
              </a:rPr>
              <a:t>wave behavior		particle behavior    </a:t>
            </a:r>
          </a:p>
        </p:txBody>
      </p:sp>
      <p:sp>
        <p:nvSpPr>
          <p:cNvPr id="25609" name="Text Box 9">
            <a:extLst>
              <a:ext uri="{FF2B5EF4-FFF2-40B4-BE49-F238E27FC236}">
                <a16:creationId xmlns:a16="http://schemas.microsoft.com/office/drawing/2014/main" id="{82F56CE4-68A0-49A7-BF4B-82505BA964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44650" y="4764088"/>
            <a:ext cx="60801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0C0C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en-US" sz="2000">
                <a:solidFill>
                  <a:schemeClr val="tx1"/>
                </a:solidFill>
              </a:rPr>
              <a:t>waves interfere		particle collide    	</a:t>
            </a:r>
          </a:p>
        </p:txBody>
      </p:sp>
      <p:sp>
        <p:nvSpPr>
          <p:cNvPr id="25610" name="Text Box 10">
            <a:extLst>
              <a:ext uri="{FF2B5EF4-FFF2-40B4-BE49-F238E27FC236}">
                <a16:creationId xmlns:a16="http://schemas.microsoft.com/office/drawing/2014/main" id="{98BD2B05-ED67-4690-A9EE-7D45584C75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44650" y="5326063"/>
            <a:ext cx="60801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0C0C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en-US" sz="2000">
                <a:solidFill>
                  <a:schemeClr val="tx1"/>
                </a:solidFill>
              </a:rPr>
              <a:t>waves diffract		particles effuse    	</a:t>
            </a:r>
          </a:p>
        </p:txBody>
      </p:sp>
      <p:sp>
        <p:nvSpPr>
          <p:cNvPr id="25611" name="Text Box 11">
            <a:extLst>
              <a:ext uri="{FF2B5EF4-FFF2-40B4-BE49-F238E27FC236}">
                <a16:creationId xmlns:a16="http://schemas.microsoft.com/office/drawing/2014/main" id="{C74CC7C4-2553-4EAB-8F52-4A722705C5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44650" y="5897563"/>
            <a:ext cx="60801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0C0C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en-US" sz="2000">
                <a:solidFill>
                  <a:schemeClr val="tx1"/>
                </a:solidFill>
              </a:rPr>
              <a:t>waves are delocalized	particles are localized	</a:t>
            </a:r>
          </a:p>
        </p:txBody>
      </p:sp>
      <p:pic>
        <p:nvPicPr>
          <p:cNvPr id="25612" name="Picture 12">
            <a:extLst>
              <a:ext uri="{FF2B5EF4-FFF2-40B4-BE49-F238E27FC236}">
                <a16:creationId xmlns:a16="http://schemas.microsoft.com/office/drawing/2014/main" id="{D070F726-BD09-4AE9-9AC9-1470511CBD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801" r="47856" b="33397"/>
          <a:stretch>
            <a:fillRect/>
          </a:stretch>
        </p:blipFill>
        <p:spPr bwMode="auto">
          <a:xfrm>
            <a:off x="3978275" y="1685925"/>
            <a:ext cx="957263" cy="1120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613" name="Picture 13">
            <a:extLst>
              <a:ext uri="{FF2B5EF4-FFF2-40B4-BE49-F238E27FC236}">
                <a16:creationId xmlns:a16="http://schemas.microsoft.com/office/drawing/2014/main" id="{CFD100B6-F13C-459A-9446-A313583186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191" r="19298" b="33397"/>
          <a:stretch>
            <a:fillRect/>
          </a:stretch>
        </p:blipFill>
        <p:spPr bwMode="auto">
          <a:xfrm>
            <a:off x="5532438" y="1695450"/>
            <a:ext cx="1408112" cy="1120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Footer Placeholder 4">
            <a:extLst>
              <a:ext uri="{FF2B5EF4-FFF2-40B4-BE49-F238E27FC236}">
                <a16:creationId xmlns:a16="http://schemas.microsoft.com/office/drawing/2014/main" id="{44718701-410E-4350-80CB-55D6EB5AF3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3000"/>
              </a:lnSpc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GB" altLang="en-US" sz="1400"/>
              <a:t>Copyright McGraw-Hill 2009</a:t>
            </a:r>
          </a:p>
        </p:txBody>
      </p:sp>
      <p:sp>
        <p:nvSpPr>
          <p:cNvPr id="31747" name="Slide Number Placeholder 5">
            <a:extLst>
              <a:ext uri="{FF2B5EF4-FFF2-40B4-BE49-F238E27FC236}">
                <a16:creationId xmlns:a16="http://schemas.microsoft.com/office/drawing/2014/main" id="{A2DC425A-F3C4-4544-849C-626B6C6C1A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3000"/>
              </a:lnSpc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fld id="{7BD04FC5-5A8B-4690-A3F7-6FD5B8C37A09}" type="slidenum">
              <a:rPr lang="en-GB" altLang="en-US" sz="1400"/>
              <a:pPr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t>21</a:t>
            </a:fld>
            <a:endParaRPr lang="en-GB" altLang="en-US" sz="1400"/>
          </a:p>
        </p:txBody>
      </p:sp>
      <p:sp>
        <p:nvSpPr>
          <p:cNvPr id="31748" name="Rectangle 1">
            <a:extLst>
              <a:ext uri="{FF2B5EF4-FFF2-40B4-BE49-F238E27FC236}">
                <a16:creationId xmlns:a16="http://schemas.microsoft.com/office/drawing/2014/main" id="{AC868E01-C9E5-4A31-BB59-68B42B7AE8A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0"/>
            <a:ext cx="7772400" cy="1143000"/>
          </a:xfrm>
        </p:spPr>
        <p:txBody>
          <a:bodyPr/>
          <a:lstStyle/>
          <a:p>
            <a:pPr eaLnBrk="1" hangingPunct="1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en-US"/>
              <a:t>Photoelectric Effect </a:t>
            </a:r>
          </a:p>
        </p:txBody>
      </p:sp>
      <p:sp>
        <p:nvSpPr>
          <p:cNvPr id="31749" name="Rectangle 2">
            <a:extLst>
              <a:ext uri="{FF2B5EF4-FFF2-40B4-BE49-F238E27FC236}">
                <a16:creationId xmlns:a16="http://schemas.microsoft.com/office/drawing/2014/main" id="{ABEB85A2-1F2C-42AA-9D27-ADC8762F1DE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1219200"/>
            <a:ext cx="7772400" cy="4114800"/>
          </a:xfrm>
        </p:spPr>
        <p:txBody>
          <a:bodyPr/>
          <a:lstStyle/>
          <a:p>
            <a:pPr eaLnBrk="1" hangingPunct="1">
              <a:lnSpc>
                <a:spcPct val="100000"/>
              </a:lnSpc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en-US"/>
              <a:t>Electrons ejected from a metal’s surface when exposed to light of certain frequency</a:t>
            </a:r>
          </a:p>
          <a:p>
            <a:pPr eaLnBrk="1" hangingPunct="1">
              <a:lnSpc>
                <a:spcPct val="100000"/>
              </a:lnSpc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en-US"/>
              <a:t>Einstein proposed that particles of light are really </a:t>
            </a:r>
            <a:r>
              <a:rPr lang="en-GB" altLang="en-US" b="1"/>
              <a:t>photons</a:t>
            </a:r>
            <a:r>
              <a:rPr lang="en-GB" altLang="en-US"/>
              <a:t> (packets of light energy) and deduced that</a:t>
            </a:r>
          </a:p>
          <a:p>
            <a:pPr eaLnBrk="1" hangingPunct="1">
              <a:lnSpc>
                <a:spcPct val="100000"/>
              </a:lnSpc>
              <a:buFont typeface="Arial" panose="020B0604020202020204" pitchFamily="34" charset="0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en-US"/>
              <a:t>				</a:t>
            </a:r>
            <a:r>
              <a:rPr lang="en-GB" altLang="en-US" i="1"/>
              <a:t>E</a:t>
            </a:r>
            <a:r>
              <a:rPr lang="en-GB" altLang="en-US" baseline="-25000"/>
              <a:t>photon</a:t>
            </a:r>
            <a:r>
              <a:rPr lang="en-GB" altLang="en-US"/>
              <a:t> = </a:t>
            </a:r>
            <a:r>
              <a:rPr lang="en-GB" altLang="en-US" i="1"/>
              <a:t>h</a:t>
            </a:r>
            <a:r>
              <a:rPr lang="en-GB" altLang="en-US" i="1">
                <a:latin typeface="Symbol" panose="05050102010706020507" pitchFamily="18" charset="2"/>
              </a:rPr>
              <a:t></a:t>
            </a:r>
            <a:r>
              <a:rPr lang="en-GB" altLang="en-US"/>
              <a:t>  </a:t>
            </a:r>
          </a:p>
        </p:txBody>
      </p:sp>
      <p:grpSp>
        <p:nvGrpSpPr>
          <p:cNvPr id="31750" name="Group 7">
            <a:extLst>
              <a:ext uri="{FF2B5EF4-FFF2-40B4-BE49-F238E27FC236}">
                <a16:creationId xmlns:a16="http://schemas.microsoft.com/office/drawing/2014/main" id="{38B644D6-9DC5-41E6-9C85-68F636787838}"/>
              </a:ext>
            </a:extLst>
          </p:cNvPr>
          <p:cNvGrpSpPr>
            <a:grpSpLocks/>
          </p:cNvGrpSpPr>
          <p:nvPr/>
        </p:nvGrpSpPr>
        <p:grpSpPr bwMode="auto">
          <a:xfrm>
            <a:off x="6172200" y="3733800"/>
            <a:ext cx="1981200" cy="2819400"/>
            <a:chOff x="3792" y="2208"/>
            <a:chExt cx="1440" cy="2112"/>
          </a:xfrm>
        </p:grpSpPr>
        <p:pic>
          <p:nvPicPr>
            <p:cNvPr id="31751" name="Picture 5" descr="bur25542_0605">
              <a:extLst>
                <a:ext uri="{FF2B5EF4-FFF2-40B4-BE49-F238E27FC236}">
                  <a16:creationId xmlns:a16="http://schemas.microsoft.com/office/drawing/2014/main" id="{C0D11F82-04F4-4526-83DD-74AC522DCB8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92" y="2256"/>
              <a:ext cx="1422" cy="20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1752" name="Rectangle 6">
              <a:extLst>
                <a:ext uri="{FF2B5EF4-FFF2-40B4-BE49-F238E27FC236}">
                  <a16:creationId xmlns:a16="http://schemas.microsoft.com/office/drawing/2014/main" id="{2E8197A0-7786-46DD-9658-8F3B186C25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0" y="2208"/>
              <a:ext cx="1392" cy="9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93000"/>
                </a:lnSpc>
                <a:spcBef>
                  <a:spcPts val="8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defRPr sz="32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93000"/>
                </a:lnSpc>
                <a:spcBef>
                  <a:spcPts val="7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93000"/>
                </a:lnSpc>
                <a:spcBef>
                  <a:spcPts val="6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93000"/>
                </a:lnSpc>
                <a:spcBef>
                  <a:spcPts val="5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93000"/>
                </a:lnSpc>
                <a:spcBef>
                  <a:spcPts val="5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en-US" altLang="en-US" sz="2400">
                <a:solidFill>
                  <a:schemeClr val="bg1"/>
                </a:solidFill>
              </a:endParaRPr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Footer Placeholder 4">
            <a:extLst>
              <a:ext uri="{FF2B5EF4-FFF2-40B4-BE49-F238E27FC236}">
                <a16:creationId xmlns:a16="http://schemas.microsoft.com/office/drawing/2014/main" id="{5BF2895D-A7C7-4EB6-B66B-8FCED348A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3000"/>
              </a:lnSpc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GB" altLang="en-US" sz="1400"/>
              <a:t>Copyright McGraw-Hill 2009</a:t>
            </a:r>
          </a:p>
        </p:txBody>
      </p:sp>
      <p:sp>
        <p:nvSpPr>
          <p:cNvPr id="29699" name="Slide Number Placeholder 5">
            <a:extLst>
              <a:ext uri="{FF2B5EF4-FFF2-40B4-BE49-F238E27FC236}">
                <a16:creationId xmlns:a16="http://schemas.microsoft.com/office/drawing/2014/main" id="{550C8AD5-3866-43D1-8D3B-7B5E2D8C13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3000"/>
              </a:lnSpc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fld id="{48B41297-778A-4FDB-B1FE-BCBD51152FD0}" type="slidenum">
              <a:rPr lang="en-GB" altLang="en-US" sz="1400"/>
              <a:pPr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t>22</a:t>
            </a:fld>
            <a:endParaRPr lang="en-GB" altLang="en-US" sz="1400"/>
          </a:p>
        </p:txBody>
      </p:sp>
      <p:sp>
        <p:nvSpPr>
          <p:cNvPr id="29700" name="Rectangle 1">
            <a:extLst>
              <a:ext uri="{FF2B5EF4-FFF2-40B4-BE49-F238E27FC236}">
                <a16:creationId xmlns:a16="http://schemas.microsoft.com/office/drawing/2014/main" id="{9F75EC14-D3B7-407D-9291-473D5B835EC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pPr eaLnBrk="1" hangingPunct="1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en-US"/>
              <a:t>Quantum Theory </a:t>
            </a:r>
          </a:p>
        </p:txBody>
      </p:sp>
      <p:sp>
        <p:nvSpPr>
          <p:cNvPr id="29701" name="Rectangle 2">
            <a:extLst>
              <a:ext uri="{FF2B5EF4-FFF2-40B4-BE49-F238E27FC236}">
                <a16:creationId xmlns:a16="http://schemas.microsoft.com/office/drawing/2014/main" id="{5844EE63-6582-48EE-8105-A389730F09B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8305800" cy="4114800"/>
          </a:xfrm>
        </p:spPr>
        <p:txBody>
          <a:bodyPr/>
          <a:lstStyle/>
          <a:p>
            <a:pPr eaLnBrk="1" hangingPunct="1">
              <a:lnSpc>
                <a:spcPct val="100000"/>
              </a:lnSpc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en-US" dirty="0"/>
              <a:t>Energy of a single quantum of energy</a:t>
            </a:r>
          </a:p>
          <a:p>
            <a:pPr eaLnBrk="1" hangingPunct="1">
              <a:lnSpc>
                <a:spcPct val="100000"/>
              </a:lnSpc>
              <a:buFont typeface="Arial" panose="020B0604020202020204" pitchFamily="34" charset="0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en-US" dirty="0"/>
              <a:t>				</a:t>
            </a:r>
          </a:p>
          <a:p>
            <a:pPr eaLnBrk="1" hangingPunct="1">
              <a:lnSpc>
                <a:spcPct val="100000"/>
              </a:lnSpc>
              <a:buFont typeface="Arial" panose="020B0604020202020204" pitchFamily="34" charset="0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en-US" dirty="0"/>
              <a:t>   where</a:t>
            </a:r>
          </a:p>
          <a:p>
            <a:pPr eaLnBrk="1" hangingPunct="1">
              <a:lnSpc>
                <a:spcPct val="100000"/>
              </a:lnSpc>
              <a:buFont typeface="Arial" panose="020B0604020202020204" pitchFamily="34" charset="0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en-US" i="1" dirty="0"/>
              <a:t>       E</a:t>
            </a:r>
            <a:r>
              <a:rPr lang="en-GB" altLang="en-US" dirty="0"/>
              <a:t> = energy (in Joules) </a:t>
            </a:r>
          </a:p>
          <a:p>
            <a:pPr eaLnBrk="1" hangingPunct="1">
              <a:lnSpc>
                <a:spcPct val="100000"/>
              </a:lnSpc>
              <a:buFont typeface="Arial" panose="020B0604020202020204" pitchFamily="34" charset="0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en-US" i="1" dirty="0"/>
              <a:t>       h</a:t>
            </a:r>
            <a:r>
              <a:rPr lang="en-GB" altLang="en-US" dirty="0"/>
              <a:t> = Planck’s constant 6.63 x 10</a:t>
            </a:r>
            <a:r>
              <a:rPr lang="en-GB" altLang="en-US" baseline="30000" dirty="0">
                <a:sym typeface="Symbol" panose="05050102010706020507" pitchFamily="18" charset="2"/>
              </a:rPr>
              <a:t></a:t>
            </a:r>
            <a:r>
              <a:rPr lang="en-GB" altLang="en-US" baseline="30000" dirty="0"/>
              <a:t>34 </a:t>
            </a:r>
            <a:r>
              <a:rPr lang="en-GB" altLang="en-US" dirty="0"/>
              <a:t>J </a:t>
            </a:r>
            <a:r>
              <a:rPr lang="en-GB" altLang="en-US" dirty="0">
                <a:latin typeface="Symbol" panose="05050102010706020507" pitchFamily="18" charset="2"/>
              </a:rPr>
              <a:t> </a:t>
            </a:r>
            <a:r>
              <a:rPr lang="en-GB" altLang="en-US" dirty="0"/>
              <a:t>s</a:t>
            </a:r>
          </a:p>
          <a:p>
            <a:pPr eaLnBrk="1" hangingPunct="1">
              <a:lnSpc>
                <a:spcPct val="100000"/>
              </a:lnSpc>
              <a:buFont typeface="Symbol" panose="05050102010706020507" pitchFamily="18" charset="2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en-US" b="1" dirty="0">
                <a:latin typeface="Symbol" panose="05050102010706020507" pitchFamily="18" charset="2"/>
              </a:rPr>
              <a:t>        </a:t>
            </a:r>
            <a:r>
              <a:rPr lang="en-GB" altLang="en-US" i="1" dirty="0">
                <a:latin typeface="Symbol" panose="05050102010706020507" pitchFamily="18" charset="2"/>
              </a:rPr>
              <a:t></a:t>
            </a:r>
            <a:r>
              <a:rPr lang="en-GB" altLang="en-US" b="1" dirty="0"/>
              <a:t> </a:t>
            </a:r>
            <a:r>
              <a:rPr lang="en-GB" altLang="en-US" dirty="0"/>
              <a:t>= frequency </a:t>
            </a:r>
          </a:p>
        </p:txBody>
      </p:sp>
      <p:sp>
        <p:nvSpPr>
          <p:cNvPr id="29702" name="Text Box 3">
            <a:extLst>
              <a:ext uri="{FF2B5EF4-FFF2-40B4-BE49-F238E27FC236}">
                <a16:creationId xmlns:a16="http://schemas.microsoft.com/office/drawing/2014/main" id="{CC4071C6-4FED-40FF-9E7A-6C1B554520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3886200"/>
            <a:ext cx="180975" cy="43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93000"/>
              </a:lnSpc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endParaRPr lang="en-US" altLang="en-US" sz="2400">
              <a:solidFill>
                <a:schemeClr val="bg1"/>
              </a:solidFill>
            </a:endParaRPr>
          </a:p>
        </p:txBody>
      </p:sp>
      <p:graphicFrame>
        <p:nvGraphicFramePr>
          <p:cNvPr id="29703" name="Object 5">
            <a:extLst>
              <a:ext uri="{FF2B5EF4-FFF2-40B4-BE49-F238E27FC236}">
                <a16:creationId xmlns:a16="http://schemas.microsoft.com/office/drawing/2014/main" id="{7877E78D-9213-4B4D-A07D-7EBCCD5DE52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86150" y="2765425"/>
          <a:ext cx="1371600" cy="506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482181" imgH="177646" progId="Equation.3">
                  <p:embed/>
                </p:oleObj>
              </mc:Choice>
              <mc:Fallback>
                <p:oleObj name="Equation" r:id="rId3" imgW="482181" imgH="177646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86150" y="2765425"/>
                        <a:ext cx="1371600" cy="506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Footer Placeholder 4">
            <a:extLst>
              <a:ext uri="{FF2B5EF4-FFF2-40B4-BE49-F238E27FC236}">
                <a16:creationId xmlns:a16="http://schemas.microsoft.com/office/drawing/2014/main" id="{0C6247AB-EBEE-4396-91C1-EBED3AF7FB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3000"/>
              </a:lnSpc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GB" altLang="en-US" sz="1400"/>
              <a:t>Copyright McGraw-Hill 2009</a:t>
            </a:r>
          </a:p>
        </p:txBody>
      </p:sp>
      <p:sp>
        <p:nvSpPr>
          <p:cNvPr id="33795" name="Slide Number Placeholder 5">
            <a:extLst>
              <a:ext uri="{FF2B5EF4-FFF2-40B4-BE49-F238E27FC236}">
                <a16:creationId xmlns:a16="http://schemas.microsoft.com/office/drawing/2014/main" id="{950FB72B-C739-4A82-A478-8F58786B0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3000"/>
              </a:lnSpc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fld id="{232E8E5B-8B18-46BF-99AE-1FF2437D8F3F}" type="slidenum">
              <a:rPr lang="en-GB" altLang="en-US" sz="1400"/>
              <a:pPr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t>23</a:t>
            </a:fld>
            <a:endParaRPr lang="en-GB" altLang="en-US" sz="1400"/>
          </a:p>
        </p:txBody>
      </p:sp>
      <p:sp>
        <p:nvSpPr>
          <p:cNvPr id="33796" name="Rectangle 2">
            <a:extLst>
              <a:ext uri="{FF2B5EF4-FFF2-40B4-BE49-F238E27FC236}">
                <a16:creationId xmlns:a16="http://schemas.microsoft.com/office/drawing/2014/main" id="{35FEFD03-AA0C-4C90-81AB-DE6D4CA2488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609600"/>
            <a:ext cx="7772400" cy="59436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spcBef>
                <a:spcPts val="7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en-US"/>
              <a:t>Only light with a frequency of photons such that </a:t>
            </a:r>
            <a:r>
              <a:rPr lang="en-GB" altLang="en-US" i="1"/>
              <a:t>h</a:t>
            </a:r>
            <a:r>
              <a:rPr lang="en-GB" altLang="en-US" i="1">
                <a:latin typeface="Symbol" panose="05050102010706020507" pitchFamily="18" charset="2"/>
              </a:rPr>
              <a:t></a:t>
            </a:r>
            <a:r>
              <a:rPr lang="en-GB" altLang="en-US"/>
              <a:t> equals the energy that binds the electrons in the metal is sufficiently energetic to eject electrons. </a:t>
            </a:r>
          </a:p>
          <a:p>
            <a:pPr eaLnBrk="1" hangingPunct="1">
              <a:lnSpc>
                <a:spcPct val="90000"/>
              </a:lnSpc>
              <a:spcBef>
                <a:spcPts val="7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en-US"/>
              <a:t>If light of higher frequency is used, electrons will be ejected and will leave the metal with additional kinetic energy. </a:t>
            </a:r>
          </a:p>
          <a:p>
            <a:pPr lvl="1" eaLnBrk="1" hangingPunct="1">
              <a:lnSpc>
                <a:spcPct val="90000"/>
              </a:lnSpc>
              <a:spcBef>
                <a:spcPts val="6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en-US"/>
              <a:t>(what is the relationship between energy and frequency?) </a:t>
            </a:r>
          </a:p>
          <a:p>
            <a:pPr eaLnBrk="1" hangingPunct="1">
              <a:lnSpc>
                <a:spcPct val="90000"/>
              </a:lnSpc>
              <a:spcBef>
                <a:spcPts val="7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en-US"/>
              <a:t>Light of at least the threshold frequency </a:t>
            </a:r>
            <a:r>
              <a:rPr lang="en-GB" altLang="en-US" b="1"/>
              <a:t>and</a:t>
            </a:r>
            <a:r>
              <a:rPr lang="en-GB" altLang="en-US"/>
              <a:t> of greater </a:t>
            </a:r>
            <a:r>
              <a:rPr lang="en-GB" altLang="en-US" i="1"/>
              <a:t>intensity</a:t>
            </a:r>
            <a:r>
              <a:rPr lang="en-GB" altLang="en-US"/>
              <a:t> will eject </a:t>
            </a:r>
            <a:r>
              <a:rPr lang="en-GB" altLang="en-US" i="1"/>
              <a:t>more</a:t>
            </a:r>
            <a:r>
              <a:rPr lang="en-GB" altLang="en-US"/>
              <a:t> electrons. 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Footer Placeholder 6">
            <a:extLst>
              <a:ext uri="{FF2B5EF4-FFF2-40B4-BE49-F238E27FC236}">
                <a16:creationId xmlns:a16="http://schemas.microsoft.com/office/drawing/2014/main" id="{F6FE9C8B-3593-47E4-B767-8BC9E8D017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3000"/>
              </a:lnSpc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GB" altLang="en-US" sz="1400"/>
              <a:t>Copyright McGraw-Hill 2009</a:t>
            </a:r>
          </a:p>
        </p:txBody>
      </p:sp>
      <p:sp>
        <p:nvSpPr>
          <p:cNvPr id="36867" name="Slide Number Placeholder 7">
            <a:extLst>
              <a:ext uri="{FF2B5EF4-FFF2-40B4-BE49-F238E27FC236}">
                <a16:creationId xmlns:a16="http://schemas.microsoft.com/office/drawing/2014/main" id="{0069EA00-8A86-4FCA-A46A-807D8F7EE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3000"/>
              </a:lnSpc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fld id="{C53F794E-CB95-4F3C-9367-5F5FDDD4FC3C}" type="slidenum">
              <a:rPr lang="en-GB" altLang="en-US" sz="1400"/>
              <a:pPr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t>24</a:t>
            </a:fld>
            <a:endParaRPr lang="en-GB" altLang="en-US" sz="1400"/>
          </a:p>
        </p:txBody>
      </p:sp>
      <p:sp>
        <p:nvSpPr>
          <p:cNvPr id="36868" name="Rectangle 2">
            <a:extLst>
              <a:ext uri="{FF2B5EF4-FFF2-40B4-BE49-F238E27FC236}">
                <a16:creationId xmlns:a16="http://schemas.microsoft.com/office/drawing/2014/main" id="{D4996101-5B7D-4A2B-9DF6-C28CFF66FB42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685800" y="228600"/>
            <a:ext cx="7620000" cy="4265613"/>
          </a:xfrm>
        </p:spPr>
        <p:txBody>
          <a:bodyPr/>
          <a:lstStyle/>
          <a:p>
            <a:pPr marL="342900" indent="-342900" eaLnBrk="1" hangingPunct="1">
              <a:lnSpc>
                <a:spcPct val="100000"/>
              </a:lnSpc>
              <a:spcBef>
                <a:spcPts val="700"/>
              </a:spcBef>
              <a:buFont typeface="Times New Roman" panose="02020603050405020304" pitchFamily="18" charset="0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en-US" sz="2800" dirty="0"/>
              <a:t>Calculate the energy (in joules) of a photon </a:t>
            </a:r>
          </a:p>
          <a:p>
            <a:pPr marL="342900" indent="-342900" eaLnBrk="1" hangingPunct="1">
              <a:lnSpc>
                <a:spcPct val="100000"/>
              </a:lnSpc>
              <a:spcBef>
                <a:spcPts val="700"/>
              </a:spcBef>
              <a:buFont typeface="Times New Roman" panose="02020603050405020304" pitchFamily="18" charset="0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en-US" sz="2800" dirty="0"/>
              <a:t>with a wavelength of 700.0 nm</a:t>
            </a:r>
          </a:p>
          <a:p>
            <a:pPr marL="342900" indent="-342900" eaLnBrk="1" hangingPunct="1">
              <a:lnSpc>
                <a:spcPct val="100000"/>
              </a:lnSpc>
              <a:spcBef>
                <a:spcPts val="700"/>
              </a:spcBef>
              <a:buFont typeface="Times New Roman" panose="02020603050405020304" pitchFamily="18" charset="0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en-US" sz="2800" dirty="0">
                <a:latin typeface="Times New Roman" panose="02020603050405020304" pitchFamily="18" charset="0"/>
              </a:rPr>
              <a:t>			</a:t>
            </a:r>
          </a:p>
          <a:p>
            <a:pPr marL="342900" indent="-342900" eaLnBrk="1" hangingPunct="1">
              <a:lnSpc>
                <a:spcPct val="100000"/>
              </a:lnSpc>
              <a:spcBef>
                <a:spcPts val="700"/>
              </a:spcBef>
              <a:buFont typeface="Times New Roman" panose="02020603050405020304" pitchFamily="18" charset="0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GB" altLang="en-US" sz="2800" dirty="0">
              <a:latin typeface="Times New Roman" panose="02020603050405020304" pitchFamily="18" charset="0"/>
            </a:endParaRPr>
          </a:p>
          <a:p>
            <a:pPr marL="342900" indent="-342900" eaLnBrk="1" hangingPunct="1">
              <a:lnSpc>
                <a:spcPct val="100000"/>
              </a:lnSpc>
              <a:spcBef>
                <a:spcPts val="700"/>
              </a:spcBef>
              <a:buFont typeface="Times New Roman" panose="02020603050405020304" pitchFamily="18" charset="0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GB" altLang="en-US" sz="2800" i="1" dirty="0">
              <a:latin typeface="Times New Roman" panose="02020603050405020304" pitchFamily="18" charset="0"/>
            </a:endParaRPr>
          </a:p>
          <a:p>
            <a:pPr marL="342900" indent="-342900" eaLnBrk="1" hangingPunct="1">
              <a:lnSpc>
                <a:spcPct val="100000"/>
              </a:lnSpc>
              <a:spcBef>
                <a:spcPts val="700"/>
              </a:spcBef>
              <a:buFont typeface="Times New Roman" panose="02020603050405020304" pitchFamily="18" charset="0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GB" altLang="en-US" sz="2800" i="1" dirty="0">
              <a:latin typeface="Times New Roman" panose="02020603050405020304" pitchFamily="18" charset="0"/>
            </a:endParaRPr>
          </a:p>
          <a:p>
            <a:pPr marL="342900" indent="-342900" eaLnBrk="1" hangingPunct="1">
              <a:lnSpc>
                <a:spcPct val="100000"/>
              </a:lnSpc>
              <a:spcBef>
                <a:spcPts val="700"/>
              </a:spcBef>
              <a:buFont typeface="Times New Roman" panose="02020603050405020304" pitchFamily="18" charset="0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GB" altLang="en-US" sz="2800" i="1" dirty="0">
              <a:latin typeface="Times New Roman" panose="02020603050405020304" pitchFamily="18" charset="0"/>
            </a:endParaRPr>
          </a:p>
          <a:p>
            <a:pPr marL="342900" indent="-342900" eaLnBrk="1" hangingPunct="1">
              <a:lnSpc>
                <a:spcPct val="100000"/>
              </a:lnSpc>
              <a:spcBef>
                <a:spcPts val="700"/>
              </a:spcBef>
              <a:buFont typeface="Times New Roman" panose="02020603050405020304" pitchFamily="18" charset="0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GB" altLang="en-US" sz="2800" dirty="0">
              <a:latin typeface="Times New Roman" panose="02020603050405020304" pitchFamily="18" charset="0"/>
            </a:endParaRPr>
          </a:p>
          <a:p>
            <a:pPr marL="342900" indent="-342900" eaLnBrk="1" hangingPunct="1">
              <a:lnSpc>
                <a:spcPct val="100000"/>
              </a:lnSpc>
              <a:spcBef>
                <a:spcPts val="700"/>
              </a:spcBef>
              <a:buFont typeface="Times New Roman" panose="02020603050405020304" pitchFamily="18" charset="0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en-US" sz="2800" dirty="0">
                <a:latin typeface="Times New Roman" panose="02020603050405020304" pitchFamily="18" charset="0"/>
              </a:rPr>
              <a:t> </a:t>
            </a:r>
          </a:p>
        </p:txBody>
      </p:sp>
      <p:graphicFrame>
        <p:nvGraphicFramePr>
          <p:cNvPr id="36869" name="Object 13">
            <a:extLst>
              <a:ext uri="{FF2B5EF4-FFF2-40B4-BE49-F238E27FC236}">
                <a16:creationId xmlns:a16="http://schemas.microsoft.com/office/drawing/2014/main" id="{44483A2F-13C9-4BB4-9C98-25CA005D8C4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81213" y="2667000"/>
          <a:ext cx="4694237" cy="966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032000" imgH="419100" progId="Equation.3">
                  <p:embed/>
                </p:oleObj>
              </mc:Choice>
              <mc:Fallback>
                <p:oleObj name="Equation" r:id="rId3" imgW="2032000" imgH="41910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81213" y="2667000"/>
                        <a:ext cx="4694237" cy="966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70" name="Object 19">
            <a:extLst>
              <a:ext uri="{FF2B5EF4-FFF2-40B4-BE49-F238E27FC236}">
                <a16:creationId xmlns:a16="http://schemas.microsoft.com/office/drawing/2014/main" id="{006787F4-AC49-4F59-8C6F-28D2A5639EE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27238" y="3962400"/>
          <a:ext cx="568325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171700" imgH="228600" progId="Equation.3">
                  <p:embed/>
                </p:oleObj>
              </mc:Choice>
              <mc:Fallback>
                <p:oleObj name="Equation" r:id="rId5" imgW="2171700" imgH="228600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27238" y="3962400"/>
                        <a:ext cx="5683250" cy="596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71" name="Object 20">
            <a:extLst>
              <a:ext uri="{FF2B5EF4-FFF2-40B4-BE49-F238E27FC236}">
                <a16:creationId xmlns:a16="http://schemas.microsoft.com/office/drawing/2014/main" id="{0897A69D-238F-4D03-A5FD-068B9D0F558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34512533"/>
              </p:ext>
            </p:extLst>
          </p:nvPr>
        </p:nvGraphicFramePr>
        <p:xfrm>
          <a:off x="1943100" y="4953000"/>
          <a:ext cx="2757488" cy="53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054080" imgH="203040" progId="Equation.3">
                  <p:embed/>
                </p:oleObj>
              </mc:Choice>
              <mc:Fallback>
                <p:oleObj name="Equation" r:id="rId7" imgW="1054080" imgH="203040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43100" y="4953000"/>
                        <a:ext cx="2757488" cy="530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72" name="Object 21">
            <a:extLst>
              <a:ext uri="{FF2B5EF4-FFF2-40B4-BE49-F238E27FC236}">
                <a16:creationId xmlns:a16="http://schemas.microsoft.com/office/drawing/2014/main" id="{8DB94AE9-05EC-4F1B-A83B-271A4B5370D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84375" y="1600200"/>
          <a:ext cx="5310188" cy="966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298700" imgH="419100" progId="Equation.3">
                  <p:embed/>
                </p:oleObj>
              </mc:Choice>
              <mc:Fallback>
                <p:oleObj name="Equation" r:id="rId9" imgW="2298700" imgH="419100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4375" y="1600200"/>
                        <a:ext cx="5310188" cy="966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CCED5735-7D42-451A-AD35-4452A19E13E6}"/>
              </a:ext>
            </a:extLst>
          </p:cNvPr>
          <p:cNvSpPr/>
          <p:nvPr/>
        </p:nvSpPr>
        <p:spPr>
          <a:xfrm>
            <a:off x="318462" y="1600200"/>
            <a:ext cx="10166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altLang="en-US" i="1" dirty="0">
                <a:solidFill>
                  <a:schemeClr val="tx1"/>
                </a:solidFill>
              </a:rPr>
              <a:t>c</a:t>
            </a:r>
            <a:r>
              <a:rPr lang="en-GB" altLang="en-US" dirty="0">
                <a:solidFill>
                  <a:schemeClr val="tx1"/>
                </a:solidFill>
              </a:rPr>
              <a:t> = </a:t>
            </a:r>
            <a:r>
              <a:rPr lang="en-GB" altLang="en-US" dirty="0">
                <a:solidFill>
                  <a:schemeClr val="tx1"/>
                </a:solidFill>
                <a:latin typeface="Symbol" panose="05050102010706020507" pitchFamily="18" charset="2"/>
              </a:rPr>
              <a:t></a:t>
            </a:r>
            <a:endParaRPr lang="en-GB" dirty="0">
              <a:solidFill>
                <a:schemeClr val="tx1"/>
              </a:solidFill>
            </a:endParaRPr>
          </a:p>
        </p:txBody>
      </p:sp>
      <p:graphicFrame>
        <p:nvGraphicFramePr>
          <p:cNvPr id="10" name="Object 5">
            <a:extLst>
              <a:ext uri="{FF2B5EF4-FFF2-40B4-BE49-F238E27FC236}">
                <a16:creationId xmlns:a16="http://schemas.microsoft.com/office/drawing/2014/main" id="{71FC059F-3B89-4210-9AA6-3F2B137B363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7810303"/>
              </p:ext>
            </p:extLst>
          </p:nvPr>
        </p:nvGraphicFramePr>
        <p:xfrm>
          <a:off x="140974" y="2166516"/>
          <a:ext cx="1371600" cy="506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482181" imgH="177646" progId="Equation.3">
                  <p:embed/>
                </p:oleObj>
              </mc:Choice>
              <mc:Fallback>
                <p:oleObj name="Equation" r:id="rId11" imgW="482181" imgH="177646" progId="Equation.3">
                  <p:embed/>
                  <p:pic>
                    <p:nvPicPr>
                      <p:cNvPr id="8" name="Object 5">
                        <a:extLst>
                          <a:ext uri="{FF2B5EF4-FFF2-40B4-BE49-F238E27FC236}">
                            <a16:creationId xmlns:a16="http://schemas.microsoft.com/office/drawing/2014/main" id="{54FCC0DA-BA6E-4C26-BFAB-68E17232017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974" y="2166516"/>
                        <a:ext cx="1371600" cy="506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Footer Placeholder 2">
            <a:extLst>
              <a:ext uri="{FF2B5EF4-FFF2-40B4-BE49-F238E27FC236}">
                <a16:creationId xmlns:a16="http://schemas.microsoft.com/office/drawing/2014/main" id="{5B234145-3D74-494B-81F1-F0E274166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3000"/>
              </a:lnSpc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GB" altLang="en-US" sz="1400"/>
              <a:t>Copyright McGraw-Hill 2009</a:t>
            </a:r>
          </a:p>
        </p:txBody>
      </p:sp>
      <p:sp>
        <p:nvSpPr>
          <p:cNvPr id="40963" name="Slide Number Placeholder 3">
            <a:extLst>
              <a:ext uri="{FF2B5EF4-FFF2-40B4-BE49-F238E27FC236}">
                <a16:creationId xmlns:a16="http://schemas.microsoft.com/office/drawing/2014/main" id="{31FFE843-E651-42DE-B7A1-A937E40CC8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3000"/>
              </a:lnSpc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fld id="{59DF5EB0-0DAD-43FA-82D4-082713E39565}" type="slidenum">
              <a:rPr lang="en-GB" altLang="en-US" sz="1400"/>
              <a:pPr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t>25</a:t>
            </a:fld>
            <a:endParaRPr lang="en-GB" altLang="en-US" sz="1400"/>
          </a:p>
        </p:txBody>
      </p:sp>
      <p:sp>
        <p:nvSpPr>
          <p:cNvPr id="40964" name="Rectangle 4">
            <a:extLst>
              <a:ext uri="{FF2B5EF4-FFF2-40B4-BE49-F238E27FC236}">
                <a16:creationId xmlns:a16="http://schemas.microsoft.com/office/drawing/2014/main" id="{46D0B8C4-4383-43D0-97CD-B455A94F2F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152400"/>
            <a:ext cx="7772400" cy="2362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/>
          <a:lstStyle>
            <a:lvl1pPr marL="341313" indent="-341313">
              <a:lnSpc>
                <a:spcPct val="93000"/>
              </a:lnSpc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en-GB" altLang="en-US" dirty="0"/>
              <a:t>Calculate the wavelength (in nm) of light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GB" altLang="en-US" dirty="0"/>
              <a:t>with energy 7.83 x 10</a:t>
            </a:r>
            <a:r>
              <a:rPr lang="en-GB" altLang="en-US" baseline="30000" dirty="0">
                <a:sym typeface="Symbol" panose="05050102010706020507" pitchFamily="18" charset="2"/>
              </a:rPr>
              <a:t></a:t>
            </a:r>
            <a:r>
              <a:rPr lang="en-GB" altLang="en-US" baseline="30000" dirty="0"/>
              <a:t>19</a:t>
            </a:r>
            <a:r>
              <a:rPr lang="en-GB" altLang="en-US" dirty="0"/>
              <a:t> J per photon. In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GB" altLang="en-US" dirty="0"/>
              <a:t>what region of the electromagnetic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GB" altLang="en-US" dirty="0"/>
              <a:t>radiation does this light fall? </a:t>
            </a:r>
          </a:p>
          <a:p>
            <a:pPr eaLnBrk="1" hangingPunct="1">
              <a:lnSpc>
                <a:spcPct val="100000"/>
              </a:lnSpc>
              <a:buFont typeface="Arial" panose="020B0604020202020204" pitchFamily="34" charset="0"/>
              <a:buNone/>
            </a:pPr>
            <a:endParaRPr lang="en-GB" altLang="en-US" dirty="0"/>
          </a:p>
        </p:txBody>
      </p:sp>
      <p:graphicFrame>
        <p:nvGraphicFramePr>
          <p:cNvPr id="40965" name="Object 5">
            <a:extLst>
              <a:ext uri="{FF2B5EF4-FFF2-40B4-BE49-F238E27FC236}">
                <a16:creationId xmlns:a16="http://schemas.microsoft.com/office/drawing/2014/main" id="{71C54E03-CB40-4645-A1AD-7D0B347D6F0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24038" y="2590800"/>
          <a:ext cx="5481637" cy="1093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095500" imgH="419100" progId="Equation.3">
                  <p:embed/>
                </p:oleObj>
              </mc:Choice>
              <mc:Fallback>
                <p:oleObj name="Equation" r:id="rId3" imgW="2095500" imgH="4191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4038" y="2590800"/>
                        <a:ext cx="5481637" cy="1093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66" name="Text Box 6">
            <a:extLst>
              <a:ext uri="{FF2B5EF4-FFF2-40B4-BE49-F238E27FC236}">
                <a16:creationId xmlns:a16="http://schemas.microsoft.com/office/drawing/2014/main" id="{C7A76778-068F-475B-BA5C-ECC100D8E3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63888" y="5435600"/>
            <a:ext cx="2471737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3000"/>
              </a:lnSpc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en-US" sz="2400">
                <a:solidFill>
                  <a:schemeClr val="tx1"/>
                </a:solidFill>
              </a:rPr>
              <a:t>Ultraviolet region</a:t>
            </a:r>
          </a:p>
        </p:txBody>
      </p:sp>
      <p:graphicFrame>
        <p:nvGraphicFramePr>
          <p:cNvPr id="40967" name="Object 7">
            <a:extLst>
              <a:ext uri="{FF2B5EF4-FFF2-40B4-BE49-F238E27FC236}">
                <a16:creationId xmlns:a16="http://schemas.microsoft.com/office/drawing/2014/main" id="{46CFA930-40C7-4772-B7CA-41017F89BA5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82638" y="4087813"/>
          <a:ext cx="7573962" cy="1093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895600" imgH="419100" progId="Equation.3">
                  <p:embed/>
                </p:oleObj>
              </mc:Choice>
              <mc:Fallback>
                <p:oleObj name="Equation" r:id="rId5" imgW="2895600" imgH="4191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2638" y="4087813"/>
                        <a:ext cx="7573962" cy="1093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5">
            <a:extLst>
              <a:ext uri="{FF2B5EF4-FFF2-40B4-BE49-F238E27FC236}">
                <a16:creationId xmlns:a16="http://schemas.microsoft.com/office/drawing/2014/main" id="{54FCC0DA-BA6E-4C26-BFAB-68E17232017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55857749"/>
              </p:ext>
            </p:extLst>
          </p:nvPr>
        </p:nvGraphicFramePr>
        <p:xfrm>
          <a:off x="323528" y="2420888"/>
          <a:ext cx="1371600" cy="506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482181" imgH="177646" progId="Equation.3">
                  <p:embed/>
                </p:oleObj>
              </mc:Choice>
              <mc:Fallback>
                <p:oleObj name="Equation" r:id="rId7" imgW="482181" imgH="177646" progId="Equation.3">
                  <p:embed/>
                  <p:pic>
                    <p:nvPicPr>
                      <p:cNvPr id="29703" name="Object 5">
                        <a:extLst>
                          <a:ext uri="{FF2B5EF4-FFF2-40B4-BE49-F238E27FC236}">
                            <a16:creationId xmlns:a16="http://schemas.microsoft.com/office/drawing/2014/main" id="{7877E78D-9213-4B4D-A07D-7EBCCD5DE52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528" y="2420888"/>
                        <a:ext cx="1371600" cy="506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D81B8141-699E-45F5-BA5A-AFFB04776EE7}"/>
              </a:ext>
            </a:extLst>
          </p:cNvPr>
          <p:cNvSpPr/>
          <p:nvPr/>
        </p:nvSpPr>
        <p:spPr>
          <a:xfrm>
            <a:off x="257629" y="3453755"/>
            <a:ext cx="10166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altLang="en-US" i="1" dirty="0">
                <a:solidFill>
                  <a:schemeClr val="tx1"/>
                </a:solidFill>
              </a:rPr>
              <a:t>c</a:t>
            </a:r>
            <a:r>
              <a:rPr lang="en-GB" altLang="en-US" dirty="0">
                <a:solidFill>
                  <a:schemeClr val="tx1"/>
                </a:solidFill>
              </a:rPr>
              <a:t> = </a:t>
            </a:r>
            <a:r>
              <a:rPr lang="en-GB" altLang="en-US" dirty="0">
                <a:solidFill>
                  <a:schemeClr val="tx1"/>
                </a:solidFill>
                <a:latin typeface="Symbol" panose="05050102010706020507" pitchFamily="18" charset="2"/>
              </a:rPr>
              <a:t></a:t>
            </a:r>
            <a:endParaRPr lang="en-GB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Footer Placeholder 4">
            <a:extLst>
              <a:ext uri="{FF2B5EF4-FFF2-40B4-BE49-F238E27FC236}">
                <a16:creationId xmlns:a16="http://schemas.microsoft.com/office/drawing/2014/main" id="{8EA3B2EF-26B1-421E-8EAC-4487592BBE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3000"/>
              </a:lnSpc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GB" altLang="en-US" sz="1400"/>
              <a:t>Copyright McGraw-Hill 2009</a:t>
            </a:r>
          </a:p>
        </p:txBody>
      </p:sp>
      <p:sp>
        <p:nvSpPr>
          <p:cNvPr id="41987" name="Slide Number Placeholder 5">
            <a:extLst>
              <a:ext uri="{FF2B5EF4-FFF2-40B4-BE49-F238E27FC236}">
                <a16:creationId xmlns:a16="http://schemas.microsoft.com/office/drawing/2014/main" id="{6B548148-55C4-4E70-A696-E2DA7C1FD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3000"/>
              </a:lnSpc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fld id="{549565DD-BE7A-4B94-BAF5-C889123147C1}" type="slidenum">
              <a:rPr lang="en-GB" altLang="en-US" sz="1400"/>
              <a:pPr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t>26</a:t>
            </a:fld>
            <a:endParaRPr lang="en-GB" altLang="en-US" sz="1400"/>
          </a:p>
        </p:txBody>
      </p:sp>
      <p:sp>
        <p:nvSpPr>
          <p:cNvPr id="41988" name="Rectangle 1">
            <a:extLst>
              <a:ext uri="{FF2B5EF4-FFF2-40B4-BE49-F238E27FC236}">
                <a16:creationId xmlns:a16="http://schemas.microsoft.com/office/drawing/2014/main" id="{14E886D6-A34B-44C9-A3DE-E5494E9A22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pPr eaLnBrk="1" hangingPunct="1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en-US"/>
              <a:t>Photoelectric Effect</a:t>
            </a:r>
          </a:p>
        </p:txBody>
      </p:sp>
      <p:sp>
        <p:nvSpPr>
          <p:cNvPr id="41989" name="Rectangle 2">
            <a:extLst>
              <a:ext uri="{FF2B5EF4-FFF2-40B4-BE49-F238E27FC236}">
                <a16:creationId xmlns:a16="http://schemas.microsoft.com/office/drawing/2014/main" id="{3DECE0F0-5B29-4E7F-B61E-BF48401E769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7772400" cy="4114800"/>
          </a:xfrm>
        </p:spPr>
        <p:txBody>
          <a:bodyPr/>
          <a:lstStyle/>
          <a:p>
            <a:pPr eaLnBrk="1" hangingPunct="1">
              <a:lnSpc>
                <a:spcPct val="100000"/>
              </a:lnSpc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en-US"/>
              <a:t>Dilemma caused by this theory - is light a wave or particle? </a:t>
            </a:r>
          </a:p>
          <a:p>
            <a:pPr eaLnBrk="1" hangingPunct="1">
              <a:lnSpc>
                <a:spcPct val="100000"/>
              </a:lnSpc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en-US"/>
              <a:t>Conclusion: Light must have particle characteristics as well as wave characteristics 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Footer Placeholder 4">
            <a:extLst>
              <a:ext uri="{FF2B5EF4-FFF2-40B4-BE49-F238E27FC236}">
                <a16:creationId xmlns:a16="http://schemas.microsoft.com/office/drawing/2014/main" id="{65C65577-272A-4786-B759-151D38A28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3000"/>
              </a:lnSpc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GB" altLang="en-US" sz="1400"/>
              <a:t>Copyright McGraw-Hill 2009</a:t>
            </a:r>
          </a:p>
        </p:txBody>
      </p:sp>
      <p:sp>
        <p:nvSpPr>
          <p:cNvPr id="46083" name="Slide Number Placeholder 5">
            <a:extLst>
              <a:ext uri="{FF2B5EF4-FFF2-40B4-BE49-F238E27FC236}">
                <a16:creationId xmlns:a16="http://schemas.microsoft.com/office/drawing/2014/main" id="{9E411E2D-9207-4338-90F5-97452BFD31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3000"/>
              </a:lnSpc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fld id="{5CDEF3DA-4BF8-488E-9D26-D9F428AF79CE}" type="slidenum">
              <a:rPr lang="en-GB" altLang="en-US" sz="1400"/>
              <a:pPr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t>27</a:t>
            </a:fld>
            <a:endParaRPr lang="en-GB" altLang="en-US" sz="1400"/>
          </a:p>
        </p:txBody>
      </p:sp>
      <p:sp>
        <p:nvSpPr>
          <p:cNvPr id="46084" name="Rectangle 1">
            <a:extLst>
              <a:ext uri="{FF2B5EF4-FFF2-40B4-BE49-F238E27FC236}">
                <a16:creationId xmlns:a16="http://schemas.microsoft.com/office/drawing/2014/main" id="{9FC4864C-F815-4202-A769-3BC4B8E3415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pPr eaLnBrk="1" hangingPunct="1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en-US"/>
              <a:t>Atomic Line Spectra</a:t>
            </a:r>
          </a:p>
        </p:txBody>
      </p:sp>
      <p:sp>
        <p:nvSpPr>
          <p:cNvPr id="46085" name="Rectangle 2">
            <a:extLst>
              <a:ext uri="{FF2B5EF4-FFF2-40B4-BE49-F238E27FC236}">
                <a16:creationId xmlns:a16="http://schemas.microsoft.com/office/drawing/2014/main" id="{405C1434-EAD1-47B8-9AC8-DEC3931FAF0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7772400" cy="4114800"/>
          </a:xfrm>
        </p:spPr>
        <p:txBody>
          <a:bodyPr/>
          <a:lstStyle/>
          <a:p>
            <a:pPr eaLnBrk="1" hangingPunct="1">
              <a:lnSpc>
                <a:spcPct val="100000"/>
              </a:lnSpc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en-US" b="1" i="1" dirty="0"/>
              <a:t>Line spectra</a:t>
            </a:r>
            <a:r>
              <a:rPr lang="en-GB" altLang="en-US" dirty="0"/>
              <a:t>: emission of light only at specific wavelengths </a:t>
            </a:r>
          </a:p>
          <a:p>
            <a:pPr eaLnBrk="1" hangingPunct="1">
              <a:lnSpc>
                <a:spcPct val="100000"/>
              </a:lnSpc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en-US" dirty="0"/>
              <a:t>Every element has a unique emission spectrum</a:t>
            </a:r>
          </a:p>
          <a:p>
            <a:pPr eaLnBrk="1" hangingPunct="1">
              <a:lnSpc>
                <a:spcPct val="100000"/>
              </a:lnSpc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en-US" dirty="0"/>
              <a:t>Often referred to as “fingerprints” of the element 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Footer Placeholder 4">
            <a:extLst>
              <a:ext uri="{FF2B5EF4-FFF2-40B4-BE49-F238E27FC236}">
                <a16:creationId xmlns:a16="http://schemas.microsoft.com/office/drawing/2014/main" id="{0E183800-A638-4AFB-88F9-CC201F650F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3000"/>
              </a:lnSpc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GB" altLang="en-US" sz="1400"/>
              <a:t>Copyright McGraw-Hill 2009</a:t>
            </a:r>
          </a:p>
        </p:txBody>
      </p:sp>
      <p:sp>
        <p:nvSpPr>
          <p:cNvPr id="48131" name="Slide Number Placeholder 5">
            <a:extLst>
              <a:ext uri="{FF2B5EF4-FFF2-40B4-BE49-F238E27FC236}">
                <a16:creationId xmlns:a16="http://schemas.microsoft.com/office/drawing/2014/main" id="{E6F0D653-DDEB-4C94-834F-2C0662EDA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3000"/>
              </a:lnSpc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fld id="{3D806BA1-0860-400F-A4DD-BFCF81394537}" type="slidenum">
              <a:rPr lang="en-GB" altLang="en-US" sz="1400"/>
              <a:pPr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t>28</a:t>
            </a:fld>
            <a:endParaRPr lang="en-GB" altLang="en-US" sz="1400"/>
          </a:p>
        </p:txBody>
      </p:sp>
      <p:sp>
        <p:nvSpPr>
          <p:cNvPr id="48132" name="Rectangle 2">
            <a:extLst>
              <a:ext uri="{FF2B5EF4-FFF2-40B4-BE49-F238E27FC236}">
                <a16:creationId xmlns:a16="http://schemas.microsoft.com/office/drawing/2014/main" id="{5FACD93D-9FD3-4BA8-AF36-A2B6E70E2A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457200"/>
            <a:ext cx="7772400" cy="1143000"/>
          </a:xfrm>
        </p:spPr>
        <p:txBody>
          <a:bodyPr/>
          <a:lstStyle/>
          <a:p>
            <a:pPr eaLnBrk="1" hangingPunct="1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en-US"/>
              <a:t>Atomic Line Spectra</a:t>
            </a:r>
          </a:p>
        </p:txBody>
      </p:sp>
      <p:pic>
        <p:nvPicPr>
          <p:cNvPr id="48133" name="Picture 3">
            <a:extLst>
              <a:ext uri="{FF2B5EF4-FFF2-40B4-BE49-F238E27FC236}">
                <a16:creationId xmlns:a16="http://schemas.microsoft.com/office/drawing/2014/main" id="{1D10CED3-C585-44C8-B4A7-0C72B30152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1524000"/>
            <a:ext cx="6553200" cy="472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Footer Placeholder 4">
            <a:extLst>
              <a:ext uri="{FF2B5EF4-FFF2-40B4-BE49-F238E27FC236}">
                <a16:creationId xmlns:a16="http://schemas.microsoft.com/office/drawing/2014/main" id="{A031B367-DA99-4DD7-B7C7-8F76F2224F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3000"/>
              </a:lnSpc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GB" altLang="en-US" sz="1400"/>
              <a:t>Copyright McGraw-Hill 2009</a:t>
            </a:r>
          </a:p>
        </p:txBody>
      </p:sp>
      <p:sp>
        <p:nvSpPr>
          <p:cNvPr id="50179" name="Slide Number Placeholder 5">
            <a:extLst>
              <a:ext uri="{FF2B5EF4-FFF2-40B4-BE49-F238E27FC236}">
                <a16:creationId xmlns:a16="http://schemas.microsoft.com/office/drawing/2014/main" id="{28694094-6FEC-4064-B116-707855D1FD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3000"/>
              </a:lnSpc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fld id="{6FC61052-FA78-4661-A514-EA6C1ECF360A}" type="slidenum">
              <a:rPr lang="en-GB" altLang="en-US" sz="1400"/>
              <a:pPr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t>29</a:t>
            </a:fld>
            <a:endParaRPr lang="en-GB" altLang="en-US" sz="1400"/>
          </a:p>
        </p:txBody>
      </p:sp>
      <p:sp>
        <p:nvSpPr>
          <p:cNvPr id="50180" name="Rectangle 2">
            <a:extLst>
              <a:ext uri="{FF2B5EF4-FFF2-40B4-BE49-F238E27FC236}">
                <a16:creationId xmlns:a16="http://schemas.microsoft.com/office/drawing/2014/main" id="{78CB7731-4CEE-4426-ACBA-A35A04343C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pPr eaLnBrk="1" hangingPunct="1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en-US"/>
              <a:t>Bright-line Spectra </a:t>
            </a:r>
          </a:p>
        </p:txBody>
      </p:sp>
      <p:pic>
        <p:nvPicPr>
          <p:cNvPr id="50181" name="Picture 3">
            <a:extLst>
              <a:ext uri="{FF2B5EF4-FFF2-40B4-BE49-F238E27FC236}">
                <a16:creationId xmlns:a16="http://schemas.microsoft.com/office/drawing/2014/main" id="{E50DA05D-AA18-4340-93B5-16B2D5C699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1676400"/>
            <a:ext cx="6934200" cy="421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Footer Placeholder 4">
            <a:extLst>
              <a:ext uri="{FF2B5EF4-FFF2-40B4-BE49-F238E27FC236}">
                <a16:creationId xmlns:a16="http://schemas.microsoft.com/office/drawing/2014/main" id="{9F1D36C7-5F8A-4C7D-BC7C-6C5A376DA2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3000"/>
              </a:lnSpc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GB" altLang="en-US" sz="1400"/>
              <a:t>Copyright McGraw-Hill 2009</a:t>
            </a:r>
          </a:p>
        </p:txBody>
      </p:sp>
      <p:sp>
        <p:nvSpPr>
          <p:cNvPr id="58371" name="Slide Number Placeholder 5">
            <a:extLst>
              <a:ext uri="{FF2B5EF4-FFF2-40B4-BE49-F238E27FC236}">
                <a16:creationId xmlns:a16="http://schemas.microsoft.com/office/drawing/2014/main" id="{8224CB99-41BB-4BFB-99EF-B2338D059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3000"/>
              </a:lnSpc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fld id="{59660C11-97DA-4CE7-B704-224FB95497FD}" type="slidenum">
              <a:rPr lang="en-GB" altLang="en-US" sz="1400"/>
              <a:pPr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t>30</a:t>
            </a:fld>
            <a:endParaRPr lang="en-GB" altLang="en-US" sz="1400"/>
          </a:p>
        </p:txBody>
      </p:sp>
      <p:sp>
        <p:nvSpPr>
          <p:cNvPr id="58372" name="Rectangle 1">
            <a:extLst>
              <a:ext uri="{FF2B5EF4-FFF2-40B4-BE49-F238E27FC236}">
                <a16:creationId xmlns:a16="http://schemas.microsoft.com/office/drawing/2014/main" id="{CFAECEB4-8813-4F84-BFA4-F05CD3FE9ED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152400"/>
            <a:ext cx="7772400" cy="1143000"/>
          </a:xfrm>
        </p:spPr>
        <p:txBody>
          <a:bodyPr/>
          <a:lstStyle/>
          <a:p>
            <a:pPr eaLnBrk="1" hangingPunct="1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en-US"/>
              <a:t>Line Spectrum of Hydrogen</a:t>
            </a:r>
          </a:p>
        </p:txBody>
      </p:sp>
      <p:sp>
        <p:nvSpPr>
          <p:cNvPr id="58373" name="Rectangle 2">
            <a:extLst>
              <a:ext uri="{FF2B5EF4-FFF2-40B4-BE49-F238E27FC236}">
                <a16:creationId xmlns:a16="http://schemas.microsoft.com/office/drawing/2014/main" id="{BBDDB218-69A0-4C7E-910B-013E1B7C40C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62000" y="1295400"/>
            <a:ext cx="7772400" cy="4876800"/>
          </a:xfrm>
        </p:spPr>
        <p:txBody>
          <a:bodyPr/>
          <a:lstStyle/>
          <a:p>
            <a:pPr eaLnBrk="1" hangingPunct="1">
              <a:lnSpc>
                <a:spcPct val="100000"/>
              </a:lnSpc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en-US" dirty="0"/>
              <a:t>Each spectral line corresponds to a specific electron transition </a:t>
            </a:r>
          </a:p>
          <a:p>
            <a:pPr eaLnBrk="1" hangingPunct="1">
              <a:lnSpc>
                <a:spcPct val="100000"/>
              </a:lnSpc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en-US" dirty="0"/>
              <a:t>Electrons moving from ground state to higher states require energy; an electron falling from a higher to a lower state releases energy 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Footer Placeholder 4">
            <a:extLst>
              <a:ext uri="{FF2B5EF4-FFF2-40B4-BE49-F238E27FC236}">
                <a16:creationId xmlns:a16="http://schemas.microsoft.com/office/drawing/2014/main" id="{9D69325A-1111-4AE4-8E33-CFA6F85660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3000"/>
              </a:lnSpc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GB" altLang="en-US" sz="1400"/>
              <a:t>Copyright McGraw-Hill 2009</a:t>
            </a:r>
          </a:p>
        </p:txBody>
      </p:sp>
      <p:sp>
        <p:nvSpPr>
          <p:cNvPr id="66563" name="Slide Number Placeholder 5">
            <a:extLst>
              <a:ext uri="{FF2B5EF4-FFF2-40B4-BE49-F238E27FC236}">
                <a16:creationId xmlns:a16="http://schemas.microsoft.com/office/drawing/2014/main" id="{F6DC77E7-9943-4244-984C-98DD09954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3000"/>
              </a:lnSpc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fld id="{0CCEB61D-AA6C-47DE-8412-583EC9A6F7E7}" type="slidenum">
              <a:rPr lang="en-GB" altLang="en-US" sz="1400"/>
              <a:pPr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t>31</a:t>
            </a:fld>
            <a:endParaRPr lang="en-GB" altLang="en-US" sz="1400"/>
          </a:p>
        </p:txBody>
      </p:sp>
      <p:sp>
        <p:nvSpPr>
          <p:cNvPr id="66564" name="Rectangle 1">
            <a:extLst>
              <a:ext uri="{FF2B5EF4-FFF2-40B4-BE49-F238E27FC236}">
                <a16:creationId xmlns:a16="http://schemas.microsoft.com/office/drawing/2014/main" id="{5D1F31E4-C6DC-4D47-8ACB-98AC8120A24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pPr eaLnBrk="1" hangingPunct="1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en-US"/>
              <a:t>Wave Properties of Matter </a:t>
            </a:r>
          </a:p>
        </p:txBody>
      </p:sp>
      <p:sp>
        <p:nvSpPr>
          <p:cNvPr id="66565" name="Rectangle 2">
            <a:extLst>
              <a:ext uri="{FF2B5EF4-FFF2-40B4-BE49-F238E27FC236}">
                <a16:creationId xmlns:a16="http://schemas.microsoft.com/office/drawing/2014/main" id="{3ED15253-79A7-4195-8E3F-2006E147E7B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7772400" cy="4114800"/>
          </a:xfrm>
        </p:spPr>
        <p:txBody>
          <a:bodyPr/>
          <a:lstStyle/>
          <a:p>
            <a:pPr eaLnBrk="1" hangingPunct="1">
              <a:lnSpc>
                <a:spcPct val="100000"/>
              </a:lnSpc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en-US" dirty="0"/>
              <a:t>Louis de Broglie (1924) reasoned that if energy (light) can behave as a particle (photon) then perhaps particles (electrons) could exhibit wave characteristics 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Footer Placeholder 4">
            <a:extLst>
              <a:ext uri="{FF2B5EF4-FFF2-40B4-BE49-F238E27FC236}">
                <a16:creationId xmlns:a16="http://schemas.microsoft.com/office/drawing/2014/main" id="{EA8AC62A-290F-468C-983B-2D987114DA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3000"/>
              </a:lnSpc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GB" altLang="en-US" sz="1400"/>
              <a:t>Copyright McGraw-Hill 2009</a:t>
            </a:r>
          </a:p>
        </p:txBody>
      </p:sp>
      <p:sp>
        <p:nvSpPr>
          <p:cNvPr id="68611" name="Slide Number Placeholder 5">
            <a:extLst>
              <a:ext uri="{FF2B5EF4-FFF2-40B4-BE49-F238E27FC236}">
                <a16:creationId xmlns:a16="http://schemas.microsoft.com/office/drawing/2014/main" id="{957FE436-D575-4349-A2B2-8EB53A8F6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3000"/>
              </a:lnSpc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fld id="{76A7113B-3F2A-4F15-A987-531882B3A15A}" type="slidenum">
              <a:rPr lang="en-GB" altLang="en-US" sz="1400"/>
              <a:pPr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t>32</a:t>
            </a:fld>
            <a:endParaRPr lang="en-GB" altLang="en-US" sz="1400"/>
          </a:p>
        </p:txBody>
      </p:sp>
      <p:sp>
        <p:nvSpPr>
          <p:cNvPr id="68612" name="Rectangle 1">
            <a:extLst>
              <a:ext uri="{FF2B5EF4-FFF2-40B4-BE49-F238E27FC236}">
                <a16:creationId xmlns:a16="http://schemas.microsoft.com/office/drawing/2014/main" id="{8924A968-BB8F-42A9-BF9C-89177328DF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pPr eaLnBrk="1" hangingPunct="1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en-US"/>
              <a:t>Wave Properties of Matter </a:t>
            </a:r>
          </a:p>
        </p:txBody>
      </p:sp>
      <p:sp>
        <p:nvSpPr>
          <p:cNvPr id="68613" name="Rectangle 2">
            <a:extLst>
              <a:ext uri="{FF2B5EF4-FFF2-40B4-BE49-F238E27FC236}">
                <a16:creationId xmlns:a16="http://schemas.microsoft.com/office/drawing/2014/main" id="{259481C7-2D02-4F38-B24F-8D24678E7AD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7772400" cy="4114800"/>
          </a:xfrm>
        </p:spPr>
        <p:txBody>
          <a:bodyPr/>
          <a:lstStyle/>
          <a:p>
            <a:pPr eaLnBrk="1" hangingPunct="1">
              <a:lnSpc>
                <a:spcPct val="100000"/>
              </a:lnSpc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en-US" dirty="0"/>
              <a:t>De Broglie proposed that electrons in atoms behave as standing waves (like the wave created when a guitar string is plucked) </a:t>
            </a:r>
          </a:p>
          <a:p>
            <a:pPr eaLnBrk="1" hangingPunct="1">
              <a:lnSpc>
                <a:spcPct val="100000"/>
              </a:lnSpc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en-US" dirty="0">
                <a:solidFill>
                  <a:schemeClr val="accent2"/>
                </a:solidFill>
              </a:rPr>
              <a:t>There are some points called nodes (where the wave exhibits no motion at all) 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Footer Placeholder 4">
            <a:extLst>
              <a:ext uri="{FF2B5EF4-FFF2-40B4-BE49-F238E27FC236}">
                <a16:creationId xmlns:a16="http://schemas.microsoft.com/office/drawing/2014/main" id="{BC588C4A-548F-4DC9-AE1D-00CC135AF1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3000"/>
              </a:lnSpc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GB" altLang="en-US" sz="1400"/>
              <a:t>Copyright McGraw-Hill 2009</a:t>
            </a:r>
          </a:p>
        </p:txBody>
      </p:sp>
      <p:sp>
        <p:nvSpPr>
          <p:cNvPr id="70659" name="Slide Number Placeholder 5">
            <a:extLst>
              <a:ext uri="{FF2B5EF4-FFF2-40B4-BE49-F238E27FC236}">
                <a16:creationId xmlns:a16="http://schemas.microsoft.com/office/drawing/2014/main" id="{180165A9-F068-4A8D-B722-A155D25824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3000"/>
              </a:lnSpc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fld id="{7570657A-C818-47BA-8CDD-D533A020859F}" type="slidenum">
              <a:rPr lang="en-GB" altLang="en-US" sz="1400"/>
              <a:pPr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t>33</a:t>
            </a:fld>
            <a:endParaRPr lang="en-GB" altLang="en-US" sz="1400"/>
          </a:p>
        </p:txBody>
      </p:sp>
      <p:sp>
        <p:nvSpPr>
          <p:cNvPr id="70660" name="Rectangle 1">
            <a:extLst>
              <a:ext uri="{FF2B5EF4-FFF2-40B4-BE49-F238E27FC236}">
                <a16:creationId xmlns:a16="http://schemas.microsoft.com/office/drawing/2014/main" id="{E1475E5B-0F9F-4AEE-8F0F-3530E5FCEB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pPr eaLnBrk="1" hangingPunct="1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en-US"/>
              <a:t>Wave Properties of Matter </a:t>
            </a:r>
          </a:p>
        </p:txBody>
      </p:sp>
      <p:pic>
        <p:nvPicPr>
          <p:cNvPr id="70661" name="Picture 2">
            <a:extLst>
              <a:ext uri="{FF2B5EF4-FFF2-40B4-BE49-F238E27FC236}">
                <a16:creationId xmlns:a16="http://schemas.microsoft.com/office/drawing/2014/main" id="{495B28E0-C950-4299-8DFE-029A9562A1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75"/>
          <a:stretch>
            <a:fillRect/>
          </a:stretch>
        </p:blipFill>
        <p:spPr bwMode="auto">
          <a:xfrm>
            <a:off x="2133600" y="1752600"/>
            <a:ext cx="4945063" cy="4217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Footer Placeholder 4">
            <a:extLst>
              <a:ext uri="{FF2B5EF4-FFF2-40B4-BE49-F238E27FC236}">
                <a16:creationId xmlns:a16="http://schemas.microsoft.com/office/drawing/2014/main" id="{B041391F-E406-4B87-9DCA-57FFA56CF5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3000"/>
              </a:lnSpc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GB" altLang="en-US" sz="1400"/>
              <a:t>Copyright McGraw-Hill 2009</a:t>
            </a:r>
          </a:p>
        </p:txBody>
      </p:sp>
      <p:sp>
        <p:nvSpPr>
          <p:cNvPr id="72707" name="Slide Number Placeholder 5">
            <a:extLst>
              <a:ext uri="{FF2B5EF4-FFF2-40B4-BE49-F238E27FC236}">
                <a16:creationId xmlns:a16="http://schemas.microsoft.com/office/drawing/2014/main" id="{09326B96-A257-44D8-904B-4FAC37B8F1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3000"/>
              </a:lnSpc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fld id="{249C8E1D-96FA-470F-8213-D479FC42ECFA}" type="slidenum">
              <a:rPr lang="en-GB" altLang="en-US" sz="1400"/>
              <a:pPr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t>34</a:t>
            </a:fld>
            <a:endParaRPr lang="en-GB" altLang="en-US" sz="1400"/>
          </a:p>
        </p:txBody>
      </p:sp>
      <p:sp>
        <p:nvSpPr>
          <p:cNvPr id="72708" name="Rectangle 1">
            <a:extLst>
              <a:ext uri="{FF2B5EF4-FFF2-40B4-BE49-F238E27FC236}">
                <a16:creationId xmlns:a16="http://schemas.microsoft.com/office/drawing/2014/main" id="{FBC92382-304B-4F3F-A33A-CC6FDDD979D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76200"/>
            <a:ext cx="7772400" cy="1143000"/>
          </a:xfrm>
        </p:spPr>
        <p:txBody>
          <a:bodyPr/>
          <a:lstStyle/>
          <a:p>
            <a:pPr eaLnBrk="1" hangingPunct="1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en-US"/>
              <a:t>Wave Properties of Matter </a:t>
            </a:r>
          </a:p>
        </p:txBody>
      </p:sp>
      <p:sp>
        <p:nvSpPr>
          <p:cNvPr id="72709" name="Rectangle 2">
            <a:extLst>
              <a:ext uri="{FF2B5EF4-FFF2-40B4-BE49-F238E27FC236}">
                <a16:creationId xmlns:a16="http://schemas.microsoft.com/office/drawing/2014/main" id="{4ECF3B17-571B-49DF-A3E4-6AE61452729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371600"/>
            <a:ext cx="7772400" cy="4876800"/>
          </a:xfrm>
        </p:spPr>
        <p:txBody>
          <a:bodyPr/>
          <a:lstStyle/>
          <a:p>
            <a:pPr eaLnBrk="1" hangingPunct="1">
              <a:lnSpc>
                <a:spcPct val="100000"/>
              </a:lnSpc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en-US"/>
              <a:t>De Broglie’s idea of particle and wave properties are related by the following</a:t>
            </a:r>
          </a:p>
          <a:p>
            <a:pPr eaLnBrk="1" hangingPunct="1">
              <a:lnSpc>
                <a:spcPct val="100000"/>
              </a:lnSpc>
              <a:buFont typeface="Arial" panose="020B0604020202020204" pitchFamily="34" charset="0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GB" altLang="en-US"/>
          </a:p>
          <a:p>
            <a:pPr eaLnBrk="1" hangingPunct="1">
              <a:lnSpc>
                <a:spcPct val="100000"/>
              </a:lnSpc>
              <a:buFont typeface="Arial" panose="020B0604020202020204" pitchFamily="34" charset="0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GB" altLang="en-US"/>
          </a:p>
          <a:p>
            <a:pPr eaLnBrk="1" hangingPunct="1">
              <a:lnSpc>
                <a:spcPct val="100000"/>
              </a:lnSpc>
              <a:buFont typeface="Arial" panose="020B0604020202020204" pitchFamily="34" charset="0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GB" altLang="en-US"/>
          </a:p>
          <a:p>
            <a:pPr eaLnBrk="1" hangingPunct="1">
              <a:lnSpc>
                <a:spcPct val="100000"/>
              </a:lnSpc>
              <a:buFont typeface="Symbol" panose="05050102010706020507" pitchFamily="18" charset="2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en-US"/>
              <a:t>    where </a:t>
            </a:r>
            <a:r>
              <a:rPr lang="en-GB" altLang="en-US">
                <a:latin typeface="Symbol" panose="05050102010706020507" pitchFamily="18" charset="2"/>
              </a:rPr>
              <a:t></a:t>
            </a:r>
            <a:r>
              <a:rPr lang="en-GB" altLang="en-US"/>
              <a:t> = wavelength</a:t>
            </a:r>
          </a:p>
          <a:p>
            <a:pPr eaLnBrk="1" hangingPunct="1">
              <a:lnSpc>
                <a:spcPct val="100000"/>
              </a:lnSpc>
              <a:buFont typeface="Symbol" panose="05050102010706020507" pitchFamily="18" charset="2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en-US"/>
              <a:t>              </a:t>
            </a:r>
            <a:r>
              <a:rPr lang="en-GB" altLang="en-US" i="1"/>
              <a:t>m</a:t>
            </a:r>
            <a:r>
              <a:rPr lang="en-GB" altLang="en-US"/>
              <a:t> = mass (kg)</a:t>
            </a:r>
          </a:p>
          <a:p>
            <a:pPr eaLnBrk="1" hangingPunct="1">
              <a:lnSpc>
                <a:spcPct val="100000"/>
              </a:lnSpc>
              <a:buFont typeface="Symbol" panose="05050102010706020507" pitchFamily="18" charset="2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en-US"/>
              <a:t>               </a:t>
            </a:r>
            <a:r>
              <a:rPr lang="en-GB" altLang="en-US" i="1"/>
              <a:t>u</a:t>
            </a:r>
            <a:r>
              <a:rPr lang="en-GB" altLang="en-US"/>
              <a:t> = velocity (m/s)</a:t>
            </a:r>
          </a:p>
        </p:txBody>
      </p:sp>
      <p:graphicFrame>
        <p:nvGraphicFramePr>
          <p:cNvPr id="72710" name="Object 5">
            <a:extLst>
              <a:ext uri="{FF2B5EF4-FFF2-40B4-BE49-F238E27FC236}">
                <a16:creationId xmlns:a16="http://schemas.microsoft.com/office/drawing/2014/main" id="{D906AEA2-082F-4583-A629-C61D21FFEF4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05200" y="2743200"/>
          <a:ext cx="1395413" cy="1028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533169" imgH="393529" progId="Equation.3">
                  <p:embed/>
                </p:oleObj>
              </mc:Choice>
              <mc:Fallback>
                <p:oleObj name="Equation" r:id="rId3" imgW="533169" imgH="393529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2743200"/>
                        <a:ext cx="1395413" cy="1028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Footer Placeholder 4">
            <a:extLst>
              <a:ext uri="{FF2B5EF4-FFF2-40B4-BE49-F238E27FC236}">
                <a16:creationId xmlns:a16="http://schemas.microsoft.com/office/drawing/2014/main" id="{CC36DCCC-EBCD-4C18-8B41-4762E0C418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3000"/>
              </a:lnSpc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GB" altLang="en-US" sz="1400"/>
              <a:t>Copyright McGraw-Hill 2009</a:t>
            </a:r>
          </a:p>
        </p:txBody>
      </p:sp>
      <p:sp>
        <p:nvSpPr>
          <p:cNvPr id="74755" name="Slide Number Placeholder 5">
            <a:extLst>
              <a:ext uri="{FF2B5EF4-FFF2-40B4-BE49-F238E27FC236}">
                <a16:creationId xmlns:a16="http://schemas.microsoft.com/office/drawing/2014/main" id="{59F3DF55-5A93-4E0E-8031-ACBFA8C3C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3000"/>
              </a:lnSpc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fld id="{77A61FC2-8DF1-4AF9-A622-C0BA1D2457EA}" type="slidenum">
              <a:rPr lang="en-GB" altLang="en-US" sz="1400"/>
              <a:pPr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t>35</a:t>
            </a:fld>
            <a:endParaRPr lang="en-GB" altLang="en-US" sz="1400"/>
          </a:p>
        </p:txBody>
      </p:sp>
      <p:sp>
        <p:nvSpPr>
          <p:cNvPr id="74756" name="Rectangle 2">
            <a:extLst>
              <a:ext uri="{FF2B5EF4-FFF2-40B4-BE49-F238E27FC236}">
                <a16:creationId xmlns:a16="http://schemas.microsoft.com/office/drawing/2014/main" id="{5009DCB7-83DE-43B0-B42E-58962C3EC77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57200"/>
            <a:ext cx="7772400" cy="5641975"/>
          </a:xfrm>
        </p:spPr>
        <p:txBody>
          <a:bodyPr/>
          <a:lstStyle/>
          <a:p>
            <a:pPr marL="608013" indent="-608013" eaLnBrk="1" hangingPunct="1">
              <a:lnSpc>
                <a:spcPct val="100000"/>
              </a:lnSpc>
              <a:buFont typeface="Arial" panose="020B0604020202020204" pitchFamily="34" charset="0"/>
              <a:buNone/>
              <a:tabLst>
                <a:tab pos="1177925" algn="l"/>
                <a:tab pos="2092325" algn="l"/>
                <a:tab pos="3006725" algn="l"/>
                <a:tab pos="3921125" algn="l"/>
                <a:tab pos="4835525" algn="l"/>
                <a:tab pos="5749925" algn="l"/>
                <a:tab pos="6664325" algn="l"/>
                <a:tab pos="7578725" algn="l"/>
                <a:tab pos="8493125" algn="l"/>
                <a:tab pos="9407525" algn="l"/>
                <a:tab pos="10321925" algn="l"/>
              </a:tabLst>
            </a:pPr>
            <a:r>
              <a:rPr lang="en-GB" altLang="en-US"/>
              <a:t>Calculate the de Broglie wavelength of</a:t>
            </a:r>
          </a:p>
          <a:p>
            <a:pPr marL="608013" indent="-608013" eaLnBrk="1" hangingPunct="1">
              <a:lnSpc>
                <a:spcPct val="100000"/>
              </a:lnSpc>
              <a:buFont typeface="Arial" panose="020B0604020202020204" pitchFamily="34" charset="0"/>
              <a:buNone/>
              <a:tabLst>
                <a:tab pos="1177925" algn="l"/>
                <a:tab pos="2092325" algn="l"/>
                <a:tab pos="3006725" algn="l"/>
                <a:tab pos="3921125" algn="l"/>
                <a:tab pos="4835525" algn="l"/>
                <a:tab pos="5749925" algn="l"/>
                <a:tab pos="6664325" algn="l"/>
                <a:tab pos="7578725" algn="l"/>
                <a:tab pos="8493125" algn="l"/>
                <a:tab pos="9407525" algn="l"/>
                <a:tab pos="10321925" algn="l"/>
              </a:tabLst>
            </a:pPr>
            <a:r>
              <a:rPr lang="en-GB" altLang="en-US"/>
              <a:t>the “particle” in the following two cases: </a:t>
            </a:r>
          </a:p>
          <a:p>
            <a:pPr marL="989013" lvl="1" indent="-531813" eaLnBrk="1" hangingPunct="1">
              <a:lnSpc>
                <a:spcPct val="100000"/>
              </a:lnSpc>
              <a:buFont typeface="Arial" panose="020B0604020202020204" pitchFamily="34" charset="0"/>
              <a:buNone/>
              <a:tabLst>
                <a:tab pos="1177925" algn="l"/>
                <a:tab pos="2092325" algn="l"/>
                <a:tab pos="3006725" algn="l"/>
                <a:tab pos="3921125" algn="l"/>
                <a:tab pos="4835525" algn="l"/>
                <a:tab pos="5749925" algn="l"/>
                <a:tab pos="6664325" algn="l"/>
                <a:tab pos="7578725" algn="l"/>
                <a:tab pos="8493125" algn="l"/>
                <a:tab pos="9407525" algn="l"/>
                <a:tab pos="10321925" algn="l"/>
              </a:tabLst>
            </a:pPr>
            <a:endParaRPr lang="en-GB" altLang="en-US" sz="3200"/>
          </a:p>
          <a:p>
            <a:pPr marL="989013" lvl="1" indent="-531813" eaLnBrk="1" hangingPunct="1">
              <a:lnSpc>
                <a:spcPct val="100000"/>
              </a:lnSpc>
              <a:buFont typeface="Arial" panose="020B0604020202020204" pitchFamily="34" charset="0"/>
              <a:buNone/>
              <a:tabLst>
                <a:tab pos="1177925" algn="l"/>
                <a:tab pos="2092325" algn="l"/>
                <a:tab pos="3006725" algn="l"/>
                <a:tab pos="3921125" algn="l"/>
                <a:tab pos="4835525" algn="l"/>
                <a:tab pos="5749925" algn="l"/>
                <a:tab pos="6664325" algn="l"/>
                <a:tab pos="7578725" algn="l"/>
                <a:tab pos="8493125" algn="l"/>
                <a:tab pos="9407525" algn="l"/>
                <a:tab pos="10321925" algn="l"/>
              </a:tabLst>
            </a:pPr>
            <a:r>
              <a:rPr lang="en-GB" altLang="en-US" sz="3200"/>
              <a:t>A 25.0 g bullet traveling at 612 m/s</a:t>
            </a:r>
          </a:p>
          <a:p>
            <a:pPr marL="989013" lvl="1" indent="-531813" eaLnBrk="1" hangingPunct="1">
              <a:lnSpc>
                <a:spcPct val="100000"/>
              </a:lnSpc>
              <a:buFont typeface="Arial" panose="020B0604020202020204" pitchFamily="34" charset="0"/>
              <a:buNone/>
              <a:tabLst>
                <a:tab pos="1177925" algn="l"/>
                <a:tab pos="2092325" algn="l"/>
                <a:tab pos="3006725" algn="l"/>
                <a:tab pos="3921125" algn="l"/>
                <a:tab pos="4835525" algn="l"/>
                <a:tab pos="5749925" algn="l"/>
                <a:tab pos="6664325" algn="l"/>
                <a:tab pos="7578725" algn="l"/>
                <a:tab pos="8493125" algn="l"/>
                <a:tab pos="9407525" algn="l"/>
                <a:tab pos="10321925" algn="l"/>
              </a:tabLst>
            </a:pPr>
            <a:endParaRPr lang="en-GB" altLang="en-US" sz="3200"/>
          </a:p>
          <a:p>
            <a:pPr marL="989013" lvl="1" indent="-531813" eaLnBrk="1" hangingPunct="1">
              <a:lnSpc>
                <a:spcPct val="100000"/>
              </a:lnSpc>
              <a:buFont typeface="Arial" panose="020B0604020202020204" pitchFamily="34" charset="0"/>
              <a:buNone/>
              <a:tabLst>
                <a:tab pos="1177925" algn="l"/>
                <a:tab pos="2092325" algn="l"/>
                <a:tab pos="3006725" algn="l"/>
                <a:tab pos="3921125" algn="l"/>
                <a:tab pos="4835525" algn="l"/>
                <a:tab pos="5749925" algn="l"/>
                <a:tab pos="6664325" algn="l"/>
                <a:tab pos="7578725" algn="l"/>
                <a:tab pos="8493125" algn="l"/>
                <a:tab pos="9407525" algn="l"/>
                <a:tab pos="10321925" algn="l"/>
              </a:tabLst>
            </a:pPr>
            <a:r>
              <a:rPr lang="en-GB" altLang="en-US" sz="3200"/>
              <a:t>An electron (mass = 9.109 x 10</a:t>
            </a:r>
            <a:r>
              <a:rPr lang="en-GB" altLang="en-US" sz="3200" baseline="30000">
                <a:sym typeface="Symbol" panose="05050102010706020507" pitchFamily="18" charset="2"/>
              </a:rPr>
              <a:t></a:t>
            </a:r>
            <a:r>
              <a:rPr lang="en-GB" altLang="en-US" sz="3200" baseline="30000"/>
              <a:t>31</a:t>
            </a:r>
            <a:r>
              <a:rPr lang="en-GB" altLang="en-US" sz="3200"/>
              <a:t>kg) moving at 63.0 m/s</a:t>
            </a:r>
            <a:r>
              <a:rPr lang="en-GB" altLang="en-US"/>
              <a:t>  </a:t>
            </a:r>
          </a:p>
          <a:p>
            <a:pPr marL="989013" lvl="1" indent="-531813" eaLnBrk="1" hangingPunct="1">
              <a:lnSpc>
                <a:spcPct val="100000"/>
              </a:lnSpc>
              <a:buFont typeface="Arial" panose="020B0604020202020204" pitchFamily="34" charset="0"/>
              <a:buNone/>
              <a:tabLst>
                <a:tab pos="1177925" algn="l"/>
                <a:tab pos="2092325" algn="l"/>
                <a:tab pos="3006725" algn="l"/>
                <a:tab pos="3921125" algn="l"/>
                <a:tab pos="4835525" algn="l"/>
                <a:tab pos="5749925" algn="l"/>
                <a:tab pos="6664325" algn="l"/>
                <a:tab pos="7578725" algn="l"/>
                <a:tab pos="8493125" algn="l"/>
                <a:tab pos="9407525" algn="l"/>
                <a:tab pos="10321925" algn="l"/>
              </a:tabLst>
            </a:pPr>
            <a:endParaRPr lang="en-GB" altLang="en-US"/>
          </a:p>
          <a:p>
            <a:pPr marL="608013" indent="-608013" eaLnBrk="1" hangingPunct="1">
              <a:lnSpc>
                <a:spcPct val="100000"/>
              </a:lnSpc>
              <a:buFont typeface="Arial" panose="020B0604020202020204" pitchFamily="34" charset="0"/>
              <a:buNone/>
              <a:tabLst>
                <a:tab pos="1177925" algn="l"/>
                <a:tab pos="2092325" algn="l"/>
                <a:tab pos="3006725" algn="l"/>
                <a:tab pos="3921125" algn="l"/>
                <a:tab pos="4835525" algn="l"/>
                <a:tab pos="5749925" algn="l"/>
                <a:tab pos="6664325" algn="l"/>
                <a:tab pos="7578725" algn="l"/>
                <a:tab pos="8493125" algn="l"/>
                <a:tab pos="9407525" algn="l"/>
                <a:tab pos="10321925" algn="l"/>
              </a:tabLst>
            </a:pPr>
            <a:r>
              <a:rPr lang="en-GB" altLang="en-US"/>
              <a:t>Note: 1 Joule = 1 kg </a:t>
            </a:r>
            <a:r>
              <a:rPr lang="en-GB" altLang="en-US">
                <a:latin typeface="Symbol" panose="05050102010706020507" pitchFamily="18" charset="2"/>
              </a:rPr>
              <a:t> </a:t>
            </a:r>
            <a:r>
              <a:rPr lang="en-GB" altLang="en-US"/>
              <a:t>m</a:t>
            </a:r>
            <a:r>
              <a:rPr lang="en-GB" altLang="en-US" baseline="30000"/>
              <a:t>2</a:t>
            </a:r>
            <a:r>
              <a:rPr lang="en-GB" altLang="en-US"/>
              <a:t>/s</a:t>
            </a:r>
            <a:r>
              <a:rPr lang="en-GB" altLang="en-US" baseline="30000"/>
              <a:t>2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Footer Placeholder 5">
            <a:extLst>
              <a:ext uri="{FF2B5EF4-FFF2-40B4-BE49-F238E27FC236}">
                <a16:creationId xmlns:a16="http://schemas.microsoft.com/office/drawing/2014/main" id="{BC3BA01F-4B58-4848-A350-2160039D1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3000"/>
              </a:lnSpc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GB" altLang="en-US" sz="1400"/>
              <a:t>Copyright McGraw-Hill 2009</a:t>
            </a:r>
          </a:p>
        </p:txBody>
      </p:sp>
      <p:sp>
        <p:nvSpPr>
          <p:cNvPr id="76803" name="Rectangle 3">
            <a:extLst>
              <a:ext uri="{FF2B5EF4-FFF2-40B4-BE49-F238E27FC236}">
                <a16:creationId xmlns:a16="http://schemas.microsoft.com/office/drawing/2014/main" id="{2D7D9DC8-BA0C-45CB-97CE-C7E1A2D7AF1F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533400" y="457200"/>
            <a:ext cx="8153400" cy="5181600"/>
          </a:xfrm>
        </p:spPr>
        <p:txBody>
          <a:bodyPr/>
          <a:lstStyle/>
          <a:p>
            <a:pPr marL="989013" lvl="1" indent="-531813" eaLnBrk="1" hangingPunct="1">
              <a:lnSpc>
                <a:spcPct val="80000"/>
              </a:lnSpc>
              <a:spcBef>
                <a:spcPts val="600"/>
              </a:spcBef>
              <a:buFont typeface="Times New Roman" panose="02020603050405020304" pitchFamily="18" charset="0"/>
              <a:buNone/>
              <a:tabLst>
                <a:tab pos="1158875" algn="l"/>
                <a:tab pos="2073275" algn="l"/>
                <a:tab pos="2987675" algn="l"/>
                <a:tab pos="3902075" algn="l"/>
                <a:tab pos="4816475" algn="l"/>
                <a:tab pos="5730875" algn="l"/>
                <a:tab pos="6645275" algn="l"/>
                <a:tab pos="7559675" algn="l"/>
                <a:tab pos="8474075" algn="l"/>
                <a:tab pos="9388475" algn="l"/>
                <a:tab pos="10302875" algn="l"/>
              </a:tabLst>
            </a:pPr>
            <a:r>
              <a:rPr lang="en-GB" altLang="en-US" sz="3200"/>
              <a:t>A 25.0 g bullet traveling at 612 m/s</a:t>
            </a:r>
          </a:p>
          <a:p>
            <a:pPr marL="989013" lvl="1" indent="-531813" eaLnBrk="1" hangingPunct="1">
              <a:lnSpc>
                <a:spcPct val="80000"/>
              </a:lnSpc>
              <a:spcBef>
                <a:spcPts val="600"/>
              </a:spcBef>
              <a:buFont typeface="Times New Roman" panose="02020603050405020304" pitchFamily="18" charset="0"/>
              <a:buNone/>
              <a:tabLst>
                <a:tab pos="1158875" algn="l"/>
                <a:tab pos="2073275" algn="l"/>
                <a:tab pos="2987675" algn="l"/>
                <a:tab pos="3902075" algn="l"/>
                <a:tab pos="4816475" algn="l"/>
                <a:tab pos="5730875" algn="l"/>
                <a:tab pos="6645275" algn="l"/>
                <a:tab pos="7559675" algn="l"/>
                <a:tab pos="8474075" algn="l"/>
                <a:tab pos="9388475" algn="l"/>
                <a:tab pos="10302875" algn="l"/>
              </a:tabLst>
            </a:pPr>
            <a:endParaRPr lang="en-GB" altLang="en-US" sz="3200"/>
          </a:p>
          <a:p>
            <a:pPr marL="989013" lvl="1" indent="-531813" eaLnBrk="1" hangingPunct="1">
              <a:lnSpc>
                <a:spcPct val="80000"/>
              </a:lnSpc>
              <a:spcBef>
                <a:spcPts val="600"/>
              </a:spcBef>
              <a:buFont typeface="Times New Roman" panose="02020603050405020304" pitchFamily="18" charset="0"/>
              <a:buNone/>
              <a:tabLst>
                <a:tab pos="1158875" algn="l"/>
                <a:tab pos="2073275" algn="l"/>
                <a:tab pos="2987675" algn="l"/>
                <a:tab pos="3902075" algn="l"/>
                <a:tab pos="4816475" algn="l"/>
                <a:tab pos="5730875" algn="l"/>
                <a:tab pos="6645275" algn="l"/>
                <a:tab pos="7559675" algn="l"/>
                <a:tab pos="8474075" algn="l"/>
                <a:tab pos="9388475" algn="l"/>
                <a:tab pos="10302875" algn="l"/>
              </a:tabLst>
            </a:pPr>
            <a:endParaRPr lang="en-GB" altLang="en-US" sz="3200"/>
          </a:p>
          <a:p>
            <a:pPr marL="989013" lvl="1" indent="-531813" eaLnBrk="1" hangingPunct="1">
              <a:lnSpc>
                <a:spcPct val="80000"/>
              </a:lnSpc>
              <a:spcBef>
                <a:spcPts val="600"/>
              </a:spcBef>
              <a:buFont typeface="Times New Roman" panose="02020603050405020304" pitchFamily="18" charset="0"/>
              <a:buNone/>
              <a:tabLst>
                <a:tab pos="1158875" algn="l"/>
                <a:tab pos="2073275" algn="l"/>
                <a:tab pos="2987675" algn="l"/>
                <a:tab pos="3902075" algn="l"/>
                <a:tab pos="4816475" algn="l"/>
                <a:tab pos="5730875" algn="l"/>
                <a:tab pos="6645275" algn="l"/>
                <a:tab pos="7559675" algn="l"/>
                <a:tab pos="8474075" algn="l"/>
                <a:tab pos="9388475" algn="l"/>
                <a:tab pos="10302875" algn="l"/>
              </a:tabLst>
            </a:pPr>
            <a:endParaRPr lang="en-GB" altLang="en-US" sz="3200"/>
          </a:p>
          <a:p>
            <a:pPr marL="989013" lvl="1" indent="-531813" eaLnBrk="1" hangingPunct="1">
              <a:lnSpc>
                <a:spcPct val="80000"/>
              </a:lnSpc>
              <a:spcBef>
                <a:spcPts val="600"/>
              </a:spcBef>
              <a:buFont typeface="Times New Roman" panose="02020603050405020304" pitchFamily="18" charset="0"/>
              <a:buNone/>
              <a:tabLst>
                <a:tab pos="1158875" algn="l"/>
                <a:tab pos="2073275" algn="l"/>
                <a:tab pos="2987675" algn="l"/>
                <a:tab pos="3902075" algn="l"/>
                <a:tab pos="4816475" algn="l"/>
                <a:tab pos="5730875" algn="l"/>
                <a:tab pos="6645275" algn="l"/>
                <a:tab pos="7559675" algn="l"/>
                <a:tab pos="8474075" algn="l"/>
                <a:tab pos="9388475" algn="l"/>
                <a:tab pos="10302875" algn="l"/>
              </a:tabLst>
            </a:pPr>
            <a:endParaRPr lang="en-GB" altLang="en-US" sz="3200"/>
          </a:p>
          <a:p>
            <a:pPr marL="989013" lvl="1" indent="-531813" eaLnBrk="1" hangingPunct="1">
              <a:lnSpc>
                <a:spcPct val="80000"/>
              </a:lnSpc>
              <a:spcBef>
                <a:spcPts val="600"/>
              </a:spcBef>
              <a:buFont typeface="Times New Roman" panose="02020603050405020304" pitchFamily="18" charset="0"/>
              <a:buNone/>
              <a:tabLst>
                <a:tab pos="1158875" algn="l"/>
                <a:tab pos="2073275" algn="l"/>
                <a:tab pos="2987675" algn="l"/>
                <a:tab pos="3902075" algn="l"/>
                <a:tab pos="4816475" algn="l"/>
                <a:tab pos="5730875" algn="l"/>
                <a:tab pos="6645275" algn="l"/>
                <a:tab pos="7559675" algn="l"/>
                <a:tab pos="8474075" algn="l"/>
                <a:tab pos="9388475" algn="l"/>
                <a:tab pos="10302875" algn="l"/>
              </a:tabLst>
            </a:pPr>
            <a:r>
              <a:rPr lang="en-GB" altLang="en-US" sz="3200"/>
              <a:t>An electron (mass = 9.109 x 10</a:t>
            </a:r>
            <a:r>
              <a:rPr lang="en-GB" altLang="en-US" sz="3200" baseline="30000">
                <a:sym typeface="Symbol" panose="05050102010706020507" pitchFamily="18" charset="2"/>
              </a:rPr>
              <a:t></a:t>
            </a:r>
            <a:r>
              <a:rPr lang="en-GB" altLang="en-US" sz="3200" baseline="30000"/>
              <a:t>31 </a:t>
            </a:r>
            <a:r>
              <a:rPr lang="en-GB" altLang="en-US" sz="3200"/>
              <a:t>kg)</a:t>
            </a:r>
          </a:p>
          <a:p>
            <a:pPr marL="989013" lvl="1" indent="-531813" eaLnBrk="1" hangingPunct="1">
              <a:lnSpc>
                <a:spcPct val="80000"/>
              </a:lnSpc>
              <a:spcBef>
                <a:spcPts val="600"/>
              </a:spcBef>
              <a:buFont typeface="Times New Roman" panose="02020603050405020304" pitchFamily="18" charset="0"/>
              <a:buNone/>
              <a:tabLst>
                <a:tab pos="1158875" algn="l"/>
                <a:tab pos="2073275" algn="l"/>
                <a:tab pos="2987675" algn="l"/>
                <a:tab pos="3902075" algn="l"/>
                <a:tab pos="4816475" algn="l"/>
                <a:tab pos="5730875" algn="l"/>
                <a:tab pos="6645275" algn="l"/>
                <a:tab pos="7559675" algn="l"/>
                <a:tab pos="8474075" algn="l"/>
                <a:tab pos="9388475" algn="l"/>
                <a:tab pos="10302875" algn="l"/>
              </a:tabLst>
            </a:pPr>
            <a:r>
              <a:rPr lang="en-GB" altLang="en-US" sz="3200"/>
              <a:t>moving at 63.0 m/s  </a:t>
            </a:r>
          </a:p>
          <a:p>
            <a:pPr marL="989013" lvl="1" indent="-531813" eaLnBrk="1" hangingPunct="1">
              <a:lnSpc>
                <a:spcPct val="80000"/>
              </a:lnSpc>
              <a:spcBef>
                <a:spcPts val="600"/>
              </a:spcBef>
              <a:buFont typeface="Times New Roman" panose="02020603050405020304" pitchFamily="18" charset="0"/>
              <a:buNone/>
              <a:tabLst>
                <a:tab pos="1158875" algn="l"/>
                <a:tab pos="2073275" algn="l"/>
                <a:tab pos="2987675" algn="l"/>
                <a:tab pos="3902075" algn="l"/>
                <a:tab pos="4816475" algn="l"/>
                <a:tab pos="5730875" algn="l"/>
                <a:tab pos="6645275" algn="l"/>
                <a:tab pos="7559675" algn="l"/>
                <a:tab pos="8474075" algn="l"/>
                <a:tab pos="9388475" algn="l"/>
                <a:tab pos="10302875" algn="l"/>
              </a:tabLst>
            </a:pPr>
            <a:r>
              <a:rPr lang="en-GB" altLang="en-US" sz="3200"/>
              <a:t>			</a:t>
            </a:r>
          </a:p>
          <a:p>
            <a:pPr marL="989013" lvl="1" indent="-531813" eaLnBrk="1" hangingPunct="1">
              <a:lnSpc>
                <a:spcPct val="80000"/>
              </a:lnSpc>
              <a:spcBef>
                <a:spcPts val="600"/>
              </a:spcBef>
              <a:buFont typeface="Times New Roman" panose="02020603050405020304" pitchFamily="18" charset="0"/>
              <a:buNone/>
              <a:tabLst>
                <a:tab pos="1158875" algn="l"/>
                <a:tab pos="2073275" algn="l"/>
                <a:tab pos="2987675" algn="l"/>
                <a:tab pos="3902075" algn="l"/>
                <a:tab pos="4816475" algn="l"/>
                <a:tab pos="5730875" algn="l"/>
                <a:tab pos="6645275" algn="l"/>
                <a:tab pos="7559675" algn="l"/>
                <a:tab pos="8474075" algn="l"/>
                <a:tab pos="9388475" algn="l"/>
                <a:tab pos="10302875" algn="l"/>
              </a:tabLst>
            </a:pPr>
            <a:endParaRPr lang="en-GB" altLang="en-US" sz="3200"/>
          </a:p>
          <a:p>
            <a:pPr marL="989013" lvl="1" indent="-531813" eaLnBrk="1" hangingPunct="1">
              <a:lnSpc>
                <a:spcPct val="80000"/>
              </a:lnSpc>
              <a:spcBef>
                <a:spcPts val="600"/>
              </a:spcBef>
              <a:buFont typeface="Times New Roman" panose="02020603050405020304" pitchFamily="18" charset="0"/>
              <a:buNone/>
              <a:tabLst>
                <a:tab pos="1158875" algn="l"/>
                <a:tab pos="2073275" algn="l"/>
                <a:tab pos="2987675" algn="l"/>
                <a:tab pos="3902075" algn="l"/>
                <a:tab pos="4816475" algn="l"/>
                <a:tab pos="5730875" algn="l"/>
                <a:tab pos="6645275" algn="l"/>
                <a:tab pos="7559675" algn="l"/>
                <a:tab pos="8474075" algn="l"/>
                <a:tab pos="9388475" algn="l"/>
                <a:tab pos="10302875" algn="l"/>
              </a:tabLst>
            </a:pPr>
            <a:endParaRPr lang="en-GB" altLang="en-US" sz="1800"/>
          </a:p>
          <a:p>
            <a:pPr marL="989013" lvl="1" indent="-531813" eaLnBrk="1" hangingPunct="1">
              <a:lnSpc>
                <a:spcPct val="80000"/>
              </a:lnSpc>
              <a:spcBef>
                <a:spcPts val="600"/>
              </a:spcBef>
              <a:buFont typeface="Times New Roman" panose="02020603050405020304" pitchFamily="18" charset="0"/>
              <a:buNone/>
              <a:tabLst>
                <a:tab pos="1158875" algn="l"/>
                <a:tab pos="2073275" algn="l"/>
                <a:tab pos="2987675" algn="l"/>
                <a:tab pos="3902075" algn="l"/>
                <a:tab pos="4816475" algn="l"/>
                <a:tab pos="5730875" algn="l"/>
                <a:tab pos="6645275" algn="l"/>
                <a:tab pos="7559675" algn="l"/>
                <a:tab pos="8474075" algn="l"/>
                <a:tab pos="9388475" algn="l"/>
                <a:tab pos="10302875" algn="l"/>
              </a:tabLst>
            </a:pPr>
            <a:endParaRPr lang="en-GB" altLang="en-US" sz="1800"/>
          </a:p>
          <a:p>
            <a:pPr marL="989013" lvl="1" indent="-531813" eaLnBrk="1" hangingPunct="1">
              <a:lnSpc>
                <a:spcPct val="80000"/>
              </a:lnSpc>
              <a:spcBef>
                <a:spcPts val="600"/>
              </a:spcBef>
              <a:buFont typeface="Times New Roman" panose="02020603050405020304" pitchFamily="18" charset="0"/>
              <a:buNone/>
              <a:tabLst>
                <a:tab pos="1158875" algn="l"/>
                <a:tab pos="2073275" algn="l"/>
                <a:tab pos="2987675" algn="l"/>
                <a:tab pos="3902075" algn="l"/>
                <a:tab pos="4816475" algn="l"/>
                <a:tab pos="5730875" algn="l"/>
                <a:tab pos="6645275" algn="l"/>
                <a:tab pos="7559675" algn="l"/>
                <a:tab pos="8474075" algn="l"/>
                <a:tab pos="9388475" algn="l"/>
                <a:tab pos="10302875" algn="l"/>
              </a:tabLst>
            </a:pPr>
            <a:endParaRPr lang="en-GB" altLang="en-US" sz="1800"/>
          </a:p>
          <a:p>
            <a:pPr marL="989013" lvl="1" indent="-531813" eaLnBrk="1" hangingPunct="1">
              <a:lnSpc>
                <a:spcPct val="80000"/>
              </a:lnSpc>
              <a:spcBef>
                <a:spcPts val="600"/>
              </a:spcBef>
              <a:buFont typeface="Times New Roman" panose="02020603050405020304" pitchFamily="18" charset="0"/>
              <a:buNone/>
              <a:tabLst>
                <a:tab pos="1158875" algn="l"/>
                <a:tab pos="2073275" algn="l"/>
                <a:tab pos="2987675" algn="l"/>
                <a:tab pos="3902075" algn="l"/>
                <a:tab pos="4816475" algn="l"/>
                <a:tab pos="5730875" algn="l"/>
                <a:tab pos="6645275" algn="l"/>
                <a:tab pos="7559675" algn="l"/>
                <a:tab pos="8474075" algn="l"/>
                <a:tab pos="9388475" algn="l"/>
                <a:tab pos="10302875" algn="l"/>
              </a:tabLst>
            </a:pPr>
            <a:r>
              <a:rPr lang="en-GB" altLang="en-US" sz="1800"/>
              <a:t>* Wavelengths of macroscopic particles are imperceptibly small and really have no physical significance.</a:t>
            </a:r>
          </a:p>
          <a:p>
            <a:pPr marL="989013" lvl="1" indent="-531813" eaLnBrk="1" hangingPunct="1">
              <a:lnSpc>
                <a:spcPct val="80000"/>
              </a:lnSpc>
              <a:spcBef>
                <a:spcPts val="600"/>
              </a:spcBef>
              <a:buFont typeface="Times New Roman" panose="02020603050405020304" pitchFamily="18" charset="0"/>
              <a:buNone/>
              <a:tabLst>
                <a:tab pos="1158875" algn="l"/>
                <a:tab pos="2073275" algn="l"/>
                <a:tab pos="2987675" algn="l"/>
                <a:tab pos="3902075" algn="l"/>
                <a:tab pos="4816475" algn="l"/>
                <a:tab pos="5730875" algn="l"/>
                <a:tab pos="6645275" algn="l"/>
                <a:tab pos="7559675" algn="l"/>
                <a:tab pos="8474075" algn="l"/>
                <a:tab pos="9388475" algn="l"/>
                <a:tab pos="10302875" algn="l"/>
              </a:tabLst>
            </a:pPr>
            <a:endParaRPr lang="en-GB" altLang="en-US" sz="1800"/>
          </a:p>
        </p:txBody>
      </p:sp>
      <p:graphicFrame>
        <p:nvGraphicFramePr>
          <p:cNvPr id="76804" name="Object 6">
            <a:extLst>
              <a:ext uri="{FF2B5EF4-FFF2-40B4-BE49-F238E27FC236}">
                <a16:creationId xmlns:a16="http://schemas.microsoft.com/office/drawing/2014/main" id="{6D9C8820-4EAE-4A99-B88D-5C5D322D4E8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54113" y="1277938"/>
          <a:ext cx="6777037" cy="1160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590800" imgH="444500" progId="Equation.3">
                  <p:embed/>
                </p:oleObj>
              </mc:Choice>
              <mc:Fallback>
                <p:oleObj name="Equation" r:id="rId3" imgW="2590800" imgH="4445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54113" y="1277938"/>
                        <a:ext cx="6777037" cy="1160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805" name="Object 8">
            <a:extLst>
              <a:ext uri="{FF2B5EF4-FFF2-40B4-BE49-F238E27FC236}">
                <a16:creationId xmlns:a16="http://schemas.microsoft.com/office/drawing/2014/main" id="{8C2CDDED-E9BC-48C8-96F6-91DBB284273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50925" y="4191000"/>
          <a:ext cx="7573963" cy="1160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895600" imgH="444500" progId="Equation.3">
                  <p:embed/>
                </p:oleObj>
              </mc:Choice>
              <mc:Fallback>
                <p:oleObj name="Equation" r:id="rId5" imgW="2895600" imgH="4445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0925" y="4191000"/>
                        <a:ext cx="7573963" cy="1160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806" name="Text Box 7">
            <a:extLst>
              <a:ext uri="{FF2B5EF4-FFF2-40B4-BE49-F238E27FC236}">
                <a16:creationId xmlns:a16="http://schemas.microsoft.com/office/drawing/2014/main" id="{782AA7F6-ED4D-4CE4-8D76-68CCAB1F78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77200" y="6324600"/>
            <a:ext cx="381000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3000"/>
              </a:lnSpc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fld id="{472DF8FA-2A4B-47AA-9BBA-A770888EDCC4}" type="slidenum">
              <a:rPr lang="en-GB" altLang="en-US" sz="1400"/>
              <a:pPr>
                <a:spcBef>
                  <a:spcPct val="0"/>
                </a:spcBef>
                <a:buFont typeface="Arial" panose="020B0604020202020204" pitchFamily="34" charset="0"/>
                <a:buNone/>
              </a:pPr>
              <a:t>36</a:t>
            </a:fld>
            <a:endParaRPr lang="en-US" altLang="en-US" sz="1400"/>
          </a:p>
        </p:txBody>
      </p:sp>
      <p:sp>
        <p:nvSpPr>
          <p:cNvPr id="2" name="Rectangle 1"/>
          <p:cNvSpPr/>
          <p:nvPr/>
        </p:nvSpPr>
        <p:spPr bwMode="auto">
          <a:xfrm>
            <a:off x="827584" y="1124744"/>
            <a:ext cx="7249616" cy="1368152"/>
          </a:xfrm>
          <a:prstGeom prst="rect">
            <a:avLst/>
          </a:prstGeom>
          <a:noFill/>
          <a:ln w="38100" cap="flat" cmpd="sng" algn="ctr">
            <a:solidFill>
              <a:srgbClr val="FF33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57200" rtl="0" eaLnBrk="0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sp>
        <p:nvSpPr>
          <p:cNvPr id="8" name="Rectangle 7"/>
          <p:cNvSpPr/>
          <p:nvPr/>
        </p:nvSpPr>
        <p:spPr bwMode="auto">
          <a:xfrm>
            <a:off x="827584" y="5445224"/>
            <a:ext cx="7859216" cy="648072"/>
          </a:xfrm>
          <a:prstGeom prst="rect">
            <a:avLst/>
          </a:prstGeom>
          <a:noFill/>
          <a:ln w="38100" cap="flat" cmpd="sng" algn="ctr">
            <a:solidFill>
              <a:srgbClr val="FF33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57200" rtl="0" eaLnBrk="0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8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Footer Placeholder 4">
            <a:extLst>
              <a:ext uri="{FF2B5EF4-FFF2-40B4-BE49-F238E27FC236}">
                <a16:creationId xmlns:a16="http://schemas.microsoft.com/office/drawing/2014/main" id="{E0A5D175-15F0-4531-9601-9C11334BB9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3000"/>
              </a:lnSpc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GB" altLang="en-US" sz="1400"/>
              <a:t>Copyright McGraw-Hill 2009</a:t>
            </a:r>
          </a:p>
        </p:txBody>
      </p:sp>
      <p:sp>
        <p:nvSpPr>
          <p:cNvPr id="78851" name="Slide Number Placeholder 5">
            <a:extLst>
              <a:ext uri="{FF2B5EF4-FFF2-40B4-BE49-F238E27FC236}">
                <a16:creationId xmlns:a16="http://schemas.microsoft.com/office/drawing/2014/main" id="{8D7F236A-DFC5-4689-9A92-E9BF24C2F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3000"/>
              </a:lnSpc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fld id="{628A617C-B902-409B-B5E8-767D35C9DA0F}" type="slidenum">
              <a:rPr lang="en-GB" altLang="en-US" sz="1400"/>
              <a:pPr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t>37</a:t>
            </a:fld>
            <a:endParaRPr lang="en-GB" altLang="en-US" sz="1400"/>
          </a:p>
        </p:txBody>
      </p:sp>
      <p:sp>
        <p:nvSpPr>
          <p:cNvPr id="78852" name="Rectangle 1">
            <a:extLst>
              <a:ext uri="{FF2B5EF4-FFF2-40B4-BE49-F238E27FC236}">
                <a16:creationId xmlns:a16="http://schemas.microsoft.com/office/drawing/2014/main" id="{06A8D718-58C7-438C-95F0-2AB597814C8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pPr eaLnBrk="1" hangingPunct="1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en-US"/>
              <a:t>Quantum Mechanics</a:t>
            </a:r>
          </a:p>
        </p:txBody>
      </p:sp>
      <p:sp>
        <p:nvSpPr>
          <p:cNvPr id="78853" name="Rectangle 2">
            <a:extLst>
              <a:ext uri="{FF2B5EF4-FFF2-40B4-BE49-F238E27FC236}">
                <a16:creationId xmlns:a16="http://schemas.microsoft.com/office/drawing/2014/main" id="{D450EDC5-FB5F-4C1B-B589-270CB195D4D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7772400" cy="4114800"/>
          </a:xfrm>
        </p:spPr>
        <p:txBody>
          <a:bodyPr/>
          <a:lstStyle/>
          <a:p>
            <a:pPr eaLnBrk="1" hangingPunct="1">
              <a:lnSpc>
                <a:spcPct val="100000"/>
              </a:lnSpc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en-US"/>
              <a:t>Scientists yearned to understand exactly where electrons are in an atom. </a:t>
            </a:r>
          </a:p>
          <a:p>
            <a:pPr eaLnBrk="1" hangingPunct="1">
              <a:lnSpc>
                <a:spcPct val="100000"/>
              </a:lnSpc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en-US"/>
              <a:t>Heisenberg’s uncertainty principle mathematically described the position and velocity of an electron. The more you know about one, the less you are sure about the other quantity. 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Footer Placeholder 4">
            <a:extLst>
              <a:ext uri="{FF2B5EF4-FFF2-40B4-BE49-F238E27FC236}">
                <a16:creationId xmlns:a16="http://schemas.microsoft.com/office/drawing/2014/main" id="{1E8EB0AD-303E-4104-966B-329918A710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3000"/>
              </a:lnSpc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GB" altLang="en-US" sz="1400"/>
              <a:t>Copyright McGraw-Hill 2009</a:t>
            </a:r>
          </a:p>
        </p:txBody>
      </p:sp>
      <p:sp>
        <p:nvSpPr>
          <p:cNvPr id="80899" name="Slide Number Placeholder 5">
            <a:extLst>
              <a:ext uri="{FF2B5EF4-FFF2-40B4-BE49-F238E27FC236}">
                <a16:creationId xmlns:a16="http://schemas.microsoft.com/office/drawing/2014/main" id="{2585ACEC-901D-4B5E-9E0E-7DDAFDAB2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3000"/>
              </a:lnSpc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fld id="{CC65F3E9-D492-43FF-B40D-EEB9DAFA6D68}" type="slidenum">
              <a:rPr lang="en-GB" altLang="en-US" sz="1400"/>
              <a:pPr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t>38</a:t>
            </a:fld>
            <a:endParaRPr lang="en-GB" altLang="en-US" sz="1400"/>
          </a:p>
        </p:txBody>
      </p:sp>
      <p:sp>
        <p:nvSpPr>
          <p:cNvPr id="80900" name="Rectangle 1">
            <a:extLst>
              <a:ext uri="{FF2B5EF4-FFF2-40B4-BE49-F238E27FC236}">
                <a16:creationId xmlns:a16="http://schemas.microsoft.com/office/drawing/2014/main" id="{5F1C2BD9-55C3-4C62-9552-7D79A6BB2C6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pPr eaLnBrk="1" hangingPunct="1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en-US"/>
              <a:t>Quantum Mechanics</a:t>
            </a:r>
          </a:p>
        </p:txBody>
      </p:sp>
      <p:sp>
        <p:nvSpPr>
          <p:cNvPr id="80901" name="Rectangle 2">
            <a:extLst>
              <a:ext uri="{FF2B5EF4-FFF2-40B4-BE49-F238E27FC236}">
                <a16:creationId xmlns:a16="http://schemas.microsoft.com/office/drawing/2014/main" id="{C29BACC7-F795-4E51-A5D2-16C401A536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7772400" cy="41148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en-US" dirty="0"/>
              <a:t>Heisenberg disproved Bohr’s model of defined orbits for electrons </a:t>
            </a:r>
          </a:p>
          <a:p>
            <a:pPr eaLnBrk="1" hangingPunct="1">
              <a:lnSpc>
                <a:spcPct val="90000"/>
              </a:lnSpc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en-US" dirty="0"/>
              <a:t>Bohr’s theory did not provide a clear description </a:t>
            </a:r>
          </a:p>
          <a:p>
            <a:pPr eaLnBrk="1" hangingPunct="1">
              <a:lnSpc>
                <a:spcPct val="90000"/>
              </a:lnSpc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en-US" dirty="0">
                <a:solidFill>
                  <a:schemeClr val="accent2"/>
                </a:solidFill>
              </a:rPr>
              <a:t>Erwin Schr</a:t>
            </a:r>
            <a:r>
              <a:rPr lang="en-GB" altLang="en-US" dirty="0">
                <a:solidFill>
                  <a:schemeClr val="accent2"/>
                </a:solidFill>
                <a:cs typeface="Arial" panose="020B0604020202020204" pitchFamily="34" charset="0"/>
              </a:rPr>
              <a:t>ö</a:t>
            </a:r>
            <a:r>
              <a:rPr lang="en-GB" altLang="en-US" dirty="0">
                <a:solidFill>
                  <a:schemeClr val="accent2"/>
                </a:solidFill>
              </a:rPr>
              <a:t>dinger, derived a complex mathematical formula to incorporate wave and particle characteristics </a:t>
            </a:r>
          </a:p>
          <a:p>
            <a:pPr eaLnBrk="1" hangingPunct="1">
              <a:lnSpc>
                <a:spcPct val="90000"/>
              </a:lnSpc>
              <a:buFont typeface="Arial" panose="020B0604020202020204" pitchFamily="34" charset="0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GB" altLang="en-US"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Footer Placeholder 4">
            <a:extLst>
              <a:ext uri="{FF2B5EF4-FFF2-40B4-BE49-F238E27FC236}">
                <a16:creationId xmlns:a16="http://schemas.microsoft.com/office/drawing/2014/main" id="{731E3CE3-A5A2-4405-8F9C-D6383FF640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3000"/>
              </a:lnSpc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GB" altLang="en-US" sz="1400"/>
              <a:t>Copyright McGraw-Hill 2009</a:t>
            </a:r>
          </a:p>
        </p:txBody>
      </p:sp>
      <p:sp>
        <p:nvSpPr>
          <p:cNvPr id="82947" name="Slide Number Placeholder 5">
            <a:extLst>
              <a:ext uri="{FF2B5EF4-FFF2-40B4-BE49-F238E27FC236}">
                <a16:creationId xmlns:a16="http://schemas.microsoft.com/office/drawing/2014/main" id="{67110580-C09C-4AAC-A198-93697BF19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3000"/>
              </a:lnSpc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fld id="{92755D0B-8C81-4F52-8F6D-43ACD3F7595A}" type="slidenum">
              <a:rPr lang="en-GB" altLang="en-US" sz="1400"/>
              <a:pPr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t>39</a:t>
            </a:fld>
            <a:endParaRPr lang="en-GB" altLang="en-US" sz="1400"/>
          </a:p>
        </p:txBody>
      </p:sp>
      <p:sp>
        <p:nvSpPr>
          <p:cNvPr id="35841" name="Rectangle 1">
            <a:extLst>
              <a:ext uri="{FF2B5EF4-FFF2-40B4-BE49-F238E27FC236}">
                <a16:creationId xmlns:a16="http://schemas.microsoft.com/office/drawing/2014/main" id="{1D3C6E46-EA21-40AA-B784-B1E7F80C6D80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685800" y="1981200"/>
            <a:ext cx="7772400" cy="4114800"/>
          </a:xfrm>
        </p:spPr>
        <p:txBody>
          <a:bodyPr anchor="t"/>
          <a:lstStyle/>
          <a:p>
            <a:pPr marL="341313" indent="-341313" algn="l" eaLnBrk="1" hangingPunct="1">
              <a:lnSpc>
                <a:spcPct val="100000"/>
              </a:lnSpc>
              <a:spcBef>
                <a:spcPts val="800"/>
              </a:spcBef>
              <a:buFont typeface="Arial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r>
              <a:rPr lang="en-GB" sz="3200" dirty="0"/>
              <a:t>Quantum mechanics (wave mechanics) </a:t>
            </a:r>
          </a:p>
          <a:p>
            <a:pPr marL="341313" indent="-341313" algn="l" eaLnBrk="1" hangingPunct="1">
              <a:lnSpc>
                <a:spcPct val="100000"/>
              </a:lnSpc>
              <a:spcBef>
                <a:spcPts val="800"/>
              </a:spcBef>
              <a:buFont typeface="Arial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r>
              <a:rPr lang="en-GB" sz="3200" dirty="0"/>
              <a:t>Does not allow us to specify exact location of electrons, we can predict high probability of finding an electron</a:t>
            </a:r>
          </a:p>
          <a:p>
            <a:pPr marL="341313" indent="-341313" algn="l" eaLnBrk="1" hangingPunct="1">
              <a:lnSpc>
                <a:spcPct val="100000"/>
              </a:lnSpc>
              <a:spcBef>
                <a:spcPts val="800"/>
              </a:spcBef>
              <a:buFont typeface="Arial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r>
              <a:rPr lang="en-GB" sz="3200" dirty="0"/>
              <a:t>Use the term </a:t>
            </a:r>
            <a:r>
              <a:rPr lang="en-GB" sz="3200" dirty="0">
                <a:solidFill>
                  <a:schemeClr val="accent2"/>
                </a:solidFill>
              </a:rPr>
              <a:t>atomic orbital </a:t>
            </a:r>
            <a:r>
              <a:rPr lang="en-GB" sz="3200" dirty="0"/>
              <a:t>instead of “orbit” to describe the electron’s position within the atom  </a:t>
            </a:r>
          </a:p>
        </p:txBody>
      </p:sp>
      <p:sp>
        <p:nvSpPr>
          <p:cNvPr id="35842" name="Rectangle 2">
            <a:extLst>
              <a:ext uri="{FF2B5EF4-FFF2-40B4-BE49-F238E27FC236}">
                <a16:creationId xmlns:a16="http://schemas.microsoft.com/office/drawing/2014/main" id="{C497E7D4-9E50-4B65-A5F6-EC2D25434801}"/>
              </a:ext>
            </a:extLst>
          </p:cNvPr>
          <p:cNvSpPr>
            <a:spLocks noGrp="1" noChangeArrowheads="1"/>
          </p:cNvSpPr>
          <p:nvPr>
            <p:ph type="title" idx="1"/>
          </p:nvPr>
        </p:nvSpPr>
        <p:spPr>
          <a:xfrm>
            <a:off x="685800" y="609600"/>
            <a:ext cx="7772400" cy="1143000"/>
          </a:xfrm>
        </p:spPr>
        <p:txBody>
          <a:bodyPr anchor="ctr"/>
          <a:lstStyle/>
          <a:p>
            <a:pPr marL="0" indent="0" algn="ctr" eaLnBrk="1" hangingPunct="1">
              <a:lnSpc>
                <a:spcPct val="100000"/>
              </a:lnSpc>
              <a:spcBef>
                <a:spcPct val="0"/>
              </a:spcBef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GB" sz="4400"/>
              <a:t>Quantum Mechanics 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>
            <a:extLst>
              <a:ext uri="{FF2B5EF4-FFF2-40B4-BE49-F238E27FC236}">
                <a16:creationId xmlns:a16="http://schemas.microsoft.com/office/drawing/2014/main" id="{F354A63E-D65A-4304-82A4-CF6187355FC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76200"/>
            <a:ext cx="7770813" cy="1433513"/>
          </a:xfrm>
        </p:spPr>
        <p:txBody>
          <a:bodyPr/>
          <a:lstStyle/>
          <a:p>
            <a:r>
              <a:rPr lang="en-US" altLang="en-US"/>
              <a:t>The electron as a wave</a:t>
            </a:r>
          </a:p>
        </p:txBody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5CF6C6EC-A49C-49A4-B3A6-F23A8B30FF3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62000" y="1143000"/>
            <a:ext cx="7770813" cy="4113213"/>
          </a:xfrm>
        </p:spPr>
        <p:txBody>
          <a:bodyPr/>
          <a:lstStyle/>
          <a:p>
            <a:pPr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en-US" altLang="en-US"/>
              <a:t>Schr</a:t>
            </a:r>
            <a:r>
              <a:rPr lang="en-US" altLang="en-US">
                <a:cs typeface="Arial" panose="020B0604020202020204" pitchFamily="34" charset="0"/>
              </a:rPr>
              <a:t>ö</a:t>
            </a:r>
            <a:r>
              <a:rPr lang="en-US" altLang="en-US"/>
              <a:t>dinger’s wave equation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None/>
            </a:pPr>
            <a:endParaRPr lang="en-US" altLang="en-US" sz="1000"/>
          </a:p>
          <a:p>
            <a:pPr lvl="1">
              <a:lnSpc>
                <a:spcPct val="90000"/>
              </a:lnSpc>
            </a:pPr>
            <a:r>
              <a:rPr lang="en-US" altLang="en-US"/>
              <a:t>Used to determine the probability of finding the H electron at any given distance from the nucleus</a:t>
            </a:r>
          </a:p>
          <a:p>
            <a:pPr lvl="1">
              <a:lnSpc>
                <a:spcPct val="90000"/>
              </a:lnSpc>
            </a:pPr>
            <a:endParaRPr lang="en-US" altLang="en-US" sz="900"/>
          </a:p>
          <a:p>
            <a:pPr lvl="1">
              <a:lnSpc>
                <a:spcPct val="90000"/>
              </a:lnSpc>
            </a:pPr>
            <a:r>
              <a:rPr lang="en-US" altLang="en-US"/>
              <a:t>Electron best described as a cloud</a:t>
            </a:r>
          </a:p>
          <a:p>
            <a:pPr lvl="2">
              <a:lnSpc>
                <a:spcPct val="90000"/>
              </a:lnSpc>
            </a:pPr>
            <a:r>
              <a:rPr lang="en-US" altLang="en-US"/>
              <a:t>Effectively covers all points at the same time </a:t>
            </a:r>
          </a:p>
          <a:p>
            <a:pPr lvl="2"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en-US" altLang="en-US"/>
              <a:t>	(fan blades)</a:t>
            </a:r>
          </a:p>
        </p:txBody>
      </p:sp>
      <p:pic>
        <p:nvPicPr>
          <p:cNvPr id="166916" name="Picture 4" descr="fan">
            <a:extLst>
              <a:ext uri="{FF2B5EF4-FFF2-40B4-BE49-F238E27FC236}">
                <a16:creationId xmlns:a16="http://schemas.microsoft.com/office/drawing/2014/main" id="{2E0ED88B-79F7-4F7F-83EF-1CEC2E2193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0663" y="5099050"/>
            <a:ext cx="3597275" cy="1522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6917" name="Oval 5">
            <a:extLst>
              <a:ext uri="{FF2B5EF4-FFF2-40B4-BE49-F238E27FC236}">
                <a16:creationId xmlns:a16="http://schemas.microsoft.com/office/drawing/2014/main" id="{848BFE09-7E51-4BF4-91BD-134027C2D9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08300" y="5545138"/>
            <a:ext cx="3390900" cy="985837"/>
          </a:xfrm>
          <a:prstGeom prst="ellipse">
            <a:avLst/>
          </a:prstGeom>
          <a:gradFill rotWithShape="1">
            <a:gsLst>
              <a:gs pos="0">
                <a:schemeClr val="bg1"/>
              </a:gs>
              <a:gs pos="100000">
                <a:srgbClr val="FFCC00">
                  <a:alpha val="35001"/>
                </a:srgbClr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69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69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669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000"/>
                                        <p:tgtEl>
                                          <p:spTgt spid="1669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6917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>
            <a:extLst>
              <a:ext uri="{FF2B5EF4-FFF2-40B4-BE49-F238E27FC236}">
                <a16:creationId xmlns:a16="http://schemas.microsoft.com/office/drawing/2014/main" id="{C3705C3E-ED1F-4ADA-B6D4-8F45BCD6C0A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Quantum Mechanics</a:t>
            </a:r>
          </a:p>
        </p:txBody>
      </p:sp>
      <p:sp>
        <p:nvSpPr>
          <p:cNvPr id="168966" name="Rectangle 6">
            <a:extLst>
              <a:ext uri="{FF2B5EF4-FFF2-40B4-BE49-F238E27FC236}">
                <a16:creationId xmlns:a16="http://schemas.microsoft.com/office/drawing/2014/main" id="{D4B96027-DBDC-41BD-972D-A3AE4AA2C2E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en-US" altLang="en-US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Schrödinger</a:t>
            </a:r>
            <a:r>
              <a:rPr lang="en-US" altLang="en-US" sz="28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en-US" altLang="en-US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Wave Equation</a:t>
            </a:r>
            <a:r>
              <a:rPr lang="en-US" altLang="en-US" dirty="0"/>
              <a:t> </a:t>
            </a:r>
            <a:r>
              <a:rPr lang="en-US" altLang="en-US" sz="2400" dirty="0"/>
              <a:t>(1926)</a:t>
            </a:r>
            <a:endParaRPr lang="en-US" altLang="en-US" sz="2400" b="1" dirty="0"/>
          </a:p>
          <a:p>
            <a:pPr lvl="1">
              <a:spcBef>
                <a:spcPct val="40000"/>
              </a:spcBef>
              <a:defRPr/>
            </a:pPr>
            <a:r>
              <a:rPr lang="en-US" altLang="en-US" dirty="0"/>
              <a:t>finite # of solutions </a:t>
            </a:r>
            <a:r>
              <a:rPr lang="en-US" altLang="en-US" dirty="0">
                <a:sym typeface="Symbol" panose="05050102010706020507" pitchFamily="18" charset="2"/>
              </a:rPr>
              <a:t></a:t>
            </a:r>
            <a:r>
              <a:rPr lang="en-US" altLang="en-US" dirty="0"/>
              <a:t> </a:t>
            </a:r>
            <a:r>
              <a:rPr lang="en-US" altLang="en-US" i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quantized</a:t>
            </a:r>
            <a:r>
              <a:rPr lang="en-US" altLang="en-US" dirty="0"/>
              <a:t> energy levels</a:t>
            </a:r>
          </a:p>
          <a:p>
            <a:pPr lvl="1">
              <a:spcBef>
                <a:spcPct val="40000"/>
              </a:spcBef>
              <a:defRPr/>
            </a:pPr>
            <a:r>
              <a:rPr lang="en-US" altLang="en-US" b="1" u="sng" dirty="0"/>
              <a:t>Related </a:t>
            </a:r>
            <a:r>
              <a:rPr lang="en-US" altLang="en-US" dirty="0"/>
              <a:t>(but not quite the same) to the </a:t>
            </a:r>
            <a:r>
              <a:rPr lang="en-US" altLang="en-US" i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probability</a:t>
            </a:r>
            <a:r>
              <a:rPr lang="en-US" altLang="en-US" dirty="0"/>
              <a:t> of finding an electron</a:t>
            </a:r>
          </a:p>
          <a:p>
            <a:pPr lvl="1">
              <a:spcBef>
                <a:spcPct val="40000"/>
              </a:spcBef>
              <a:defRPr/>
            </a:pPr>
            <a:r>
              <a:rPr lang="en-US" altLang="en-US" dirty="0"/>
              <a:t>Comes in many different forms - one example:</a:t>
            </a:r>
            <a:endParaRPr lang="en-US" altLang="en-US" baseline="30000" dirty="0"/>
          </a:p>
          <a:p>
            <a:pPr lvl="1">
              <a:defRPr/>
            </a:pPr>
            <a:endParaRPr lang="en-US" altLang="en-US" dirty="0"/>
          </a:p>
        </p:txBody>
      </p:sp>
      <p:sp>
        <p:nvSpPr>
          <p:cNvPr id="87044" name="Rectangle 7">
            <a:extLst>
              <a:ext uri="{FF2B5EF4-FFF2-40B4-BE49-F238E27FC236}">
                <a16:creationId xmlns:a16="http://schemas.microsoft.com/office/drawing/2014/main" id="{93D52041-4F2D-418B-98D8-19F2CD66B7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8750" y="6554788"/>
            <a:ext cx="3713163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en-US" sz="800">
                <a:solidFill>
                  <a:schemeClr val="tx1"/>
                </a:solidFill>
              </a:rPr>
              <a:t>Courtesy Christy Johannesson www.nisd.net/communicationsarts/pages/chem</a:t>
            </a:r>
          </a:p>
          <a:p>
            <a:pPr eaLnBrk="1" hangingPunct="1">
              <a:lnSpc>
                <a:spcPct val="100000"/>
              </a:lnSpc>
              <a:buClrTx/>
              <a:buSzTx/>
              <a:buFontTx/>
              <a:buNone/>
            </a:pPr>
            <a:endParaRPr lang="en-US" altLang="en-US" sz="800">
              <a:solidFill>
                <a:schemeClr val="tx1"/>
              </a:solidFill>
            </a:endParaRPr>
          </a:p>
        </p:txBody>
      </p:sp>
      <p:pic>
        <p:nvPicPr>
          <p:cNvPr id="87045" name="Picture 8" descr="Portrait of Schrodinger">
            <a:hlinkClick r:id="rId4" tooltip="Wikipedia - Erwin  S C H R O D I N G E R"/>
            <a:extLst>
              <a:ext uri="{FF2B5EF4-FFF2-40B4-BE49-F238E27FC236}">
                <a16:creationId xmlns:a16="http://schemas.microsoft.com/office/drawing/2014/main" id="{895FDF9A-051C-4676-9789-565C14E0E5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7638" y="322263"/>
            <a:ext cx="974725" cy="127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7046" name="Text Box 9">
            <a:extLst>
              <a:ext uri="{FF2B5EF4-FFF2-40B4-BE49-F238E27FC236}">
                <a16:creationId xmlns:a16="http://schemas.microsoft.com/office/drawing/2014/main" id="{06EDAE40-3DF0-4EBA-A2B3-B35F20E612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66038" y="1604963"/>
            <a:ext cx="12223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en-US" sz="1000">
                <a:solidFill>
                  <a:schemeClr val="tx1"/>
                </a:solidFill>
              </a:rPr>
              <a:t>Erwin Schrödinger</a:t>
            </a:r>
          </a:p>
          <a:p>
            <a:pPr algn="ctr" eaLnBrk="1" hangingPunct="1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en-US" sz="1000">
                <a:solidFill>
                  <a:schemeClr val="tx1"/>
                </a:solidFill>
              </a:rPr>
              <a:t>~1926</a:t>
            </a:r>
          </a:p>
        </p:txBody>
      </p:sp>
      <p:graphicFrame>
        <p:nvGraphicFramePr>
          <p:cNvPr id="168970" name="Object 10">
            <a:extLst>
              <a:ext uri="{FF2B5EF4-FFF2-40B4-BE49-F238E27FC236}">
                <a16:creationId xmlns:a16="http://schemas.microsoft.com/office/drawing/2014/main" id="{BADFE8E2-7234-4088-9E5D-E26D9BB9814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38200" y="5105400"/>
          <a:ext cx="7543800" cy="968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778000" imgH="228600" progId="Equation.3">
                  <p:embed/>
                </p:oleObj>
              </mc:Choice>
              <mc:Fallback>
                <p:oleObj name="Equation" r:id="rId6" imgW="1778000" imgH="2286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5105400"/>
                        <a:ext cx="7543800" cy="968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dissolv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2" name="Rectangle 4">
            <a:extLst>
              <a:ext uri="{FF2B5EF4-FFF2-40B4-BE49-F238E27FC236}">
                <a16:creationId xmlns:a16="http://schemas.microsoft.com/office/drawing/2014/main" id="{E18DD146-5B68-4606-B8BB-637AA33B8CC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84225" y="41770"/>
            <a:ext cx="7770813" cy="1433513"/>
          </a:xfrm>
        </p:spPr>
        <p:txBody>
          <a:bodyPr/>
          <a:lstStyle/>
          <a:p>
            <a:r>
              <a:rPr lang="en-US" altLang="en-US" dirty="0"/>
              <a:t>Quantum Mechanics</a:t>
            </a:r>
          </a:p>
        </p:txBody>
      </p:sp>
      <p:sp>
        <p:nvSpPr>
          <p:cNvPr id="171013" name="Rectangle 5">
            <a:extLst>
              <a:ext uri="{FF2B5EF4-FFF2-40B4-BE49-F238E27FC236}">
                <a16:creationId xmlns:a16="http://schemas.microsoft.com/office/drawing/2014/main" id="{255B6633-C124-4479-B183-536E240AD04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64951" y="1129481"/>
            <a:ext cx="8871545" cy="1795463"/>
          </a:xfrm>
        </p:spPr>
        <p:txBody>
          <a:bodyPr/>
          <a:lstStyle/>
          <a:p>
            <a:r>
              <a:rPr lang="en-US" altLang="en-US" b="1" dirty="0"/>
              <a:t>Orbital </a:t>
            </a:r>
            <a:r>
              <a:rPr lang="en-US" altLang="en-US" dirty="0"/>
              <a:t>(“electron cloud”)</a:t>
            </a:r>
          </a:p>
          <a:p>
            <a:pPr lvl="1">
              <a:spcBef>
                <a:spcPct val="40000"/>
              </a:spcBef>
            </a:pPr>
            <a:r>
              <a:rPr lang="en-US" altLang="en-US" dirty="0"/>
              <a:t>Orbitals (</a:t>
            </a:r>
            <a:r>
              <a:rPr lang="el-GR" altLang="en-US" dirty="0"/>
              <a:t>Ψ</a:t>
            </a:r>
            <a:r>
              <a:rPr lang="en-US" altLang="en-US" dirty="0"/>
              <a:t>) are the wave functions </a:t>
            </a:r>
          </a:p>
          <a:p>
            <a:pPr lvl="1">
              <a:spcBef>
                <a:spcPct val="40000"/>
              </a:spcBef>
            </a:pPr>
            <a:r>
              <a:rPr lang="en-US" altLang="en-US" dirty="0"/>
              <a:t>Probability density (</a:t>
            </a:r>
            <a:r>
              <a:rPr lang="el-GR" altLang="en-US" dirty="0"/>
              <a:t>Ψ</a:t>
            </a:r>
            <a:r>
              <a:rPr lang="en-GB" altLang="en-US" baseline="30000" dirty="0"/>
              <a:t>2</a:t>
            </a:r>
            <a:r>
              <a:rPr lang="en-US" altLang="en-US" dirty="0"/>
              <a:t>) </a:t>
            </a:r>
          </a:p>
          <a:p>
            <a:pPr lvl="1">
              <a:spcBef>
                <a:spcPct val="40000"/>
              </a:spcBef>
            </a:pPr>
            <a:r>
              <a:rPr lang="en-US" altLang="en-US" dirty="0"/>
              <a:t>Orbital, related to the region in space where there is &gt;90% probability of finding an electron</a:t>
            </a:r>
          </a:p>
        </p:txBody>
      </p:sp>
      <p:sp>
        <p:nvSpPr>
          <p:cNvPr id="89094" name="Rectangle 6">
            <a:extLst>
              <a:ext uri="{FF2B5EF4-FFF2-40B4-BE49-F238E27FC236}">
                <a16:creationId xmlns:a16="http://schemas.microsoft.com/office/drawing/2014/main" id="{196E9590-1E20-41B1-8708-DA66F5C496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8750" y="6554788"/>
            <a:ext cx="3713163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en-US" sz="800">
                <a:solidFill>
                  <a:schemeClr val="tx1"/>
                </a:solidFill>
              </a:rPr>
              <a:t>Courtesy Christy Johannesson www.nisd.net/communicationsarts/pages/chem</a:t>
            </a:r>
          </a:p>
          <a:p>
            <a:pPr eaLnBrk="1" hangingPunct="1">
              <a:lnSpc>
                <a:spcPct val="100000"/>
              </a:lnSpc>
              <a:buClrTx/>
              <a:buSzTx/>
              <a:buFontTx/>
              <a:buNone/>
            </a:pPr>
            <a:endParaRPr lang="en-US" altLang="en-US" sz="800">
              <a:solidFill>
                <a:schemeClr val="tx1"/>
              </a:solidFill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784225" y="3933056"/>
            <a:ext cx="7383463" cy="3140075"/>
            <a:chOff x="784225" y="3573016"/>
            <a:chExt cx="7383463" cy="3140075"/>
          </a:xfrm>
        </p:grpSpPr>
        <p:sp>
          <p:nvSpPr>
            <p:cNvPr id="89090" name="Rectangle 2">
              <a:extLst>
                <a:ext uri="{FF2B5EF4-FFF2-40B4-BE49-F238E27FC236}">
                  <a16:creationId xmlns:a16="http://schemas.microsoft.com/office/drawing/2014/main" id="{BBD8DE96-50C8-4402-AB33-F68238E324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1513" y="3573016"/>
              <a:ext cx="3614737" cy="2600325"/>
            </a:xfrm>
            <a:prstGeom prst="rect">
              <a:avLst/>
            </a:prstGeom>
            <a:solidFill>
              <a:srgbClr val="DDDDDD"/>
            </a:solidFill>
            <a:ln w="158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3000"/>
                </a:lnSpc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93000"/>
                </a:lnSpc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93000"/>
                </a:lnSpc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93000"/>
                </a:lnSpc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93000"/>
                </a:lnSpc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</a:defRPr>
              </a:lvl5pPr>
              <a:lvl6pPr marL="2514600" indent="-228600" defTabSz="457200" eaLnBrk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</a:defRPr>
              </a:lvl6pPr>
              <a:lvl7pPr marL="2971800" indent="-228600" defTabSz="457200" eaLnBrk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</a:defRPr>
              </a:lvl7pPr>
              <a:lvl8pPr marL="3429000" indent="-228600" defTabSz="457200" eaLnBrk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</a:defRPr>
              </a:lvl8pPr>
              <a:lvl9pPr marL="3886200" indent="-228600" defTabSz="457200" eaLnBrk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89091" name="Rectangle 3">
              <a:extLst>
                <a:ext uri="{FF2B5EF4-FFF2-40B4-BE49-F238E27FC236}">
                  <a16:creationId xmlns:a16="http://schemas.microsoft.com/office/drawing/2014/main" id="{87595AFD-6C3F-45A9-AC45-0674A7CAAD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29200" y="3810000"/>
              <a:ext cx="2971800" cy="18288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3000"/>
                </a:lnSpc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93000"/>
                </a:lnSpc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93000"/>
                </a:lnSpc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93000"/>
                </a:lnSpc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93000"/>
                </a:lnSpc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</a:defRPr>
              </a:lvl5pPr>
              <a:lvl6pPr marL="2514600" indent="-228600" defTabSz="457200" eaLnBrk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</a:defRPr>
              </a:lvl6pPr>
              <a:lvl7pPr marL="2971800" indent="-228600" defTabSz="457200" eaLnBrk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</a:defRPr>
              </a:lvl7pPr>
              <a:lvl8pPr marL="3429000" indent="-228600" defTabSz="457200" eaLnBrk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</a:defRPr>
              </a:lvl8pPr>
              <a:lvl9pPr marL="3886200" indent="-228600" defTabSz="457200" eaLnBrk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89095" name="Freeform 7">
              <a:extLst>
                <a:ext uri="{FF2B5EF4-FFF2-40B4-BE49-F238E27FC236}">
                  <a16:creationId xmlns:a16="http://schemas.microsoft.com/office/drawing/2014/main" id="{73A9C39D-EDD3-4DBB-9593-3029A41490E3}"/>
                </a:ext>
              </a:extLst>
            </p:cNvPr>
            <p:cNvSpPr>
              <a:spLocks/>
            </p:cNvSpPr>
            <p:nvPr/>
          </p:nvSpPr>
          <p:spPr bwMode="auto">
            <a:xfrm>
              <a:off x="5038725" y="4264025"/>
              <a:ext cx="3038475" cy="1365250"/>
            </a:xfrm>
            <a:custGeom>
              <a:avLst/>
              <a:gdLst>
                <a:gd name="T0" fmla="*/ 0 w 1914"/>
                <a:gd name="T1" fmla="*/ 1365250 h 860"/>
                <a:gd name="T2" fmla="*/ 104775 w 1914"/>
                <a:gd name="T3" fmla="*/ 1192213 h 860"/>
                <a:gd name="T4" fmla="*/ 298450 w 1914"/>
                <a:gd name="T5" fmla="*/ 515938 h 860"/>
                <a:gd name="T6" fmla="*/ 642938 w 1914"/>
                <a:gd name="T7" fmla="*/ 1588 h 860"/>
                <a:gd name="T8" fmla="*/ 1203325 w 1914"/>
                <a:gd name="T9" fmla="*/ 522288 h 860"/>
                <a:gd name="T10" fmla="*/ 1519238 w 1914"/>
                <a:gd name="T11" fmla="*/ 854075 h 860"/>
                <a:gd name="T12" fmla="*/ 1947863 w 1914"/>
                <a:gd name="T13" fmla="*/ 1150938 h 860"/>
                <a:gd name="T14" fmla="*/ 2432050 w 1914"/>
                <a:gd name="T15" fmla="*/ 1293813 h 860"/>
                <a:gd name="T16" fmla="*/ 3038475 w 1914"/>
                <a:gd name="T17" fmla="*/ 1350963 h 86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914" h="860">
                  <a:moveTo>
                    <a:pt x="0" y="860"/>
                  </a:moveTo>
                  <a:cubicBezTo>
                    <a:pt x="11" y="842"/>
                    <a:pt x="35" y="840"/>
                    <a:pt x="66" y="751"/>
                  </a:cubicBezTo>
                  <a:cubicBezTo>
                    <a:pt x="97" y="662"/>
                    <a:pt x="132" y="450"/>
                    <a:pt x="188" y="325"/>
                  </a:cubicBezTo>
                  <a:cubicBezTo>
                    <a:pt x="244" y="200"/>
                    <a:pt x="310" y="0"/>
                    <a:pt x="405" y="1"/>
                  </a:cubicBezTo>
                  <a:cubicBezTo>
                    <a:pt x="500" y="2"/>
                    <a:pt x="666" y="240"/>
                    <a:pt x="758" y="329"/>
                  </a:cubicBezTo>
                  <a:cubicBezTo>
                    <a:pt x="850" y="418"/>
                    <a:pt x="879" y="472"/>
                    <a:pt x="957" y="538"/>
                  </a:cubicBezTo>
                  <a:cubicBezTo>
                    <a:pt x="1035" y="604"/>
                    <a:pt x="1131" y="679"/>
                    <a:pt x="1227" y="725"/>
                  </a:cubicBezTo>
                  <a:cubicBezTo>
                    <a:pt x="1323" y="771"/>
                    <a:pt x="1418" y="794"/>
                    <a:pt x="1532" y="815"/>
                  </a:cubicBezTo>
                  <a:cubicBezTo>
                    <a:pt x="1646" y="836"/>
                    <a:pt x="1835" y="844"/>
                    <a:pt x="1914" y="851"/>
                  </a:cubicBezTo>
                </a:path>
              </a:pathLst>
            </a:custGeom>
            <a:noFill/>
            <a:ln w="190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89096" name="Line 8">
              <a:extLst>
                <a:ext uri="{FF2B5EF4-FFF2-40B4-BE49-F238E27FC236}">
                  <a16:creationId xmlns:a16="http://schemas.microsoft.com/office/drawing/2014/main" id="{64B81F30-74C9-42ED-83CC-46E222775C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29200" y="3795713"/>
              <a:ext cx="4763" cy="18430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89097" name="Line 9">
              <a:extLst>
                <a:ext uri="{FF2B5EF4-FFF2-40B4-BE49-F238E27FC236}">
                  <a16:creationId xmlns:a16="http://schemas.microsoft.com/office/drawing/2014/main" id="{DDFFF984-CCAF-4399-8122-89E970FCA7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34038" y="3805238"/>
              <a:ext cx="4762" cy="1828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89098" name="Line 10">
              <a:extLst>
                <a:ext uri="{FF2B5EF4-FFF2-40B4-BE49-F238E27FC236}">
                  <a16:creationId xmlns:a16="http://schemas.microsoft.com/office/drawing/2014/main" id="{646A8910-F027-4EB5-B9F7-BB18D63BE6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48400" y="3800475"/>
              <a:ext cx="0" cy="18383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89099" name="Line 11">
              <a:extLst>
                <a:ext uri="{FF2B5EF4-FFF2-40B4-BE49-F238E27FC236}">
                  <a16:creationId xmlns:a16="http://schemas.microsoft.com/office/drawing/2014/main" id="{FAA2F1E2-4F33-4A57-8E7D-FB2A3A0002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53238" y="3800475"/>
              <a:ext cx="4762" cy="18383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89100" name="Line 12">
              <a:extLst>
                <a:ext uri="{FF2B5EF4-FFF2-40B4-BE49-F238E27FC236}">
                  <a16:creationId xmlns:a16="http://schemas.microsoft.com/office/drawing/2014/main" id="{01A51947-FDAC-4F83-99EC-902F6594FC5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62838" y="3800475"/>
              <a:ext cx="4762" cy="18383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89101" name="Line 13">
              <a:extLst>
                <a:ext uri="{FF2B5EF4-FFF2-40B4-BE49-F238E27FC236}">
                  <a16:creationId xmlns:a16="http://schemas.microsoft.com/office/drawing/2014/main" id="{A89F8A72-1918-4B63-B94F-2BBF739AE01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29200" y="5181600"/>
              <a:ext cx="29718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89102" name="Line 14">
              <a:extLst>
                <a:ext uri="{FF2B5EF4-FFF2-40B4-BE49-F238E27FC236}">
                  <a16:creationId xmlns:a16="http://schemas.microsoft.com/office/drawing/2014/main" id="{875528D4-F4EC-4A7E-9237-07659C92D2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29200" y="4724400"/>
              <a:ext cx="29718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89103" name="Line 15">
              <a:extLst>
                <a:ext uri="{FF2B5EF4-FFF2-40B4-BE49-F238E27FC236}">
                  <a16:creationId xmlns:a16="http://schemas.microsoft.com/office/drawing/2014/main" id="{2B261801-A3B1-4BAA-A1A2-6742733DBD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29200" y="4267200"/>
              <a:ext cx="29718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89104" name="Line 16">
              <a:extLst>
                <a:ext uri="{FF2B5EF4-FFF2-40B4-BE49-F238E27FC236}">
                  <a16:creationId xmlns:a16="http://schemas.microsoft.com/office/drawing/2014/main" id="{D196301B-1434-4EA4-B0BD-8FAA28DEBA2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29200" y="3810000"/>
              <a:ext cx="29718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89105" name="Text Box 17">
              <a:extLst>
                <a:ext uri="{FF2B5EF4-FFF2-40B4-BE49-F238E27FC236}">
                  <a16:creationId xmlns:a16="http://schemas.microsoft.com/office/drawing/2014/main" id="{62B91629-56AD-42A5-B8CA-28623B7906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65725" y="3588321"/>
              <a:ext cx="2160588" cy="2444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3000"/>
                </a:lnSpc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93000"/>
                </a:lnSpc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93000"/>
                </a:lnSpc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93000"/>
                </a:lnSpc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93000"/>
                </a:lnSpc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</a:defRPr>
              </a:lvl5pPr>
              <a:lvl6pPr marL="2514600" indent="-228600" defTabSz="457200" eaLnBrk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</a:defRPr>
              </a:lvl6pPr>
              <a:lvl7pPr marL="2971800" indent="-228600" defTabSz="457200" eaLnBrk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</a:defRPr>
              </a:lvl7pPr>
              <a:lvl8pPr marL="3429000" indent="-228600" defTabSz="457200" eaLnBrk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</a:defRPr>
              </a:lvl8pPr>
              <a:lvl9pPr marL="3886200" indent="-228600" defTabSz="457200" eaLnBrk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n-US" altLang="en-US" sz="1000" b="1">
                  <a:solidFill>
                    <a:schemeClr val="tx1"/>
                  </a:solidFill>
                </a:rPr>
                <a:t>Electron Probability vs. Distance</a:t>
              </a:r>
            </a:p>
          </p:txBody>
        </p:sp>
        <p:sp>
          <p:nvSpPr>
            <p:cNvPr id="89106" name="Text Box 18">
              <a:extLst>
                <a:ext uri="{FF2B5EF4-FFF2-40B4-BE49-F238E27FC236}">
                  <a16:creationId xmlns:a16="http://schemas.microsoft.com/office/drawing/2014/main" id="{30A62B5B-4916-40AA-BCA7-7402D47E874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5400000">
              <a:off x="3921126" y="4678933"/>
              <a:ext cx="1511300" cy="2444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3000"/>
                </a:lnSpc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93000"/>
                </a:lnSpc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93000"/>
                </a:lnSpc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93000"/>
                </a:lnSpc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93000"/>
                </a:lnSpc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</a:defRPr>
              </a:lvl5pPr>
              <a:lvl6pPr marL="2514600" indent="-228600" defTabSz="457200" eaLnBrk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</a:defRPr>
              </a:lvl6pPr>
              <a:lvl7pPr marL="2971800" indent="-228600" defTabSz="457200" eaLnBrk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</a:defRPr>
              </a:lvl7pPr>
              <a:lvl8pPr marL="3429000" indent="-228600" defTabSz="457200" eaLnBrk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</a:defRPr>
              </a:lvl8pPr>
              <a:lvl9pPr marL="3886200" indent="-228600" defTabSz="457200" eaLnBrk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n-US" altLang="en-US" sz="1000">
                  <a:solidFill>
                    <a:schemeClr val="tx1"/>
                  </a:solidFill>
                </a:rPr>
                <a:t>Electron Probability (%)</a:t>
              </a:r>
            </a:p>
          </p:txBody>
        </p:sp>
        <p:sp>
          <p:nvSpPr>
            <p:cNvPr id="89107" name="Text Box 19">
              <a:extLst>
                <a:ext uri="{FF2B5EF4-FFF2-40B4-BE49-F238E27FC236}">
                  <a16:creationId xmlns:a16="http://schemas.microsoft.com/office/drawing/2014/main" id="{D100104B-1E6A-4902-B34E-6A5668355B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70525" y="5932041"/>
              <a:ext cx="1970088" cy="2444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3000"/>
                </a:lnSpc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93000"/>
                </a:lnSpc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93000"/>
                </a:lnSpc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93000"/>
                </a:lnSpc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93000"/>
                </a:lnSpc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</a:defRPr>
              </a:lvl5pPr>
              <a:lvl6pPr marL="2514600" indent="-228600" defTabSz="457200" eaLnBrk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</a:defRPr>
              </a:lvl6pPr>
              <a:lvl7pPr marL="2971800" indent="-228600" defTabSz="457200" eaLnBrk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</a:defRPr>
              </a:lvl7pPr>
              <a:lvl8pPr marL="3429000" indent="-228600" defTabSz="457200" eaLnBrk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</a:defRPr>
              </a:lvl8pPr>
              <a:lvl9pPr marL="3886200" indent="-228600" defTabSz="457200" eaLnBrk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n-US" altLang="en-US" sz="1000">
                  <a:solidFill>
                    <a:schemeClr val="tx1"/>
                  </a:solidFill>
                </a:rPr>
                <a:t>Distance from the Nucleus (pm)</a:t>
              </a:r>
            </a:p>
          </p:txBody>
        </p:sp>
        <p:sp>
          <p:nvSpPr>
            <p:cNvPr id="89108" name="Text Box 20">
              <a:extLst>
                <a:ext uri="{FF2B5EF4-FFF2-40B4-BE49-F238E27FC236}">
                  <a16:creationId xmlns:a16="http://schemas.microsoft.com/office/drawing/2014/main" id="{BBBC6A68-0E92-4E28-8FC0-6B4FE0EA8C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53138" y="5638800"/>
              <a:ext cx="395287" cy="2444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3000"/>
                </a:lnSpc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93000"/>
                </a:lnSpc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93000"/>
                </a:lnSpc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93000"/>
                </a:lnSpc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93000"/>
                </a:lnSpc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</a:defRPr>
              </a:lvl5pPr>
              <a:lvl6pPr marL="2514600" indent="-228600" defTabSz="457200" eaLnBrk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</a:defRPr>
              </a:lvl6pPr>
              <a:lvl7pPr marL="2971800" indent="-228600" defTabSz="457200" eaLnBrk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</a:defRPr>
              </a:lvl7pPr>
              <a:lvl8pPr marL="3429000" indent="-228600" defTabSz="457200" eaLnBrk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</a:defRPr>
              </a:lvl8pPr>
              <a:lvl9pPr marL="3886200" indent="-228600" defTabSz="457200" eaLnBrk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n-US" altLang="en-US" sz="1000">
                  <a:solidFill>
                    <a:schemeClr val="tx1"/>
                  </a:solidFill>
                </a:rPr>
                <a:t>100</a:t>
              </a:r>
            </a:p>
          </p:txBody>
        </p:sp>
        <p:sp>
          <p:nvSpPr>
            <p:cNvPr id="89109" name="Text Box 21">
              <a:extLst>
                <a:ext uri="{FF2B5EF4-FFF2-40B4-BE49-F238E27FC236}">
                  <a16:creationId xmlns:a16="http://schemas.microsoft.com/office/drawing/2014/main" id="{93199A7E-B1E3-42AE-AD1B-B7A1135EAAD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62738" y="5638800"/>
              <a:ext cx="395287" cy="2444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3000"/>
                </a:lnSpc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93000"/>
                </a:lnSpc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93000"/>
                </a:lnSpc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93000"/>
                </a:lnSpc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93000"/>
                </a:lnSpc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</a:defRPr>
              </a:lvl5pPr>
              <a:lvl6pPr marL="2514600" indent="-228600" defTabSz="457200" eaLnBrk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</a:defRPr>
              </a:lvl6pPr>
              <a:lvl7pPr marL="2971800" indent="-228600" defTabSz="457200" eaLnBrk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</a:defRPr>
              </a:lvl7pPr>
              <a:lvl8pPr marL="3429000" indent="-228600" defTabSz="457200" eaLnBrk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</a:defRPr>
              </a:lvl8pPr>
              <a:lvl9pPr marL="3886200" indent="-228600" defTabSz="457200" eaLnBrk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n-US" altLang="en-US" sz="1000">
                  <a:solidFill>
                    <a:schemeClr val="tx1"/>
                  </a:solidFill>
                </a:rPr>
                <a:t>150</a:t>
              </a:r>
            </a:p>
          </p:txBody>
        </p:sp>
        <p:sp>
          <p:nvSpPr>
            <p:cNvPr id="89110" name="Text Box 22">
              <a:extLst>
                <a:ext uri="{FF2B5EF4-FFF2-40B4-BE49-F238E27FC236}">
                  <a16:creationId xmlns:a16="http://schemas.microsoft.com/office/drawing/2014/main" id="{45FD4202-A215-4240-BF54-2F830CFCD7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64400" y="5638800"/>
              <a:ext cx="395288" cy="2444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3000"/>
                </a:lnSpc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93000"/>
                </a:lnSpc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93000"/>
                </a:lnSpc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93000"/>
                </a:lnSpc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93000"/>
                </a:lnSpc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</a:defRPr>
              </a:lvl5pPr>
              <a:lvl6pPr marL="2514600" indent="-228600" defTabSz="457200" eaLnBrk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</a:defRPr>
              </a:lvl6pPr>
              <a:lvl7pPr marL="2971800" indent="-228600" defTabSz="457200" eaLnBrk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</a:defRPr>
              </a:lvl7pPr>
              <a:lvl8pPr marL="3429000" indent="-228600" defTabSz="457200" eaLnBrk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</a:defRPr>
              </a:lvl8pPr>
              <a:lvl9pPr marL="3886200" indent="-228600" defTabSz="457200" eaLnBrk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n-US" altLang="en-US" sz="1000">
                  <a:solidFill>
                    <a:schemeClr val="tx1"/>
                  </a:solidFill>
                </a:rPr>
                <a:t>200</a:t>
              </a:r>
            </a:p>
          </p:txBody>
        </p:sp>
        <p:sp>
          <p:nvSpPr>
            <p:cNvPr id="89111" name="Text Box 23">
              <a:extLst>
                <a:ext uri="{FF2B5EF4-FFF2-40B4-BE49-F238E27FC236}">
                  <a16:creationId xmlns:a16="http://schemas.microsoft.com/office/drawing/2014/main" id="{3177B232-CC59-4D1C-B0DE-A1A825FF93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72400" y="5638800"/>
              <a:ext cx="395288" cy="2444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3000"/>
                </a:lnSpc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93000"/>
                </a:lnSpc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93000"/>
                </a:lnSpc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93000"/>
                </a:lnSpc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93000"/>
                </a:lnSpc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</a:defRPr>
              </a:lvl5pPr>
              <a:lvl6pPr marL="2514600" indent="-228600" defTabSz="457200" eaLnBrk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</a:defRPr>
              </a:lvl6pPr>
              <a:lvl7pPr marL="2971800" indent="-228600" defTabSz="457200" eaLnBrk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</a:defRPr>
              </a:lvl7pPr>
              <a:lvl8pPr marL="3429000" indent="-228600" defTabSz="457200" eaLnBrk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</a:defRPr>
              </a:lvl8pPr>
              <a:lvl9pPr marL="3886200" indent="-228600" defTabSz="457200" eaLnBrk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n-US" altLang="en-US" sz="1000">
                  <a:solidFill>
                    <a:schemeClr val="tx1"/>
                  </a:solidFill>
                </a:rPr>
                <a:t>250</a:t>
              </a:r>
            </a:p>
          </p:txBody>
        </p:sp>
        <p:sp>
          <p:nvSpPr>
            <p:cNvPr id="89112" name="Text Box 24">
              <a:extLst>
                <a:ext uri="{FF2B5EF4-FFF2-40B4-BE49-F238E27FC236}">
                  <a16:creationId xmlns:a16="http://schemas.microsoft.com/office/drawing/2014/main" id="{E186E5D0-FC7F-4849-8284-243B3CCEFE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86400" y="5638800"/>
              <a:ext cx="325438" cy="2444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3000"/>
                </a:lnSpc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93000"/>
                </a:lnSpc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93000"/>
                </a:lnSpc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93000"/>
                </a:lnSpc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93000"/>
                </a:lnSpc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</a:defRPr>
              </a:lvl5pPr>
              <a:lvl6pPr marL="2514600" indent="-228600" defTabSz="457200" eaLnBrk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</a:defRPr>
              </a:lvl6pPr>
              <a:lvl7pPr marL="2971800" indent="-228600" defTabSz="457200" eaLnBrk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</a:defRPr>
              </a:lvl7pPr>
              <a:lvl8pPr marL="3429000" indent="-228600" defTabSz="457200" eaLnBrk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</a:defRPr>
              </a:lvl8pPr>
              <a:lvl9pPr marL="3886200" indent="-228600" defTabSz="457200" eaLnBrk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n-US" altLang="en-US" sz="1000">
                  <a:solidFill>
                    <a:schemeClr val="tx1"/>
                  </a:solidFill>
                </a:rPr>
                <a:t>50</a:t>
              </a:r>
            </a:p>
          </p:txBody>
        </p:sp>
        <p:sp>
          <p:nvSpPr>
            <p:cNvPr id="89113" name="Text Box 25">
              <a:extLst>
                <a:ext uri="{FF2B5EF4-FFF2-40B4-BE49-F238E27FC236}">
                  <a16:creationId xmlns:a16="http://schemas.microsoft.com/office/drawing/2014/main" id="{538F70A0-2666-4602-AD89-C1062823C4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10138" y="5638800"/>
              <a:ext cx="254000" cy="2444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3000"/>
                </a:lnSpc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93000"/>
                </a:lnSpc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93000"/>
                </a:lnSpc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93000"/>
                </a:lnSpc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93000"/>
                </a:lnSpc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</a:defRPr>
              </a:lvl5pPr>
              <a:lvl6pPr marL="2514600" indent="-228600" defTabSz="457200" eaLnBrk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</a:defRPr>
              </a:lvl6pPr>
              <a:lvl7pPr marL="2971800" indent="-228600" defTabSz="457200" eaLnBrk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</a:defRPr>
              </a:lvl7pPr>
              <a:lvl8pPr marL="3429000" indent="-228600" defTabSz="457200" eaLnBrk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</a:defRPr>
              </a:lvl8pPr>
              <a:lvl9pPr marL="3886200" indent="-228600" defTabSz="457200" eaLnBrk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n-US" altLang="en-US" sz="100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89114" name="Text Box 26">
              <a:extLst>
                <a:ext uri="{FF2B5EF4-FFF2-40B4-BE49-F238E27FC236}">
                  <a16:creationId xmlns:a16="http://schemas.microsoft.com/office/drawing/2014/main" id="{A6D54D7E-12E5-4032-A9F3-9AD9A2E66E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75200" y="5558408"/>
              <a:ext cx="254000" cy="2444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3000"/>
                </a:lnSpc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93000"/>
                </a:lnSpc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93000"/>
                </a:lnSpc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93000"/>
                </a:lnSpc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93000"/>
                </a:lnSpc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</a:defRPr>
              </a:lvl5pPr>
              <a:lvl6pPr marL="2514600" indent="-228600" defTabSz="457200" eaLnBrk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</a:defRPr>
              </a:lvl6pPr>
              <a:lvl7pPr marL="2971800" indent="-228600" defTabSz="457200" eaLnBrk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</a:defRPr>
              </a:lvl7pPr>
              <a:lvl8pPr marL="3429000" indent="-228600" defTabSz="457200" eaLnBrk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</a:defRPr>
              </a:lvl8pPr>
              <a:lvl9pPr marL="3886200" indent="-228600" defTabSz="457200" eaLnBrk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n-US" altLang="en-US" sz="100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89115" name="Text Box 27">
              <a:extLst>
                <a:ext uri="{FF2B5EF4-FFF2-40B4-BE49-F238E27FC236}">
                  <a16:creationId xmlns:a16="http://schemas.microsoft.com/office/drawing/2014/main" id="{01BE1805-0B59-493E-9B43-AFA6DD8D32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24400" y="5101208"/>
              <a:ext cx="325438" cy="2444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3000"/>
                </a:lnSpc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93000"/>
                </a:lnSpc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93000"/>
                </a:lnSpc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93000"/>
                </a:lnSpc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93000"/>
                </a:lnSpc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</a:defRPr>
              </a:lvl5pPr>
              <a:lvl6pPr marL="2514600" indent="-228600" defTabSz="457200" eaLnBrk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</a:defRPr>
              </a:lvl6pPr>
              <a:lvl7pPr marL="2971800" indent="-228600" defTabSz="457200" eaLnBrk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</a:defRPr>
              </a:lvl7pPr>
              <a:lvl8pPr marL="3429000" indent="-228600" defTabSz="457200" eaLnBrk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</a:defRPr>
              </a:lvl8pPr>
              <a:lvl9pPr marL="3886200" indent="-228600" defTabSz="457200" eaLnBrk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n-US" altLang="en-US" sz="1000">
                  <a:solidFill>
                    <a:schemeClr val="tx1"/>
                  </a:solidFill>
                </a:rPr>
                <a:t>10</a:t>
              </a:r>
            </a:p>
          </p:txBody>
        </p:sp>
        <p:sp>
          <p:nvSpPr>
            <p:cNvPr id="89116" name="Text Box 28">
              <a:extLst>
                <a:ext uri="{FF2B5EF4-FFF2-40B4-BE49-F238E27FC236}">
                  <a16:creationId xmlns:a16="http://schemas.microsoft.com/office/drawing/2014/main" id="{24733BDD-30A9-4272-A553-5036DAEE37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24400" y="4644008"/>
              <a:ext cx="323850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lnSpc>
                  <a:spcPct val="93000"/>
                </a:lnSpc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93000"/>
                </a:lnSpc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93000"/>
                </a:lnSpc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93000"/>
                </a:lnSpc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93000"/>
                </a:lnSpc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</a:defRPr>
              </a:lvl5pPr>
              <a:lvl6pPr marL="2514600" indent="-228600" defTabSz="457200" eaLnBrk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</a:defRPr>
              </a:lvl6pPr>
              <a:lvl7pPr marL="2971800" indent="-228600" defTabSz="457200" eaLnBrk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</a:defRPr>
              </a:lvl7pPr>
              <a:lvl8pPr marL="3429000" indent="-228600" defTabSz="457200" eaLnBrk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</a:defRPr>
              </a:lvl8pPr>
              <a:lvl9pPr marL="3886200" indent="-228600" defTabSz="457200" eaLnBrk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n-US" altLang="en-US" sz="1000">
                  <a:solidFill>
                    <a:schemeClr val="tx1"/>
                  </a:solidFill>
                </a:rPr>
                <a:t>20</a:t>
              </a:r>
            </a:p>
          </p:txBody>
        </p:sp>
        <p:sp>
          <p:nvSpPr>
            <p:cNvPr id="89117" name="Text Box 29">
              <a:extLst>
                <a:ext uri="{FF2B5EF4-FFF2-40B4-BE49-F238E27FC236}">
                  <a16:creationId xmlns:a16="http://schemas.microsoft.com/office/drawing/2014/main" id="{8A9FE94D-9567-4B59-B927-1A56F530B3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24400" y="4186808"/>
              <a:ext cx="325438" cy="2444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3000"/>
                </a:lnSpc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93000"/>
                </a:lnSpc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93000"/>
                </a:lnSpc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93000"/>
                </a:lnSpc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93000"/>
                </a:lnSpc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</a:defRPr>
              </a:lvl5pPr>
              <a:lvl6pPr marL="2514600" indent="-228600" defTabSz="457200" eaLnBrk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</a:defRPr>
              </a:lvl6pPr>
              <a:lvl7pPr marL="2971800" indent="-228600" defTabSz="457200" eaLnBrk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</a:defRPr>
              </a:lvl7pPr>
              <a:lvl8pPr marL="3429000" indent="-228600" defTabSz="457200" eaLnBrk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</a:defRPr>
              </a:lvl8pPr>
              <a:lvl9pPr marL="3886200" indent="-228600" defTabSz="457200" eaLnBrk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n-US" altLang="en-US" sz="1000">
                  <a:solidFill>
                    <a:schemeClr val="tx1"/>
                  </a:solidFill>
                </a:rPr>
                <a:t>30</a:t>
              </a:r>
            </a:p>
          </p:txBody>
        </p:sp>
        <p:sp>
          <p:nvSpPr>
            <p:cNvPr id="89118" name="Text Box 30">
              <a:extLst>
                <a:ext uri="{FF2B5EF4-FFF2-40B4-BE49-F238E27FC236}">
                  <a16:creationId xmlns:a16="http://schemas.microsoft.com/office/drawing/2014/main" id="{1F234BFE-AB34-4AEC-A576-8A7EDA47C9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24400" y="3729608"/>
              <a:ext cx="325438" cy="2444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3000"/>
                </a:lnSpc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93000"/>
                </a:lnSpc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93000"/>
                </a:lnSpc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93000"/>
                </a:lnSpc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93000"/>
                </a:lnSpc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</a:defRPr>
              </a:lvl5pPr>
              <a:lvl6pPr marL="2514600" indent="-228600" defTabSz="457200" eaLnBrk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</a:defRPr>
              </a:lvl6pPr>
              <a:lvl7pPr marL="2971800" indent="-228600" defTabSz="457200" eaLnBrk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</a:defRPr>
              </a:lvl7pPr>
              <a:lvl8pPr marL="3429000" indent="-228600" defTabSz="457200" eaLnBrk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</a:defRPr>
              </a:lvl8pPr>
              <a:lvl9pPr marL="3886200" indent="-228600" defTabSz="457200" eaLnBrk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n-US" altLang="en-US" sz="1000">
                  <a:solidFill>
                    <a:schemeClr val="tx1"/>
                  </a:solidFill>
                </a:rPr>
                <a:t>40</a:t>
              </a:r>
            </a:p>
          </p:txBody>
        </p:sp>
        <p:sp>
          <p:nvSpPr>
            <p:cNvPr id="89119" name="Line 31">
              <a:extLst>
                <a:ext uri="{FF2B5EF4-FFF2-40B4-BE49-F238E27FC236}">
                  <a16:creationId xmlns:a16="http://schemas.microsoft.com/office/drawing/2014/main" id="{CC9B90A9-CEA1-4F8E-B55F-EC51F81063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29200" y="5710808"/>
              <a:ext cx="295275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grpSp>
          <p:nvGrpSpPr>
            <p:cNvPr id="171040" name="Group 32">
              <a:extLst>
                <a:ext uri="{FF2B5EF4-FFF2-40B4-BE49-F238E27FC236}">
                  <a16:creationId xmlns:a16="http://schemas.microsoft.com/office/drawing/2014/main" id="{1CAD89FD-F944-47CA-AEC3-20C14CD2700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4225" y="3617466"/>
              <a:ext cx="2546350" cy="3095625"/>
              <a:chOff x="506" y="2215"/>
              <a:chExt cx="1604" cy="1950"/>
            </a:xfrm>
          </p:grpSpPr>
          <p:sp>
            <p:nvSpPr>
              <p:cNvPr id="89124" name="Rectangle 33">
                <a:extLst>
                  <a:ext uri="{FF2B5EF4-FFF2-40B4-BE49-F238E27FC236}">
                    <a16:creationId xmlns:a16="http://schemas.microsoft.com/office/drawing/2014/main" id="{33086405-9D36-4B25-8EA0-72A5AD00B0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6" y="2215"/>
                <a:ext cx="1604" cy="1638"/>
              </a:xfrm>
              <a:prstGeom prst="rect">
                <a:avLst/>
              </a:prstGeom>
              <a:solidFill>
                <a:srgbClr val="DDDDDD"/>
              </a:solidFill>
              <a:ln w="158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lnSpc>
                    <a:spcPct val="93000"/>
                  </a:lnSpc>
                  <a:buClr>
                    <a:srgbClr val="000000"/>
                  </a:buClr>
                  <a:buSzPct val="100000"/>
                  <a:buFont typeface="Arial" panose="020B0604020202020204" pitchFamily="34" charset="0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lnSpc>
                    <a:spcPct val="93000"/>
                  </a:lnSpc>
                  <a:buClr>
                    <a:srgbClr val="000000"/>
                  </a:buClr>
                  <a:buSzPct val="100000"/>
                  <a:buFont typeface="Arial" panose="020B0604020202020204" pitchFamily="34" charset="0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lnSpc>
                    <a:spcPct val="93000"/>
                  </a:lnSpc>
                  <a:buClr>
                    <a:srgbClr val="000000"/>
                  </a:buClr>
                  <a:buSzPct val="100000"/>
                  <a:buFont typeface="Arial" panose="020B0604020202020204" pitchFamily="34" charset="0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lnSpc>
                    <a:spcPct val="93000"/>
                  </a:lnSpc>
                  <a:buClr>
                    <a:srgbClr val="000000"/>
                  </a:buClr>
                  <a:buSzPct val="100000"/>
                  <a:buFont typeface="Arial" panose="020B0604020202020204" pitchFamily="34" charset="0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lnSpc>
                    <a:spcPct val="93000"/>
                  </a:lnSpc>
                  <a:buClr>
                    <a:srgbClr val="000000"/>
                  </a:buClr>
                  <a:buSzPct val="100000"/>
                  <a:buFont typeface="Arial" panose="020B0604020202020204" pitchFamily="34" charset="0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pic>
            <p:nvPicPr>
              <p:cNvPr id="89125" name="Picture 34">
                <a:extLst>
                  <a:ext uri="{FF2B5EF4-FFF2-40B4-BE49-F238E27FC236}">
                    <a16:creationId xmlns:a16="http://schemas.microsoft.com/office/drawing/2014/main" id="{48620667-9A76-43BA-AEF0-CDCC65EECAF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7228" t="21179"/>
              <a:stretch>
                <a:fillRect/>
              </a:stretch>
            </p:blipFill>
            <p:spPr bwMode="auto">
              <a:xfrm>
                <a:off x="943" y="2555"/>
                <a:ext cx="1167" cy="128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89126" name="Rectangle 35">
                <a:extLst>
                  <a:ext uri="{FF2B5EF4-FFF2-40B4-BE49-F238E27FC236}">
                    <a16:creationId xmlns:a16="http://schemas.microsoft.com/office/drawing/2014/main" id="{2A8EBB1A-3807-47B3-9BF0-6A08502244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36" y="3791"/>
                <a:ext cx="943" cy="3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marL="341313" indent="-341313">
                  <a:lnSpc>
                    <a:spcPct val="93000"/>
                  </a:lnSpc>
                  <a:spcBef>
                    <a:spcPts val="8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•"/>
                  <a:defRPr sz="32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1363" indent="-284163">
                  <a:lnSpc>
                    <a:spcPct val="93000"/>
                  </a:lnSpc>
                  <a:spcBef>
                    <a:spcPts val="7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–"/>
                  <a:defRPr sz="28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lnSpc>
                    <a:spcPct val="93000"/>
                  </a:lnSpc>
                  <a:spcBef>
                    <a:spcPts val="6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•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lnSpc>
                    <a:spcPct val="93000"/>
                  </a:lnSpc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–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lnSpc>
                    <a:spcPct val="93000"/>
                  </a:lnSpc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30000"/>
                  </a:lnSpc>
                  <a:buFont typeface="Arial" panose="020B0604020202020204" pitchFamily="34" charset="0"/>
                  <a:buNone/>
                </a:pPr>
                <a:r>
                  <a:rPr lang="en-US" altLang="en-US" sz="2000"/>
                  <a:t>Orbital</a:t>
                </a:r>
              </a:p>
            </p:txBody>
          </p:sp>
        </p:grpSp>
        <p:sp>
          <p:nvSpPr>
            <p:cNvPr id="171045" name="Freeform 37">
              <a:extLst>
                <a:ext uri="{FF2B5EF4-FFF2-40B4-BE49-F238E27FC236}">
                  <a16:creationId xmlns:a16="http://schemas.microsoft.com/office/drawing/2014/main" id="{76AF2CD4-AB8E-44B0-8AFB-CD01AF87D4AC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4775" y="4139753"/>
              <a:ext cx="585788" cy="592138"/>
            </a:xfrm>
            <a:custGeom>
              <a:avLst/>
              <a:gdLst>
                <a:gd name="T0" fmla="*/ 44450 w 369"/>
                <a:gd name="T1" fmla="*/ 134938 h 373"/>
                <a:gd name="T2" fmla="*/ 376238 w 369"/>
                <a:gd name="T3" fmla="*/ 554038 h 373"/>
                <a:gd name="T4" fmla="*/ 550863 w 369"/>
                <a:gd name="T5" fmla="*/ 368300 h 373"/>
                <a:gd name="T6" fmla="*/ 169863 w 369"/>
                <a:gd name="T7" fmla="*/ 38100 h 373"/>
                <a:gd name="T8" fmla="*/ 44450 w 369"/>
                <a:gd name="T9" fmla="*/ 134938 h 37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69" h="373">
                  <a:moveTo>
                    <a:pt x="28" y="85"/>
                  </a:moveTo>
                  <a:cubicBezTo>
                    <a:pt x="50" y="139"/>
                    <a:pt x="184" y="325"/>
                    <a:pt x="237" y="349"/>
                  </a:cubicBezTo>
                  <a:cubicBezTo>
                    <a:pt x="290" y="373"/>
                    <a:pt x="369" y="286"/>
                    <a:pt x="347" y="232"/>
                  </a:cubicBezTo>
                  <a:cubicBezTo>
                    <a:pt x="325" y="178"/>
                    <a:pt x="160" y="48"/>
                    <a:pt x="107" y="24"/>
                  </a:cubicBezTo>
                  <a:cubicBezTo>
                    <a:pt x="54" y="0"/>
                    <a:pt x="0" y="31"/>
                    <a:pt x="28" y="85"/>
                  </a:cubicBezTo>
                  <a:close/>
                </a:path>
              </a:pathLst>
            </a:custGeom>
            <a:solidFill>
              <a:srgbClr val="DDDDDD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10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710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710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710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1013" grpId="0" build="p" autoUpdateAnimBg="0" advAuto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Footer Placeholder 4">
            <a:extLst>
              <a:ext uri="{FF2B5EF4-FFF2-40B4-BE49-F238E27FC236}">
                <a16:creationId xmlns:a16="http://schemas.microsoft.com/office/drawing/2014/main" id="{B0EAE0A2-29F5-4DCA-A411-45589718F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3000"/>
              </a:lnSpc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GB" altLang="en-US" sz="1400"/>
              <a:t>Copyright McGraw-Hill 2009</a:t>
            </a:r>
          </a:p>
        </p:txBody>
      </p:sp>
      <p:sp>
        <p:nvSpPr>
          <p:cNvPr id="91139" name="Slide Number Placeholder 5">
            <a:extLst>
              <a:ext uri="{FF2B5EF4-FFF2-40B4-BE49-F238E27FC236}">
                <a16:creationId xmlns:a16="http://schemas.microsoft.com/office/drawing/2014/main" id="{86764BF9-48FF-4558-8958-FDD1BDBB1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3000"/>
              </a:lnSpc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fld id="{E065788A-CD50-432C-BB8C-338E47E123AF}" type="slidenum">
              <a:rPr lang="en-GB" altLang="en-US" sz="1400"/>
              <a:pPr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t>43</a:t>
            </a:fld>
            <a:endParaRPr lang="en-GB" altLang="en-US" sz="1400"/>
          </a:p>
        </p:txBody>
      </p:sp>
      <p:sp>
        <p:nvSpPr>
          <p:cNvPr id="91140" name="Rectangle 1">
            <a:extLst>
              <a:ext uri="{FF2B5EF4-FFF2-40B4-BE49-F238E27FC236}">
                <a16:creationId xmlns:a16="http://schemas.microsoft.com/office/drawing/2014/main" id="{FEE39F0B-DB91-476D-A936-71A749EA224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pPr eaLnBrk="1" hangingPunct="1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en-US"/>
              <a:t>Quantum Numbers</a:t>
            </a:r>
          </a:p>
        </p:txBody>
      </p:sp>
      <p:sp>
        <p:nvSpPr>
          <p:cNvPr id="91141" name="Rectangle 2">
            <a:extLst>
              <a:ext uri="{FF2B5EF4-FFF2-40B4-BE49-F238E27FC236}">
                <a16:creationId xmlns:a16="http://schemas.microsoft.com/office/drawing/2014/main" id="{0219E628-9B56-4294-A158-EB6EEEB4B8D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7772400" cy="4114800"/>
          </a:xfrm>
        </p:spPr>
        <p:txBody>
          <a:bodyPr/>
          <a:lstStyle/>
          <a:p>
            <a:pPr eaLnBrk="1" hangingPunct="1">
              <a:lnSpc>
                <a:spcPct val="100000"/>
              </a:lnSpc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en-US" dirty="0"/>
              <a:t>Each atomic orbital in an atom is characterized by a unique set of three quantum numbers (from Schr</a:t>
            </a:r>
            <a:r>
              <a:rPr lang="en-GB" altLang="en-US" dirty="0">
                <a:cs typeface="Arial" panose="020B0604020202020204" pitchFamily="34" charset="0"/>
              </a:rPr>
              <a:t>ö</a:t>
            </a:r>
            <a:r>
              <a:rPr lang="en-GB" altLang="en-US" dirty="0"/>
              <a:t>dinger’s wave equation) </a:t>
            </a:r>
          </a:p>
          <a:p>
            <a:pPr eaLnBrk="1" hangingPunct="1">
              <a:lnSpc>
                <a:spcPct val="100000"/>
              </a:lnSpc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en-US" i="1" dirty="0"/>
              <a:t>n</a:t>
            </a:r>
            <a:r>
              <a:rPr lang="en-GB" altLang="en-US" dirty="0"/>
              <a:t>, </a:t>
            </a:r>
            <a:r>
              <a:rPr lang="en-GB" altLang="en-US" i="1" dirty="0"/>
              <a:t>l</a:t>
            </a:r>
            <a:r>
              <a:rPr lang="en-GB" altLang="en-US" dirty="0"/>
              <a:t>, and </a:t>
            </a:r>
            <a:r>
              <a:rPr lang="en-GB" altLang="en-US" i="1" dirty="0"/>
              <a:t>m</a:t>
            </a:r>
            <a:r>
              <a:rPr lang="en-GB" altLang="en-US" i="1" baseline="-25000" dirty="0"/>
              <a:t>l</a:t>
            </a:r>
            <a:r>
              <a:rPr lang="en-GB" altLang="en-US" baseline="-25000" dirty="0"/>
              <a:t> 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>
            <a:extLst>
              <a:ext uri="{FF2B5EF4-FFF2-40B4-BE49-F238E27FC236}">
                <a16:creationId xmlns:a16="http://schemas.microsoft.com/office/drawing/2014/main" id="{8722A519-7DBA-4502-A42A-A1C9482354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Quantum Numbers</a:t>
            </a:r>
          </a:p>
        </p:txBody>
      </p:sp>
      <p:grpSp>
        <p:nvGrpSpPr>
          <p:cNvPr id="93187" name="Group 3" descr="stadium seating map">
            <a:extLst>
              <a:ext uri="{FF2B5EF4-FFF2-40B4-BE49-F238E27FC236}">
                <a16:creationId xmlns:a16="http://schemas.microsoft.com/office/drawing/2014/main" id="{1C54409D-4D61-4BD8-9E26-E3317160AD3D}"/>
              </a:ext>
            </a:extLst>
          </p:cNvPr>
          <p:cNvGrpSpPr>
            <a:grpSpLocks/>
          </p:cNvGrpSpPr>
          <p:nvPr/>
        </p:nvGrpSpPr>
        <p:grpSpPr bwMode="auto">
          <a:xfrm>
            <a:off x="2003425" y="3276600"/>
            <a:ext cx="5138738" cy="3146425"/>
            <a:chOff x="1262" y="2271"/>
            <a:chExt cx="3237" cy="1982"/>
          </a:xfrm>
        </p:grpSpPr>
        <p:pic>
          <p:nvPicPr>
            <p:cNvPr id="93190" name="Picture 4" descr="alamodome seating 2">
              <a:extLst>
                <a:ext uri="{FF2B5EF4-FFF2-40B4-BE49-F238E27FC236}">
                  <a16:creationId xmlns:a16="http://schemas.microsoft.com/office/drawing/2014/main" id="{13E0EB0D-BFAE-4CEB-BA18-FC46C3AE4C5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62" y="2293"/>
              <a:ext cx="3237" cy="1960"/>
            </a:xfrm>
            <a:prstGeom prst="rect">
              <a:avLst/>
            </a:prstGeom>
            <a:solidFill>
              <a:srgbClr val="FFFF99"/>
            </a:solidFill>
            <a:ln w="28575">
              <a:solidFill>
                <a:srgbClr val="333333"/>
              </a:solidFill>
              <a:miter lim="800000"/>
              <a:headEnd/>
              <a:tailEnd/>
            </a:ln>
          </p:spPr>
        </p:pic>
        <p:sp>
          <p:nvSpPr>
            <p:cNvPr id="93191" name="Text Box 5">
              <a:extLst>
                <a:ext uri="{FF2B5EF4-FFF2-40B4-BE49-F238E27FC236}">
                  <a16:creationId xmlns:a16="http://schemas.microsoft.com/office/drawing/2014/main" id="{4B3F5C96-31F4-43A0-B9D1-49B3310AB6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77" y="2271"/>
              <a:ext cx="558" cy="1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lnSpc>
                  <a:spcPct val="93000"/>
                </a:lnSpc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93000"/>
                </a:lnSpc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93000"/>
                </a:lnSpc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93000"/>
                </a:lnSpc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93000"/>
                </a:lnSpc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</a:defRPr>
              </a:lvl5pPr>
              <a:lvl6pPr marL="2514600" indent="-228600" defTabSz="457200" eaLnBrk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</a:defRPr>
              </a:lvl6pPr>
              <a:lvl7pPr marL="2971800" indent="-228600" defTabSz="457200" eaLnBrk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</a:defRPr>
              </a:lvl7pPr>
              <a:lvl8pPr marL="3429000" indent="-228600" defTabSz="457200" eaLnBrk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</a:defRPr>
              </a:lvl8pPr>
              <a:lvl9pPr marL="3886200" indent="-228600" defTabSz="457200" eaLnBrk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SzTx/>
                <a:buFont typeface="Monotype Sorts" pitchFamily="1" charset="2"/>
                <a:buNone/>
              </a:pPr>
              <a:r>
                <a:rPr kumimoji="1" lang="en-US" altLang="en-US" sz="700">
                  <a:solidFill>
                    <a:schemeClr val="bg2"/>
                  </a:solidFill>
                  <a:latin typeface="Arial Black" panose="020B0A04020102020204" pitchFamily="34" charset="0"/>
                </a:rPr>
                <a:t>UPPER LEVEL</a:t>
              </a:r>
            </a:p>
          </p:txBody>
        </p:sp>
      </p:grpSp>
      <p:sp>
        <p:nvSpPr>
          <p:cNvPr id="173062" name="Rectangle 6">
            <a:extLst>
              <a:ext uri="{FF2B5EF4-FFF2-40B4-BE49-F238E27FC236}">
                <a16:creationId xmlns:a16="http://schemas.microsoft.com/office/drawing/2014/main" id="{76190083-DD33-4F2A-97ED-DA684F4874B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485900"/>
            <a:ext cx="7242175" cy="1746250"/>
          </a:xfrm>
        </p:spPr>
        <p:txBody>
          <a:bodyPr/>
          <a:lstStyle/>
          <a:p>
            <a:r>
              <a:rPr lang="en-US" altLang="en-US" b="1"/>
              <a:t>Quantum Numbers:</a:t>
            </a:r>
          </a:p>
          <a:p>
            <a:pPr lvl="1">
              <a:spcBef>
                <a:spcPct val="40000"/>
              </a:spcBef>
            </a:pPr>
            <a:r>
              <a:rPr lang="en-US" altLang="en-US"/>
              <a:t>Specify the “address” of each electron in an atom</a:t>
            </a:r>
          </a:p>
        </p:txBody>
      </p:sp>
      <p:sp>
        <p:nvSpPr>
          <p:cNvPr id="93189" name="Rectangle 7">
            <a:extLst>
              <a:ext uri="{FF2B5EF4-FFF2-40B4-BE49-F238E27FC236}">
                <a16:creationId xmlns:a16="http://schemas.microsoft.com/office/drawing/2014/main" id="{179ED91A-4B2A-4126-97B8-8D3E58AC34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8750" y="6554788"/>
            <a:ext cx="3713163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en-US" sz="800">
                <a:solidFill>
                  <a:schemeClr val="tx1"/>
                </a:solidFill>
              </a:rPr>
              <a:t>Courtesy Christy Johannesson www.nisd.net/communicationsarts/pages/chem</a:t>
            </a:r>
          </a:p>
          <a:p>
            <a:pPr eaLnBrk="1" hangingPunct="1">
              <a:lnSpc>
                <a:spcPct val="100000"/>
              </a:lnSpc>
              <a:buClrTx/>
              <a:buSzTx/>
              <a:buFontTx/>
              <a:buNone/>
            </a:pPr>
            <a:endParaRPr lang="en-US" altLang="en-US" sz="800">
              <a:solidFill>
                <a:schemeClr val="tx1"/>
              </a:solidFill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30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730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3062" grpId="0" build="p" autoUpdateAnimBg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Footer Placeholder 4">
            <a:extLst>
              <a:ext uri="{FF2B5EF4-FFF2-40B4-BE49-F238E27FC236}">
                <a16:creationId xmlns:a16="http://schemas.microsoft.com/office/drawing/2014/main" id="{00688C45-6604-4D67-87CB-4EF1F92C28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3000"/>
              </a:lnSpc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GB" altLang="en-US" sz="1400"/>
              <a:t>Copyright McGraw-Hill 2009</a:t>
            </a:r>
          </a:p>
        </p:txBody>
      </p:sp>
      <p:sp>
        <p:nvSpPr>
          <p:cNvPr id="95235" name="Slide Number Placeholder 5">
            <a:extLst>
              <a:ext uri="{FF2B5EF4-FFF2-40B4-BE49-F238E27FC236}">
                <a16:creationId xmlns:a16="http://schemas.microsoft.com/office/drawing/2014/main" id="{DE2C04D5-DFAD-4D62-953D-D3A9A9008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3000"/>
              </a:lnSpc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fld id="{714A3AAF-FC56-4CDC-85AE-CB624A840107}" type="slidenum">
              <a:rPr lang="en-GB" altLang="en-US" sz="1400"/>
              <a:pPr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t>45</a:t>
            </a:fld>
            <a:endParaRPr lang="en-GB" altLang="en-US" sz="1400"/>
          </a:p>
        </p:txBody>
      </p:sp>
      <p:sp>
        <p:nvSpPr>
          <p:cNvPr id="95236" name="Rectangle 1">
            <a:extLst>
              <a:ext uri="{FF2B5EF4-FFF2-40B4-BE49-F238E27FC236}">
                <a16:creationId xmlns:a16="http://schemas.microsoft.com/office/drawing/2014/main" id="{488BFA8A-DBEF-4C6D-A49B-19FF8B1C7B7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pPr eaLnBrk="1" hangingPunct="1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en-US"/>
              <a:t>Quantum Numbers</a:t>
            </a:r>
          </a:p>
        </p:txBody>
      </p:sp>
      <p:sp>
        <p:nvSpPr>
          <p:cNvPr id="95237" name="Rectangle 2">
            <a:extLst>
              <a:ext uri="{FF2B5EF4-FFF2-40B4-BE49-F238E27FC236}">
                <a16:creationId xmlns:a16="http://schemas.microsoft.com/office/drawing/2014/main" id="{E3423AC1-81F5-4229-AA62-F5E8B6E20BA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7772400" cy="4114800"/>
          </a:xfrm>
        </p:spPr>
        <p:txBody>
          <a:bodyPr/>
          <a:lstStyle/>
          <a:p>
            <a:pPr eaLnBrk="1" hangingPunct="1">
              <a:lnSpc>
                <a:spcPct val="100000"/>
              </a:lnSpc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en-US" b="1" i="1" dirty="0"/>
              <a:t>Principal quantum number</a:t>
            </a:r>
            <a:r>
              <a:rPr lang="en-GB" altLang="en-US" b="1" dirty="0"/>
              <a:t> (</a:t>
            </a:r>
            <a:r>
              <a:rPr lang="en-GB" altLang="en-US" b="1" i="1" dirty="0"/>
              <a:t>n</a:t>
            </a:r>
            <a:r>
              <a:rPr lang="en-GB" altLang="en-US" b="1" dirty="0"/>
              <a:t>)</a:t>
            </a:r>
            <a:r>
              <a:rPr lang="en-GB" altLang="en-US" dirty="0"/>
              <a:t>  - designates size of the orbital</a:t>
            </a:r>
          </a:p>
          <a:p>
            <a:pPr eaLnBrk="1" hangingPunct="1">
              <a:lnSpc>
                <a:spcPct val="100000"/>
              </a:lnSpc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en-US" b="1" dirty="0"/>
              <a:t>Integer values</a:t>
            </a:r>
            <a:r>
              <a:rPr lang="en-GB" altLang="en-US" dirty="0"/>
              <a:t>: 1,2,3, and so forth </a:t>
            </a:r>
          </a:p>
          <a:p>
            <a:pPr eaLnBrk="1" hangingPunct="1">
              <a:lnSpc>
                <a:spcPct val="100000"/>
              </a:lnSpc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en-US" dirty="0"/>
              <a:t>The larger the “</a:t>
            </a:r>
            <a:r>
              <a:rPr lang="en-GB" altLang="en-US" i="1" dirty="0"/>
              <a:t>n</a:t>
            </a:r>
            <a:r>
              <a:rPr lang="en-GB" altLang="en-US" dirty="0"/>
              <a:t>” value, the greater the average distance from the nucleus</a:t>
            </a:r>
          </a:p>
          <a:p>
            <a:pPr eaLnBrk="1" hangingPunct="1">
              <a:lnSpc>
                <a:spcPct val="100000"/>
              </a:lnSpc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en-US" dirty="0"/>
              <a:t>Correspond to quantum numbers in Bohr’s model 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Footer Placeholder 4">
            <a:extLst>
              <a:ext uri="{FF2B5EF4-FFF2-40B4-BE49-F238E27FC236}">
                <a16:creationId xmlns:a16="http://schemas.microsoft.com/office/drawing/2014/main" id="{67EFE49F-82E9-4F5D-AE58-59739C5E15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3000"/>
              </a:lnSpc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GB" altLang="en-US" sz="1400"/>
              <a:t>Copyright McGraw-Hill 2009</a:t>
            </a:r>
          </a:p>
        </p:txBody>
      </p:sp>
      <p:sp>
        <p:nvSpPr>
          <p:cNvPr id="97283" name="Slide Number Placeholder 5">
            <a:extLst>
              <a:ext uri="{FF2B5EF4-FFF2-40B4-BE49-F238E27FC236}">
                <a16:creationId xmlns:a16="http://schemas.microsoft.com/office/drawing/2014/main" id="{51785153-D2DD-4311-8080-BE311D0634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3000"/>
              </a:lnSpc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fld id="{F83A2BBE-005D-443F-8F1A-A77EA22CD085}" type="slidenum">
              <a:rPr lang="en-GB" altLang="en-US" sz="1400"/>
              <a:pPr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t>46</a:t>
            </a:fld>
            <a:endParaRPr lang="en-GB" altLang="en-US" sz="1400"/>
          </a:p>
        </p:txBody>
      </p:sp>
      <p:sp>
        <p:nvSpPr>
          <p:cNvPr id="97284" name="Rectangle 1">
            <a:extLst>
              <a:ext uri="{FF2B5EF4-FFF2-40B4-BE49-F238E27FC236}">
                <a16:creationId xmlns:a16="http://schemas.microsoft.com/office/drawing/2014/main" id="{5D8BE49C-BCE6-4379-8C24-B900A6886A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pPr eaLnBrk="1" hangingPunct="1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en-US"/>
              <a:t>Quantum Numbers</a:t>
            </a:r>
          </a:p>
        </p:txBody>
      </p:sp>
      <p:sp>
        <p:nvSpPr>
          <p:cNvPr id="97285" name="Rectangle 2">
            <a:extLst>
              <a:ext uri="{FF2B5EF4-FFF2-40B4-BE49-F238E27FC236}">
                <a16:creationId xmlns:a16="http://schemas.microsoft.com/office/drawing/2014/main" id="{0350353F-6881-42CB-BBF8-83EAE2464D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7772400" cy="4114800"/>
          </a:xfrm>
        </p:spPr>
        <p:txBody>
          <a:bodyPr/>
          <a:lstStyle/>
          <a:p>
            <a:pPr eaLnBrk="1" hangingPunct="1">
              <a:lnSpc>
                <a:spcPct val="100000"/>
              </a:lnSpc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en-US" b="1" i="1" dirty="0"/>
              <a:t>Angular momentum quantum number</a:t>
            </a:r>
            <a:r>
              <a:rPr lang="en-GB" altLang="en-US" b="1" dirty="0"/>
              <a:t> (</a:t>
            </a:r>
            <a:r>
              <a:rPr lang="en-GB" altLang="en-US" b="1" i="1" dirty="0"/>
              <a:t>l</a:t>
            </a:r>
            <a:r>
              <a:rPr lang="en-GB" altLang="en-US" b="1" dirty="0"/>
              <a:t>) </a:t>
            </a:r>
            <a:r>
              <a:rPr lang="en-GB" altLang="en-US" dirty="0"/>
              <a:t>- describes the shape of the atomic orbital</a:t>
            </a:r>
          </a:p>
          <a:p>
            <a:pPr eaLnBrk="1" hangingPunct="1">
              <a:lnSpc>
                <a:spcPct val="100000"/>
              </a:lnSpc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en-US" b="1" dirty="0"/>
              <a:t>Integer values</a:t>
            </a:r>
            <a:r>
              <a:rPr lang="en-GB" altLang="en-US" dirty="0"/>
              <a:t>: 0 to </a:t>
            </a:r>
            <a:r>
              <a:rPr lang="en-GB" altLang="en-US" i="1" dirty="0"/>
              <a:t>n </a:t>
            </a:r>
            <a:r>
              <a:rPr lang="en-GB" altLang="en-US" i="1" dirty="0">
                <a:sym typeface="Symbol" panose="05050102010706020507" pitchFamily="18" charset="2"/>
              </a:rPr>
              <a:t></a:t>
            </a:r>
            <a:r>
              <a:rPr lang="en-GB" altLang="en-US" dirty="0"/>
              <a:t> 1 </a:t>
            </a:r>
          </a:p>
          <a:p>
            <a:pPr eaLnBrk="1" hangingPunct="1">
              <a:lnSpc>
                <a:spcPct val="100000"/>
              </a:lnSpc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en-US" dirty="0"/>
              <a:t>0 = </a:t>
            </a:r>
            <a:r>
              <a:rPr lang="en-GB" altLang="en-US" i="1" dirty="0"/>
              <a:t>s</a:t>
            </a:r>
            <a:r>
              <a:rPr lang="en-GB" altLang="en-US" dirty="0"/>
              <a:t> sublevel; 1 = </a:t>
            </a:r>
            <a:r>
              <a:rPr lang="en-GB" altLang="en-US" i="1" dirty="0"/>
              <a:t>p</a:t>
            </a:r>
            <a:r>
              <a:rPr lang="en-GB" altLang="en-US" dirty="0"/>
              <a:t>; 2 = </a:t>
            </a:r>
            <a:r>
              <a:rPr lang="en-GB" altLang="en-US" i="1" dirty="0"/>
              <a:t>d</a:t>
            </a:r>
            <a:r>
              <a:rPr lang="en-GB" altLang="en-US" dirty="0"/>
              <a:t>; 3 = </a:t>
            </a:r>
            <a:r>
              <a:rPr lang="en-GB" altLang="en-US" i="1" dirty="0"/>
              <a:t>f</a:t>
            </a:r>
            <a:r>
              <a:rPr lang="en-GB" altLang="en-US" dirty="0"/>
              <a:t> 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Footer Placeholder 4">
            <a:extLst>
              <a:ext uri="{FF2B5EF4-FFF2-40B4-BE49-F238E27FC236}">
                <a16:creationId xmlns:a16="http://schemas.microsoft.com/office/drawing/2014/main" id="{F3AF6358-E32B-47ED-BC5B-046102048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3000"/>
              </a:lnSpc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GB" altLang="en-US" sz="1400"/>
              <a:t>Copyright McGraw-Hill 2009</a:t>
            </a:r>
          </a:p>
        </p:txBody>
      </p:sp>
      <p:sp>
        <p:nvSpPr>
          <p:cNvPr id="99331" name="Slide Number Placeholder 5">
            <a:extLst>
              <a:ext uri="{FF2B5EF4-FFF2-40B4-BE49-F238E27FC236}">
                <a16:creationId xmlns:a16="http://schemas.microsoft.com/office/drawing/2014/main" id="{DBA5131D-EC64-4816-9B6A-59413D695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3000"/>
              </a:lnSpc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fld id="{B29BA5C0-60D1-4316-9BFC-9034C071243C}" type="slidenum">
              <a:rPr lang="en-GB" altLang="en-US" sz="1400"/>
              <a:pPr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t>47</a:t>
            </a:fld>
            <a:endParaRPr lang="en-GB" altLang="en-US" sz="1400"/>
          </a:p>
        </p:txBody>
      </p:sp>
      <p:sp>
        <p:nvSpPr>
          <p:cNvPr id="99332" name="Rectangle 1">
            <a:extLst>
              <a:ext uri="{FF2B5EF4-FFF2-40B4-BE49-F238E27FC236}">
                <a16:creationId xmlns:a16="http://schemas.microsoft.com/office/drawing/2014/main" id="{4DF438F0-D2BF-4BD5-9CA7-F2AB9FCF37C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pPr eaLnBrk="1" hangingPunct="1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en-US"/>
              <a:t>Quantum Numbers</a:t>
            </a:r>
          </a:p>
        </p:txBody>
      </p:sp>
      <p:sp>
        <p:nvSpPr>
          <p:cNvPr id="99333" name="Rectangle 2">
            <a:extLst>
              <a:ext uri="{FF2B5EF4-FFF2-40B4-BE49-F238E27FC236}">
                <a16:creationId xmlns:a16="http://schemas.microsoft.com/office/drawing/2014/main" id="{92E14E06-0C48-478D-8B52-57FA2C4936A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7772400" cy="4114800"/>
          </a:xfrm>
        </p:spPr>
        <p:txBody>
          <a:bodyPr/>
          <a:lstStyle/>
          <a:p>
            <a:pPr eaLnBrk="1" hangingPunct="1">
              <a:lnSpc>
                <a:spcPct val="100000"/>
              </a:lnSpc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en-US" b="1" i="1"/>
              <a:t>Magnetic quantum number</a:t>
            </a:r>
            <a:r>
              <a:rPr lang="en-GB" altLang="en-US" b="1"/>
              <a:t> (</a:t>
            </a:r>
            <a:r>
              <a:rPr lang="en-GB" altLang="en-US" b="1" i="1"/>
              <a:t>m</a:t>
            </a:r>
            <a:r>
              <a:rPr lang="en-GB" altLang="en-US" b="1" i="1" baseline="-25000"/>
              <a:t>l</a:t>
            </a:r>
            <a:r>
              <a:rPr lang="en-GB" altLang="en-US" b="1"/>
              <a:t>) </a:t>
            </a:r>
            <a:r>
              <a:rPr lang="en-GB" altLang="en-US"/>
              <a:t>- describes the orientation of the orbital in space (think in terms of </a:t>
            </a:r>
            <a:r>
              <a:rPr lang="en-GB" altLang="en-US" i="1"/>
              <a:t>x</a:t>
            </a:r>
            <a:r>
              <a:rPr lang="en-GB" altLang="en-US"/>
              <a:t>, </a:t>
            </a:r>
            <a:r>
              <a:rPr lang="en-GB" altLang="en-US" i="1"/>
              <a:t>y</a:t>
            </a:r>
            <a:r>
              <a:rPr lang="en-GB" altLang="en-US"/>
              <a:t> and </a:t>
            </a:r>
            <a:r>
              <a:rPr lang="en-GB" altLang="en-US" i="1"/>
              <a:t>z</a:t>
            </a:r>
            <a:r>
              <a:rPr lang="en-GB" altLang="en-US"/>
              <a:t> axes) </a:t>
            </a:r>
          </a:p>
          <a:p>
            <a:pPr eaLnBrk="1" hangingPunct="1">
              <a:lnSpc>
                <a:spcPct val="100000"/>
              </a:lnSpc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en-US" b="1"/>
              <a:t>Integer values</a:t>
            </a:r>
            <a:r>
              <a:rPr lang="en-GB" altLang="en-US"/>
              <a:t>: </a:t>
            </a:r>
            <a:r>
              <a:rPr lang="en-GB" altLang="en-US">
                <a:sym typeface="Symbol" panose="05050102010706020507" pitchFamily="18" charset="2"/>
              </a:rPr>
              <a:t></a:t>
            </a:r>
            <a:r>
              <a:rPr lang="en-GB" altLang="en-US"/>
              <a:t> </a:t>
            </a:r>
            <a:r>
              <a:rPr lang="en-GB" altLang="en-US" i="1"/>
              <a:t>l</a:t>
            </a:r>
            <a:r>
              <a:rPr lang="en-GB" altLang="en-US"/>
              <a:t> to 0 to + </a:t>
            </a:r>
            <a:r>
              <a:rPr lang="en-GB" altLang="en-US" i="1"/>
              <a:t>l</a:t>
            </a:r>
            <a:r>
              <a:rPr lang="en-GB" altLang="en-US"/>
              <a:t>  </a:t>
            </a:r>
          </a:p>
          <a:p>
            <a:pPr eaLnBrk="1" hangingPunct="1">
              <a:lnSpc>
                <a:spcPct val="100000"/>
              </a:lnSpc>
              <a:buFont typeface="Arial" panose="020B0604020202020204" pitchFamily="34" charset="0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GB" altLang="en-US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Footer Placeholder 4">
            <a:extLst>
              <a:ext uri="{FF2B5EF4-FFF2-40B4-BE49-F238E27FC236}">
                <a16:creationId xmlns:a16="http://schemas.microsoft.com/office/drawing/2014/main" id="{B029DC0A-6BF2-4D6A-A3B4-7C6BEEB9C8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3000"/>
              </a:lnSpc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GB" altLang="en-US" sz="1400"/>
              <a:t>Copyright McGraw-Hill 2009</a:t>
            </a:r>
          </a:p>
        </p:txBody>
      </p:sp>
      <p:sp>
        <p:nvSpPr>
          <p:cNvPr id="101379" name="Slide Number Placeholder 5">
            <a:extLst>
              <a:ext uri="{FF2B5EF4-FFF2-40B4-BE49-F238E27FC236}">
                <a16:creationId xmlns:a16="http://schemas.microsoft.com/office/drawing/2014/main" id="{CAC4C3BD-8350-4079-ABAC-3B37C64F5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3000"/>
              </a:lnSpc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fld id="{A0DA6AA9-83FC-4569-A016-813762B7A540}" type="slidenum">
              <a:rPr lang="en-GB" altLang="en-US" sz="1400"/>
              <a:pPr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t>48</a:t>
            </a:fld>
            <a:endParaRPr lang="en-GB" altLang="en-US" sz="1400"/>
          </a:p>
        </p:txBody>
      </p:sp>
      <p:sp>
        <p:nvSpPr>
          <p:cNvPr id="101380" name="Rectangle 1">
            <a:extLst>
              <a:ext uri="{FF2B5EF4-FFF2-40B4-BE49-F238E27FC236}">
                <a16:creationId xmlns:a16="http://schemas.microsoft.com/office/drawing/2014/main" id="{30A90143-985E-4FC5-87C3-BEAFAAB0C2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pPr eaLnBrk="1" hangingPunct="1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en-US"/>
              <a:t>Quantum Numbers </a:t>
            </a:r>
          </a:p>
        </p:txBody>
      </p:sp>
      <p:pic>
        <p:nvPicPr>
          <p:cNvPr id="101381" name="Picture 2">
            <a:extLst>
              <a:ext uri="{FF2B5EF4-FFF2-40B4-BE49-F238E27FC236}">
                <a16:creationId xmlns:a16="http://schemas.microsoft.com/office/drawing/2014/main" id="{B8D3D918-4087-4250-B53F-46CD7D960C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54"/>
          <a:stretch>
            <a:fillRect/>
          </a:stretch>
        </p:blipFill>
        <p:spPr bwMode="auto">
          <a:xfrm>
            <a:off x="1066800" y="2057400"/>
            <a:ext cx="7021513" cy="403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Footer Placeholder 4">
            <a:extLst>
              <a:ext uri="{FF2B5EF4-FFF2-40B4-BE49-F238E27FC236}">
                <a16:creationId xmlns:a16="http://schemas.microsoft.com/office/drawing/2014/main" id="{1CFAC19E-F92E-4AA4-8D55-39B0DDFA0F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3000"/>
              </a:lnSpc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GB" altLang="en-US" sz="1400"/>
              <a:t>Copyright McGraw-Hill 2009</a:t>
            </a:r>
          </a:p>
        </p:txBody>
      </p:sp>
      <p:sp>
        <p:nvSpPr>
          <p:cNvPr id="103427" name="Slide Number Placeholder 5">
            <a:extLst>
              <a:ext uri="{FF2B5EF4-FFF2-40B4-BE49-F238E27FC236}">
                <a16:creationId xmlns:a16="http://schemas.microsoft.com/office/drawing/2014/main" id="{02BD146F-AA58-44B0-9381-E390AC38B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3000"/>
              </a:lnSpc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fld id="{E955DF90-C2B2-4CE3-A10D-56D632BBA281}" type="slidenum">
              <a:rPr lang="en-GB" altLang="en-US" sz="1400"/>
              <a:pPr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t>49</a:t>
            </a:fld>
            <a:endParaRPr lang="en-GB" altLang="en-US" sz="1400"/>
          </a:p>
        </p:txBody>
      </p:sp>
      <p:sp>
        <p:nvSpPr>
          <p:cNvPr id="103428" name="Rectangle 1">
            <a:extLst>
              <a:ext uri="{FF2B5EF4-FFF2-40B4-BE49-F238E27FC236}">
                <a16:creationId xmlns:a16="http://schemas.microsoft.com/office/drawing/2014/main" id="{5660F5A0-D9E7-4CEE-8E94-04548025ED3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332656"/>
            <a:ext cx="7772400" cy="1143000"/>
          </a:xfrm>
        </p:spPr>
        <p:txBody>
          <a:bodyPr/>
          <a:lstStyle/>
          <a:p>
            <a:pPr eaLnBrk="1" hangingPunct="1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en-US"/>
              <a:t> Quantum Numbers</a:t>
            </a:r>
          </a:p>
        </p:txBody>
      </p:sp>
      <p:pic>
        <p:nvPicPr>
          <p:cNvPr id="103429" name="Picture 2">
            <a:extLst>
              <a:ext uri="{FF2B5EF4-FFF2-40B4-BE49-F238E27FC236}">
                <a16:creationId xmlns:a16="http://schemas.microsoft.com/office/drawing/2014/main" id="{66373CFD-D5BF-4526-9510-E0EAE8A52A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222"/>
          <a:stretch>
            <a:fillRect/>
          </a:stretch>
        </p:blipFill>
        <p:spPr bwMode="auto">
          <a:xfrm>
            <a:off x="457200" y="2362200"/>
            <a:ext cx="7772400" cy="1958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sp>
        <p:nvSpPr>
          <p:cNvPr id="2" name="Right Brace 1"/>
          <p:cNvSpPr/>
          <p:nvPr/>
        </p:nvSpPr>
        <p:spPr bwMode="auto">
          <a:xfrm rot="16200000">
            <a:off x="3599892" y="-972031"/>
            <a:ext cx="576064" cy="5976664"/>
          </a:xfrm>
          <a:prstGeom prst="rightBrace">
            <a:avLst>
              <a:gd name="adj1" fmla="val 8333"/>
              <a:gd name="adj2" fmla="val 49382"/>
            </a:avLst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57200" rtl="0" eaLnBrk="0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581914" y="1239143"/>
            <a:ext cx="4860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m</a:t>
            </a:r>
            <a:r>
              <a:rPr lang="en-US" baseline="-25000" dirty="0">
                <a:solidFill>
                  <a:schemeClr val="tx1"/>
                </a:solidFill>
              </a:rPr>
              <a:t>l</a:t>
            </a:r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F9228CBE-28FD-43BF-AEFE-D9E8DCCF3D1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584" y="476672"/>
            <a:ext cx="7054552" cy="5284104"/>
          </a:xfr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917627-73DA-4013-9CBF-9DED0C27397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E2B69B1B-5290-461C-97E1-4ECBF23BB2F7}" type="slidenum">
              <a:rPr lang="en-GB" altLang="en-US" smtClean="0"/>
              <a:pPr>
                <a:defRPr/>
              </a:pPr>
              <a:t>50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70264558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917627-73DA-4013-9CBF-9DED0C27397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E2B69B1B-5290-461C-97E1-4ECBF23BB2F7}" type="slidenum">
              <a:rPr lang="en-GB" altLang="en-US" smtClean="0"/>
              <a:pPr>
                <a:defRPr/>
              </a:pPr>
              <a:t>51</a:t>
            </a:fld>
            <a:endParaRPr lang="en-GB" alt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4292B42-5E85-4238-95A2-81D1878034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560" y="908720"/>
            <a:ext cx="8051056" cy="4317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390312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Footer Placeholder 4">
            <a:extLst>
              <a:ext uri="{FF2B5EF4-FFF2-40B4-BE49-F238E27FC236}">
                <a16:creationId xmlns:a16="http://schemas.microsoft.com/office/drawing/2014/main" id="{5BA61033-7862-499C-8D56-73146E4E17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3000"/>
              </a:lnSpc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GB" altLang="en-US" sz="1400"/>
              <a:t>Copyright McGraw-Hill 2009</a:t>
            </a:r>
          </a:p>
        </p:txBody>
      </p:sp>
      <p:sp>
        <p:nvSpPr>
          <p:cNvPr id="105475" name="Slide Number Placeholder 5">
            <a:extLst>
              <a:ext uri="{FF2B5EF4-FFF2-40B4-BE49-F238E27FC236}">
                <a16:creationId xmlns:a16="http://schemas.microsoft.com/office/drawing/2014/main" id="{99477358-4B4C-4987-B7AE-37074FD4C1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3000"/>
              </a:lnSpc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fld id="{E3EF98D7-7DE9-4D2D-B85F-1E74F2B94168}" type="slidenum">
              <a:rPr lang="en-GB" altLang="en-US" sz="1400"/>
              <a:pPr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t>52</a:t>
            </a:fld>
            <a:endParaRPr lang="en-GB" altLang="en-US" sz="1400"/>
          </a:p>
        </p:txBody>
      </p:sp>
      <p:sp>
        <p:nvSpPr>
          <p:cNvPr id="105476" name="Rectangle 1">
            <a:extLst>
              <a:ext uri="{FF2B5EF4-FFF2-40B4-BE49-F238E27FC236}">
                <a16:creationId xmlns:a16="http://schemas.microsoft.com/office/drawing/2014/main" id="{F0E1BC11-30C8-4741-AC5A-F35F4DDD342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pPr eaLnBrk="1" hangingPunct="1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en-US"/>
              <a:t>Quantum Numbers</a:t>
            </a:r>
          </a:p>
        </p:txBody>
      </p:sp>
      <p:sp>
        <p:nvSpPr>
          <p:cNvPr id="105477" name="Rectangle 2">
            <a:extLst>
              <a:ext uri="{FF2B5EF4-FFF2-40B4-BE49-F238E27FC236}">
                <a16:creationId xmlns:a16="http://schemas.microsoft.com/office/drawing/2014/main" id="{25A8D094-A8D2-4170-BD46-EF4E3D6D2C0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7772400" cy="4114800"/>
          </a:xfrm>
        </p:spPr>
        <p:txBody>
          <a:bodyPr/>
          <a:lstStyle/>
          <a:p>
            <a:pPr eaLnBrk="1" hangingPunct="1">
              <a:lnSpc>
                <a:spcPct val="100000"/>
              </a:lnSpc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en-US" b="1" i="1"/>
              <a:t>Electron spin quantum number</a:t>
            </a:r>
            <a:r>
              <a:rPr lang="en-GB" altLang="en-US" b="1"/>
              <a:t> (</a:t>
            </a:r>
            <a:r>
              <a:rPr lang="en-GB" altLang="en-US" b="1" i="1"/>
              <a:t>m</a:t>
            </a:r>
            <a:r>
              <a:rPr lang="en-GB" altLang="en-US" b="1" i="1" baseline="-25000"/>
              <a:t>s</a:t>
            </a:r>
            <a:r>
              <a:rPr lang="en-GB" altLang="en-US" b="1"/>
              <a:t>)</a:t>
            </a:r>
            <a:r>
              <a:rPr lang="en-GB" altLang="en-US"/>
              <a:t> - describes the spin of an electron that occupies a particular orbital </a:t>
            </a:r>
          </a:p>
          <a:p>
            <a:pPr eaLnBrk="1" hangingPunct="1">
              <a:lnSpc>
                <a:spcPct val="100000"/>
              </a:lnSpc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en-US" b="1"/>
              <a:t>Values</a:t>
            </a:r>
            <a:r>
              <a:rPr lang="en-GB" altLang="en-US"/>
              <a:t>: +1/2 or </a:t>
            </a:r>
            <a:r>
              <a:rPr lang="en-GB" altLang="en-US">
                <a:sym typeface="Symbol" panose="05050102010706020507" pitchFamily="18" charset="2"/>
              </a:rPr>
              <a:t></a:t>
            </a:r>
            <a:r>
              <a:rPr lang="en-GB" altLang="en-US"/>
              <a:t>1/2 </a:t>
            </a:r>
          </a:p>
          <a:p>
            <a:pPr eaLnBrk="1" hangingPunct="1">
              <a:lnSpc>
                <a:spcPct val="100000"/>
              </a:lnSpc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en-US"/>
              <a:t>Electrons will spin opposite each other in the same orbital 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>
            <a:extLst>
              <a:ext uri="{FF2B5EF4-FFF2-40B4-BE49-F238E27FC236}">
                <a16:creationId xmlns:a16="http://schemas.microsoft.com/office/drawing/2014/main" id="{18512BCC-793C-4C05-A260-DA38A5B0CC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Quantum Numbers</a:t>
            </a:r>
          </a:p>
        </p:txBody>
      </p:sp>
      <p:sp>
        <p:nvSpPr>
          <p:cNvPr id="216067" name="Rectangle 3">
            <a:extLst>
              <a:ext uri="{FF2B5EF4-FFF2-40B4-BE49-F238E27FC236}">
                <a16:creationId xmlns:a16="http://schemas.microsoft.com/office/drawing/2014/main" id="{FC3A8F92-64A5-4DB9-887E-9529D7FEA96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7770813" cy="2444750"/>
          </a:xfrm>
        </p:spPr>
        <p:txBody>
          <a:bodyPr/>
          <a:lstStyle/>
          <a:p>
            <a:pPr marL="287338" indent="-287338" defTabSz="914400">
              <a:buFont typeface="Arial" panose="020B0604020202020204" pitchFamily="34" charset="0"/>
              <a:buNone/>
              <a:defRPr/>
            </a:pPr>
            <a:r>
              <a:rPr lang="en-US" altLang="en-US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Spin Quantum Number</a:t>
            </a:r>
            <a:r>
              <a:rPr lang="en-US" altLang="en-US" b="1"/>
              <a:t> </a:t>
            </a:r>
            <a:r>
              <a:rPr lang="en-US" altLang="en-US" b="1" i="1">
                <a:latin typeface="Times New Roman" panose="02020603050405020304" pitchFamily="18" charset="0"/>
              </a:rPr>
              <a:t>( </a:t>
            </a:r>
            <a:r>
              <a:rPr lang="en-US" altLang="en-US" sz="36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m</a:t>
            </a:r>
            <a:r>
              <a:rPr lang="en-US" altLang="en-US" sz="3600" b="1" i="1" baseline="-25000">
                <a:solidFill>
                  <a:schemeClr val="accent2"/>
                </a:solidFill>
                <a:latin typeface="Times New Roman" panose="02020603050405020304" pitchFamily="18" charset="0"/>
              </a:rPr>
              <a:t>s</a:t>
            </a:r>
            <a:r>
              <a:rPr lang="en-US" altLang="en-US" sz="3600" b="1" i="1">
                <a:latin typeface="Times New Roman" panose="02020603050405020304" pitchFamily="18" charset="0"/>
              </a:rPr>
              <a:t> </a:t>
            </a:r>
            <a:r>
              <a:rPr lang="en-US" altLang="en-US" b="1" i="1">
                <a:latin typeface="Times New Roman" panose="02020603050405020304" pitchFamily="18" charset="0"/>
              </a:rPr>
              <a:t>)</a:t>
            </a:r>
          </a:p>
          <a:p>
            <a:pPr marL="742950" lvl="1" indent="-288925" defTabSz="914400">
              <a:spcBef>
                <a:spcPct val="40000"/>
              </a:spcBef>
              <a:defRPr/>
            </a:pPr>
            <a:r>
              <a:rPr lang="en-US" altLang="en-US"/>
              <a:t>Electron spin </a:t>
            </a:r>
            <a:r>
              <a:rPr lang="en-US" altLang="en-US">
                <a:sym typeface="Symbol" panose="05050102010706020507" pitchFamily="18" charset="2"/>
              </a:rPr>
              <a:t></a:t>
            </a:r>
            <a:r>
              <a:rPr lang="en-US" altLang="en-US"/>
              <a:t> +½ or -½</a:t>
            </a:r>
          </a:p>
          <a:p>
            <a:pPr marL="742950" lvl="1" indent="-288925" defTabSz="914400">
              <a:spcBef>
                <a:spcPct val="40000"/>
              </a:spcBef>
              <a:defRPr/>
            </a:pPr>
            <a:r>
              <a:rPr lang="en-US" altLang="en-US"/>
              <a:t>An orbital can hold 2 electrons that spin in opposite directions.</a:t>
            </a:r>
          </a:p>
        </p:txBody>
      </p:sp>
      <p:graphicFrame>
        <p:nvGraphicFramePr>
          <p:cNvPr id="216068" name="Object 4" descr="spin quantum numbers">
            <a:extLst>
              <a:ext uri="{FF2B5EF4-FFF2-40B4-BE49-F238E27FC236}">
                <a16:creationId xmlns:a16="http://schemas.microsoft.com/office/drawing/2014/main" id="{4917CB70-1240-46B0-A11C-7C16F7CFC03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78088" y="4117975"/>
          <a:ext cx="4189412" cy="2273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Photo" r:id="rId4" imgW="2457143" imgH="1333333" progId="MSPhotoEd.3">
                  <p:embed/>
                </p:oleObj>
              </mc:Choice>
              <mc:Fallback>
                <p:oleObj name="Photo Editor Photo" r:id="rId4" imgW="2457143" imgH="1333333" progId="MSPhotoEd.3">
                  <p:embed/>
                  <p:pic>
                    <p:nvPicPr>
                      <p:cNvPr id="0" name="Object 4" descr="spin quantum numbers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78088" y="4117975"/>
                        <a:ext cx="4189412" cy="2273300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chemeClr val="bg2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7525" name="Rectangle 5">
            <a:extLst>
              <a:ext uri="{FF2B5EF4-FFF2-40B4-BE49-F238E27FC236}">
                <a16:creationId xmlns:a16="http://schemas.microsoft.com/office/drawing/2014/main" id="{EDE9DC58-A781-4ED7-8D89-9FCFE06922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8750" y="6554788"/>
            <a:ext cx="3713163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en-US" sz="800">
                <a:solidFill>
                  <a:schemeClr val="tx1"/>
                </a:solidFill>
              </a:rPr>
              <a:t>Courtesy Christy Johannesson www.nisd.net/communicationsarts/pages/chem</a:t>
            </a:r>
          </a:p>
          <a:p>
            <a:pPr eaLnBrk="1" hangingPunct="1">
              <a:lnSpc>
                <a:spcPct val="100000"/>
              </a:lnSpc>
              <a:buClrTx/>
              <a:buSzTx/>
              <a:buFontTx/>
              <a:buNone/>
            </a:pPr>
            <a:endParaRPr lang="en-US" altLang="en-US" sz="80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CED2ACE-E91D-413D-85FB-DEF9EDAED80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4117975"/>
            <a:ext cx="2133600" cy="2143125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60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160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160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216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6067" grpId="0" build="p" bldLvl="2" autoUpdateAnimBg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>
            <a:extLst>
              <a:ext uri="{FF2B5EF4-FFF2-40B4-BE49-F238E27FC236}">
                <a16:creationId xmlns:a16="http://schemas.microsoft.com/office/drawing/2014/main" id="{06A64C66-8CA2-480A-AC5C-B6026CC7030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66700" y="274638"/>
            <a:ext cx="8636000" cy="1143000"/>
          </a:xfrm>
        </p:spPr>
        <p:txBody>
          <a:bodyPr/>
          <a:lstStyle/>
          <a:p>
            <a:r>
              <a:rPr lang="en-US" altLang="en-US" sz="3200"/>
              <a:t>Electron Spin:  The Fourth Quantum Number</a:t>
            </a:r>
          </a:p>
        </p:txBody>
      </p:sp>
      <p:sp>
        <p:nvSpPr>
          <p:cNvPr id="109571" name="Rectangle 3">
            <a:extLst>
              <a:ext uri="{FF2B5EF4-FFF2-40B4-BE49-F238E27FC236}">
                <a16:creationId xmlns:a16="http://schemas.microsoft.com/office/drawing/2014/main" id="{E2852B4B-E5A3-4C43-B7D4-502CEB19F25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397000"/>
            <a:ext cx="8229600" cy="4754563"/>
          </a:xfrm>
          <a:extLst>
            <a:ext uri="{909E8E84-426E-40DD-AFC4-6F175D3DCCD1}">
              <a14:hiddenFill xmlns:a14="http://schemas.microsoft.com/office/drawing/2010/main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 defTabSz="914400">
              <a:lnSpc>
                <a:spcPct val="83000"/>
              </a:lnSpc>
              <a:buFont typeface="Arial" panose="020B0604020202020204" pitchFamily="34" charset="0"/>
              <a:buNone/>
            </a:pPr>
            <a:endParaRPr lang="en-US" altLang="en-US" sz="2000"/>
          </a:p>
          <a:p>
            <a:pPr marL="342900" indent="-342900" defTabSz="914400">
              <a:lnSpc>
                <a:spcPct val="83000"/>
              </a:lnSpc>
            </a:pPr>
            <a:r>
              <a:rPr lang="en-US" altLang="en-US" sz="1800"/>
              <a:t>When an electrically charged object spins, it produces a magnetic moment parallel to the axis of rotation and behaves like a magnet. </a:t>
            </a:r>
          </a:p>
          <a:p>
            <a:pPr marL="342900" indent="-342900" defTabSz="914400">
              <a:lnSpc>
                <a:spcPct val="83000"/>
              </a:lnSpc>
            </a:pPr>
            <a:endParaRPr lang="en-US" altLang="en-US" sz="900"/>
          </a:p>
          <a:p>
            <a:pPr marL="342900" indent="-342900" defTabSz="914400">
              <a:lnSpc>
                <a:spcPct val="83000"/>
              </a:lnSpc>
            </a:pPr>
            <a:r>
              <a:rPr lang="en-US" altLang="en-US" sz="1800"/>
              <a:t>A magnetic moment is called </a:t>
            </a:r>
            <a:r>
              <a:rPr lang="en-US" altLang="en-US" sz="1800" b="1" i="1"/>
              <a:t>electron spin.</a:t>
            </a:r>
          </a:p>
          <a:p>
            <a:pPr marL="342900" indent="-342900" defTabSz="914400">
              <a:lnSpc>
                <a:spcPct val="83000"/>
              </a:lnSpc>
            </a:pPr>
            <a:endParaRPr lang="en-US" altLang="en-US" sz="900" b="1"/>
          </a:p>
          <a:p>
            <a:pPr marL="342900" indent="-342900" defTabSz="914400">
              <a:lnSpc>
                <a:spcPct val="83000"/>
              </a:lnSpc>
            </a:pPr>
            <a:r>
              <a:rPr lang="en-US" altLang="en-US" sz="1800"/>
              <a:t>An electron has two possible orientations in an external magnetic field, which are described by a fourth quantum number</a:t>
            </a:r>
            <a:r>
              <a:rPr lang="en-US" altLang="en-US" sz="1800" b="1" i="1"/>
              <a:t> m</a:t>
            </a:r>
            <a:r>
              <a:rPr lang="en-US" altLang="en-US" sz="1800" b="1" i="1" baseline="-25000"/>
              <a:t>s</a:t>
            </a:r>
            <a:r>
              <a:rPr lang="en-US" altLang="en-US" sz="1800" b="1" i="1"/>
              <a:t>.</a:t>
            </a:r>
          </a:p>
          <a:p>
            <a:pPr marL="342900" indent="-342900" defTabSz="914400">
              <a:lnSpc>
                <a:spcPct val="83000"/>
              </a:lnSpc>
            </a:pPr>
            <a:endParaRPr lang="en-US" altLang="en-US" sz="1800" b="1" i="1"/>
          </a:p>
          <a:p>
            <a:pPr marL="342900" indent="-342900" defTabSz="914400">
              <a:lnSpc>
                <a:spcPct val="83000"/>
              </a:lnSpc>
            </a:pPr>
            <a:r>
              <a:rPr lang="en-US" altLang="en-US" sz="1800"/>
              <a:t>For any electron, </a:t>
            </a:r>
            <a:r>
              <a:rPr lang="en-US" altLang="en-US" sz="1800" i="1"/>
              <a:t>m</a:t>
            </a:r>
            <a:r>
              <a:rPr lang="en-US" altLang="en-US" sz="1800" i="1" baseline="-25000"/>
              <a:t>s</a:t>
            </a:r>
            <a:r>
              <a:rPr lang="en-US" altLang="en-US" sz="1800" baseline="-25000"/>
              <a:t> </a:t>
            </a:r>
            <a:r>
              <a:rPr lang="en-US" altLang="en-US" sz="1800"/>
              <a:t>can have only two possible values, designated + (up) and – (down), indicating that the two orientations are opposite and the subscript </a:t>
            </a:r>
            <a:r>
              <a:rPr lang="en-US" altLang="en-US" sz="1800" i="1"/>
              <a:t>s</a:t>
            </a:r>
            <a:r>
              <a:rPr lang="en-US" altLang="en-US" sz="1800"/>
              <a:t> is for spin.</a:t>
            </a:r>
          </a:p>
          <a:p>
            <a:pPr marL="342900" indent="-342900" defTabSz="914400">
              <a:lnSpc>
                <a:spcPct val="83000"/>
              </a:lnSpc>
            </a:pPr>
            <a:endParaRPr lang="en-US" altLang="en-US" sz="900"/>
          </a:p>
          <a:p>
            <a:pPr marL="342900" indent="-342900" defTabSz="914400">
              <a:lnSpc>
                <a:spcPct val="83000"/>
              </a:lnSpc>
            </a:pPr>
            <a:r>
              <a:rPr lang="en-US" altLang="en-US" sz="1800"/>
              <a:t>An electron behaves like a magnet that has one of two possible orientations, aligned either with the magnetic field or against it. </a:t>
            </a:r>
          </a:p>
          <a:p>
            <a:pPr marL="342900" indent="-342900" defTabSz="914400">
              <a:lnSpc>
                <a:spcPct val="83000"/>
              </a:lnSpc>
              <a:buFont typeface="Arial" panose="020B0604020202020204" pitchFamily="34" charset="0"/>
              <a:buNone/>
            </a:pPr>
            <a:endParaRPr lang="en-US" altLang="en-US" sz="1800"/>
          </a:p>
        </p:txBody>
      </p:sp>
      <p:sp>
        <p:nvSpPr>
          <p:cNvPr id="109572" name="Rectangle 4">
            <a:extLst>
              <a:ext uri="{FF2B5EF4-FFF2-40B4-BE49-F238E27FC236}">
                <a16:creationId xmlns:a16="http://schemas.microsoft.com/office/drawing/2014/main" id="{8501C78A-94FE-4CB2-84B9-B37E6A14E2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6554788"/>
            <a:ext cx="3275013" cy="214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en-US" sz="800">
                <a:solidFill>
                  <a:schemeClr val="tx1"/>
                </a:solidFill>
              </a:rPr>
              <a:t>Copyright </a:t>
            </a:r>
            <a:r>
              <a:rPr lang="en-US" altLang="en-US" sz="800">
                <a:solidFill>
                  <a:schemeClr val="tx1"/>
                </a:solidFill>
                <a:cs typeface="Arial" panose="020B0604020202020204" pitchFamily="34" charset="0"/>
              </a:rPr>
              <a:t>© </a:t>
            </a:r>
            <a:r>
              <a:rPr lang="en-US" altLang="en-US" sz="800">
                <a:solidFill>
                  <a:schemeClr val="tx1"/>
                </a:solidFill>
              </a:rPr>
              <a:t>2006 Pearson Benjamin Cummings.  All rights reserved.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618" name="Picture 2" descr="06-32Figure_ILL">
            <a:extLst>
              <a:ext uri="{FF2B5EF4-FFF2-40B4-BE49-F238E27FC236}">
                <a16:creationId xmlns:a16="http://schemas.microsoft.com/office/drawing/2014/main" id="{8F685868-399D-4E1B-BE93-43294652CE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151"/>
          <a:stretch>
            <a:fillRect/>
          </a:stretch>
        </p:blipFill>
        <p:spPr bwMode="auto">
          <a:xfrm>
            <a:off x="917575" y="993775"/>
            <a:ext cx="7310438" cy="5073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1619" name="Rectangle 3">
            <a:extLst>
              <a:ext uri="{FF2B5EF4-FFF2-40B4-BE49-F238E27FC236}">
                <a16:creationId xmlns:a16="http://schemas.microsoft.com/office/drawing/2014/main" id="{07FBBA3E-9EBE-4F42-8860-C6C2A0BB8E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6554788"/>
            <a:ext cx="3275013" cy="214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en-US" sz="800">
                <a:solidFill>
                  <a:schemeClr val="tx1"/>
                </a:solidFill>
              </a:rPr>
              <a:t>Copyright </a:t>
            </a:r>
            <a:r>
              <a:rPr lang="en-US" altLang="en-US" sz="800">
                <a:solidFill>
                  <a:schemeClr val="tx1"/>
                </a:solidFill>
                <a:cs typeface="Arial" panose="020B0604020202020204" pitchFamily="34" charset="0"/>
              </a:rPr>
              <a:t>© </a:t>
            </a:r>
            <a:r>
              <a:rPr lang="en-US" altLang="en-US" sz="800">
                <a:solidFill>
                  <a:schemeClr val="tx1"/>
                </a:solidFill>
              </a:rPr>
              <a:t>2006 Pearson Benjamin Cummings.  All rights reserved.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Footer Placeholder 4">
            <a:extLst>
              <a:ext uri="{FF2B5EF4-FFF2-40B4-BE49-F238E27FC236}">
                <a16:creationId xmlns:a16="http://schemas.microsoft.com/office/drawing/2014/main" id="{1B557FD2-6F2F-4BBB-A762-AB7EF1F0A3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3000"/>
              </a:lnSpc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GB" altLang="en-US" sz="1400"/>
              <a:t>Copyright McGraw-Hill 2009</a:t>
            </a:r>
          </a:p>
        </p:txBody>
      </p:sp>
      <p:sp>
        <p:nvSpPr>
          <p:cNvPr id="113667" name="Slide Number Placeholder 5">
            <a:extLst>
              <a:ext uri="{FF2B5EF4-FFF2-40B4-BE49-F238E27FC236}">
                <a16:creationId xmlns:a16="http://schemas.microsoft.com/office/drawing/2014/main" id="{8CE1E04E-D0B3-4A75-B48B-F1C3339810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3000"/>
              </a:lnSpc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fld id="{8323104F-79AB-468D-9AD4-ACFC2D908015}" type="slidenum">
              <a:rPr lang="en-GB" altLang="en-US" sz="1400"/>
              <a:pPr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t>56</a:t>
            </a:fld>
            <a:endParaRPr lang="en-GB" altLang="en-US" sz="1400"/>
          </a:p>
        </p:txBody>
      </p:sp>
      <p:sp>
        <p:nvSpPr>
          <p:cNvPr id="113668" name="Rectangle 1">
            <a:extLst>
              <a:ext uri="{FF2B5EF4-FFF2-40B4-BE49-F238E27FC236}">
                <a16:creationId xmlns:a16="http://schemas.microsoft.com/office/drawing/2014/main" id="{4532B85F-7F5C-4B41-9320-5C033D86D61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pPr eaLnBrk="1" hangingPunct="1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en-US"/>
              <a:t>Quantum Numbers</a:t>
            </a:r>
          </a:p>
        </p:txBody>
      </p:sp>
      <p:sp>
        <p:nvSpPr>
          <p:cNvPr id="113669" name="Rectangle 2">
            <a:extLst>
              <a:ext uri="{FF2B5EF4-FFF2-40B4-BE49-F238E27FC236}">
                <a16:creationId xmlns:a16="http://schemas.microsoft.com/office/drawing/2014/main" id="{5DC2CF87-936D-48D4-9CD5-DBEAB35C7E8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7772400" cy="4114800"/>
          </a:xfrm>
        </p:spPr>
        <p:txBody>
          <a:bodyPr/>
          <a:lstStyle/>
          <a:p>
            <a:pPr eaLnBrk="1" hangingPunct="1">
              <a:lnSpc>
                <a:spcPct val="100000"/>
              </a:lnSpc>
              <a:buFont typeface="Arial" panose="020B0604020202020204" pitchFamily="34" charset="0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en-US"/>
              <a:t>Which of the following are possible sets of</a:t>
            </a:r>
          </a:p>
          <a:p>
            <a:pPr eaLnBrk="1" hangingPunct="1">
              <a:lnSpc>
                <a:spcPct val="100000"/>
              </a:lnSpc>
              <a:buFont typeface="Arial" panose="020B0604020202020204" pitchFamily="34" charset="0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en-US"/>
              <a:t>quantum numbers? </a:t>
            </a:r>
          </a:p>
          <a:p>
            <a:pPr eaLnBrk="1" hangingPunct="1">
              <a:lnSpc>
                <a:spcPct val="100000"/>
              </a:lnSpc>
              <a:buFont typeface="Arial" panose="020B0604020202020204" pitchFamily="34" charset="0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en-US"/>
              <a:t>	a) 1, 1, 0, +1/2 </a:t>
            </a:r>
          </a:p>
          <a:p>
            <a:pPr eaLnBrk="1" hangingPunct="1">
              <a:lnSpc>
                <a:spcPct val="100000"/>
              </a:lnSpc>
              <a:buFont typeface="Arial" panose="020B0604020202020204" pitchFamily="34" charset="0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en-US"/>
              <a:t>	b) 2, 0, 0, +1/2 </a:t>
            </a:r>
          </a:p>
          <a:p>
            <a:pPr eaLnBrk="1" hangingPunct="1">
              <a:lnSpc>
                <a:spcPct val="100000"/>
              </a:lnSpc>
              <a:buFont typeface="Arial" panose="020B0604020202020204" pitchFamily="34" charset="0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en-US"/>
              <a:t>	c) 3, 2, </a:t>
            </a:r>
            <a:r>
              <a:rPr lang="en-GB" altLang="en-US">
                <a:sym typeface="Symbol" panose="05050102010706020507" pitchFamily="18" charset="2"/>
              </a:rPr>
              <a:t></a:t>
            </a:r>
            <a:r>
              <a:rPr lang="en-GB" altLang="en-US"/>
              <a:t>2, </a:t>
            </a:r>
            <a:r>
              <a:rPr lang="en-GB" altLang="en-US">
                <a:sym typeface="Symbol" panose="05050102010706020507" pitchFamily="18" charset="2"/>
              </a:rPr>
              <a:t></a:t>
            </a:r>
            <a:r>
              <a:rPr lang="en-GB" altLang="en-US"/>
              <a:t>1/2 </a:t>
            </a:r>
            <a:endParaRPr lang="en-GB" altLang="en-US">
              <a:latin typeface="ヒラギノ角ゴ Pro W3" pitchFamily="1" charset="-128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Footer Placeholder 4">
            <a:extLst>
              <a:ext uri="{FF2B5EF4-FFF2-40B4-BE49-F238E27FC236}">
                <a16:creationId xmlns:a16="http://schemas.microsoft.com/office/drawing/2014/main" id="{003C0B99-1426-4CC7-9921-FB8A6EB7E1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3000"/>
              </a:lnSpc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GB" altLang="en-US" sz="1400"/>
              <a:t>Copyright McGraw-Hill 2009</a:t>
            </a:r>
          </a:p>
        </p:txBody>
      </p:sp>
      <p:sp>
        <p:nvSpPr>
          <p:cNvPr id="115715" name="Slide Number Placeholder 5">
            <a:extLst>
              <a:ext uri="{FF2B5EF4-FFF2-40B4-BE49-F238E27FC236}">
                <a16:creationId xmlns:a16="http://schemas.microsoft.com/office/drawing/2014/main" id="{6BB72A79-B9C8-4E31-9CA5-8DE75BF9B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3000"/>
              </a:lnSpc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fld id="{873EA408-CA87-4D49-9EBB-2B14DF63FFA6}" type="slidenum">
              <a:rPr lang="en-GB" altLang="en-US" sz="1400"/>
              <a:pPr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t>57</a:t>
            </a:fld>
            <a:endParaRPr lang="en-GB" altLang="en-US" sz="1400"/>
          </a:p>
        </p:txBody>
      </p:sp>
      <p:sp>
        <p:nvSpPr>
          <p:cNvPr id="115716" name="Rectangle 2">
            <a:extLst>
              <a:ext uri="{FF2B5EF4-FFF2-40B4-BE49-F238E27FC236}">
                <a16:creationId xmlns:a16="http://schemas.microsoft.com/office/drawing/2014/main" id="{69346F7C-FAA9-4CFC-9F00-4118000A7F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pPr eaLnBrk="1" hangingPunct="1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en-US"/>
              <a:t>Quantum Numbers</a:t>
            </a:r>
          </a:p>
        </p:txBody>
      </p:sp>
      <p:sp>
        <p:nvSpPr>
          <p:cNvPr id="115717" name="Rectangle 3">
            <a:extLst>
              <a:ext uri="{FF2B5EF4-FFF2-40B4-BE49-F238E27FC236}">
                <a16:creationId xmlns:a16="http://schemas.microsoft.com/office/drawing/2014/main" id="{28A84259-0429-4626-8F02-E8EB9570FA9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7772400" cy="4114800"/>
          </a:xfrm>
        </p:spPr>
        <p:txBody>
          <a:bodyPr/>
          <a:lstStyle/>
          <a:p>
            <a:pPr eaLnBrk="1" hangingPunct="1">
              <a:lnSpc>
                <a:spcPct val="100000"/>
              </a:lnSpc>
              <a:buFont typeface="Arial" panose="020B0604020202020204" pitchFamily="34" charset="0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en-US"/>
              <a:t>Which of the following are possible sets of</a:t>
            </a:r>
          </a:p>
          <a:p>
            <a:pPr eaLnBrk="1" hangingPunct="1">
              <a:lnSpc>
                <a:spcPct val="100000"/>
              </a:lnSpc>
              <a:buFont typeface="Arial" panose="020B0604020202020204" pitchFamily="34" charset="0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en-US"/>
              <a:t>quantum numbers? </a:t>
            </a:r>
          </a:p>
          <a:p>
            <a:pPr eaLnBrk="1" hangingPunct="1">
              <a:lnSpc>
                <a:spcPct val="100000"/>
              </a:lnSpc>
              <a:buFont typeface="Arial" panose="020B0604020202020204" pitchFamily="34" charset="0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en-US"/>
              <a:t>	a) 1, 1, 0, +1/2     </a:t>
            </a:r>
            <a:r>
              <a:rPr lang="en-GB" altLang="en-US" i="1"/>
              <a:t>l</a:t>
            </a:r>
            <a:r>
              <a:rPr lang="en-GB" altLang="en-US"/>
              <a:t> value not possible</a:t>
            </a:r>
          </a:p>
          <a:p>
            <a:pPr eaLnBrk="1" hangingPunct="1">
              <a:lnSpc>
                <a:spcPct val="100000"/>
              </a:lnSpc>
              <a:buFont typeface="Arial" panose="020B0604020202020204" pitchFamily="34" charset="0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en-US"/>
              <a:t>	b) 2, 0, 0, +1/2     possible</a:t>
            </a:r>
          </a:p>
          <a:p>
            <a:pPr eaLnBrk="1" hangingPunct="1">
              <a:lnSpc>
                <a:spcPct val="100000"/>
              </a:lnSpc>
              <a:buFont typeface="Arial" panose="020B0604020202020204" pitchFamily="34" charset="0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en-US"/>
              <a:t>	c) 3, 2, </a:t>
            </a:r>
            <a:r>
              <a:rPr lang="en-GB" altLang="en-US">
                <a:sym typeface="Symbol" panose="05050102010706020507" pitchFamily="18" charset="2"/>
              </a:rPr>
              <a:t></a:t>
            </a:r>
            <a:r>
              <a:rPr lang="en-GB" altLang="en-US"/>
              <a:t>2, </a:t>
            </a:r>
            <a:r>
              <a:rPr lang="en-GB" altLang="en-US">
                <a:sym typeface="Symbol" panose="05050102010706020507" pitchFamily="18" charset="2"/>
              </a:rPr>
              <a:t></a:t>
            </a:r>
            <a:r>
              <a:rPr lang="en-GB" altLang="en-US"/>
              <a:t>1/2   possible</a:t>
            </a:r>
            <a:endParaRPr lang="en-GB" altLang="en-US">
              <a:latin typeface="ヒラギノ角ゴ Pro W3" pitchFamily="1" charset="-128"/>
            </a:endParaRPr>
          </a:p>
        </p:txBody>
      </p:sp>
      <p:sp>
        <p:nvSpPr>
          <p:cNvPr id="115718" name="Oval 4">
            <a:extLst>
              <a:ext uri="{FF2B5EF4-FFF2-40B4-BE49-F238E27FC236}">
                <a16:creationId xmlns:a16="http://schemas.microsoft.com/office/drawing/2014/main" id="{CEB89AE8-F4B6-4368-B149-D5B7A9BEAF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2625" y="3228975"/>
            <a:ext cx="381000" cy="457200"/>
          </a:xfrm>
          <a:prstGeom prst="ellips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lnSpc>
                <a:spcPct val="93000"/>
              </a:lnSpc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endParaRPr lang="en-US" altLang="en-US" sz="240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Footer Placeholder 4">
            <a:extLst>
              <a:ext uri="{FF2B5EF4-FFF2-40B4-BE49-F238E27FC236}">
                <a16:creationId xmlns:a16="http://schemas.microsoft.com/office/drawing/2014/main" id="{C6BFD928-999C-4865-BDF2-9FF9353C1B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3000"/>
              </a:lnSpc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GB" altLang="en-US" sz="1400"/>
              <a:t>Copyright McGraw-Hill 2009</a:t>
            </a:r>
          </a:p>
        </p:txBody>
      </p:sp>
      <p:sp>
        <p:nvSpPr>
          <p:cNvPr id="117763" name="Slide Number Placeholder 5">
            <a:extLst>
              <a:ext uri="{FF2B5EF4-FFF2-40B4-BE49-F238E27FC236}">
                <a16:creationId xmlns:a16="http://schemas.microsoft.com/office/drawing/2014/main" id="{A3C94EE5-9A74-40A5-8F4A-7D529FEED3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3000"/>
              </a:lnSpc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fld id="{1C06AC29-1DA9-4302-8621-6761DEE04ABE}" type="slidenum">
              <a:rPr lang="en-GB" altLang="en-US" sz="1400"/>
              <a:pPr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t>58</a:t>
            </a:fld>
            <a:endParaRPr lang="en-GB" altLang="en-US" sz="1400"/>
          </a:p>
        </p:txBody>
      </p:sp>
      <p:sp>
        <p:nvSpPr>
          <p:cNvPr id="117764" name="Rectangle 1">
            <a:extLst>
              <a:ext uri="{FF2B5EF4-FFF2-40B4-BE49-F238E27FC236}">
                <a16:creationId xmlns:a16="http://schemas.microsoft.com/office/drawing/2014/main" id="{2ABA54F5-0E00-42BF-BE81-AC97431D274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pPr eaLnBrk="1" hangingPunct="1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en-US"/>
              <a:t>Atomic Orbitals </a:t>
            </a:r>
          </a:p>
        </p:txBody>
      </p:sp>
      <p:sp>
        <p:nvSpPr>
          <p:cNvPr id="117765" name="Rectangle 2">
            <a:extLst>
              <a:ext uri="{FF2B5EF4-FFF2-40B4-BE49-F238E27FC236}">
                <a16:creationId xmlns:a16="http://schemas.microsoft.com/office/drawing/2014/main" id="{5CA69E1F-E11C-42EF-BD87-6857C362BA6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7772400" cy="4114800"/>
          </a:xfrm>
        </p:spPr>
        <p:txBody>
          <a:bodyPr/>
          <a:lstStyle/>
          <a:p>
            <a:pPr eaLnBrk="1" hangingPunct="1">
              <a:lnSpc>
                <a:spcPct val="100000"/>
              </a:lnSpc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en-US"/>
              <a:t>“Shapes” of atomic orbitals </a:t>
            </a:r>
          </a:p>
          <a:p>
            <a:pPr eaLnBrk="1" hangingPunct="1">
              <a:lnSpc>
                <a:spcPct val="100000"/>
              </a:lnSpc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en-US"/>
              <a:t>“</a:t>
            </a:r>
            <a:r>
              <a:rPr lang="en-GB" altLang="en-US" i="1"/>
              <a:t>s</a:t>
            </a:r>
            <a:r>
              <a:rPr lang="en-GB" altLang="en-US"/>
              <a:t>” orbital - spherical in shape </a:t>
            </a:r>
          </a:p>
          <a:p>
            <a:pPr eaLnBrk="1" hangingPunct="1">
              <a:lnSpc>
                <a:spcPct val="100000"/>
              </a:lnSpc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en-US"/>
              <a:t>“</a:t>
            </a:r>
            <a:r>
              <a:rPr lang="en-GB" altLang="en-US" i="1"/>
              <a:t>p</a:t>
            </a:r>
            <a:r>
              <a:rPr lang="en-GB" altLang="en-US"/>
              <a:t>” orbitals - two lobes on opposite sides of the nucleus</a:t>
            </a:r>
          </a:p>
          <a:p>
            <a:pPr eaLnBrk="1" hangingPunct="1">
              <a:lnSpc>
                <a:spcPct val="100000"/>
              </a:lnSpc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en-US"/>
              <a:t>“</a:t>
            </a:r>
            <a:r>
              <a:rPr lang="en-GB" altLang="en-US" i="1"/>
              <a:t>d</a:t>
            </a:r>
            <a:r>
              <a:rPr lang="en-GB" altLang="en-US"/>
              <a:t>” orbitals - more variations of lobes </a:t>
            </a:r>
          </a:p>
          <a:p>
            <a:pPr eaLnBrk="1" hangingPunct="1">
              <a:lnSpc>
                <a:spcPct val="100000"/>
              </a:lnSpc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en-US"/>
              <a:t>“</a:t>
            </a:r>
            <a:r>
              <a:rPr lang="en-GB" altLang="en-US" i="1"/>
              <a:t>f</a:t>
            </a:r>
            <a:r>
              <a:rPr lang="en-GB" altLang="en-US"/>
              <a:t>” orbitals - complex shapes 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2">
            <a:extLst>
              <a:ext uri="{FF2B5EF4-FFF2-40B4-BE49-F238E27FC236}">
                <a16:creationId xmlns:a16="http://schemas.microsoft.com/office/drawing/2014/main" id="{EF9D4C87-2CFA-4A06-B1F9-76C4BF69A5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21450" y="2484438"/>
            <a:ext cx="1874838" cy="4156075"/>
          </a:xfrm>
          <a:prstGeom prst="rect">
            <a:avLst/>
          </a:prstGeom>
          <a:solidFill>
            <a:srgbClr val="EAEAEA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23907" name="Rectangle 3">
            <a:extLst>
              <a:ext uri="{FF2B5EF4-FFF2-40B4-BE49-F238E27FC236}">
                <a16:creationId xmlns:a16="http://schemas.microsoft.com/office/drawing/2014/main" id="{9941D412-93D2-44A5-9AB1-27278E4213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Quantum Numbers</a:t>
            </a:r>
          </a:p>
        </p:txBody>
      </p:sp>
      <p:sp>
        <p:nvSpPr>
          <p:cNvPr id="177156" name="Rectangle 4">
            <a:extLst>
              <a:ext uri="{FF2B5EF4-FFF2-40B4-BE49-F238E27FC236}">
                <a16:creationId xmlns:a16="http://schemas.microsoft.com/office/drawing/2014/main" id="{5555876F-7347-4A1B-A796-C84FF03F938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6070600" cy="3425825"/>
          </a:xfrm>
        </p:spPr>
        <p:txBody>
          <a:bodyPr/>
          <a:lstStyle/>
          <a:p>
            <a:pPr marL="287338" indent="-287338" defTabSz="914400">
              <a:buFont typeface="Arial" panose="020B0604020202020204" pitchFamily="34" charset="0"/>
              <a:buNone/>
              <a:defRPr/>
            </a:pPr>
            <a:r>
              <a:rPr lang="en-US" altLang="en-US" sz="2800" b="1"/>
              <a:t>1. </a:t>
            </a:r>
            <a:r>
              <a:rPr lang="en-US" altLang="en-US" sz="28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Principal Quantum Number</a:t>
            </a:r>
            <a:r>
              <a:rPr lang="en-US" altLang="en-US" sz="2800" b="1"/>
              <a:t> </a:t>
            </a:r>
            <a:r>
              <a:rPr lang="en-US" altLang="en-US" sz="2800" b="1" i="1">
                <a:latin typeface="Times New Roman" panose="02020603050405020304" pitchFamily="18" charset="0"/>
              </a:rPr>
              <a:t>( </a:t>
            </a:r>
            <a:r>
              <a:rPr lang="en-US" altLang="en-US" i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n</a:t>
            </a:r>
            <a:r>
              <a:rPr lang="en-US" altLang="en-US" b="1" i="1">
                <a:latin typeface="Times New Roman" panose="02020603050405020304" pitchFamily="18" charset="0"/>
              </a:rPr>
              <a:t> </a:t>
            </a:r>
            <a:r>
              <a:rPr lang="en-US" altLang="en-US" sz="2800" b="1" i="1">
                <a:latin typeface="Times New Roman" panose="02020603050405020304" pitchFamily="18" charset="0"/>
              </a:rPr>
              <a:t>)</a:t>
            </a:r>
          </a:p>
          <a:p>
            <a:pPr marL="742950" lvl="1" indent="-288925" defTabSz="914400">
              <a:spcBef>
                <a:spcPct val="100000"/>
              </a:spcBef>
              <a:defRPr/>
            </a:pPr>
            <a:r>
              <a:rPr lang="en-US" altLang="en-US" sz="2400"/>
              <a:t>Energy level</a:t>
            </a:r>
          </a:p>
          <a:p>
            <a:pPr marL="742950" lvl="1" indent="-288925" defTabSz="914400">
              <a:spcBef>
                <a:spcPct val="100000"/>
              </a:spcBef>
              <a:defRPr/>
            </a:pPr>
            <a:r>
              <a:rPr lang="en-US" altLang="en-US" sz="2400"/>
              <a:t>Size of the orbital</a:t>
            </a:r>
          </a:p>
          <a:p>
            <a:pPr marL="742950" lvl="1" indent="-288925" defTabSz="914400">
              <a:spcBef>
                <a:spcPct val="100000"/>
              </a:spcBef>
              <a:defRPr/>
            </a:pPr>
            <a:r>
              <a:rPr lang="en-US" altLang="en-US" sz="2400"/>
              <a:t>n</a:t>
            </a:r>
            <a:r>
              <a:rPr lang="en-US" altLang="en-US" sz="2400" b="1" baseline="30000"/>
              <a:t>2</a:t>
            </a:r>
            <a:r>
              <a:rPr lang="en-US" altLang="en-US" sz="2400"/>
              <a:t> = # of orbitals in </a:t>
            </a:r>
            <a:br>
              <a:rPr lang="en-US" altLang="en-US" sz="2400"/>
            </a:br>
            <a:r>
              <a:rPr lang="en-US" altLang="en-US" sz="2400"/>
              <a:t>the energy level</a:t>
            </a:r>
          </a:p>
        </p:txBody>
      </p:sp>
      <p:sp>
        <p:nvSpPr>
          <p:cNvPr id="123909" name="Rectangle 5">
            <a:extLst>
              <a:ext uri="{FF2B5EF4-FFF2-40B4-BE49-F238E27FC236}">
                <a16:creationId xmlns:a16="http://schemas.microsoft.com/office/drawing/2014/main" id="{F16DE291-F5A6-4675-AA5E-3838B6CFFE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8750" y="6554788"/>
            <a:ext cx="3713163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en-US" sz="800">
                <a:solidFill>
                  <a:schemeClr val="tx1"/>
                </a:solidFill>
              </a:rPr>
              <a:t>Courtesy Christy Johannesson www.nisd.net/communicationsarts/pages/chem</a:t>
            </a:r>
          </a:p>
          <a:p>
            <a:pPr eaLnBrk="1" hangingPunct="1">
              <a:lnSpc>
                <a:spcPct val="100000"/>
              </a:lnSpc>
              <a:buClrTx/>
              <a:buSzTx/>
              <a:buFontTx/>
              <a:buNone/>
            </a:pPr>
            <a:endParaRPr lang="en-US" altLang="en-US" sz="800">
              <a:solidFill>
                <a:schemeClr val="tx1"/>
              </a:solidFill>
            </a:endParaRPr>
          </a:p>
        </p:txBody>
      </p:sp>
      <p:sp>
        <p:nvSpPr>
          <p:cNvPr id="123910" name="Oval 6">
            <a:extLst>
              <a:ext uri="{FF2B5EF4-FFF2-40B4-BE49-F238E27FC236}">
                <a16:creationId xmlns:a16="http://schemas.microsoft.com/office/drawing/2014/main" id="{CA575918-F492-4A57-B58C-212C3BABC7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19888" y="4878388"/>
            <a:ext cx="1450975" cy="1450975"/>
          </a:xfrm>
          <a:prstGeom prst="ellipse">
            <a:avLst/>
          </a:prstGeom>
          <a:gradFill rotWithShape="0">
            <a:gsLst>
              <a:gs pos="0">
                <a:srgbClr val="CCECFF"/>
              </a:gs>
              <a:gs pos="100000">
                <a:schemeClr val="accent2"/>
              </a:gs>
            </a:gsLst>
            <a:lin ang="2700000" scaled="1"/>
          </a:gradFill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81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23911" name="Oval 7">
            <a:extLst>
              <a:ext uri="{FF2B5EF4-FFF2-40B4-BE49-F238E27FC236}">
                <a16:creationId xmlns:a16="http://schemas.microsoft.com/office/drawing/2014/main" id="{37CD2284-7C07-4173-B42F-ED8FA93389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32625" y="3503613"/>
            <a:ext cx="701675" cy="701675"/>
          </a:xfrm>
          <a:prstGeom prst="ellipse">
            <a:avLst/>
          </a:prstGeom>
          <a:gradFill rotWithShape="0">
            <a:gsLst>
              <a:gs pos="0">
                <a:srgbClr val="CCECFF"/>
              </a:gs>
              <a:gs pos="100000">
                <a:schemeClr val="accent2"/>
              </a:gs>
            </a:gsLst>
            <a:lin ang="2700000" scaled="1"/>
          </a:gradFill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81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23912" name="Oval 8">
            <a:extLst>
              <a:ext uri="{FF2B5EF4-FFF2-40B4-BE49-F238E27FC236}">
                <a16:creationId xmlns:a16="http://schemas.microsoft.com/office/drawing/2014/main" id="{D0BE5DD2-DB07-4FDA-9F9C-5B883BFEAA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89788" y="2560638"/>
            <a:ext cx="295275" cy="295275"/>
          </a:xfrm>
          <a:prstGeom prst="ellipse">
            <a:avLst/>
          </a:prstGeom>
          <a:gradFill rotWithShape="0">
            <a:gsLst>
              <a:gs pos="0">
                <a:srgbClr val="CCECFF"/>
              </a:gs>
              <a:gs pos="100000">
                <a:schemeClr val="accent2"/>
              </a:gs>
            </a:gsLst>
            <a:lin ang="2700000" scaled="1"/>
          </a:gradFill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81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23913" name="Text Box 9">
            <a:extLst>
              <a:ext uri="{FF2B5EF4-FFF2-40B4-BE49-F238E27FC236}">
                <a16:creationId xmlns:a16="http://schemas.microsoft.com/office/drawing/2014/main" id="{D036D434-3908-4404-B376-8E6091EF9C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58038" y="2849563"/>
            <a:ext cx="37147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en-US" sz="1400">
                <a:solidFill>
                  <a:schemeClr val="tx1"/>
                </a:solidFill>
              </a:rPr>
              <a:t>1</a:t>
            </a:r>
            <a:r>
              <a:rPr lang="en-US" altLang="en-US" sz="1400" i="1">
                <a:solidFill>
                  <a:schemeClr val="tx1"/>
                </a:solidFill>
              </a:rPr>
              <a:t>s</a:t>
            </a:r>
          </a:p>
        </p:txBody>
      </p:sp>
      <p:sp>
        <p:nvSpPr>
          <p:cNvPr id="123914" name="Text Box 10">
            <a:extLst>
              <a:ext uri="{FF2B5EF4-FFF2-40B4-BE49-F238E27FC236}">
                <a16:creationId xmlns:a16="http://schemas.microsoft.com/office/drawing/2014/main" id="{4C07FF82-1648-4BAA-911D-9BA96549E5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5338" y="4248150"/>
            <a:ext cx="37147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en-US" sz="1400">
                <a:solidFill>
                  <a:schemeClr val="tx1"/>
                </a:solidFill>
              </a:rPr>
              <a:t>2</a:t>
            </a:r>
            <a:r>
              <a:rPr lang="en-US" altLang="en-US" sz="1400" i="1">
                <a:solidFill>
                  <a:schemeClr val="tx1"/>
                </a:solidFill>
              </a:rPr>
              <a:t>s</a:t>
            </a:r>
          </a:p>
        </p:txBody>
      </p:sp>
      <p:sp>
        <p:nvSpPr>
          <p:cNvPr id="123915" name="Text Box 11">
            <a:extLst>
              <a:ext uri="{FF2B5EF4-FFF2-40B4-BE49-F238E27FC236}">
                <a16:creationId xmlns:a16="http://schemas.microsoft.com/office/drawing/2014/main" id="{C60C35C8-A325-411A-ABC6-F8AA2D47EC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54875" y="6356350"/>
            <a:ext cx="37147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en-US" sz="1400">
                <a:solidFill>
                  <a:schemeClr val="tx1"/>
                </a:solidFill>
              </a:rPr>
              <a:t>3</a:t>
            </a:r>
            <a:r>
              <a:rPr lang="en-US" altLang="en-US" sz="1400" i="1">
                <a:solidFill>
                  <a:schemeClr val="tx1"/>
                </a:solidFill>
              </a:rPr>
              <a:t>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71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71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771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771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7156" grpId="0" build="p" bldLvl="2" autoUpdateAnimBg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2">
            <a:extLst>
              <a:ext uri="{FF2B5EF4-FFF2-40B4-BE49-F238E27FC236}">
                <a16:creationId xmlns:a16="http://schemas.microsoft.com/office/drawing/2014/main" id="{03F34199-0B31-45D3-A553-5DA70A7A63F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Relative Sizes 1s and 2s</a:t>
            </a:r>
          </a:p>
        </p:txBody>
      </p:sp>
      <p:sp>
        <p:nvSpPr>
          <p:cNvPr id="125955" name="Oval 3">
            <a:extLst>
              <a:ext uri="{FF2B5EF4-FFF2-40B4-BE49-F238E27FC236}">
                <a16:creationId xmlns:a16="http://schemas.microsoft.com/office/drawing/2014/main" id="{E71A6151-EFD8-45BE-A607-47BFD71C71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1600" y="3429000"/>
            <a:ext cx="1828800" cy="1828800"/>
          </a:xfrm>
          <a:prstGeom prst="ellipse">
            <a:avLst/>
          </a:prstGeom>
          <a:gradFill rotWithShape="0">
            <a:gsLst>
              <a:gs pos="0">
                <a:srgbClr val="CCECFF"/>
              </a:gs>
              <a:gs pos="100000">
                <a:schemeClr val="accent2"/>
              </a:gs>
            </a:gsLst>
            <a:lin ang="2700000" scaled="1"/>
          </a:gradFill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81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25956" name="Text Box 4">
            <a:extLst>
              <a:ext uri="{FF2B5EF4-FFF2-40B4-BE49-F238E27FC236}">
                <a16:creationId xmlns:a16="http://schemas.microsoft.com/office/drawing/2014/main" id="{3F6E288D-5EC5-444B-9838-4B3D3327C4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5334000"/>
            <a:ext cx="3990975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en-US" sz="4400">
                <a:solidFill>
                  <a:schemeClr val="tx1"/>
                </a:solidFill>
              </a:rPr>
              <a:t>1s				      2s</a:t>
            </a:r>
          </a:p>
        </p:txBody>
      </p:sp>
      <p:sp>
        <p:nvSpPr>
          <p:cNvPr id="125957" name="Rectangle 5">
            <a:extLst>
              <a:ext uri="{FF2B5EF4-FFF2-40B4-BE49-F238E27FC236}">
                <a16:creationId xmlns:a16="http://schemas.microsoft.com/office/drawing/2014/main" id="{DCAED08B-5F91-4B36-BF6B-73D3D0961C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6553200"/>
            <a:ext cx="3162300" cy="214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en-US" sz="800">
                <a:solidFill>
                  <a:schemeClr val="tx1"/>
                </a:solidFill>
              </a:rPr>
              <a:t>Zumdahl, Zumdahl, DeCoste, </a:t>
            </a:r>
            <a:r>
              <a:rPr lang="en-US" altLang="en-US" sz="800" u="sng">
                <a:solidFill>
                  <a:schemeClr val="tx1"/>
                </a:solidFill>
              </a:rPr>
              <a:t>World of Chemistry</a:t>
            </a:r>
            <a:r>
              <a:rPr lang="en-US" altLang="en-US" sz="800">
                <a:solidFill>
                  <a:schemeClr val="tx1"/>
                </a:solidFill>
              </a:rPr>
              <a:t> </a:t>
            </a:r>
            <a:r>
              <a:rPr lang="en-US" altLang="en-US" sz="800">
                <a:solidFill>
                  <a:schemeClr val="tx1"/>
                </a:solidFill>
                <a:latin typeface="Symbol" panose="05050102010706020507" pitchFamily="18" charset="2"/>
              </a:rPr>
              <a:t> </a:t>
            </a:r>
            <a:r>
              <a:rPr lang="en-US" altLang="en-US" sz="800">
                <a:solidFill>
                  <a:schemeClr val="tx1"/>
                </a:solidFill>
              </a:rPr>
              <a:t>2002, page 334</a:t>
            </a:r>
          </a:p>
        </p:txBody>
      </p:sp>
      <p:sp>
        <p:nvSpPr>
          <p:cNvPr id="125958" name="AutoShape 6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F0331781-9385-4484-BDD0-0983F0CD84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172200"/>
            <a:ext cx="609600" cy="357188"/>
          </a:xfrm>
          <a:prstGeom prst="actionButtonBeginning">
            <a:avLst/>
          </a:prstGeom>
          <a:solidFill>
            <a:schemeClr val="bg1">
              <a:alpha val="50195"/>
            </a:schemeClr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25959" name="Oval 7">
            <a:extLst>
              <a:ext uri="{FF2B5EF4-FFF2-40B4-BE49-F238E27FC236}">
                <a16:creationId xmlns:a16="http://schemas.microsoft.com/office/drawing/2014/main" id="{3C2C65E9-A999-4F67-961E-5433D8FE0B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51438" y="2082800"/>
            <a:ext cx="3224212" cy="3224213"/>
          </a:xfrm>
          <a:prstGeom prst="ellipse">
            <a:avLst/>
          </a:prstGeom>
          <a:gradFill rotWithShape="0">
            <a:gsLst>
              <a:gs pos="0">
                <a:srgbClr val="CCECFF"/>
              </a:gs>
              <a:gs pos="100000">
                <a:schemeClr val="accent2"/>
              </a:gs>
            </a:gsLst>
            <a:lin ang="2700000" scaled="1"/>
          </a:gradFill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81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Footer Placeholder 4">
            <a:extLst>
              <a:ext uri="{FF2B5EF4-FFF2-40B4-BE49-F238E27FC236}">
                <a16:creationId xmlns:a16="http://schemas.microsoft.com/office/drawing/2014/main" id="{759285BD-3F9C-4D13-BCD8-92ACFDE1FC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3000"/>
              </a:lnSpc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GB" altLang="en-US" sz="1400"/>
              <a:t>Copyright McGraw-Hill 2009</a:t>
            </a:r>
          </a:p>
        </p:txBody>
      </p:sp>
      <p:sp>
        <p:nvSpPr>
          <p:cNvPr id="119811" name="Slide Number Placeholder 5">
            <a:extLst>
              <a:ext uri="{FF2B5EF4-FFF2-40B4-BE49-F238E27FC236}">
                <a16:creationId xmlns:a16="http://schemas.microsoft.com/office/drawing/2014/main" id="{2997A972-D213-4732-A0CA-DC45B0D80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3000"/>
              </a:lnSpc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fld id="{3828C3CA-6B38-4C6F-B7C0-0D8EAAD4041F}" type="slidenum">
              <a:rPr lang="en-GB" altLang="en-US" sz="1400"/>
              <a:pPr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t>61</a:t>
            </a:fld>
            <a:endParaRPr lang="en-GB" altLang="en-US" sz="1400"/>
          </a:p>
        </p:txBody>
      </p:sp>
      <p:sp>
        <p:nvSpPr>
          <p:cNvPr id="119812" name="Rectangle 1">
            <a:extLst>
              <a:ext uri="{FF2B5EF4-FFF2-40B4-BE49-F238E27FC236}">
                <a16:creationId xmlns:a16="http://schemas.microsoft.com/office/drawing/2014/main" id="{408A3F86-F35C-4A1C-9634-AEF05045E6D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-603448"/>
            <a:ext cx="9144000" cy="2157412"/>
          </a:xfrm>
        </p:spPr>
        <p:txBody>
          <a:bodyPr/>
          <a:lstStyle/>
          <a:p>
            <a:pPr eaLnBrk="1" hangingPunct="1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en-US" sz="2600" dirty="0"/>
              <a:t> Probability Density and Radial Probability for “</a:t>
            </a:r>
            <a:r>
              <a:rPr lang="en-GB" altLang="en-US" sz="2600" i="1" dirty="0"/>
              <a:t>s</a:t>
            </a:r>
            <a:r>
              <a:rPr lang="en-GB" altLang="en-US" sz="2600" dirty="0"/>
              <a:t>” Orbitals</a:t>
            </a:r>
          </a:p>
        </p:txBody>
      </p:sp>
      <p:pic>
        <p:nvPicPr>
          <p:cNvPr id="119813" name="Picture 2">
            <a:extLst>
              <a:ext uri="{FF2B5EF4-FFF2-40B4-BE49-F238E27FC236}">
                <a16:creationId xmlns:a16="http://schemas.microsoft.com/office/drawing/2014/main" id="{232D51FB-FEAC-4F80-89E4-6BA84CFC2D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26" b="1115"/>
          <a:stretch>
            <a:fillRect/>
          </a:stretch>
        </p:blipFill>
        <p:spPr bwMode="auto">
          <a:xfrm>
            <a:off x="697331" y="764704"/>
            <a:ext cx="7776864" cy="5806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-17218" y="6020711"/>
            <a:ext cx="369203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Orbital: wave function (</a:t>
            </a:r>
            <a:r>
              <a:rPr lang="el-GR" dirty="0">
                <a:solidFill>
                  <a:schemeClr val="tx1"/>
                </a:solidFill>
              </a:rPr>
              <a:t>Ψ</a:t>
            </a:r>
            <a:r>
              <a:rPr lang="en-US" dirty="0">
                <a:solidFill>
                  <a:schemeClr val="tx1"/>
                </a:solidFill>
              </a:rPr>
              <a:t>)</a:t>
            </a:r>
          </a:p>
          <a:p>
            <a:r>
              <a:rPr lang="en-US" dirty="0">
                <a:solidFill>
                  <a:schemeClr val="tx1"/>
                </a:solidFill>
              </a:rPr>
              <a:t>Probability density: </a:t>
            </a:r>
            <a:r>
              <a:rPr lang="el-GR" dirty="0">
                <a:solidFill>
                  <a:schemeClr val="tx1"/>
                </a:solidFill>
              </a:rPr>
              <a:t>Ψ</a:t>
            </a:r>
            <a:r>
              <a:rPr lang="en-US" baseline="30000" dirty="0">
                <a:solidFill>
                  <a:schemeClr val="tx1"/>
                </a:solidFill>
              </a:rPr>
              <a:t>2</a:t>
            </a:r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2">
            <a:extLst>
              <a:ext uri="{FF2B5EF4-FFF2-40B4-BE49-F238E27FC236}">
                <a16:creationId xmlns:a16="http://schemas.microsoft.com/office/drawing/2014/main" id="{7203FC9A-C0C3-4A9D-92E2-6891D43AAD5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en-US" altLang="en-US"/>
          </a:p>
        </p:txBody>
      </p:sp>
      <p:pic>
        <p:nvPicPr>
          <p:cNvPr id="121859" name="Picture 3" descr="s-orbitals">
            <a:extLst>
              <a:ext uri="{FF2B5EF4-FFF2-40B4-BE49-F238E27FC236}">
                <a16:creationId xmlns:a16="http://schemas.microsoft.com/office/drawing/2014/main" id="{9D86642C-60D0-426C-8E7C-5A1D0D68E0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4383"/>
          <a:stretch>
            <a:fillRect/>
          </a:stretch>
        </p:blipFill>
        <p:spPr bwMode="auto">
          <a:xfrm>
            <a:off x="309563" y="2393950"/>
            <a:ext cx="8524875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1860" name="Rectangle 4">
            <a:extLst>
              <a:ext uri="{FF2B5EF4-FFF2-40B4-BE49-F238E27FC236}">
                <a16:creationId xmlns:a16="http://schemas.microsoft.com/office/drawing/2014/main" id="{615B6F91-3362-4102-81F0-8C739E5054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6554788"/>
            <a:ext cx="3275013" cy="214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en-US" sz="800">
                <a:solidFill>
                  <a:schemeClr val="tx1"/>
                </a:solidFill>
              </a:rPr>
              <a:t>Copyright </a:t>
            </a:r>
            <a:r>
              <a:rPr lang="en-US" altLang="en-US" sz="800">
                <a:solidFill>
                  <a:schemeClr val="tx1"/>
                </a:solidFill>
                <a:cs typeface="Arial" panose="020B0604020202020204" pitchFamily="34" charset="0"/>
              </a:rPr>
              <a:t>© </a:t>
            </a:r>
            <a:r>
              <a:rPr lang="en-US" altLang="en-US" sz="800">
                <a:solidFill>
                  <a:schemeClr val="tx1"/>
                </a:solidFill>
              </a:rPr>
              <a:t>2006 Pearson Benjamin Cummings.  All rights reserved.</a:t>
            </a:r>
          </a:p>
        </p:txBody>
      </p:sp>
      <p:sp>
        <p:nvSpPr>
          <p:cNvPr id="121861" name="Text Box 5">
            <a:extLst>
              <a:ext uri="{FF2B5EF4-FFF2-40B4-BE49-F238E27FC236}">
                <a16:creationId xmlns:a16="http://schemas.microsoft.com/office/drawing/2014/main" id="{6FAB4E94-CAD3-4008-BD2B-AC3EA05630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175" y="4772025"/>
            <a:ext cx="7542213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en-US" sz="1200" b="1">
                <a:solidFill>
                  <a:schemeClr val="tx1"/>
                </a:solidFill>
              </a:rPr>
              <a:t>(a)  Electron probability                           (b)  Contour probability                              (c)  Radial probability</a:t>
            </a:r>
          </a:p>
        </p:txBody>
      </p:sp>
      <p:cxnSp>
        <p:nvCxnSpPr>
          <p:cNvPr id="4" name="Straight Arrow Connector 3"/>
          <p:cNvCxnSpPr/>
          <p:nvPr/>
        </p:nvCxnSpPr>
        <p:spPr bwMode="auto">
          <a:xfrm>
            <a:off x="5652120" y="4772025"/>
            <a:ext cx="1224136" cy="1177255"/>
          </a:xfrm>
          <a:prstGeom prst="straightConnector1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5" name="TextBox 4"/>
          <p:cNvSpPr txBox="1"/>
          <p:nvPr/>
        </p:nvSpPr>
        <p:spPr>
          <a:xfrm>
            <a:off x="6268233" y="5974285"/>
            <a:ext cx="19848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Radial nodes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/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2">
            <a:extLst>
              <a:ext uri="{FF2B5EF4-FFF2-40B4-BE49-F238E27FC236}">
                <a16:creationId xmlns:a16="http://schemas.microsoft.com/office/drawing/2014/main" id="{285E3B8F-F7E1-4F14-9AD6-C8DDDA0922F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 i="1" dirty="0"/>
              <a:t>S </a:t>
            </a:r>
            <a:r>
              <a:rPr lang="en-US" altLang="en-US" sz="3600" dirty="0"/>
              <a:t>orbitals imagined as “onions”</a:t>
            </a:r>
          </a:p>
        </p:txBody>
      </p:sp>
      <p:grpSp>
        <p:nvGrpSpPr>
          <p:cNvPr id="128003" name="Group 3" descr="1s orbital imagined as &quot;onion&quot;">
            <a:extLst>
              <a:ext uri="{FF2B5EF4-FFF2-40B4-BE49-F238E27FC236}">
                <a16:creationId xmlns:a16="http://schemas.microsoft.com/office/drawing/2014/main" id="{929EF49F-613A-4E02-AAE6-A6BCBA2A8B0F}"/>
              </a:ext>
            </a:extLst>
          </p:cNvPr>
          <p:cNvGrpSpPr>
            <a:grpSpLocks/>
          </p:cNvGrpSpPr>
          <p:nvPr/>
        </p:nvGrpSpPr>
        <p:grpSpPr bwMode="auto">
          <a:xfrm>
            <a:off x="412750" y="2430463"/>
            <a:ext cx="8421688" cy="3221037"/>
            <a:chOff x="260" y="1086"/>
            <a:chExt cx="5305" cy="2029"/>
          </a:xfrm>
        </p:grpSpPr>
        <p:pic>
          <p:nvPicPr>
            <p:cNvPr id="128005" name="Picture 4" descr="06-22aFigure_ILL">
              <a:extLst>
                <a:ext uri="{FF2B5EF4-FFF2-40B4-BE49-F238E27FC236}">
                  <a16:creationId xmlns:a16="http://schemas.microsoft.com/office/drawing/2014/main" id="{5F4EA75C-3AD3-434B-B2D7-2FAC612EB36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5456" b="5496"/>
            <a:stretch>
              <a:fillRect/>
            </a:stretch>
          </p:blipFill>
          <p:spPr bwMode="auto">
            <a:xfrm>
              <a:off x="2636" y="1086"/>
              <a:ext cx="2929" cy="20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8006" name="Text Box 5">
              <a:extLst>
                <a:ext uri="{FF2B5EF4-FFF2-40B4-BE49-F238E27FC236}">
                  <a16:creationId xmlns:a16="http://schemas.microsoft.com/office/drawing/2014/main" id="{20AAE37A-F497-47A0-9074-E2362C6DECA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0" y="1925"/>
              <a:ext cx="240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3000"/>
                </a:lnSpc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93000"/>
                </a:lnSpc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93000"/>
                </a:lnSpc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93000"/>
                </a:lnSpc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93000"/>
                </a:lnSpc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</a:defRPr>
              </a:lvl5pPr>
              <a:lvl6pPr marL="2514600" indent="-228600" defTabSz="457200" eaLnBrk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</a:defRPr>
              </a:lvl6pPr>
              <a:lvl7pPr marL="2971800" indent="-228600" defTabSz="457200" eaLnBrk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</a:defRPr>
              </a:lvl7pPr>
              <a:lvl8pPr marL="3429000" indent="-228600" defTabSz="457200" eaLnBrk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</a:defRPr>
              </a:lvl8pPr>
              <a:lvl9pPr marL="3886200" indent="-228600" defTabSz="457200" eaLnBrk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n-US" altLang="en-US">
                  <a:solidFill>
                    <a:schemeClr val="tx1"/>
                  </a:solidFill>
                </a:rPr>
                <a:t>Concentric spherical shells</a:t>
              </a:r>
            </a:p>
          </p:txBody>
        </p:sp>
        <p:sp>
          <p:nvSpPr>
            <p:cNvPr id="128007" name="Rectangle 6">
              <a:extLst>
                <a:ext uri="{FF2B5EF4-FFF2-40B4-BE49-F238E27FC236}">
                  <a16:creationId xmlns:a16="http://schemas.microsoft.com/office/drawing/2014/main" id="{35DA9034-626A-4F01-97A2-52CDAABC6F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79" y="2854"/>
              <a:ext cx="1021" cy="25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3000"/>
                </a:lnSpc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93000"/>
                </a:lnSpc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93000"/>
                </a:lnSpc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93000"/>
                </a:lnSpc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93000"/>
                </a:lnSpc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</a:defRPr>
              </a:lvl5pPr>
              <a:lvl6pPr marL="2514600" indent="-228600" defTabSz="457200" eaLnBrk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</a:defRPr>
              </a:lvl6pPr>
              <a:lvl7pPr marL="2971800" indent="-228600" defTabSz="457200" eaLnBrk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</a:defRPr>
              </a:lvl7pPr>
              <a:lvl8pPr marL="3429000" indent="-228600" defTabSz="457200" eaLnBrk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</a:defRPr>
              </a:lvl8pPr>
              <a:lvl9pPr marL="3886200" indent="-228600" defTabSz="457200" eaLnBrk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defRPr sz="2400">
                  <a:solidFill>
                    <a:schemeClr val="bg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</p:grpSp>
      <p:sp>
        <p:nvSpPr>
          <p:cNvPr id="128004" name="Rectangle 7">
            <a:extLst>
              <a:ext uri="{FF2B5EF4-FFF2-40B4-BE49-F238E27FC236}">
                <a16:creationId xmlns:a16="http://schemas.microsoft.com/office/drawing/2014/main" id="{71CC5B71-EC5E-4669-AF61-C9250A0254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6554788"/>
            <a:ext cx="3275013" cy="214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en-US" sz="800">
                <a:solidFill>
                  <a:schemeClr val="tx1"/>
                </a:solidFill>
              </a:rPr>
              <a:t>Copyright </a:t>
            </a:r>
            <a:r>
              <a:rPr lang="en-US" altLang="en-US" sz="800">
                <a:solidFill>
                  <a:schemeClr val="tx1"/>
                </a:solidFill>
                <a:cs typeface="Arial" panose="020B0604020202020204" pitchFamily="34" charset="0"/>
              </a:rPr>
              <a:t>© </a:t>
            </a:r>
            <a:r>
              <a:rPr lang="en-US" altLang="en-US" sz="800">
                <a:solidFill>
                  <a:schemeClr val="tx1"/>
                </a:solidFill>
              </a:rPr>
              <a:t>2006 Pearson Benjamin Cummings.  All rights reserved.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D6064032-2175-4BFD-B464-2D85159D59A8}" type="slidenum">
              <a:rPr lang="en-GB" altLang="en-US" smtClean="0"/>
              <a:pPr>
                <a:defRPr/>
              </a:pPr>
              <a:t>64</a:t>
            </a:fld>
            <a:endParaRPr lang="en-GB" alt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7744" y="1124744"/>
            <a:ext cx="4824535" cy="4824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33109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Footer Placeholder 4">
            <a:extLst>
              <a:ext uri="{FF2B5EF4-FFF2-40B4-BE49-F238E27FC236}">
                <a16:creationId xmlns:a16="http://schemas.microsoft.com/office/drawing/2014/main" id="{C6BFD928-999C-4865-BDF2-9FF9353C1B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99792" y="6238875"/>
            <a:ext cx="4040088" cy="4556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3000"/>
              </a:lnSpc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GB" altLang="en-US" sz="1400" dirty="0"/>
              <a:t>https://en.wikipedia.org/wiki/Atomic_orbital</a:t>
            </a:r>
          </a:p>
        </p:txBody>
      </p:sp>
      <p:sp>
        <p:nvSpPr>
          <p:cNvPr id="117763" name="Slide Number Placeholder 5">
            <a:extLst>
              <a:ext uri="{FF2B5EF4-FFF2-40B4-BE49-F238E27FC236}">
                <a16:creationId xmlns:a16="http://schemas.microsoft.com/office/drawing/2014/main" id="{A3C94EE5-9A74-40A5-8F4A-7D529FEED3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3000"/>
              </a:lnSpc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fld id="{1C06AC29-1DA9-4302-8621-6761DEE04ABE}" type="slidenum">
              <a:rPr lang="en-GB" altLang="en-US" sz="1400"/>
              <a:pPr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t>65</a:t>
            </a:fld>
            <a:endParaRPr lang="en-GB" altLang="en-US" sz="1400"/>
          </a:p>
        </p:txBody>
      </p:sp>
      <p:sp>
        <p:nvSpPr>
          <p:cNvPr id="117764" name="Rectangle 1">
            <a:extLst>
              <a:ext uri="{FF2B5EF4-FFF2-40B4-BE49-F238E27FC236}">
                <a16:creationId xmlns:a16="http://schemas.microsoft.com/office/drawing/2014/main" id="{2ABA54F5-0E00-42BF-BE81-AC97431D274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-162272"/>
            <a:ext cx="7772400" cy="1143000"/>
          </a:xfrm>
        </p:spPr>
        <p:txBody>
          <a:bodyPr/>
          <a:lstStyle/>
          <a:p>
            <a:pPr eaLnBrk="1" hangingPunct="1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en-US" dirty="0"/>
              <a:t>Atomic Orbitals </a:t>
            </a:r>
          </a:p>
        </p:txBody>
      </p:sp>
      <p:pic>
        <p:nvPicPr>
          <p:cNvPr id="199682" name="Picture 2" descr="https://upload.wikimedia.org/wikipedia/commons/thumb/1/15/Drum_vibration_mode01.gif/200px-Drum_vibration_mode01.gif"/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19" y="1700808"/>
            <a:ext cx="3888433" cy="20414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C6BFD928-999C-4865-BDF2-9FF9353C1B7D}"/>
              </a:ext>
            </a:extLst>
          </p:cNvPr>
          <p:cNvSpPr txBox="1">
            <a:spLocks/>
          </p:cNvSpPr>
          <p:nvPr/>
        </p:nvSpPr>
        <p:spPr bwMode="auto">
          <a:xfrm>
            <a:off x="175691" y="4160935"/>
            <a:ext cx="4040088" cy="4556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algn="ctr" defTabSz="457200" rtl="0" eaLnBrk="0" fontAlgn="base" hangingPunct="0">
              <a:lnSpc>
                <a:spcPct val="93000"/>
              </a:lnSpc>
              <a:spcBef>
                <a:spcPts val="8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742950" indent="-285750" algn="l" defTabSz="457200" rtl="0" eaLnBrk="0" fontAlgn="base" hangingPunct="0">
              <a:lnSpc>
                <a:spcPct val="93000"/>
              </a:lnSpc>
              <a:spcBef>
                <a:spcPts val="7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1143000" indent="-228600" algn="l" defTabSz="457200" rtl="0" eaLnBrk="0" fontAlgn="base" hangingPunct="0">
              <a:lnSpc>
                <a:spcPct val="93000"/>
              </a:lnSpc>
              <a:spcBef>
                <a:spcPts val="6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600200" indent="-228600" algn="l" defTabSz="457200" rtl="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2057400" indent="-228600" algn="l" defTabSz="457200" rtl="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514600" indent="-228600" algn="l" defTabSz="457200" rtl="0" eaLnBrk="0" fontAlgn="base" latinLnBrk="0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971800" indent="-228600" algn="l" defTabSz="457200" rtl="0" eaLnBrk="0" fontAlgn="base" latinLnBrk="0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429000" indent="-228600" algn="l" defTabSz="457200" rtl="0" eaLnBrk="0" fontAlgn="base" latinLnBrk="0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886200" indent="-228600" algn="l" defTabSz="457200" rtl="0" eaLnBrk="0" fontAlgn="base" latinLnBrk="0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GB" altLang="en-US" sz="1400" dirty="0"/>
              <a:t>Drum mode (Think of vibrations in a drum membrane)</a:t>
            </a:r>
          </a:p>
        </p:txBody>
      </p:sp>
      <p:pic>
        <p:nvPicPr>
          <p:cNvPr id="199686" name="Picture 6" descr="https://upload.wikimedia.org/wikipedia/commons/thumb/3/33/Phi_1s.gif/200px-Phi_1s.gif"/>
          <p:cNvPicPr>
            <a:picLocks noChangeAspect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26792" y="1700808"/>
            <a:ext cx="4733686" cy="24851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C6BFD928-999C-4865-BDF2-9FF9353C1B7D}"/>
              </a:ext>
            </a:extLst>
          </p:cNvPr>
          <p:cNvSpPr txBox="1">
            <a:spLocks/>
          </p:cNvSpPr>
          <p:nvPr/>
        </p:nvSpPr>
        <p:spPr bwMode="auto">
          <a:xfrm>
            <a:off x="4573591" y="4149080"/>
            <a:ext cx="4040088" cy="4556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algn="ctr" defTabSz="457200" rtl="0" eaLnBrk="0" fontAlgn="base" hangingPunct="0">
              <a:lnSpc>
                <a:spcPct val="93000"/>
              </a:lnSpc>
              <a:spcBef>
                <a:spcPts val="8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742950" indent="-285750" algn="l" defTabSz="457200" rtl="0" eaLnBrk="0" fontAlgn="base" hangingPunct="0">
              <a:lnSpc>
                <a:spcPct val="93000"/>
              </a:lnSpc>
              <a:spcBef>
                <a:spcPts val="7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1143000" indent="-228600" algn="l" defTabSz="457200" rtl="0" eaLnBrk="0" fontAlgn="base" hangingPunct="0">
              <a:lnSpc>
                <a:spcPct val="93000"/>
              </a:lnSpc>
              <a:spcBef>
                <a:spcPts val="6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600200" indent="-228600" algn="l" defTabSz="457200" rtl="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2057400" indent="-228600" algn="l" defTabSz="457200" rtl="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514600" indent="-228600" algn="l" defTabSz="457200" rtl="0" eaLnBrk="0" fontAlgn="base" latinLnBrk="0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971800" indent="-228600" algn="l" defTabSz="457200" rtl="0" eaLnBrk="0" fontAlgn="base" latinLnBrk="0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429000" indent="-228600" algn="l" defTabSz="457200" rtl="0" eaLnBrk="0" fontAlgn="base" latinLnBrk="0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886200" indent="-228600" algn="l" defTabSz="457200" rtl="0" eaLnBrk="0" fontAlgn="base" latinLnBrk="0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GB" altLang="en-US" sz="1400" dirty="0"/>
              <a:t>Wave function of 1s orbital</a:t>
            </a: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C6BFD928-999C-4865-BDF2-9FF9353C1B7D}"/>
              </a:ext>
            </a:extLst>
          </p:cNvPr>
          <p:cNvSpPr txBox="1">
            <a:spLocks/>
          </p:cNvSpPr>
          <p:nvPr/>
        </p:nvSpPr>
        <p:spPr bwMode="auto">
          <a:xfrm>
            <a:off x="2699792" y="5136755"/>
            <a:ext cx="4040088" cy="4556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algn="ctr" defTabSz="457200" rtl="0" eaLnBrk="0" fontAlgn="base" hangingPunct="0">
              <a:lnSpc>
                <a:spcPct val="93000"/>
              </a:lnSpc>
              <a:spcBef>
                <a:spcPts val="8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742950" indent="-285750" algn="l" defTabSz="457200" rtl="0" eaLnBrk="0" fontAlgn="base" hangingPunct="0">
              <a:lnSpc>
                <a:spcPct val="93000"/>
              </a:lnSpc>
              <a:spcBef>
                <a:spcPts val="7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1143000" indent="-228600" algn="l" defTabSz="457200" rtl="0" eaLnBrk="0" fontAlgn="base" hangingPunct="0">
              <a:lnSpc>
                <a:spcPct val="93000"/>
              </a:lnSpc>
              <a:spcBef>
                <a:spcPts val="6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600200" indent="-228600" algn="l" defTabSz="457200" rtl="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2057400" indent="-228600" algn="l" defTabSz="457200" rtl="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514600" indent="-228600" algn="l" defTabSz="457200" rtl="0" eaLnBrk="0" fontAlgn="base" latinLnBrk="0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971800" indent="-228600" algn="l" defTabSz="457200" rtl="0" eaLnBrk="0" fontAlgn="base" latinLnBrk="0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429000" indent="-228600" algn="l" defTabSz="457200" rtl="0" eaLnBrk="0" fontAlgn="base" latinLnBrk="0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886200" indent="-228600" algn="l" defTabSz="457200" rtl="0" eaLnBrk="0" fontAlgn="base" latinLnBrk="0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GB" altLang="en-US" sz="1400" dirty="0"/>
              <a:t>Subsequently, the drum modes equivalent to orbital wave functions will be shown as they are more distinctive to show the relevant features. </a:t>
            </a:r>
          </a:p>
        </p:txBody>
      </p:sp>
    </p:spTree>
    <p:extLst>
      <p:ext uri="{BB962C8B-B14F-4D97-AF65-F5344CB8AC3E}">
        <p14:creationId xmlns:p14="http://schemas.microsoft.com/office/powerpoint/2010/main" val="4169951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050" name="Picture 2">
            <a:extLst>
              <a:ext uri="{FF2B5EF4-FFF2-40B4-BE49-F238E27FC236}">
                <a16:creationId xmlns:a16="http://schemas.microsoft.com/office/drawing/2014/main" id="{48498073-F883-43D9-94D0-0AE10C1FCE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576" b="37299"/>
          <a:stretch>
            <a:fillRect/>
          </a:stretch>
        </p:blipFill>
        <p:spPr bwMode="auto">
          <a:xfrm>
            <a:off x="884238" y="3354859"/>
            <a:ext cx="7375525" cy="25638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93539" name="Text Box 3">
            <a:extLst>
              <a:ext uri="{FF2B5EF4-FFF2-40B4-BE49-F238E27FC236}">
                <a16:creationId xmlns:a16="http://schemas.microsoft.com/office/drawing/2014/main" id="{FCC4F85C-00E9-43B9-904F-2BBC696E66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4663" y="5788496"/>
            <a:ext cx="5707062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en-US" sz="1400" b="1" dirty="0">
                <a:solidFill>
                  <a:schemeClr val="tx1"/>
                </a:solidFill>
              </a:rPr>
              <a:t>(a)</a:t>
            </a:r>
            <a:r>
              <a:rPr lang="en-US" altLang="en-US" sz="1400" dirty="0">
                <a:solidFill>
                  <a:schemeClr val="tx1"/>
                </a:solidFill>
              </a:rPr>
              <a:t>  1</a:t>
            </a:r>
            <a:r>
              <a:rPr lang="en-US" altLang="en-US" sz="1400" i="1" dirty="0">
                <a:solidFill>
                  <a:schemeClr val="tx1"/>
                </a:solidFill>
              </a:rPr>
              <a:t>s</a:t>
            </a:r>
            <a:r>
              <a:rPr lang="en-US" altLang="en-US" sz="1400" dirty="0">
                <a:solidFill>
                  <a:schemeClr val="tx1"/>
                </a:solidFill>
              </a:rPr>
              <a:t>                                         </a:t>
            </a:r>
            <a:r>
              <a:rPr lang="en-US" altLang="en-US" sz="1400" b="1" dirty="0">
                <a:solidFill>
                  <a:schemeClr val="tx1"/>
                </a:solidFill>
              </a:rPr>
              <a:t>(b)</a:t>
            </a:r>
            <a:r>
              <a:rPr lang="en-US" altLang="en-US" sz="1400" dirty="0">
                <a:solidFill>
                  <a:schemeClr val="tx1"/>
                </a:solidFill>
              </a:rPr>
              <a:t>  2</a:t>
            </a:r>
            <a:r>
              <a:rPr lang="en-US" altLang="en-US" sz="1400" i="1" dirty="0">
                <a:solidFill>
                  <a:schemeClr val="tx1"/>
                </a:solidFill>
              </a:rPr>
              <a:t>s</a:t>
            </a:r>
            <a:r>
              <a:rPr lang="en-US" altLang="en-US" sz="1400" dirty="0">
                <a:solidFill>
                  <a:schemeClr val="tx1"/>
                </a:solidFill>
              </a:rPr>
              <a:t>                                        </a:t>
            </a:r>
            <a:r>
              <a:rPr lang="en-US" altLang="en-US" sz="1400" b="1" dirty="0">
                <a:solidFill>
                  <a:schemeClr val="tx1"/>
                </a:solidFill>
              </a:rPr>
              <a:t>(c)  </a:t>
            </a:r>
            <a:r>
              <a:rPr lang="en-US" altLang="en-US" sz="1400" dirty="0">
                <a:solidFill>
                  <a:schemeClr val="tx1"/>
                </a:solidFill>
              </a:rPr>
              <a:t>3</a:t>
            </a:r>
            <a:r>
              <a:rPr lang="en-US" altLang="en-US" sz="1400" i="1" dirty="0">
                <a:solidFill>
                  <a:schemeClr val="tx1"/>
                </a:solidFill>
              </a:rPr>
              <a:t>s</a:t>
            </a:r>
            <a:endParaRPr lang="en-US" altLang="en-US" sz="1400" b="1" i="1" dirty="0">
              <a:solidFill>
                <a:schemeClr val="tx1"/>
              </a:solidFill>
            </a:endParaRPr>
          </a:p>
        </p:txBody>
      </p:sp>
      <p:sp>
        <p:nvSpPr>
          <p:cNvPr id="130052" name="Line 4">
            <a:extLst>
              <a:ext uri="{FF2B5EF4-FFF2-40B4-BE49-F238E27FC236}">
                <a16:creationId xmlns:a16="http://schemas.microsoft.com/office/drawing/2014/main" id="{E8C1DF5A-1496-4DDC-89AE-5630FD4E6ED5}"/>
              </a:ext>
            </a:extLst>
          </p:cNvPr>
          <p:cNvSpPr>
            <a:spLocks noChangeShapeType="1"/>
          </p:cNvSpPr>
          <p:nvPr/>
        </p:nvSpPr>
        <p:spPr bwMode="auto">
          <a:xfrm>
            <a:off x="1079500" y="2340769"/>
            <a:ext cx="190023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30053" name="Line 5">
            <a:extLst>
              <a:ext uri="{FF2B5EF4-FFF2-40B4-BE49-F238E27FC236}">
                <a16:creationId xmlns:a16="http://schemas.microsoft.com/office/drawing/2014/main" id="{957ED17C-FEB5-475B-92CF-EAC84D7DB88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033588" y="1323182"/>
            <a:ext cx="0" cy="1017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30054" name="Freeform 6">
            <a:extLst>
              <a:ext uri="{FF2B5EF4-FFF2-40B4-BE49-F238E27FC236}">
                <a16:creationId xmlns:a16="http://schemas.microsoft.com/office/drawing/2014/main" id="{A92BEEC6-8871-4761-8131-207B865753A6}"/>
              </a:ext>
            </a:extLst>
          </p:cNvPr>
          <p:cNvSpPr>
            <a:spLocks/>
          </p:cNvSpPr>
          <p:nvPr/>
        </p:nvSpPr>
        <p:spPr bwMode="auto">
          <a:xfrm>
            <a:off x="1266825" y="1508919"/>
            <a:ext cx="766763" cy="831850"/>
          </a:xfrm>
          <a:custGeom>
            <a:avLst/>
            <a:gdLst>
              <a:gd name="T0" fmla="*/ 0 w 483"/>
              <a:gd name="T1" fmla="*/ 831850 h 524"/>
              <a:gd name="T2" fmla="*/ 127000 w 483"/>
              <a:gd name="T3" fmla="*/ 804863 h 524"/>
              <a:gd name="T4" fmla="*/ 303213 w 483"/>
              <a:gd name="T5" fmla="*/ 736600 h 524"/>
              <a:gd name="T6" fmla="*/ 523875 w 483"/>
              <a:gd name="T7" fmla="*/ 546100 h 524"/>
              <a:gd name="T8" fmla="*/ 681038 w 483"/>
              <a:gd name="T9" fmla="*/ 274638 h 524"/>
              <a:gd name="T10" fmla="*/ 766763 w 483"/>
              <a:gd name="T11" fmla="*/ 0 h 524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483" h="524">
                <a:moveTo>
                  <a:pt x="0" y="524"/>
                </a:moveTo>
                <a:cubicBezTo>
                  <a:pt x="13" y="521"/>
                  <a:pt x="48" y="517"/>
                  <a:pt x="80" y="507"/>
                </a:cubicBezTo>
                <a:cubicBezTo>
                  <a:pt x="112" y="497"/>
                  <a:pt x="149" y="491"/>
                  <a:pt x="191" y="464"/>
                </a:cubicBezTo>
                <a:cubicBezTo>
                  <a:pt x="233" y="437"/>
                  <a:pt x="290" y="392"/>
                  <a:pt x="330" y="344"/>
                </a:cubicBezTo>
                <a:cubicBezTo>
                  <a:pt x="370" y="296"/>
                  <a:pt x="404" y="230"/>
                  <a:pt x="429" y="173"/>
                </a:cubicBezTo>
                <a:cubicBezTo>
                  <a:pt x="454" y="116"/>
                  <a:pt x="472" y="36"/>
                  <a:pt x="483" y="0"/>
                </a:cubicBezTo>
              </a:path>
            </a:pathLst>
          </a:custGeom>
          <a:noFill/>
          <a:ln w="12700">
            <a:solidFill>
              <a:srgbClr val="FF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30055" name="Freeform 7">
            <a:extLst>
              <a:ext uri="{FF2B5EF4-FFF2-40B4-BE49-F238E27FC236}">
                <a16:creationId xmlns:a16="http://schemas.microsoft.com/office/drawing/2014/main" id="{F00AAB5F-FDEE-498A-AE30-C8BF7B9D83FF}"/>
              </a:ext>
            </a:extLst>
          </p:cNvPr>
          <p:cNvSpPr>
            <a:spLocks/>
          </p:cNvSpPr>
          <p:nvPr/>
        </p:nvSpPr>
        <p:spPr bwMode="auto">
          <a:xfrm flipH="1">
            <a:off x="2032000" y="1508919"/>
            <a:ext cx="766763" cy="831850"/>
          </a:xfrm>
          <a:custGeom>
            <a:avLst/>
            <a:gdLst>
              <a:gd name="T0" fmla="*/ 0 w 483"/>
              <a:gd name="T1" fmla="*/ 831850 h 524"/>
              <a:gd name="T2" fmla="*/ 127000 w 483"/>
              <a:gd name="T3" fmla="*/ 804863 h 524"/>
              <a:gd name="T4" fmla="*/ 303213 w 483"/>
              <a:gd name="T5" fmla="*/ 736600 h 524"/>
              <a:gd name="T6" fmla="*/ 523875 w 483"/>
              <a:gd name="T7" fmla="*/ 546100 h 524"/>
              <a:gd name="T8" fmla="*/ 681038 w 483"/>
              <a:gd name="T9" fmla="*/ 274638 h 524"/>
              <a:gd name="T10" fmla="*/ 766763 w 483"/>
              <a:gd name="T11" fmla="*/ 0 h 524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483" h="524">
                <a:moveTo>
                  <a:pt x="0" y="524"/>
                </a:moveTo>
                <a:cubicBezTo>
                  <a:pt x="13" y="521"/>
                  <a:pt x="48" y="517"/>
                  <a:pt x="80" y="507"/>
                </a:cubicBezTo>
                <a:cubicBezTo>
                  <a:pt x="112" y="497"/>
                  <a:pt x="149" y="491"/>
                  <a:pt x="191" y="464"/>
                </a:cubicBezTo>
                <a:cubicBezTo>
                  <a:pt x="233" y="437"/>
                  <a:pt x="290" y="392"/>
                  <a:pt x="330" y="344"/>
                </a:cubicBezTo>
                <a:cubicBezTo>
                  <a:pt x="370" y="296"/>
                  <a:pt x="404" y="230"/>
                  <a:pt x="429" y="173"/>
                </a:cubicBezTo>
                <a:cubicBezTo>
                  <a:pt x="454" y="116"/>
                  <a:pt x="472" y="36"/>
                  <a:pt x="483" y="0"/>
                </a:cubicBezTo>
              </a:path>
            </a:pathLst>
          </a:custGeom>
          <a:noFill/>
          <a:ln w="12700">
            <a:solidFill>
              <a:srgbClr val="FF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30056" name="Line 8">
            <a:extLst>
              <a:ext uri="{FF2B5EF4-FFF2-40B4-BE49-F238E27FC236}">
                <a16:creationId xmlns:a16="http://schemas.microsoft.com/office/drawing/2014/main" id="{1AA756CE-8C91-41AE-8615-90513F912936}"/>
              </a:ext>
            </a:extLst>
          </p:cNvPr>
          <p:cNvSpPr>
            <a:spLocks noChangeShapeType="1"/>
          </p:cNvSpPr>
          <p:nvPr/>
        </p:nvSpPr>
        <p:spPr bwMode="auto">
          <a:xfrm>
            <a:off x="989013" y="2497932"/>
            <a:ext cx="20494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30057" name="Text Box 9">
            <a:extLst>
              <a:ext uri="{FF2B5EF4-FFF2-40B4-BE49-F238E27FC236}">
                <a16:creationId xmlns:a16="http://schemas.microsoft.com/office/drawing/2014/main" id="{BFAE918C-F04C-4A02-95BE-AF6CD0D581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9000" y="2194719"/>
            <a:ext cx="227013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en-US" sz="1000" i="1">
                <a:solidFill>
                  <a:schemeClr val="tx1"/>
                </a:solidFill>
              </a:rPr>
              <a:t>r</a:t>
            </a:r>
          </a:p>
        </p:txBody>
      </p:sp>
      <p:sp>
        <p:nvSpPr>
          <p:cNvPr id="130058" name="Text Box 10">
            <a:extLst>
              <a:ext uri="{FF2B5EF4-FFF2-40B4-BE49-F238E27FC236}">
                <a16:creationId xmlns:a16="http://schemas.microsoft.com/office/drawing/2014/main" id="{160677C5-2B0A-4941-AE58-00B386A68D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4175" y="2194719"/>
            <a:ext cx="227013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en-US" sz="1000" i="1">
                <a:solidFill>
                  <a:schemeClr val="tx1"/>
                </a:solidFill>
              </a:rPr>
              <a:t>r</a:t>
            </a:r>
          </a:p>
        </p:txBody>
      </p:sp>
      <p:sp>
        <p:nvSpPr>
          <p:cNvPr id="130059" name="Text Box 11">
            <a:extLst>
              <a:ext uri="{FF2B5EF4-FFF2-40B4-BE49-F238E27FC236}">
                <a16:creationId xmlns:a16="http://schemas.microsoft.com/office/drawing/2014/main" id="{844CAAD4-BBD9-4138-A0A5-82371AC769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70063" y="1124744"/>
            <a:ext cx="522287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en-US" sz="1200">
                <a:solidFill>
                  <a:schemeClr val="tx1"/>
                </a:solidFill>
                <a:latin typeface="Symbol" panose="05050102010706020507" pitchFamily="18" charset="2"/>
              </a:rPr>
              <a:t>Y</a:t>
            </a:r>
            <a:r>
              <a:rPr lang="en-US" altLang="en-US" sz="1200" baseline="30000">
                <a:solidFill>
                  <a:schemeClr val="tx1"/>
                </a:solidFill>
              </a:rPr>
              <a:t>2</a:t>
            </a:r>
            <a:r>
              <a:rPr lang="en-US" altLang="en-US" sz="1200">
                <a:solidFill>
                  <a:schemeClr val="tx1"/>
                </a:solidFill>
              </a:rPr>
              <a:t>1</a:t>
            </a:r>
            <a:r>
              <a:rPr lang="en-US" altLang="en-US" sz="1200" i="1">
                <a:solidFill>
                  <a:schemeClr val="tx1"/>
                </a:solidFill>
              </a:rPr>
              <a:t>s</a:t>
            </a:r>
          </a:p>
        </p:txBody>
      </p:sp>
      <p:sp>
        <p:nvSpPr>
          <p:cNvPr id="130060" name="Line 12">
            <a:extLst>
              <a:ext uri="{FF2B5EF4-FFF2-40B4-BE49-F238E27FC236}">
                <a16:creationId xmlns:a16="http://schemas.microsoft.com/office/drawing/2014/main" id="{CF591F3E-51EC-4300-AFD0-5B7F9084CB8E}"/>
              </a:ext>
            </a:extLst>
          </p:cNvPr>
          <p:cNvSpPr>
            <a:spLocks noChangeShapeType="1"/>
          </p:cNvSpPr>
          <p:nvPr/>
        </p:nvSpPr>
        <p:spPr bwMode="auto">
          <a:xfrm>
            <a:off x="3562350" y="2340769"/>
            <a:ext cx="190023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30061" name="Line 13">
            <a:extLst>
              <a:ext uri="{FF2B5EF4-FFF2-40B4-BE49-F238E27FC236}">
                <a16:creationId xmlns:a16="http://schemas.microsoft.com/office/drawing/2014/main" id="{B3190DB0-C760-4FE2-8F18-3F5F3E5A0DB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516438" y="1323182"/>
            <a:ext cx="0" cy="1017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30062" name="Freeform 14">
            <a:extLst>
              <a:ext uri="{FF2B5EF4-FFF2-40B4-BE49-F238E27FC236}">
                <a16:creationId xmlns:a16="http://schemas.microsoft.com/office/drawing/2014/main" id="{D8DA6E5B-03B1-40BE-9F18-75EB895D3C54}"/>
              </a:ext>
            </a:extLst>
          </p:cNvPr>
          <p:cNvSpPr>
            <a:spLocks/>
          </p:cNvSpPr>
          <p:nvPr/>
        </p:nvSpPr>
        <p:spPr bwMode="auto">
          <a:xfrm>
            <a:off x="3819525" y="1928019"/>
            <a:ext cx="698500" cy="411163"/>
          </a:xfrm>
          <a:custGeom>
            <a:avLst/>
            <a:gdLst>
              <a:gd name="T0" fmla="*/ 0 w 440"/>
              <a:gd name="T1" fmla="*/ 409575 h 259"/>
              <a:gd name="T2" fmla="*/ 165100 w 440"/>
              <a:gd name="T3" fmla="*/ 347663 h 259"/>
              <a:gd name="T4" fmla="*/ 303213 w 440"/>
              <a:gd name="T5" fmla="*/ 390525 h 259"/>
              <a:gd name="T6" fmla="*/ 398463 w 440"/>
              <a:gd name="T7" fmla="*/ 404813 h 259"/>
              <a:gd name="T8" fmla="*/ 512763 w 440"/>
              <a:gd name="T9" fmla="*/ 347663 h 259"/>
              <a:gd name="T10" fmla="*/ 623888 w 440"/>
              <a:gd name="T11" fmla="*/ 146050 h 259"/>
              <a:gd name="T12" fmla="*/ 698500 w 440"/>
              <a:gd name="T13" fmla="*/ 0 h 25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440" h="259">
                <a:moveTo>
                  <a:pt x="0" y="258"/>
                </a:moveTo>
                <a:cubicBezTo>
                  <a:pt x="17" y="252"/>
                  <a:pt x="72" y="221"/>
                  <a:pt x="104" y="219"/>
                </a:cubicBezTo>
                <a:cubicBezTo>
                  <a:pt x="136" y="217"/>
                  <a:pt x="167" y="240"/>
                  <a:pt x="191" y="246"/>
                </a:cubicBezTo>
                <a:cubicBezTo>
                  <a:pt x="215" y="252"/>
                  <a:pt x="229" y="259"/>
                  <a:pt x="251" y="255"/>
                </a:cubicBezTo>
                <a:cubicBezTo>
                  <a:pt x="273" y="251"/>
                  <a:pt x="299" y="246"/>
                  <a:pt x="323" y="219"/>
                </a:cubicBezTo>
                <a:cubicBezTo>
                  <a:pt x="347" y="192"/>
                  <a:pt x="374" y="128"/>
                  <a:pt x="393" y="92"/>
                </a:cubicBezTo>
                <a:cubicBezTo>
                  <a:pt x="412" y="56"/>
                  <a:pt x="430" y="19"/>
                  <a:pt x="440" y="0"/>
                </a:cubicBezTo>
              </a:path>
            </a:pathLst>
          </a:custGeom>
          <a:noFill/>
          <a:ln w="12700">
            <a:solidFill>
              <a:srgbClr val="FF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30063" name="Text Box 15">
            <a:extLst>
              <a:ext uri="{FF2B5EF4-FFF2-40B4-BE49-F238E27FC236}">
                <a16:creationId xmlns:a16="http://schemas.microsoft.com/office/drawing/2014/main" id="{9EECD3C8-46C8-46A3-A20F-2DE85588B0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71850" y="2194719"/>
            <a:ext cx="227013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en-US" sz="1000" i="1">
                <a:solidFill>
                  <a:schemeClr val="tx1"/>
                </a:solidFill>
              </a:rPr>
              <a:t>r</a:t>
            </a:r>
          </a:p>
        </p:txBody>
      </p:sp>
      <p:sp>
        <p:nvSpPr>
          <p:cNvPr id="130064" name="Text Box 16">
            <a:extLst>
              <a:ext uri="{FF2B5EF4-FFF2-40B4-BE49-F238E27FC236}">
                <a16:creationId xmlns:a16="http://schemas.microsoft.com/office/drawing/2014/main" id="{A6D2C3B3-0D2B-4E35-A7DE-B826DCC041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07025" y="2194719"/>
            <a:ext cx="227013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en-US" sz="1000" i="1">
                <a:solidFill>
                  <a:schemeClr val="tx1"/>
                </a:solidFill>
              </a:rPr>
              <a:t>r</a:t>
            </a:r>
          </a:p>
        </p:txBody>
      </p:sp>
      <p:sp>
        <p:nvSpPr>
          <p:cNvPr id="130065" name="Text Box 17">
            <a:extLst>
              <a:ext uri="{FF2B5EF4-FFF2-40B4-BE49-F238E27FC236}">
                <a16:creationId xmlns:a16="http://schemas.microsoft.com/office/drawing/2014/main" id="{9C0A1F07-D69C-46F9-BDE6-6A510FFE8A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2913" y="1124744"/>
            <a:ext cx="522287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en-US" sz="1200">
                <a:solidFill>
                  <a:schemeClr val="tx1"/>
                </a:solidFill>
                <a:latin typeface="Symbol" panose="05050102010706020507" pitchFamily="18" charset="2"/>
              </a:rPr>
              <a:t>Y</a:t>
            </a:r>
            <a:r>
              <a:rPr lang="en-US" altLang="en-US" sz="1200" baseline="30000">
                <a:solidFill>
                  <a:schemeClr val="tx1"/>
                </a:solidFill>
              </a:rPr>
              <a:t>2</a:t>
            </a:r>
            <a:r>
              <a:rPr lang="en-US" altLang="en-US" sz="1200">
                <a:solidFill>
                  <a:schemeClr val="tx1"/>
                </a:solidFill>
              </a:rPr>
              <a:t>2</a:t>
            </a:r>
            <a:r>
              <a:rPr lang="en-US" altLang="en-US" sz="1200" i="1">
                <a:solidFill>
                  <a:schemeClr val="tx1"/>
                </a:solidFill>
              </a:rPr>
              <a:t>s</a:t>
            </a:r>
          </a:p>
        </p:txBody>
      </p:sp>
      <p:sp>
        <p:nvSpPr>
          <p:cNvPr id="130066" name="Line 18">
            <a:extLst>
              <a:ext uri="{FF2B5EF4-FFF2-40B4-BE49-F238E27FC236}">
                <a16:creationId xmlns:a16="http://schemas.microsoft.com/office/drawing/2014/main" id="{53F9DACC-3689-4DD4-AE95-5348C9267C2C}"/>
              </a:ext>
            </a:extLst>
          </p:cNvPr>
          <p:cNvSpPr>
            <a:spLocks noChangeShapeType="1"/>
          </p:cNvSpPr>
          <p:nvPr/>
        </p:nvSpPr>
        <p:spPr bwMode="auto">
          <a:xfrm>
            <a:off x="6057900" y="2340769"/>
            <a:ext cx="190023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30067" name="Line 19">
            <a:extLst>
              <a:ext uri="{FF2B5EF4-FFF2-40B4-BE49-F238E27FC236}">
                <a16:creationId xmlns:a16="http://schemas.microsoft.com/office/drawing/2014/main" id="{218AF946-6E25-4744-956D-1B61232440B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011988" y="1323182"/>
            <a:ext cx="0" cy="1017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30068" name="Freeform 20">
            <a:extLst>
              <a:ext uri="{FF2B5EF4-FFF2-40B4-BE49-F238E27FC236}">
                <a16:creationId xmlns:a16="http://schemas.microsoft.com/office/drawing/2014/main" id="{F5F9245B-9EEF-42B0-BD54-0013D947E4D9}"/>
              </a:ext>
            </a:extLst>
          </p:cNvPr>
          <p:cNvSpPr>
            <a:spLocks/>
          </p:cNvSpPr>
          <p:nvPr/>
        </p:nvSpPr>
        <p:spPr bwMode="auto">
          <a:xfrm>
            <a:off x="6218238" y="2123282"/>
            <a:ext cx="795337" cy="222250"/>
          </a:xfrm>
          <a:custGeom>
            <a:avLst/>
            <a:gdLst>
              <a:gd name="T0" fmla="*/ 0 w 501"/>
              <a:gd name="T1" fmla="*/ 209550 h 140"/>
              <a:gd name="T2" fmla="*/ 153987 w 501"/>
              <a:gd name="T3" fmla="*/ 174625 h 140"/>
              <a:gd name="T4" fmla="*/ 381000 w 501"/>
              <a:gd name="T5" fmla="*/ 217488 h 140"/>
              <a:gd name="T6" fmla="*/ 520700 w 501"/>
              <a:gd name="T7" fmla="*/ 174625 h 140"/>
              <a:gd name="T8" fmla="*/ 587375 w 501"/>
              <a:gd name="T9" fmla="*/ 198438 h 140"/>
              <a:gd name="T10" fmla="*/ 657225 w 501"/>
              <a:gd name="T11" fmla="*/ 212725 h 140"/>
              <a:gd name="T12" fmla="*/ 715962 w 501"/>
              <a:gd name="T13" fmla="*/ 142875 h 140"/>
              <a:gd name="T14" fmla="*/ 749300 w 501"/>
              <a:gd name="T15" fmla="*/ 57150 h 140"/>
              <a:gd name="T16" fmla="*/ 795337 w 501"/>
              <a:gd name="T17" fmla="*/ 0 h 140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501" h="140">
                <a:moveTo>
                  <a:pt x="0" y="132"/>
                </a:moveTo>
                <a:cubicBezTo>
                  <a:pt x="16" y="128"/>
                  <a:pt x="57" y="109"/>
                  <a:pt x="97" y="110"/>
                </a:cubicBezTo>
                <a:cubicBezTo>
                  <a:pt x="137" y="111"/>
                  <a:pt x="202" y="137"/>
                  <a:pt x="240" y="137"/>
                </a:cubicBezTo>
                <a:cubicBezTo>
                  <a:pt x="278" y="137"/>
                  <a:pt x="306" y="112"/>
                  <a:pt x="328" y="110"/>
                </a:cubicBezTo>
                <a:cubicBezTo>
                  <a:pt x="350" y="108"/>
                  <a:pt x="356" y="121"/>
                  <a:pt x="370" y="125"/>
                </a:cubicBezTo>
                <a:cubicBezTo>
                  <a:pt x="384" y="129"/>
                  <a:pt x="401" y="140"/>
                  <a:pt x="414" y="134"/>
                </a:cubicBezTo>
                <a:cubicBezTo>
                  <a:pt x="427" y="128"/>
                  <a:pt x="441" y="106"/>
                  <a:pt x="451" y="90"/>
                </a:cubicBezTo>
                <a:cubicBezTo>
                  <a:pt x="461" y="74"/>
                  <a:pt x="464" y="51"/>
                  <a:pt x="472" y="36"/>
                </a:cubicBezTo>
                <a:cubicBezTo>
                  <a:pt x="480" y="21"/>
                  <a:pt x="495" y="7"/>
                  <a:pt x="501" y="0"/>
                </a:cubicBezTo>
              </a:path>
            </a:pathLst>
          </a:custGeom>
          <a:noFill/>
          <a:ln w="12700">
            <a:solidFill>
              <a:srgbClr val="FF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30069" name="Text Box 21">
            <a:extLst>
              <a:ext uri="{FF2B5EF4-FFF2-40B4-BE49-F238E27FC236}">
                <a16:creationId xmlns:a16="http://schemas.microsoft.com/office/drawing/2014/main" id="{5FDD3B06-7A04-45CA-8302-7685534032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2194719"/>
            <a:ext cx="227013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en-US" sz="1000" i="1">
                <a:solidFill>
                  <a:schemeClr val="tx1"/>
                </a:solidFill>
              </a:rPr>
              <a:t>r</a:t>
            </a:r>
          </a:p>
        </p:txBody>
      </p:sp>
      <p:sp>
        <p:nvSpPr>
          <p:cNvPr id="130070" name="Text Box 22">
            <a:extLst>
              <a:ext uri="{FF2B5EF4-FFF2-40B4-BE49-F238E27FC236}">
                <a16:creationId xmlns:a16="http://schemas.microsoft.com/office/drawing/2014/main" id="{C95E5844-E343-4020-9F81-0864491778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02575" y="2194719"/>
            <a:ext cx="227013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en-US" sz="1000" i="1">
                <a:solidFill>
                  <a:schemeClr val="tx1"/>
                </a:solidFill>
              </a:rPr>
              <a:t>r</a:t>
            </a:r>
          </a:p>
        </p:txBody>
      </p:sp>
      <p:sp>
        <p:nvSpPr>
          <p:cNvPr id="130071" name="Text Box 23">
            <a:extLst>
              <a:ext uri="{FF2B5EF4-FFF2-40B4-BE49-F238E27FC236}">
                <a16:creationId xmlns:a16="http://schemas.microsoft.com/office/drawing/2014/main" id="{C65C3B51-FE88-4CF0-94A8-10BD8CFA53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48463" y="1124744"/>
            <a:ext cx="522287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en-US" sz="1200">
                <a:solidFill>
                  <a:schemeClr val="tx1"/>
                </a:solidFill>
                <a:latin typeface="Symbol" panose="05050102010706020507" pitchFamily="18" charset="2"/>
              </a:rPr>
              <a:t>Y</a:t>
            </a:r>
            <a:r>
              <a:rPr lang="en-US" altLang="en-US" sz="1200" baseline="30000">
                <a:solidFill>
                  <a:schemeClr val="tx1"/>
                </a:solidFill>
              </a:rPr>
              <a:t>2</a:t>
            </a:r>
            <a:r>
              <a:rPr lang="en-US" altLang="en-US" sz="1200">
                <a:solidFill>
                  <a:schemeClr val="tx1"/>
                </a:solidFill>
              </a:rPr>
              <a:t>3</a:t>
            </a:r>
            <a:r>
              <a:rPr lang="en-US" altLang="en-US" sz="1200" i="1">
                <a:solidFill>
                  <a:schemeClr val="tx1"/>
                </a:solidFill>
              </a:rPr>
              <a:t>s</a:t>
            </a:r>
          </a:p>
        </p:txBody>
      </p:sp>
      <p:sp>
        <p:nvSpPr>
          <p:cNvPr id="130072" name="Text Box 24">
            <a:extLst>
              <a:ext uri="{FF2B5EF4-FFF2-40B4-BE49-F238E27FC236}">
                <a16:creationId xmlns:a16="http://schemas.microsoft.com/office/drawing/2014/main" id="{3483F4F2-D92E-4165-B2FA-7D1DF8392A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03338" y="2375694"/>
            <a:ext cx="1439862" cy="24447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en-US" sz="1000">
                <a:solidFill>
                  <a:schemeClr val="tx1"/>
                </a:solidFill>
              </a:rPr>
              <a:t>Distance from nucleus</a:t>
            </a:r>
          </a:p>
        </p:txBody>
      </p:sp>
      <p:sp>
        <p:nvSpPr>
          <p:cNvPr id="130073" name="Freeform 25">
            <a:extLst>
              <a:ext uri="{FF2B5EF4-FFF2-40B4-BE49-F238E27FC236}">
                <a16:creationId xmlns:a16="http://schemas.microsoft.com/office/drawing/2014/main" id="{2C1FD5A4-8958-4C7A-BAFD-98676EF5F655}"/>
              </a:ext>
            </a:extLst>
          </p:cNvPr>
          <p:cNvSpPr>
            <a:spLocks/>
          </p:cNvSpPr>
          <p:nvPr/>
        </p:nvSpPr>
        <p:spPr bwMode="auto">
          <a:xfrm flipH="1">
            <a:off x="4518025" y="1928019"/>
            <a:ext cx="698500" cy="411163"/>
          </a:xfrm>
          <a:custGeom>
            <a:avLst/>
            <a:gdLst>
              <a:gd name="T0" fmla="*/ 0 w 440"/>
              <a:gd name="T1" fmla="*/ 409575 h 259"/>
              <a:gd name="T2" fmla="*/ 165100 w 440"/>
              <a:gd name="T3" fmla="*/ 347663 h 259"/>
              <a:gd name="T4" fmla="*/ 303213 w 440"/>
              <a:gd name="T5" fmla="*/ 390525 h 259"/>
              <a:gd name="T6" fmla="*/ 398463 w 440"/>
              <a:gd name="T7" fmla="*/ 404813 h 259"/>
              <a:gd name="T8" fmla="*/ 512763 w 440"/>
              <a:gd name="T9" fmla="*/ 347663 h 259"/>
              <a:gd name="T10" fmla="*/ 623888 w 440"/>
              <a:gd name="T11" fmla="*/ 146050 h 259"/>
              <a:gd name="T12" fmla="*/ 698500 w 440"/>
              <a:gd name="T13" fmla="*/ 0 h 25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440" h="259">
                <a:moveTo>
                  <a:pt x="0" y="258"/>
                </a:moveTo>
                <a:cubicBezTo>
                  <a:pt x="17" y="252"/>
                  <a:pt x="72" y="221"/>
                  <a:pt x="104" y="219"/>
                </a:cubicBezTo>
                <a:cubicBezTo>
                  <a:pt x="136" y="217"/>
                  <a:pt x="167" y="240"/>
                  <a:pt x="191" y="246"/>
                </a:cubicBezTo>
                <a:cubicBezTo>
                  <a:pt x="215" y="252"/>
                  <a:pt x="229" y="259"/>
                  <a:pt x="251" y="255"/>
                </a:cubicBezTo>
                <a:cubicBezTo>
                  <a:pt x="273" y="251"/>
                  <a:pt x="299" y="246"/>
                  <a:pt x="323" y="219"/>
                </a:cubicBezTo>
                <a:cubicBezTo>
                  <a:pt x="347" y="192"/>
                  <a:pt x="374" y="128"/>
                  <a:pt x="393" y="92"/>
                </a:cubicBezTo>
                <a:cubicBezTo>
                  <a:pt x="412" y="56"/>
                  <a:pt x="430" y="19"/>
                  <a:pt x="440" y="0"/>
                </a:cubicBezTo>
              </a:path>
            </a:pathLst>
          </a:custGeom>
          <a:noFill/>
          <a:ln w="12700">
            <a:solidFill>
              <a:srgbClr val="FF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30074" name="Freeform 26">
            <a:extLst>
              <a:ext uri="{FF2B5EF4-FFF2-40B4-BE49-F238E27FC236}">
                <a16:creationId xmlns:a16="http://schemas.microsoft.com/office/drawing/2014/main" id="{29A8EC77-E961-4493-910F-11B2109CA6C0}"/>
              </a:ext>
            </a:extLst>
          </p:cNvPr>
          <p:cNvSpPr>
            <a:spLocks/>
          </p:cNvSpPr>
          <p:nvPr/>
        </p:nvSpPr>
        <p:spPr bwMode="auto">
          <a:xfrm flipH="1">
            <a:off x="7011988" y="2123282"/>
            <a:ext cx="795337" cy="222250"/>
          </a:xfrm>
          <a:custGeom>
            <a:avLst/>
            <a:gdLst>
              <a:gd name="T0" fmla="*/ 0 w 501"/>
              <a:gd name="T1" fmla="*/ 209550 h 140"/>
              <a:gd name="T2" fmla="*/ 153987 w 501"/>
              <a:gd name="T3" fmla="*/ 174625 h 140"/>
              <a:gd name="T4" fmla="*/ 381000 w 501"/>
              <a:gd name="T5" fmla="*/ 217488 h 140"/>
              <a:gd name="T6" fmla="*/ 520700 w 501"/>
              <a:gd name="T7" fmla="*/ 174625 h 140"/>
              <a:gd name="T8" fmla="*/ 587375 w 501"/>
              <a:gd name="T9" fmla="*/ 198438 h 140"/>
              <a:gd name="T10" fmla="*/ 657225 w 501"/>
              <a:gd name="T11" fmla="*/ 212725 h 140"/>
              <a:gd name="T12" fmla="*/ 715962 w 501"/>
              <a:gd name="T13" fmla="*/ 142875 h 140"/>
              <a:gd name="T14" fmla="*/ 749300 w 501"/>
              <a:gd name="T15" fmla="*/ 57150 h 140"/>
              <a:gd name="T16" fmla="*/ 795337 w 501"/>
              <a:gd name="T17" fmla="*/ 0 h 140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501" h="140">
                <a:moveTo>
                  <a:pt x="0" y="132"/>
                </a:moveTo>
                <a:cubicBezTo>
                  <a:pt x="16" y="128"/>
                  <a:pt x="57" y="109"/>
                  <a:pt x="97" y="110"/>
                </a:cubicBezTo>
                <a:cubicBezTo>
                  <a:pt x="137" y="111"/>
                  <a:pt x="202" y="137"/>
                  <a:pt x="240" y="137"/>
                </a:cubicBezTo>
                <a:cubicBezTo>
                  <a:pt x="278" y="137"/>
                  <a:pt x="306" y="112"/>
                  <a:pt x="328" y="110"/>
                </a:cubicBezTo>
                <a:cubicBezTo>
                  <a:pt x="350" y="108"/>
                  <a:pt x="356" y="121"/>
                  <a:pt x="370" y="125"/>
                </a:cubicBezTo>
                <a:cubicBezTo>
                  <a:pt x="384" y="129"/>
                  <a:pt x="401" y="140"/>
                  <a:pt x="414" y="134"/>
                </a:cubicBezTo>
                <a:cubicBezTo>
                  <a:pt x="427" y="128"/>
                  <a:pt x="441" y="106"/>
                  <a:pt x="451" y="90"/>
                </a:cubicBezTo>
                <a:cubicBezTo>
                  <a:pt x="461" y="74"/>
                  <a:pt x="464" y="51"/>
                  <a:pt x="472" y="36"/>
                </a:cubicBezTo>
                <a:cubicBezTo>
                  <a:pt x="480" y="21"/>
                  <a:pt x="495" y="7"/>
                  <a:pt x="501" y="0"/>
                </a:cubicBezTo>
              </a:path>
            </a:pathLst>
          </a:custGeom>
          <a:noFill/>
          <a:ln w="12700">
            <a:solidFill>
              <a:srgbClr val="FF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8" name="TextBox 27"/>
          <p:cNvSpPr txBox="1"/>
          <p:nvPr/>
        </p:nvSpPr>
        <p:spPr>
          <a:xfrm>
            <a:off x="2752176" y="2931294"/>
            <a:ext cx="36920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Orbital: wave function (</a:t>
            </a:r>
            <a:r>
              <a:rPr lang="el-GR" dirty="0">
                <a:solidFill>
                  <a:schemeClr val="tx1"/>
                </a:solidFill>
              </a:rPr>
              <a:t>Ψ</a:t>
            </a:r>
            <a:r>
              <a:rPr lang="en-US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2" name="Rectangle 1"/>
          <p:cNvSpPr/>
          <p:nvPr/>
        </p:nvSpPr>
        <p:spPr>
          <a:xfrm>
            <a:off x="2899687" y="287281"/>
            <a:ext cx="322556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Probability density: </a:t>
            </a:r>
            <a:r>
              <a:rPr lang="el-GR" dirty="0">
                <a:solidFill>
                  <a:schemeClr val="tx1"/>
                </a:solidFill>
              </a:rPr>
              <a:t>Ψ</a:t>
            </a:r>
            <a:r>
              <a:rPr lang="en-US" baseline="30000" dirty="0">
                <a:solidFill>
                  <a:schemeClr val="tx1"/>
                </a:solidFill>
              </a:rPr>
              <a:t>2</a:t>
            </a:r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-1.48148E-6 L 2.5E-6 0.35 " pathEditMode="relative" ptsTypes="AA">
                                      <p:cBhvr>
                                        <p:cTn id="6" dur="2000" fill="hold"/>
                                        <p:tgtEl>
                                          <p:spTgt spid="1935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3539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Footer Placeholder 4">
            <a:extLst>
              <a:ext uri="{FF2B5EF4-FFF2-40B4-BE49-F238E27FC236}">
                <a16:creationId xmlns:a16="http://schemas.microsoft.com/office/drawing/2014/main" id="{C6BFD928-999C-4865-BDF2-9FF9353C1B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99792" y="6238875"/>
            <a:ext cx="4040088" cy="4556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3000"/>
              </a:lnSpc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GB" altLang="en-US" sz="1400" dirty="0"/>
              <a:t>https://en.wikipedia.org/wiki/Atomic_orbital</a:t>
            </a:r>
          </a:p>
        </p:txBody>
      </p:sp>
      <p:sp>
        <p:nvSpPr>
          <p:cNvPr id="117763" name="Slide Number Placeholder 5">
            <a:extLst>
              <a:ext uri="{FF2B5EF4-FFF2-40B4-BE49-F238E27FC236}">
                <a16:creationId xmlns:a16="http://schemas.microsoft.com/office/drawing/2014/main" id="{A3C94EE5-9A74-40A5-8F4A-7D529FEED3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3000"/>
              </a:lnSpc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fld id="{1C06AC29-1DA9-4302-8621-6761DEE04ABE}" type="slidenum">
              <a:rPr lang="en-GB" altLang="en-US" sz="1400"/>
              <a:pPr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t>67</a:t>
            </a:fld>
            <a:endParaRPr lang="en-GB" altLang="en-US" sz="1400"/>
          </a:p>
        </p:txBody>
      </p:sp>
      <p:sp>
        <p:nvSpPr>
          <p:cNvPr id="117764" name="Rectangle 1">
            <a:extLst>
              <a:ext uri="{FF2B5EF4-FFF2-40B4-BE49-F238E27FC236}">
                <a16:creationId xmlns:a16="http://schemas.microsoft.com/office/drawing/2014/main" id="{2ABA54F5-0E00-42BF-BE81-AC97431D274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-162272"/>
            <a:ext cx="7772400" cy="1143000"/>
          </a:xfrm>
        </p:spPr>
        <p:txBody>
          <a:bodyPr/>
          <a:lstStyle/>
          <a:p>
            <a:pPr eaLnBrk="1" hangingPunct="1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en-US" dirty="0"/>
              <a:t>Atomic Orbitals </a:t>
            </a:r>
          </a:p>
        </p:txBody>
      </p:sp>
      <p:pic>
        <p:nvPicPr>
          <p:cNvPr id="200727" name="Picture 23" descr="https://upload.wikimedia.org/wikipedia/commons/thumb/1/15/Drum_vibration_mode01.gif/200px-Drum_vibration_mode01.gif"/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934" y="1556792"/>
            <a:ext cx="2606004" cy="1368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0729" name="Picture 25" descr="https://upload.wikimedia.org/wikipedia/commons/thumb/7/7a/Drum_vibration_mode02.gif/200px-Drum_vibration_mode02.gif"/>
          <p:cNvPicPr>
            <a:picLocks noChangeAspect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5156" y="1556792"/>
            <a:ext cx="2606004" cy="1368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0731" name="Picture 27" descr="https://upload.wikimedia.org/wikipedia/commons/thumb/2/23/Drum_vibration_mode03.gif/200px-Drum_vibration_mode03.gif"/>
          <p:cNvPicPr>
            <a:picLocks noChangeAspect="1" noChangeArrowheads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6477" y="1566316"/>
            <a:ext cx="2606003" cy="13551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0733" name="Picture 29" descr="https://upload.wikimedia.org/wikipedia/commons/thumb/3/33/Phi_1s.gif/200px-Phi_1s.gif"/>
          <p:cNvPicPr>
            <a:picLocks noChangeAspect="1" noChangeArrowheads="1" noCrop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934" y="3789040"/>
            <a:ext cx="2606004" cy="1368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0735" name="Picture 31" descr="https://upload.wikimedia.org/wikipedia/commons/thumb/1/10/Phi_2s.gif/200px-Phi_2s.gif"/>
          <p:cNvPicPr>
            <a:picLocks noChangeAspect="1" noChangeArrowheads="1" noCrop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5156" y="3789040"/>
            <a:ext cx="2606004" cy="1368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0737" name="Picture 33" descr="https://upload.wikimedia.org/wikipedia/commons/thumb/4/44/Phi_3s.gif/200px-Phi_3s.gif"/>
          <p:cNvPicPr>
            <a:picLocks noChangeAspect="1" noChangeArrowheads="1" noCrop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2337" y="3785642"/>
            <a:ext cx="2606004" cy="1368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Footer Placeholder 4">
            <a:extLst>
              <a:ext uri="{FF2B5EF4-FFF2-40B4-BE49-F238E27FC236}">
                <a16:creationId xmlns:a16="http://schemas.microsoft.com/office/drawing/2014/main" id="{C6BFD928-999C-4865-BDF2-9FF9353C1B7D}"/>
              </a:ext>
            </a:extLst>
          </p:cNvPr>
          <p:cNvSpPr txBox="1">
            <a:spLocks/>
          </p:cNvSpPr>
          <p:nvPr/>
        </p:nvSpPr>
        <p:spPr bwMode="auto">
          <a:xfrm>
            <a:off x="2551956" y="2940067"/>
            <a:ext cx="4040088" cy="4556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algn="ctr" defTabSz="457200" rtl="0" eaLnBrk="0" fontAlgn="base" hangingPunct="0">
              <a:lnSpc>
                <a:spcPct val="93000"/>
              </a:lnSpc>
              <a:spcBef>
                <a:spcPts val="8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742950" indent="-285750" algn="l" defTabSz="457200" rtl="0" eaLnBrk="0" fontAlgn="base" hangingPunct="0">
              <a:lnSpc>
                <a:spcPct val="93000"/>
              </a:lnSpc>
              <a:spcBef>
                <a:spcPts val="7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1143000" indent="-228600" algn="l" defTabSz="457200" rtl="0" eaLnBrk="0" fontAlgn="base" hangingPunct="0">
              <a:lnSpc>
                <a:spcPct val="93000"/>
              </a:lnSpc>
              <a:spcBef>
                <a:spcPts val="6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600200" indent="-228600" algn="l" defTabSz="457200" rtl="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2057400" indent="-228600" algn="l" defTabSz="457200" rtl="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514600" indent="-228600" algn="l" defTabSz="457200" rtl="0" eaLnBrk="0" fontAlgn="base" latinLnBrk="0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971800" indent="-228600" algn="l" defTabSz="457200" rtl="0" eaLnBrk="0" fontAlgn="base" latinLnBrk="0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429000" indent="-228600" algn="l" defTabSz="457200" rtl="0" eaLnBrk="0" fontAlgn="base" latinLnBrk="0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886200" indent="-228600" algn="l" defTabSz="457200" rtl="0" eaLnBrk="0" fontAlgn="base" latinLnBrk="0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GB" altLang="en-US" sz="1400" dirty="0"/>
              <a:t>Equivalent drum modes</a:t>
            </a:r>
          </a:p>
        </p:txBody>
      </p:sp>
      <p:sp>
        <p:nvSpPr>
          <p:cNvPr id="42" name="Footer Placeholder 4">
            <a:extLst>
              <a:ext uri="{FF2B5EF4-FFF2-40B4-BE49-F238E27FC236}">
                <a16:creationId xmlns:a16="http://schemas.microsoft.com/office/drawing/2014/main" id="{C6BFD928-999C-4865-BDF2-9FF9353C1B7D}"/>
              </a:ext>
            </a:extLst>
          </p:cNvPr>
          <p:cNvSpPr txBox="1">
            <a:spLocks/>
          </p:cNvSpPr>
          <p:nvPr/>
        </p:nvSpPr>
        <p:spPr bwMode="auto">
          <a:xfrm>
            <a:off x="-302108" y="5094939"/>
            <a:ext cx="4040088" cy="4556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algn="ctr" defTabSz="457200" rtl="0" eaLnBrk="0" fontAlgn="base" hangingPunct="0">
              <a:lnSpc>
                <a:spcPct val="93000"/>
              </a:lnSpc>
              <a:spcBef>
                <a:spcPts val="8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742950" indent="-285750" algn="l" defTabSz="457200" rtl="0" eaLnBrk="0" fontAlgn="base" hangingPunct="0">
              <a:lnSpc>
                <a:spcPct val="93000"/>
              </a:lnSpc>
              <a:spcBef>
                <a:spcPts val="7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1143000" indent="-228600" algn="l" defTabSz="457200" rtl="0" eaLnBrk="0" fontAlgn="base" hangingPunct="0">
              <a:lnSpc>
                <a:spcPct val="93000"/>
              </a:lnSpc>
              <a:spcBef>
                <a:spcPts val="6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600200" indent="-228600" algn="l" defTabSz="457200" rtl="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2057400" indent="-228600" algn="l" defTabSz="457200" rtl="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514600" indent="-228600" algn="l" defTabSz="457200" rtl="0" eaLnBrk="0" fontAlgn="base" latinLnBrk="0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971800" indent="-228600" algn="l" defTabSz="457200" rtl="0" eaLnBrk="0" fontAlgn="base" latinLnBrk="0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429000" indent="-228600" algn="l" defTabSz="457200" rtl="0" eaLnBrk="0" fontAlgn="base" latinLnBrk="0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886200" indent="-228600" algn="l" defTabSz="457200" rtl="0" eaLnBrk="0" fontAlgn="base" latinLnBrk="0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GB" altLang="en-US" sz="1400" dirty="0"/>
              <a:t>Wave function of 1s orbital</a:t>
            </a:r>
          </a:p>
        </p:txBody>
      </p:sp>
      <p:sp>
        <p:nvSpPr>
          <p:cNvPr id="43" name="Footer Placeholder 4">
            <a:extLst>
              <a:ext uri="{FF2B5EF4-FFF2-40B4-BE49-F238E27FC236}">
                <a16:creationId xmlns:a16="http://schemas.microsoft.com/office/drawing/2014/main" id="{C6BFD928-999C-4865-BDF2-9FF9353C1B7D}"/>
              </a:ext>
            </a:extLst>
          </p:cNvPr>
          <p:cNvSpPr txBox="1">
            <a:spLocks/>
          </p:cNvSpPr>
          <p:nvPr/>
        </p:nvSpPr>
        <p:spPr bwMode="auto">
          <a:xfrm>
            <a:off x="2551956" y="5042342"/>
            <a:ext cx="4040088" cy="4556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algn="ctr" defTabSz="457200" rtl="0" eaLnBrk="0" fontAlgn="base" hangingPunct="0">
              <a:lnSpc>
                <a:spcPct val="93000"/>
              </a:lnSpc>
              <a:spcBef>
                <a:spcPts val="8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742950" indent="-285750" algn="l" defTabSz="457200" rtl="0" eaLnBrk="0" fontAlgn="base" hangingPunct="0">
              <a:lnSpc>
                <a:spcPct val="93000"/>
              </a:lnSpc>
              <a:spcBef>
                <a:spcPts val="7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1143000" indent="-228600" algn="l" defTabSz="457200" rtl="0" eaLnBrk="0" fontAlgn="base" hangingPunct="0">
              <a:lnSpc>
                <a:spcPct val="93000"/>
              </a:lnSpc>
              <a:spcBef>
                <a:spcPts val="6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600200" indent="-228600" algn="l" defTabSz="457200" rtl="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2057400" indent="-228600" algn="l" defTabSz="457200" rtl="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514600" indent="-228600" algn="l" defTabSz="457200" rtl="0" eaLnBrk="0" fontAlgn="base" latinLnBrk="0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971800" indent="-228600" algn="l" defTabSz="457200" rtl="0" eaLnBrk="0" fontAlgn="base" latinLnBrk="0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429000" indent="-228600" algn="l" defTabSz="457200" rtl="0" eaLnBrk="0" fontAlgn="base" latinLnBrk="0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886200" indent="-228600" algn="l" defTabSz="457200" rtl="0" eaLnBrk="0" fontAlgn="base" latinLnBrk="0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GB" altLang="en-US" sz="1400" dirty="0"/>
              <a:t>Wave function of 2s orbital</a:t>
            </a:r>
          </a:p>
        </p:txBody>
      </p:sp>
      <p:sp>
        <p:nvSpPr>
          <p:cNvPr id="44" name="Footer Placeholder 4">
            <a:extLst>
              <a:ext uri="{FF2B5EF4-FFF2-40B4-BE49-F238E27FC236}">
                <a16:creationId xmlns:a16="http://schemas.microsoft.com/office/drawing/2014/main" id="{C6BFD928-999C-4865-BDF2-9FF9353C1B7D}"/>
              </a:ext>
            </a:extLst>
          </p:cNvPr>
          <p:cNvSpPr txBox="1">
            <a:spLocks/>
          </p:cNvSpPr>
          <p:nvPr/>
        </p:nvSpPr>
        <p:spPr bwMode="auto">
          <a:xfrm>
            <a:off x="5555295" y="5007684"/>
            <a:ext cx="4040088" cy="4556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algn="ctr" defTabSz="457200" rtl="0" eaLnBrk="0" fontAlgn="base" hangingPunct="0">
              <a:lnSpc>
                <a:spcPct val="93000"/>
              </a:lnSpc>
              <a:spcBef>
                <a:spcPts val="8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742950" indent="-285750" algn="l" defTabSz="457200" rtl="0" eaLnBrk="0" fontAlgn="base" hangingPunct="0">
              <a:lnSpc>
                <a:spcPct val="93000"/>
              </a:lnSpc>
              <a:spcBef>
                <a:spcPts val="7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1143000" indent="-228600" algn="l" defTabSz="457200" rtl="0" eaLnBrk="0" fontAlgn="base" hangingPunct="0">
              <a:lnSpc>
                <a:spcPct val="93000"/>
              </a:lnSpc>
              <a:spcBef>
                <a:spcPts val="6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600200" indent="-228600" algn="l" defTabSz="457200" rtl="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2057400" indent="-228600" algn="l" defTabSz="457200" rtl="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514600" indent="-228600" algn="l" defTabSz="457200" rtl="0" eaLnBrk="0" fontAlgn="base" latinLnBrk="0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971800" indent="-228600" algn="l" defTabSz="457200" rtl="0" eaLnBrk="0" fontAlgn="base" latinLnBrk="0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429000" indent="-228600" algn="l" defTabSz="457200" rtl="0" eaLnBrk="0" fontAlgn="base" latinLnBrk="0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886200" indent="-228600" algn="l" defTabSz="457200" rtl="0" eaLnBrk="0" fontAlgn="base" latinLnBrk="0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GB" altLang="en-US" sz="1400" dirty="0"/>
              <a:t>Wave function of 3s orbital</a:t>
            </a:r>
          </a:p>
        </p:txBody>
      </p:sp>
      <p:sp>
        <p:nvSpPr>
          <p:cNvPr id="45" name="Text Box 3">
            <a:extLst>
              <a:ext uri="{FF2B5EF4-FFF2-40B4-BE49-F238E27FC236}">
                <a16:creationId xmlns:a16="http://schemas.microsoft.com/office/drawing/2014/main" id="{FCC4F85C-00E9-43B9-904F-2BBC696E66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04180" y="3322250"/>
            <a:ext cx="643131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en-US" sz="1400" b="1" dirty="0">
                <a:solidFill>
                  <a:schemeClr val="tx1"/>
                </a:solidFill>
              </a:rPr>
              <a:t>A                                                       B                                                               C</a:t>
            </a:r>
            <a:endParaRPr lang="en-US" altLang="en-US" sz="1400" b="1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5361781"/>
      </p:ext>
    </p:extLst>
  </p:cSld>
  <p:clrMapOvr>
    <a:masterClrMapping/>
  </p:clrMapOvr>
  <p:transition spd="med"/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Footer Placeholder 4">
            <a:extLst>
              <a:ext uri="{FF2B5EF4-FFF2-40B4-BE49-F238E27FC236}">
                <a16:creationId xmlns:a16="http://schemas.microsoft.com/office/drawing/2014/main" id="{3ADF0FC5-E446-47DE-8C9A-036AC734EC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3000"/>
              </a:lnSpc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GB" altLang="en-US" sz="1400"/>
              <a:t>Copyright McGraw-Hill 2009</a:t>
            </a:r>
          </a:p>
        </p:txBody>
      </p:sp>
      <p:sp>
        <p:nvSpPr>
          <p:cNvPr id="132099" name="Slide Number Placeholder 5">
            <a:extLst>
              <a:ext uri="{FF2B5EF4-FFF2-40B4-BE49-F238E27FC236}">
                <a16:creationId xmlns:a16="http://schemas.microsoft.com/office/drawing/2014/main" id="{AE08D950-42D3-4DE2-AD64-0334A4C5FB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3000"/>
              </a:lnSpc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fld id="{C20A291F-7FD9-4DE7-B3FB-1CAB1EBB40C3}" type="slidenum">
              <a:rPr lang="en-GB" altLang="en-US" sz="1400"/>
              <a:pPr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t>68</a:t>
            </a:fld>
            <a:endParaRPr lang="en-GB" altLang="en-US" sz="1400"/>
          </a:p>
        </p:txBody>
      </p:sp>
      <p:sp>
        <p:nvSpPr>
          <p:cNvPr id="132100" name="Rectangle 1">
            <a:extLst>
              <a:ext uri="{FF2B5EF4-FFF2-40B4-BE49-F238E27FC236}">
                <a16:creationId xmlns:a16="http://schemas.microsoft.com/office/drawing/2014/main" id="{168D95DD-C144-4F34-9216-3DB751B8262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pPr eaLnBrk="1" hangingPunct="1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en-US"/>
              <a:t>Atomic Orbitals for “</a:t>
            </a:r>
            <a:r>
              <a:rPr lang="en-GB" altLang="en-US" i="1"/>
              <a:t>p</a:t>
            </a:r>
            <a:r>
              <a:rPr lang="en-GB" altLang="en-US"/>
              <a:t>” </a:t>
            </a:r>
          </a:p>
        </p:txBody>
      </p:sp>
      <p:pic>
        <p:nvPicPr>
          <p:cNvPr id="132101" name="Picture 2">
            <a:extLst>
              <a:ext uri="{FF2B5EF4-FFF2-40B4-BE49-F238E27FC236}">
                <a16:creationId xmlns:a16="http://schemas.microsoft.com/office/drawing/2014/main" id="{7C8ED555-08AF-452A-8350-FD5BB34E0C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662"/>
          <a:stretch>
            <a:fillRect/>
          </a:stretch>
        </p:blipFill>
        <p:spPr bwMode="auto">
          <a:xfrm>
            <a:off x="685800" y="1752600"/>
            <a:ext cx="7772400" cy="311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2">
            <a:extLst>
              <a:ext uri="{FF2B5EF4-FFF2-40B4-BE49-F238E27FC236}">
                <a16:creationId xmlns:a16="http://schemas.microsoft.com/office/drawing/2014/main" id="{F343E196-A771-41FA-8963-17C4DA481F2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p-Orbitals</a:t>
            </a:r>
          </a:p>
        </p:txBody>
      </p:sp>
      <p:pic>
        <p:nvPicPr>
          <p:cNvPr id="197635" name="Picture 3" descr="p-orbitals">
            <a:extLst>
              <a:ext uri="{FF2B5EF4-FFF2-40B4-BE49-F238E27FC236}">
                <a16:creationId xmlns:a16="http://schemas.microsoft.com/office/drawing/2014/main" id="{EA771196-A9B3-4F26-A591-F58F51107C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2354263"/>
            <a:ext cx="8686800" cy="2147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4148" name="Rectangle 4">
            <a:extLst>
              <a:ext uri="{FF2B5EF4-FFF2-40B4-BE49-F238E27FC236}">
                <a16:creationId xmlns:a16="http://schemas.microsoft.com/office/drawing/2014/main" id="{4E0664C0-5EB4-45FF-B466-E93E37310B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6567488"/>
            <a:ext cx="3162300" cy="214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en-US" sz="800">
                <a:solidFill>
                  <a:schemeClr val="tx1"/>
                </a:solidFill>
              </a:rPr>
              <a:t>Zumdahl, Zumdahl, DeCoste, </a:t>
            </a:r>
            <a:r>
              <a:rPr lang="en-US" altLang="en-US" sz="800" u="sng">
                <a:solidFill>
                  <a:schemeClr val="tx1"/>
                </a:solidFill>
              </a:rPr>
              <a:t>World of Chemistry</a:t>
            </a:r>
            <a:r>
              <a:rPr lang="en-US" altLang="en-US" sz="800">
                <a:solidFill>
                  <a:schemeClr val="tx1"/>
                </a:solidFill>
              </a:rPr>
              <a:t> </a:t>
            </a:r>
            <a:r>
              <a:rPr lang="en-US" altLang="en-US" sz="800">
                <a:solidFill>
                  <a:schemeClr val="tx1"/>
                </a:solidFill>
                <a:latin typeface="Symbol" panose="05050102010706020507" pitchFamily="18" charset="2"/>
              </a:rPr>
              <a:t> </a:t>
            </a:r>
            <a:r>
              <a:rPr lang="en-US" altLang="en-US" sz="800">
                <a:solidFill>
                  <a:schemeClr val="tx1"/>
                </a:solidFill>
              </a:rPr>
              <a:t>2002, page 335</a:t>
            </a:r>
          </a:p>
        </p:txBody>
      </p:sp>
      <p:sp>
        <p:nvSpPr>
          <p:cNvPr id="134149" name="AutoShape 5">
            <a:hlinkClick r:id="rId6" action="ppaction://hlinksldjump" highlightClick="1"/>
            <a:extLst>
              <a:ext uri="{FF2B5EF4-FFF2-40B4-BE49-F238E27FC236}">
                <a16:creationId xmlns:a16="http://schemas.microsoft.com/office/drawing/2014/main" id="{03A4EFF8-99E7-4902-B207-EF38EEF358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172200"/>
            <a:ext cx="609600" cy="357188"/>
          </a:xfrm>
          <a:prstGeom prst="actionButtonBeginning">
            <a:avLst/>
          </a:prstGeom>
          <a:solidFill>
            <a:schemeClr val="bg1">
              <a:alpha val="50195"/>
            </a:schemeClr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34150" name="Rectangle 6">
            <a:extLst>
              <a:ext uri="{FF2B5EF4-FFF2-40B4-BE49-F238E27FC236}">
                <a16:creationId xmlns:a16="http://schemas.microsoft.com/office/drawing/2014/main" id="{23878F2A-0F17-4585-817F-EAD5A8C9D1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81138" y="4643438"/>
            <a:ext cx="665162" cy="820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1313" indent="-341313">
              <a:lnSpc>
                <a:spcPct val="93000"/>
              </a:lnSpc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1363" indent="-284163">
              <a:lnSpc>
                <a:spcPct val="93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-US" altLang="en-US"/>
              <a:t>p</a:t>
            </a:r>
            <a:r>
              <a:rPr lang="en-US" altLang="en-US" i="1" baseline="-25000"/>
              <a:t>x</a:t>
            </a:r>
            <a:endParaRPr lang="en-US" altLang="en-US" i="1"/>
          </a:p>
        </p:txBody>
      </p:sp>
      <p:sp>
        <p:nvSpPr>
          <p:cNvPr id="134151" name="Rectangle 7">
            <a:extLst>
              <a:ext uri="{FF2B5EF4-FFF2-40B4-BE49-F238E27FC236}">
                <a16:creationId xmlns:a16="http://schemas.microsoft.com/office/drawing/2014/main" id="{A13A9170-6C19-4317-A267-6E4245E8D9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54863" y="4643438"/>
            <a:ext cx="665162" cy="820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1313" indent="-341313">
              <a:lnSpc>
                <a:spcPct val="93000"/>
              </a:lnSpc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1363" indent="-284163">
              <a:lnSpc>
                <a:spcPct val="93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-US" altLang="en-US"/>
              <a:t>p</a:t>
            </a:r>
            <a:r>
              <a:rPr lang="en-US" altLang="en-US" i="1" baseline="-25000"/>
              <a:t>y</a:t>
            </a:r>
            <a:endParaRPr lang="en-US" altLang="en-US" i="1"/>
          </a:p>
        </p:txBody>
      </p:sp>
      <p:sp>
        <p:nvSpPr>
          <p:cNvPr id="134152" name="Rectangle 8">
            <a:extLst>
              <a:ext uri="{FF2B5EF4-FFF2-40B4-BE49-F238E27FC236}">
                <a16:creationId xmlns:a16="http://schemas.microsoft.com/office/drawing/2014/main" id="{09ABAD9B-2743-4745-AFB7-9E019DEA8E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84675" y="4643438"/>
            <a:ext cx="665163" cy="110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1313" indent="-341313">
              <a:lnSpc>
                <a:spcPct val="93000"/>
              </a:lnSpc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1363" indent="-284163">
              <a:lnSpc>
                <a:spcPct val="93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-US" altLang="en-US"/>
              <a:t>p</a:t>
            </a:r>
            <a:r>
              <a:rPr lang="en-US" altLang="en-US" i="1" baseline="-25000"/>
              <a:t>z</a:t>
            </a:r>
            <a:endParaRPr lang="en-US" altLang="en-US" i="1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9763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195" name="Picture 3" descr="p-orbitals">
            <a:extLst>
              <a:ext uri="{FF2B5EF4-FFF2-40B4-BE49-F238E27FC236}">
                <a16:creationId xmlns:a16="http://schemas.microsoft.com/office/drawing/2014/main" id="{153A4257-236B-4C3B-A7AE-11B3414A9F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563"/>
          <a:stretch>
            <a:fillRect/>
          </a:stretch>
        </p:blipFill>
        <p:spPr bwMode="auto">
          <a:xfrm>
            <a:off x="309563" y="1965325"/>
            <a:ext cx="8524875" cy="273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6196" name="Rectangle 4">
            <a:extLst>
              <a:ext uri="{FF2B5EF4-FFF2-40B4-BE49-F238E27FC236}">
                <a16:creationId xmlns:a16="http://schemas.microsoft.com/office/drawing/2014/main" id="{901034E2-3908-4B11-B22C-4B6D495BD1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6554788"/>
            <a:ext cx="3275013" cy="214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en-US" sz="800">
                <a:solidFill>
                  <a:schemeClr val="tx1"/>
                </a:solidFill>
              </a:rPr>
              <a:t>Copyright </a:t>
            </a:r>
            <a:r>
              <a:rPr lang="en-US" altLang="en-US" sz="800">
                <a:solidFill>
                  <a:schemeClr val="tx1"/>
                </a:solidFill>
                <a:cs typeface="Arial" panose="020B0604020202020204" pitchFamily="34" charset="0"/>
              </a:rPr>
              <a:t>© </a:t>
            </a:r>
            <a:r>
              <a:rPr lang="en-US" altLang="en-US" sz="800">
                <a:solidFill>
                  <a:schemeClr val="tx1"/>
                </a:solidFill>
              </a:rPr>
              <a:t>2006 Pearson Benjamin Cummings.  All rights reserved.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9512" y="5354459"/>
            <a:ext cx="520206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Number of nodes: n-1</a:t>
            </a:r>
          </a:p>
          <a:p>
            <a:r>
              <a:rPr lang="en-US" dirty="0">
                <a:solidFill>
                  <a:schemeClr val="tx1"/>
                </a:solidFill>
              </a:rPr>
              <a:t>Number of angular or planar nodes: l</a:t>
            </a:r>
          </a:p>
          <a:p>
            <a:r>
              <a:rPr lang="en-US" dirty="0">
                <a:solidFill>
                  <a:schemeClr val="tx1"/>
                </a:solidFill>
              </a:rPr>
              <a:t>Number of radial nodes: n-l-1</a:t>
            </a:r>
          </a:p>
        </p:txBody>
      </p:sp>
      <p:cxnSp>
        <p:nvCxnSpPr>
          <p:cNvPr id="6" name="Straight Arrow Connector 5"/>
          <p:cNvCxnSpPr/>
          <p:nvPr/>
        </p:nvCxnSpPr>
        <p:spPr bwMode="auto">
          <a:xfrm>
            <a:off x="2555776" y="3752851"/>
            <a:ext cx="1224136" cy="1177255"/>
          </a:xfrm>
          <a:prstGeom prst="straightConnector1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7" name="TextBox 6"/>
          <p:cNvSpPr txBox="1"/>
          <p:nvPr/>
        </p:nvSpPr>
        <p:spPr>
          <a:xfrm>
            <a:off x="3171889" y="4955111"/>
            <a:ext cx="34740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Planar or angular nodes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Footer Placeholder 4">
            <a:extLst>
              <a:ext uri="{FF2B5EF4-FFF2-40B4-BE49-F238E27FC236}">
                <a16:creationId xmlns:a16="http://schemas.microsoft.com/office/drawing/2014/main" id="{C6BFD928-999C-4865-BDF2-9FF9353C1B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99792" y="6238875"/>
            <a:ext cx="4040088" cy="4556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3000"/>
              </a:lnSpc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GB" altLang="en-US" sz="1400" dirty="0"/>
              <a:t>https://en.wikipedia.org/wiki/Atomic_orbital</a:t>
            </a:r>
          </a:p>
        </p:txBody>
      </p:sp>
      <p:sp>
        <p:nvSpPr>
          <p:cNvPr id="117763" name="Slide Number Placeholder 5">
            <a:extLst>
              <a:ext uri="{FF2B5EF4-FFF2-40B4-BE49-F238E27FC236}">
                <a16:creationId xmlns:a16="http://schemas.microsoft.com/office/drawing/2014/main" id="{A3C94EE5-9A74-40A5-8F4A-7D529FEED3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4787" y="6238875"/>
            <a:ext cx="1903413" cy="4556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3000"/>
              </a:lnSpc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fld id="{1C06AC29-1DA9-4302-8621-6761DEE04ABE}" type="slidenum">
              <a:rPr lang="en-GB" altLang="en-US" sz="1400"/>
              <a:pPr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t>71</a:t>
            </a:fld>
            <a:endParaRPr lang="en-GB" altLang="en-US" sz="1400"/>
          </a:p>
        </p:txBody>
      </p:sp>
      <p:sp>
        <p:nvSpPr>
          <p:cNvPr id="117764" name="Rectangle 1">
            <a:extLst>
              <a:ext uri="{FF2B5EF4-FFF2-40B4-BE49-F238E27FC236}">
                <a16:creationId xmlns:a16="http://schemas.microsoft.com/office/drawing/2014/main" id="{2ABA54F5-0E00-42BF-BE81-AC97431D274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-162272"/>
            <a:ext cx="7772400" cy="1143000"/>
          </a:xfrm>
        </p:spPr>
        <p:txBody>
          <a:bodyPr/>
          <a:lstStyle/>
          <a:p>
            <a:pPr eaLnBrk="1" hangingPunct="1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en-US" dirty="0"/>
              <a:t>Atomic Orbitals </a:t>
            </a:r>
          </a:p>
        </p:txBody>
      </p:sp>
      <p:sp>
        <p:nvSpPr>
          <p:cNvPr id="36" name="Footer Placeholder 4">
            <a:extLst>
              <a:ext uri="{FF2B5EF4-FFF2-40B4-BE49-F238E27FC236}">
                <a16:creationId xmlns:a16="http://schemas.microsoft.com/office/drawing/2014/main" id="{C6BFD928-999C-4865-BDF2-9FF9353C1B7D}"/>
              </a:ext>
            </a:extLst>
          </p:cNvPr>
          <p:cNvSpPr txBox="1">
            <a:spLocks/>
          </p:cNvSpPr>
          <p:nvPr/>
        </p:nvSpPr>
        <p:spPr bwMode="auto">
          <a:xfrm>
            <a:off x="2551956" y="2940067"/>
            <a:ext cx="4040088" cy="4556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algn="ctr" defTabSz="457200" rtl="0" eaLnBrk="0" fontAlgn="base" hangingPunct="0">
              <a:lnSpc>
                <a:spcPct val="93000"/>
              </a:lnSpc>
              <a:spcBef>
                <a:spcPts val="8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742950" indent="-285750" algn="l" defTabSz="457200" rtl="0" eaLnBrk="0" fontAlgn="base" hangingPunct="0">
              <a:lnSpc>
                <a:spcPct val="93000"/>
              </a:lnSpc>
              <a:spcBef>
                <a:spcPts val="7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1143000" indent="-228600" algn="l" defTabSz="457200" rtl="0" eaLnBrk="0" fontAlgn="base" hangingPunct="0">
              <a:lnSpc>
                <a:spcPct val="93000"/>
              </a:lnSpc>
              <a:spcBef>
                <a:spcPts val="6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600200" indent="-228600" algn="l" defTabSz="457200" rtl="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2057400" indent="-228600" algn="l" defTabSz="457200" rtl="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514600" indent="-228600" algn="l" defTabSz="457200" rtl="0" eaLnBrk="0" fontAlgn="base" latinLnBrk="0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971800" indent="-228600" algn="l" defTabSz="457200" rtl="0" eaLnBrk="0" fontAlgn="base" latinLnBrk="0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429000" indent="-228600" algn="l" defTabSz="457200" rtl="0" eaLnBrk="0" fontAlgn="base" latinLnBrk="0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886200" indent="-228600" algn="l" defTabSz="457200" rtl="0" eaLnBrk="0" fontAlgn="base" latinLnBrk="0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GB" altLang="en-US" sz="1400" dirty="0"/>
              <a:t>Equivalent drum modes</a:t>
            </a:r>
          </a:p>
        </p:txBody>
      </p:sp>
      <p:sp>
        <p:nvSpPr>
          <p:cNvPr id="42" name="Footer Placeholder 4">
            <a:extLst>
              <a:ext uri="{FF2B5EF4-FFF2-40B4-BE49-F238E27FC236}">
                <a16:creationId xmlns:a16="http://schemas.microsoft.com/office/drawing/2014/main" id="{C6BFD928-999C-4865-BDF2-9FF9353C1B7D}"/>
              </a:ext>
            </a:extLst>
          </p:cNvPr>
          <p:cNvSpPr txBox="1">
            <a:spLocks/>
          </p:cNvSpPr>
          <p:nvPr/>
        </p:nvSpPr>
        <p:spPr bwMode="auto">
          <a:xfrm>
            <a:off x="-302108" y="5094939"/>
            <a:ext cx="4040088" cy="4556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algn="ctr" defTabSz="457200" rtl="0" eaLnBrk="0" fontAlgn="base" hangingPunct="0">
              <a:lnSpc>
                <a:spcPct val="93000"/>
              </a:lnSpc>
              <a:spcBef>
                <a:spcPts val="8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742950" indent="-285750" algn="l" defTabSz="457200" rtl="0" eaLnBrk="0" fontAlgn="base" hangingPunct="0">
              <a:lnSpc>
                <a:spcPct val="93000"/>
              </a:lnSpc>
              <a:spcBef>
                <a:spcPts val="7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1143000" indent="-228600" algn="l" defTabSz="457200" rtl="0" eaLnBrk="0" fontAlgn="base" hangingPunct="0">
              <a:lnSpc>
                <a:spcPct val="93000"/>
              </a:lnSpc>
              <a:spcBef>
                <a:spcPts val="6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600200" indent="-228600" algn="l" defTabSz="457200" rtl="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2057400" indent="-228600" algn="l" defTabSz="457200" rtl="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514600" indent="-228600" algn="l" defTabSz="457200" rtl="0" eaLnBrk="0" fontAlgn="base" latinLnBrk="0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971800" indent="-228600" algn="l" defTabSz="457200" rtl="0" eaLnBrk="0" fontAlgn="base" latinLnBrk="0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429000" indent="-228600" algn="l" defTabSz="457200" rtl="0" eaLnBrk="0" fontAlgn="base" latinLnBrk="0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886200" indent="-228600" algn="l" defTabSz="457200" rtl="0" eaLnBrk="0" fontAlgn="base" latinLnBrk="0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GB" altLang="en-US" sz="1400" dirty="0"/>
              <a:t>Wave function of 2p orbital</a:t>
            </a:r>
          </a:p>
        </p:txBody>
      </p:sp>
      <p:sp>
        <p:nvSpPr>
          <p:cNvPr id="43" name="Footer Placeholder 4">
            <a:extLst>
              <a:ext uri="{FF2B5EF4-FFF2-40B4-BE49-F238E27FC236}">
                <a16:creationId xmlns:a16="http://schemas.microsoft.com/office/drawing/2014/main" id="{C6BFD928-999C-4865-BDF2-9FF9353C1B7D}"/>
              </a:ext>
            </a:extLst>
          </p:cNvPr>
          <p:cNvSpPr txBox="1">
            <a:spLocks/>
          </p:cNvSpPr>
          <p:nvPr/>
        </p:nvSpPr>
        <p:spPr bwMode="auto">
          <a:xfrm>
            <a:off x="2551956" y="5042342"/>
            <a:ext cx="4040088" cy="4556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algn="ctr" defTabSz="457200" rtl="0" eaLnBrk="0" fontAlgn="base" hangingPunct="0">
              <a:lnSpc>
                <a:spcPct val="93000"/>
              </a:lnSpc>
              <a:spcBef>
                <a:spcPts val="8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742950" indent="-285750" algn="l" defTabSz="457200" rtl="0" eaLnBrk="0" fontAlgn="base" hangingPunct="0">
              <a:lnSpc>
                <a:spcPct val="93000"/>
              </a:lnSpc>
              <a:spcBef>
                <a:spcPts val="7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1143000" indent="-228600" algn="l" defTabSz="457200" rtl="0" eaLnBrk="0" fontAlgn="base" hangingPunct="0">
              <a:lnSpc>
                <a:spcPct val="93000"/>
              </a:lnSpc>
              <a:spcBef>
                <a:spcPts val="6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600200" indent="-228600" algn="l" defTabSz="457200" rtl="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2057400" indent="-228600" algn="l" defTabSz="457200" rtl="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514600" indent="-228600" algn="l" defTabSz="457200" rtl="0" eaLnBrk="0" fontAlgn="base" latinLnBrk="0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971800" indent="-228600" algn="l" defTabSz="457200" rtl="0" eaLnBrk="0" fontAlgn="base" latinLnBrk="0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429000" indent="-228600" algn="l" defTabSz="457200" rtl="0" eaLnBrk="0" fontAlgn="base" latinLnBrk="0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886200" indent="-228600" algn="l" defTabSz="457200" rtl="0" eaLnBrk="0" fontAlgn="base" latinLnBrk="0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GB" altLang="en-US" sz="1400" dirty="0"/>
              <a:t>Wave function of 3p orbital</a:t>
            </a:r>
          </a:p>
        </p:txBody>
      </p:sp>
      <p:sp>
        <p:nvSpPr>
          <p:cNvPr id="44" name="Footer Placeholder 4">
            <a:extLst>
              <a:ext uri="{FF2B5EF4-FFF2-40B4-BE49-F238E27FC236}">
                <a16:creationId xmlns:a16="http://schemas.microsoft.com/office/drawing/2014/main" id="{C6BFD928-999C-4865-BDF2-9FF9353C1B7D}"/>
              </a:ext>
            </a:extLst>
          </p:cNvPr>
          <p:cNvSpPr txBox="1">
            <a:spLocks/>
          </p:cNvSpPr>
          <p:nvPr/>
        </p:nvSpPr>
        <p:spPr bwMode="auto">
          <a:xfrm>
            <a:off x="5555295" y="5007684"/>
            <a:ext cx="4040088" cy="4556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algn="ctr" defTabSz="457200" rtl="0" eaLnBrk="0" fontAlgn="base" hangingPunct="0">
              <a:lnSpc>
                <a:spcPct val="93000"/>
              </a:lnSpc>
              <a:spcBef>
                <a:spcPts val="8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742950" indent="-285750" algn="l" defTabSz="457200" rtl="0" eaLnBrk="0" fontAlgn="base" hangingPunct="0">
              <a:lnSpc>
                <a:spcPct val="93000"/>
              </a:lnSpc>
              <a:spcBef>
                <a:spcPts val="7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1143000" indent="-228600" algn="l" defTabSz="457200" rtl="0" eaLnBrk="0" fontAlgn="base" hangingPunct="0">
              <a:lnSpc>
                <a:spcPct val="93000"/>
              </a:lnSpc>
              <a:spcBef>
                <a:spcPts val="6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600200" indent="-228600" algn="l" defTabSz="457200" rtl="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2057400" indent="-228600" algn="l" defTabSz="457200" rtl="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514600" indent="-228600" algn="l" defTabSz="457200" rtl="0" eaLnBrk="0" fontAlgn="base" latinLnBrk="0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971800" indent="-228600" algn="l" defTabSz="457200" rtl="0" eaLnBrk="0" fontAlgn="base" latinLnBrk="0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429000" indent="-228600" algn="l" defTabSz="457200" rtl="0" eaLnBrk="0" fontAlgn="base" latinLnBrk="0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886200" indent="-228600" algn="l" defTabSz="457200" rtl="0" eaLnBrk="0" fontAlgn="base" latinLnBrk="0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GB" altLang="en-US" sz="1400" dirty="0"/>
              <a:t>Wave function of 4p orbital</a:t>
            </a:r>
          </a:p>
        </p:txBody>
      </p:sp>
      <p:sp>
        <p:nvSpPr>
          <p:cNvPr id="45" name="Text Box 3">
            <a:extLst>
              <a:ext uri="{FF2B5EF4-FFF2-40B4-BE49-F238E27FC236}">
                <a16:creationId xmlns:a16="http://schemas.microsoft.com/office/drawing/2014/main" id="{FCC4F85C-00E9-43B9-904F-2BBC696E66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04180" y="3322250"/>
            <a:ext cx="643131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en-US" sz="1400" b="1" dirty="0">
                <a:solidFill>
                  <a:schemeClr val="tx1"/>
                </a:solidFill>
              </a:rPr>
              <a:t>A                                                       B                                                               C</a:t>
            </a:r>
            <a:endParaRPr lang="en-US" altLang="en-US" sz="1400" b="1" i="1" dirty="0">
              <a:solidFill>
                <a:schemeClr val="tx1"/>
              </a:solidFill>
            </a:endParaRPr>
          </a:p>
        </p:txBody>
      </p:sp>
      <p:pic>
        <p:nvPicPr>
          <p:cNvPr id="202756" name="Picture 4" descr="https://upload.wikimedia.org/wikipedia/commons/thumb/3/3c/Drum_vibration_mode11.gif/200px-Drum_vibration_mode11.gif"/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348" y="1304376"/>
            <a:ext cx="2594926" cy="1362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2758" name="Picture 6" descr="https://upload.wikimedia.org/wikipedia/commons/thumb/e/e9/Drum_vibration_mode12.gif/200px-Drum_vibration_mode12.gif"/>
          <p:cNvPicPr>
            <a:picLocks noChangeAspect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0078" y="1314682"/>
            <a:ext cx="2594926" cy="1362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2760" name="Picture 8" descr="https://upload.wikimedia.org/wikipedia/commons/thumb/c/c4/Drum_vibration_mode13.gif/200px-Drum_vibration_mode13.gif"/>
          <p:cNvPicPr>
            <a:picLocks noChangeAspect="1" noChangeArrowheads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0192" y="1235253"/>
            <a:ext cx="2594926" cy="1349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2762" name="Picture 10" descr="https://upload.wikimedia.org/wikipedia/commons/thumb/0/08/Phi_2p.gif/200px-Phi_2p.gif"/>
          <p:cNvPicPr>
            <a:picLocks noChangeAspect="1" noChangeArrowheads="1" noCrop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348" y="3543332"/>
            <a:ext cx="2594926" cy="1362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2764" name="Picture 12" descr="https://upload.wikimedia.org/wikipedia/commons/thumb/6/6a/Phi_3p.gif/200px-Phi_3p.gif"/>
          <p:cNvPicPr>
            <a:picLocks noChangeAspect="1" noChangeArrowheads="1" noCrop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0078" y="3581191"/>
            <a:ext cx="2594926" cy="1362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2766" name="Picture 14" descr="https://upload.wikimedia.org/wikipedia/commons/thumb/e/e1/Phi_4p.gif/200px-Phi_4p.gif"/>
          <p:cNvPicPr>
            <a:picLocks noChangeAspect="1" noChangeArrowheads="1" noCrop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0192" y="3532354"/>
            <a:ext cx="2594926" cy="1362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88952331"/>
      </p:ext>
    </p:extLst>
  </p:cSld>
  <p:clrMapOvr>
    <a:masterClrMapping/>
  </p:clrMapOvr>
  <p:transition spd="med"/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Footer Placeholder 4">
            <a:extLst>
              <a:ext uri="{FF2B5EF4-FFF2-40B4-BE49-F238E27FC236}">
                <a16:creationId xmlns:a16="http://schemas.microsoft.com/office/drawing/2014/main" id="{69D2E967-F910-4A8F-BF9E-A165B38F02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3000"/>
              </a:lnSpc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GB" altLang="en-US" sz="1400"/>
              <a:t>Copyright McGraw-Hill 2009</a:t>
            </a:r>
          </a:p>
        </p:txBody>
      </p:sp>
      <p:sp>
        <p:nvSpPr>
          <p:cNvPr id="138243" name="Slide Number Placeholder 5">
            <a:extLst>
              <a:ext uri="{FF2B5EF4-FFF2-40B4-BE49-F238E27FC236}">
                <a16:creationId xmlns:a16="http://schemas.microsoft.com/office/drawing/2014/main" id="{614394AF-F913-4F8C-A31B-9531D3869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3000"/>
              </a:lnSpc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fld id="{06797FBD-72DC-4A51-89BE-993DF25B6BA7}" type="slidenum">
              <a:rPr lang="en-GB" altLang="en-US" sz="1400"/>
              <a:pPr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t>72</a:t>
            </a:fld>
            <a:endParaRPr lang="en-GB" altLang="en-US" sz="1400"/>
          </a:p>
        </p:txBody>
      </p:sp>
      <p:sp>
        <p:nvSpPr>
          <p:cNvPr id="138244" name="Rectangle 1">
            <a:extLst>
              <a:ext uri="{FF2B5EF4-FFF2-40B4-BE49-F238E27FC236}">
                <a16:creationId xmlns:a16="http://schemas.microsoft.com/office/drawing/2014/main" id="{6741CB34-4410-4E13-B3D8-BE6DF76FA1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pPr eaLnBrk="1" hangingPunct="1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en-US"/>
              <a:t>Atomic Orbitals for “</a:t>
            </a:r>
            <a:r>
              <a:rPr lang="en-GB" altLang="en-US" i="1"/>
              <a:t>d</a:t>
            </a:r>
            <a:r>
              <a:rPr lang="en-GB" altLang="en-US"/>
              <a:t>”</a:t>
            </a:r>
          </a:p>
        </p:txBody>
      </p:sp>
      <p:pic>
        <p:nvPicPr>
          <p:cNvPr id="138245" name="Picture 2">
            <a:extLst>
              <a:ext uri="{FF2B5EF4-FFF2-40B4-BE49-F238E27FC236}">
                <a16:creationId xmlns:a16="http://schemas.microsoft.com/office/drawing/2014/main" id="{A3681671-046C-43A0-AB53-941C03C867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383"/>
          <a:stretch>
            <a:fillRect/>
          </a:stretch>
        </p:blipFill>
        <p:spPr bwMode="auto">
          <a:xfrm>
            <a:off x="114300" y="2209800"/>
            <a:ext cx="8921750" cy="283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Rectangle 2">
            <a:extLst>
              <a:ext uri="{FF2B5EF4-FFF2-40B4-BE49-F238E27FC236}">
                <a16:creationId xmlns:a16="http://schemas.microsoft.com/office/drawing/2014/main" id="{62AACC57-08FB-4500-B713-C9079CC4AEA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en-US" altLang="en-US"/>
          </a:p>
        </p:txBody>
      </p:sp>
      <p:pic>
        <p:nvPicPr>
          <p:cNvPr id="140291" name="Picture 3" descr="d-orbitals">
            <a:extLst>
              <a:ext uri="{FF2B5EF4-FFF2-40B4-BE49-F238E27FC236}">
                <a16:creationId xmlns:a16="http://schemas.microsoft.com/office/drawing/2014/main" id="{28AE8501-5F9E-4A49-A929-A2B3640FF4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392"/>
          <a:stretch>
            <a:fillRect/>
          </a:stretch>
        </p:blipFill>
        <p:spPr bwMode="auto">
          <a:xfrm>
            <a:off x="303213" y="595313"/>
            <a:ext cx="8535987" cy="5730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0292" name="Rectangle 4">
            <a:extLst>
              <a:ext uri="{FF2B5EF4-FFF2-40B4-BE49-F238E27FC236}">
                <a16:creationId xmlns:a16="http://schemas.microsoft.com/office/drawing/2014/main" id="{AAC0C537-4BB7-4DFD-B726-98D62A9549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6554788"/>
            <a:ext cx="3275013" cy="214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en-US" sz="800">
                <a:solidFill>
                  <a:schemeClr val="tx1"/>
                </a:solidFill>
              </a:rPr>
              <a:t>Copyright </a:t>
            </a:r>
            <a:r>
              <a:rPr lang="en-US" altLang="en-US" sz="800">
                <a:solidFill>
                  <a:schemeClr val="tx1"/>
                </a:solidFill>
                <a:cs typeface="Arial" panose="020B0604020202020204" pitchFamily="34" charset="0"/>
              </a:rPr>
              <a:t>© </a:t>
            </a:r>
            <a:r>
              <a:rPr lang="en-US" altLang="en-US" sz="800">
                <a:solidFill>
                  <a:schemeClr val="tx1"/>
                </a:solidFill>
              </a:rPr>
              <a:t>2006 Pearson Benjamin Cummings.  All rights reserved.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Footer Placeholder 4">
            <a:extLst>
              <a:ext uri="{FF2B5EF4-FFF2-40B4-BE49-F238E27FC236}">
                <a16:creationId xmlns:a16="http://schemas.microsoft.com/office/drawing/2014/main" id="{C6BFD928-999C-4865-BDF2-9FF9353C1B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99792" y="6238875"/>
            <a:ext cx="4040088" cy="4556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3000"/>
              </a:lnSpc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GB" altLang="en-US" sz="1400" dirty="0"/>
              <a:t>https://en.wikipedia.org/wiki/Atomic_orbital</a:t>
            </a:r>
          </a:p>
        </p:txBody>
      </p:sp>
      <p:sp>
        <p:nvSpPr>
          <p:cNvPr id="117763" name="Slide Number Placeholder 5">
            <a:extLst>
              <a:ext uri="{FF2B5EF4-FFF2-40B4-BE49-F238E27FC236}">
                <a16:creationId xmlns:a16="http://schemas.microsoft.com/office/drawing/2014/main" id="{A3C94EE5-9A74-40A5-8F4A-7D529FEED3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3000"/>
              </a:lnSpc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fld id="{1C06AC29-1DA9-4302-8621-6761DEE04ABE}" type="slidenum">
              <a:rPr lang="en-GB" altLang="en-US" sz="1400"/>
              <a:pPr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t>74</a:t>
            </a:fld>
            <a:endParaRPr lang="en-GB" altLang="en-US" sz="1400"/>
          </a:p>
        </p:txBody>
      </p:sp>
      <p:sp>
        <p:nvSpPr>
          <p:cNvPr id="117764" name="Rectangle 1">
            <a:extLst>
              <a:ext uri="{FF2B5EF4-FFF2-40B4-BE49-F238E27FC236}">
                <a16:creationId xmlns:a16="http://schemas.microsoft.com/office/drawing/2014/main" id="{2ABA54F5-0E00-42BF-BE81-AC97431D274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-162272"/>
            <a:ext cx="7772400" cy="1143000"/>
          </a:xfrm>
        </p:spPr>
        <p:txBody>
          <a:bodyPr/>
          <a:lstStyle/>
          <a:p>
            <a:pPr eaLnBrk="1" hangingPunct="1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en-US" dirty="0"/>
              <a:t>Atomic Orbitals </a:t>
            </a:r>
          </a:p>
        </p:txBody>
      </p:sp>
      <p:sp>
        <p:nvSpPr>
          <p:cNvPr id="42" name="Footer Placeholder 4">
            <a:extLst>
              <a:ext uri="{FF2B5EF4-FFF2-40B4-BE49-F238E27FC236}">
                <a16:creationId xmlns:a16="http://schemas.microsoft.com/office/drawing/2014/main" id="{C6BFD928-999C-4865-BDF2-9FF9353C1B7D}"/>
              </a:ext>
            </a:extLst>
          </p:cNvPr>
          <p:cNvSpPr txBox="1">
            <a:spLocks/>
          </p:cNvSpPr>
          <p:nvPr/>
        </p:nvSpPr>
        <p:spPr bwMode="auto">
          <a:xfrm>
            <a:off x="697657" y="5172015"/>
            <a:ext cx="2137804" cy="4556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algn="ctr" defTabSz="457200" rtl="0" eaLnBrk="0" fontAlgn="base" hangingPunct="0">
              <a:lnSpc>
                <a:spcPct val="93000"/>
              </a:lnSpc>
              <a:spcBef>
                <a:spcPts val="8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742950" indent="-285750" algn="l" defTabSz="457200" rtl="0" eaLnBrk="0" fontAlgn="base" hangingPunct="0">
              <a:lnSpc>
                <a:spcPct val="93000"/>
              </a:lnSpc>
              <a:spcBef>
                <a:spcPts val="7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1143000" indent="-228600" algn="l" defTabSz="457200" rtl="0" eaLnBrk="0" fontAlgn="base" hangingPunct="0">
              <a:lnSpc>
                <a:spcPct val="93000"/>
              </a:lnSpc>
              <a:spcBef>
                <a:spcPts val="6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600200" indent="-228600" algn="l" defTabSz="457200" rtl="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2057400" indent="-228600" algn="l" defTabSz="457200" rtl="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514600" indent="-228600" algn="l" defTabSz="457200" rtl="0" eaLnBrk="0" fontAlgn="base" latinLnBrk="0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971800" indent="-228600" algn="l" defTabSz="457200" rtl="0" eaLnBrk="0" fontAlgn="base" latinLnBrk="0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429000" indent="-228600" algn="l" defTabSz="457200" rtl="0" eaLnBrk="0" fontAlgn="base" latinLnBrk="0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886200" indent="-228600" algn="l" defTabSz="457200" rtl="0" eaLnBrk="0" fontAlgn="base" latinLnBrk="0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GB" altLang="en-US" sz="1400" dirty="0"/>
              <a:t>Drum mode equivalent to 3d orbital</a:t>
            </a:r>
          </a:p>
        </p:txBody>
      </p:sp>
      <p:sp>
        <p:nvSpPr>
          <p:cNvPr id="45" name="Text Box 3">
            <a:extLst>
              <a:ext uri="{FF2B5EF4-FFF2-40B4-BE49-F238E27FC236}">
                <a16:creationId xmlns:a16="http://schemas.microsoft.com/office/drawing/2014/main" id="{FCC4F85C-00E9-43B9-904F-2BBC696E66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7664" y="4832637"/>
            <a:ext cx="643131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en-US" sz="1400" b="1" dirty="0">
                <a:solidFill>
                  <a:schemeClr val="tx1"/>
                </a:solidFill>
              </a:rPr>
              <a:t>A                                                       B                                                               C</a:t>
            </a:r>
            <a:endParaRPr lang="en-US" altLang="en-US" sz="1400" b="1" i="1" dirty="0">
              <a:solidFill>
                <a:schemeClr val="tx1"/>
              </a:solidFill>
            </a:endParaRPr>
          </a:p>
        </p:txBody>
      </p:sp>
      <p:pic>
        <p:nvPicPr>
          <p:cNvPr id="203778" name="Picture 2" descr="https://upload.wikimedia.org/wikipedia/commons/thumb/6/6e/Drum_vibration_mode21.gif/200px-Drum_vibration_mode21.gif"/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530" y="2440527"/>
            <a:ext cx="2655949" cy="13943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3784" name="Picture 8" descr="https://upload.wikimedia.org/wikipedia/commons/thumb/6/6f/Drum_vibration_mode22.gif/200px-Drum_vibration_mode22.gif"/>
          <p:cNvPicPr>
            <a:picLocks noChangeAspect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1861" y="2385318"/>
            <a:ext cx="2655949" cy="13943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3786" name="Picture 10" descr="https://upload.wikimedia.org/wikipedia/commons/thumb/1/1f/Drum_vibration_mode23.gif/200px-Drum_vibration_mode23.gif"/>
          <p:cNvPicPr>
            <a:picLocks noChangeAspect="1" noChangeArrowheads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1208" y="2384311"/>
            <a:ext cx="2655949" cy="13810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C6BFD928-999C-4865-BDF2-9FF9353C1B7D}"/>
              </a:ext>
            </a:extLst>
          </p:cNvPr>
          <p:cNvSpPr txBox="1">
            <a:spLocks/>
          </p:cNvSpPr>
          <p:nvPr/>
        </p:nvSpPr>
        <p:spPr bwMode="auto">
          <a:xfrm>
            <a:off x="3621578" y="5145266"/>
            <a:ext cx="2137804" cy="4556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algn="ctr" defTabSz="457200" rtl="0" eaLnBrk="0" fontAlgn="base" hangingPunct="0">
              <a:lnSpc>
                <a:spcPct val="93000"/>
              </a:lnSpc>
              <a:spcBef>
                <a:spcPts val="8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742950" indent="-285750" algn="l" defTabSz="457200" rtl="0" eaLnBrk="0" fontAlgn="base" hangingPunct="0">
              <a:lnSpc>
                <a:spcPct val="93000"/>
              </a:lnSpc>
              <a:spcBef>
                <a:spcPts val="7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1143000" indent="-228600" algn="l" defTabSz="457200" rtl="0" eaLnBrk="0" fontAlgn="base" hangingPunct="0">
              <a:lnSpc>
                <a:spcPct val="93000"/>
              </a:lnSpc>
              <a:spcBef>
                <a:spcPts val="6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600200" indent="-228600" algn="l" defTabSz="457200" rtl="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2057400" indent="-228600" algn="l" defTabSz="457200" rtl="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514600" indent="-228600" algn="l" defTabSz="457200" rtl="0" eaLnBrk="0" fontAlgn="base" latinLnBrk="0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971800" indent="-228600" algn="l" defTabSz="457200" rtl="0" eaLnBrk="0" fontAlgn="base" latinLnBrk="0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429000" indent="-228600" algn="l" defTabSz="457200" rtl="0" eaLnBrk="0" fontAlgn="base" latinLnBrk="0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886200" indent="-228600" algn="l" defTabSz="457200" rtl="0" eaLnBrk="0" fontAlgn="base" latinLnBrk="0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GB" altLang="en-US" sz="1400" dirty="0"/>
              <a:t>Drum mode equivalent to 4d orbital</a:t>
            </a:r>
          </a:p>
        </p:txBody>
      </p:sp>
      <p:sp>
        <p:nvSpPr>
          <p:cNvPr id="22" name="Footer Placeholder 4">
            <a:extLst>
              <a:ext uri="{FF2B5EF4-FFF2-40B4-BE49-F238E27FC236}">
                <a16:creationId xmlns:a16="http://schemas.microsoft.com/office/drawing/2014/main" id="{C6BFD928-999C-4865-BDF2-9FF9353C1B7D}"/>
              </a:ext>
            </a:extLst>
          </p:cNvPr>
          <p:cNvSpPr txBox="1">
            <a:spLocks/>
          </p:cNvSpPr>
          <p:nvPr/>
        </p:nvSpPr>
        <p:spPr bwMode="auto">
          <a:xfrm>
            <a:off x="6436004" y="5168989"/>
            <a:ext cx="2137804" cy="4556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algn="ctr" defTabSz="457200" rtl="0" eaLnBrk="0" fontAlgn="base" hangingPunct="0">
              <a:lnSpc>
                <a:spcPct val="93000"/>
              </a:lnSpc>
              <a:spcBef>
                <a:spcPts val="8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742950" indent="-285750" algn="l" defTabSz="457200" rtl="0" eaLnBrk="0" fontAlgn="base" hangingPunct="0">
              <a:lnSpc>
                <a:spcPct val="93000"/>
              </a:lnSpc>
              <a:spcBef>
                <a:spcPts val="7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1143000" indent="-228600" algn="l" defTabSz="457200" rtl="0" eaLnBrk="0" fontAlgn="base" hangingPunct="0">
              <a:lnSpc>
                <a:spcPct val="93000"/>
              </a:lnSpc>
              <a:spcBef>
                <a:spcPts val="6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600200" indent="-228600" algn="l" defTabSz="457200" rtl="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2057400" indent="-228600" algn="l" defTabSz="457200" rtl="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514600" indent="-228600" algn="l" defTabSz="457200" rtl="0" eaLnBrk="0" fontAlgn="base" latinLnBrk="0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971800" indent="-228600" algn="l" defTabSz="457200" rtl="0" eaLnBrk="0" fontAlgn="base" latinLnBrk="0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429000" indent="-228600" algn="l" defTabSz="457200" rtl="0" eaLnBrk="0" fontAlgn="base" latinLnBrk="0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886200" indent="-228600" algn="l" defTabSz="457200" rtl="0" eaLnBrk="0" fontAlgn="base" latinLnBrk="0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GB" altLang="en-US" sz="1400" dirty="0"/>
              <a:t>Drum mode equivalent to 5d orbital</a:t>
            </a:r>
          </a:p>
        </p:txBody>
      </p:sp>
    </p:spTree>
    <p:extLst>
      <p:ext uri="{BB962C8B-B14F-4D97-AF65-F5344CB8AC3E}">
        <p14:creationId xmlns:p14="http://schemas.microsoft.com/office/powerpoint/2010/main" val="1285408575"/>
      </p:ext>
    </p:extLst>
  </p:cSld>
  <p:clrMapOvr>
    <a:masterClrMapping/>
  </p:clrMapOvr>
  <p:transition spd="med"/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2451" name="Picture 3">
            <a:extLst>
              <a:ext uri="{FF2B5EF4-FFF2-40B4-BE49-F238E27FC236}">
                <a16:creationId xmlns:a16="http://schemas.microsoft.com/office/drawing/2014/main" id="{511216EF-86A8-407A-A935-EF7C821FE7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-24000" contrast="3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990600"/>
            <a:ext cx="4956175" cy="579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4387" name="Rectangle 1">
            <a:extLst>
              <a:ext uri="{FF2B5EF4-FFF2-40B4-BE49-F238E27FC236}">
                <a16:creationId xmlns:a16="http://schemas.microsoft.com/office/drawing/2014/main" id="{C4BDBED3-7ACD-4417-A52E-0E339D1813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762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 anchor="ctr"/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</a:pPr>
            <a:r>
              <a:rPr lang="en-GB" altLang="en-US" sz="4400">
                <a:solidFill>
                  <a:srgbClr val="000000"/>
                </a:solidFill>
              </a:rPr>
              <a:t>Atomic Orbitals for “</a:t>
            </a:r>
            <a:r>
              <a:rPr lang="en-GB" altLang="en-US" sz="4400" i="1">
                <a:solidFill>
                  <a:srgbClr val="000000"/>
                </a:solidFill>
              </a:rPr>
              <a:t>f</a:t>
            </a:r>
            <a:r>
              <a:rPr lang="en-GB" altLang="en-US" sz="4400">
                <a:solidFill>
                  <a:srgbClr val="000000"/>
                </a:solidFill>
              </a:rPr>
              <a:t>”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2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338" name="Picture 2">
            <a:extLst>
              <a:ext uri="{FF2B5EF4-FFF2-40B4-BE49-F238E27FC236}">
                <a16:creationId xmlns:a16="http://schemas.microsoft.com/office/drawing/2014/main" id="{3B750097-8F90-446B-AE7B-4B7D54A302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295400"/>
            <a:ext cx="8535988" cy="5164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2339" name="Rectangle 3">
            <a:extLst>
              <a:ext uri="{FF2B5EF4-FFF2-40B4-BE49-F238E27FC236}">
                <a16:creationId xmlns:a16="http://schemas.microsoft.com/office/drawing/2014/main" id="{204C84F7-FB6A-4F3F-BD6A-33D4A23A73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2600" y="457200"/>
            <a:ext cx="5181600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lvl="1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en-US" b="1">
                <a:solidFill>
                  <a:schemeClr val="tx1"/>
                </a:solidFill>
                <a:latin typeface="Times" panose="02020603050405020304" pitchFamily="18" charset="0"/>
                <a:sym typeface="MT Extra" panose="05050102010205020202" pitchFamily="18" charset="2"/>
              </a:rPr>
              <a:t></a:t>
            </a:r>
            <a:r>
              <a:rPr lang="en-US" altLang="en-US">
                <a:solidFill>
                  <a:schemeClr val="tx1"/>
                </a:solidFill>
                <a:latin typeface="Times" panose="02020603050405020304" pitchFamily="18" charset="0"/>
              </a:rPr>
              <a:t> = 3</a:t>
            </a:r>
          </a:p>
          <a:p>
            <a:pPr lvl="1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en-US">
                <a:solidFill>
                  <a:schemeClr val="tx1"/>
                </a:solidFill>
                <a:latin typeface="Times" panose="02020603050405020304" pitchFamily="18" charset="0"/>
              </a:rPr>
              <a:t>m</a:t>
            </a:r>
            <a:r>
              <a:rPr lang="en-US" altLang="en-US" b="1" baseline="-25000">
                <a:solidFill>
                  <a:schemeClr val="tx1"/>
                </a:solidFill>
                <a:latin typeface="Times" panose="02020603050405020304" pitchFamily="18" charset="0"/>
                <a:sym typeface="MT Extra" panose="05050102010205020202" pitchFamily="18" charset="2"/>
              </a:rPr>
              <a:t></a:t>
            </a:r>
            <a:r>
              <a:rPr lang="en-US" altLang="en-US" baseline="-25000">
                <a:solidFill>
                  <a:schemeClr val="tx1"/>
                </a:solidFill>
                <a:latin typeface="Times" panose="02020603050405020304" pitchFamily="18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Times" panose="02020603050405020304" pitchFamily="18" charset="0"/>
              </a:rPr>
              <a:t>= -3,-2,-1,0,+1,+2, +3       7 values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2">
            <a:extLst>
              <a:ext uri="{FF2B5EF4-FFF2-40B4-BE49-F238E27FC236}">
                <a16:creationId xmlns:a16="http://schemas.microsoft.com/office/drawing/2014/main" id="{7B40EAC4-1735-46ED-9A19-7C4ECF2B714F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304800"/>
            <a:ext cx="7772400" cy="1295400"/>
          </a:xfrm>
        </p:spPr>
        <p:txBody>
          <a:bodyPr/>
          <a:lstStyle/>
          <a:p>
            <a:r>
              <a:rPr lang="en-US" altLang="en-US" dirty="0"/>
              <a:t>Electrons in Orbitals</a:t>
            </a:r>
          </a:p>
        </p:txBody>
      </p:sp>
      <p:pic>
        <p:nvPicPr>
          <p:cNvPr id="148483" name="Picture 3" descr="2">
            <a:extLst>
              <a:ext uri="{FF2B5EF4-FFF2-40B4-BE49-F238E27FC236}">
                <a16:creationId xmlns:a16="http://schemas.microsoft.com/office/drawing/2014/main" id="{0A64F439-6C20-4024-83F9-B7662B6792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000" t="1666" r="28000" b="10001"/>
          <a:stretch>
            <a:fillRect/>
          </a:stretch>
        </p:blipFill>
        <p:spPr bwMode="auto">
          <a:xfrm>
            <a:off x="1752600" y="1600200"/>
            <a:ext cx="4572000" cy="403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8484" name="Text Box 4">
            <a:extLst>
              <a:ext uri="{FF2B5EF4-FFF2-40B4-BE49-F238E27FC236}">
                <a16:creationId xmlns:a16="http://schemas.microsoft.com/office/drawing/2014/main" id="{538563A7-E7C2-452E-9F50-D2B8982D4F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447" y="2590800"/>
            <a:ext cx="156805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en-US" sz="1000" b="1" dirty="0">
                <a:solidFill>
                  <a:schemeClr val="tx1"/>
                </a:solidFill>
              </a:rPr>
              <a:t>2 Electrons</a:t>
            </a:r>
          </a:p>
          <a:p>
            <a:pPr algn="ctr" eaLnBrk="1" hangingPunct="1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en-US" sz="1000" b="1" dirty="0">
                <a:solidFill>
                  <a:schemeClr val="tx1"/>
                </a:solidFill>
              </a:rPr>
              <a:t>can go in each orbitals</a:t>
            </a:r>
          </a:p>
        </p:txBody>
      </p:sp>
      <p:sp>
        <p:nvSpPr>
          <p:cNvPr id="148485" name="Text Box 5">
            <a:extLst>
              <a:ext uri="{FF2B5EF4-FFF2-40B4-BE49-F238E27FC236}">
                <a16:creationId xmlns:a16="http://schemas.microsoft.com/office/drawing/2014/main" id="{666B3543-6384-4E78-85D4-EA22509A42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4572000"/>
            <a:ext cx="827088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en-US" sz="1000" b="1">
                <a:solidFill>
                  <a:schemeClr val="tx1"/>
                </a:solidFill>
              </a:rPr>
              <a:t>Equivalent</a:t>
            </a:r>
          </a:p>
          <a:p>
            <a:pPr eaLnBrk="1" hangingPunct="1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en-US" sz="1000" b="1">
                <a:solidFill>
                  <a:schemeClr val="tx1"/>
                </a:solidFill>
              </a:rPr>
              <a:t>Electron</a:t>
            </a:r>
          </a:p>
          <a:p>
            <a:pPr eaLnBrk="1" hangingPunct="1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en-US" sz="1000" b="1">
                <a:solidFill>
                  <a:schemeClr val="tx1"/>
                </a:solidFill>
              </a:rPr>
              <a:t>shells</a:t>
            </a:r>
          </a:p>
        </p:txBody>
      </p:sp>
      <p:sp>
        <p:nvSpPr>
          <p:cNvPr id="148486" name="Text Box 6">
            <a:extLst>
              <a:ext uri="{FF2B5EF4-FFF2-40B4-BE49-F238E27FC236}">
                <a16:creationId xmlns:a16="http://schemas.microsoft.com/office/drawing/2014/main" id="{AA1574E9-4775-4D45-A344-D247CC66AA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3225" y="5562600"/>
            <a:ext cx="2392363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en-US" sz="1000" b="1">
                <a:solidFill>
                  <a:schemeClr val="tx1"/>
                </a:solidFill>
              </a:rPr>
              <a:t>(a) 1</a:t>
            </a:r>
            <a:r>
              <a:rPr lang="en-US" altLang="en-US" sz="1000" b="1" i="1">
                <a:solidFill>
                  <a:schemeClr val="tx1"/>
                </a:solidFill>
              </a:rPr>
              <a:t>s</a:t>
            </a:r>
            <a:r>
              <a:rPr lang="en-US" altLang="en-US" sz="1000" b="1">
                <a:solidFill>
                  <a:schemeClr val="tx1"/>
                </a:solidFill>
              </a:rPr>
              <a:t> orbital     (b) 2</a:t>
            </a:r>
            <a:r>
              <a:rPr lang="en-US" altLang="en-US" sz="1000" b="1" i="1">
                <a:solidFill>
                  <a:schemeClr val="tx1"/>
                </a:solidFill>
              </a:rPr>
              <a:t>s</a:t>
            </a:r>
            <a:r>
              <a:rPr lang="en-US" altLang="en-US" sz="1000" b="1">
                <a:solidFill>
                  <a:schemeClr val="tx1"/>
                </a:solidFill>
              </a:rPr>
              <a:t> and 2</a:t>
            </a:r>
            <a:r>
              <a:rPr lang="en-US" altLang="en-US" sz="1000" b="1" i="1">
                <a:solidFill>
                  <a:schemeClr val="tx1"/>
                </a:solidFill>
              </a:rPr>
              <a:t>p</a:t>
            </a:r>
            <a:r>
              <a:rPr lang="en-US" altLang="en-US" sz="1000" b="1">
                <a:solidFill>
                  <a:schemeClr val="tx1"/>
                </a:solidFill>
              </a:rPr>
              <a:t> orbitals</a:t>
            </a:r>
          </a:p>
        </p:txBody>
      </p:sp>
      <p:pic>
        <p:nvPicPr>
          <p:cNvPr id="222215" name="Picture 7" descr="2">
            <a:extLst>
              <a:ext uri="{FF2B5EF4-FFF2-40B4-BE49-F238E27FC236}">
                <a16:creationId xmlns:a16="http://schemas.microsoft.com/office/drawing/2014/main" id="{D94DEAB2-1DF5-46EC-8364-998C3EA2C0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000" t="11667" r="3999" b="15001"/>
          <a:stretch>
            <a:fillRect/>
          </a:stretch>
        </p:blipFill>
        <p:spPr bwMode="auto">
          <a:xfrm>
            <a:off x="6553200" y="2057400"/>
            <a:ext cx="1600200" cy="3352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2216" name="Rectangle 8">
            <a:extLst>
              <a:ext uri="{FF2B5EF4-FFF2-40B4-BE49-F238E27FC236}">
                <a16:creationId xmlns:a16="http://schemas.microsoft.com/office/drawing/2014/main" id="{A386DF80-103C-4E37-933B-64B38D7ED9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48425" y="5562600"/>
            <a:ext cx="1941513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en-US" sz="1000" b="1">
                <a:solidFill>
                  <a:schemeClr val="tx1"/>
                </a:solidFill>
              </a:rPr>
              <a:t>c) Neon Ne-10:  1</a:t>
            </a:r>
            <a:r>
              <a:rPr lang="en-US" altLang="en-US" sz="1000" b="1" i="1">
                <a:solidFill>
                  <a:schemeClr val="tx1"/>
                </a:solidFill>
              </a:rPr>
              <a:t>s</a:t>
            </a:r>
            <a:r>
              <a:rPr lang="en-US" altLang="en-US" sz="1000" b="1">
                <a:solidFill>
                  <a:schemeClr val="tx1"/>
                </a:solidFill>
              </a:rPr>
              <a:t>, 2</a:t>
            </a:r>
            <a:r>
              <a:rPr lang="en-US" altLang="en-US" sz="1000" b="1" i="1">
                <a:solidFill>
                  <a:schemeClr val="tx1"/>
                </a:solidFill>
              </a:rPr>
              <a:t>s</a:t>
            </a:r>
            <a:r>
              <a:rPr lang="en-US" altLang="en-US" sz="1000" b="1">
                <a:solidFill>
                  <a:schemeClr val="tx1"/>
                </a:solidFill>
              </a:rPr>
              <a:t> and 2</a:t>
            </a:r>
            <a:r>
              <a:rPr lang="en-US" altLang="en-US" sz="1000" b="1" i="1">
                <a:solidFill>
                  <a:schemeClr val="tx1"/>
                </a:solidFill>
              </a:rPr>
              <a:t>p</a:t>
            </a:r>
          </a:p>
        </p:txBody>
      </p:sp>
      <p:sp>
        <p:nvSpPr>
          <p:cNvPr id="148489" name="Rectangle 9">
            <a:extLst>
              <a:ext uri="{FF2B5EF4-FFF2-40B4-BE49-F238E27FC236}">
                <a16:creationId xmlns:a16="http://schemas.microsoft.com/office/drawing/2014/main" id="{500C8B83-E2C3-4687-83ED-3117EBB7EBF8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79375" y="6554788"/>
            <a:ext cx="1979613" cy="214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en-US" sz="800">
                <a:solidFill>
                  <a:schemeClr val="tx1"/>
                </a:solidFill>
              </a:rPr>
              <a:t> 1999, Addison, Wesley, Longman, Inc. 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9" presetClass="entr" presetSubtype="0" ac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222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222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222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222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222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222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222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2216" grpId="0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Rectangle 2">
            <a:extLst>
              <a:ext uri="{FF2B5EF4-FFF2-40B4-BE49-F238E27FC236}">
                <a16:creationId xmlns:a16="http://schemas.microsoft.com/office/drawing/2014/main" id="{D40436C7-4944-4DFD-95A5-FB729FF7F1F5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>
              <a:lnSpc>
                <a:spcPct val="100000"/>
              </a:lnSpc>
            </a:pPr>
            <a:r>
              <a:rPr lang="en-GB" altLang="en-US" b="1" i="1"/>
              <a:t>Ground state</a:t>
            </a:r>
            <a:r>
              <a:rPr lang="en-GB" altLang="en-US"/>
              <a:t> - electrons in lowest energy state </a:t>
            </a:r>
          </a:p>
        </p:txBody>
      </p:sp>
      <p:sp>
        <p:nvSpPr>
          <p:cNvPr id="152579" name="Rectangle 3">
            <a:extLst>
              <a:ext uri="{FF2B5EF4-FFF2-40B4-BE49-F238E27FC236}">
                <a16:creationId xmlns:a16="http://schemas.microsoft.com/office/drawing/2014/main" id="{054024B4-832B-4DC3-B1E3-A303852F9A37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>
              <a:lnSpc>
                <a:spcPct val="100000"/>
              </a:lnSpc>
            </a:pPr>
            <a:r>
              <a:rPr lang="en-GB" altLang="en-US" b="1" i="1"/>
              <a:t>Excited state</a:t>
            </a:r>
            <a:r>
              <a:rPr lang="en-GB" altLang="en-US"/>
              <a:t> - electrons in a higher energy orbital </a:t>
            </a:r>
          </a:p>
          <a:p>
            <a:pPr eaLnBrk="1" hangingPunct="1">
              <a:lnSpc>
                <a:spcPct val="100000"/>
              </a:lnSpc>
            </a:pPr>
            <a:r>
              <a:rPr lang="en-GB" altLang="en-US" b="1" i="1"/>
              <a:t>Electron configuration</a:t>
            </a:r>
            <a:r>
              <a:rPr lang="en-GB" altLang="en-US"/>
              <a:t> - how electrons are distributed in the various atomic orbitals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Footer Placeholder 4">
            <a:extLst>
              <a:ext uri="{FF2B5EF4-FFF2-40B4-BE49-F238E27FC236}">
                <a16:creationId xmlns:a16="http://schemas.microsoft.com/office/drawing/2014/main" id="{D3B5042F-78BE-4269-82C2-15F36B436E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3000"/>
              </a:lnSpc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GB" altLang="en-US" sz="1400"/>
              <a:t>Copyright McGraw-Hill 2009</a:t>
            </a:r>
          </a:p>
        </p:txBody>
      </p:sp>
      <p:sp>
        <p:nvSpPr>
          <p:cNvPr id="155651" name="Slide Number Placeholder 5">
            <a:extLst>
              <a:ext uri="{FF2B5EF4-FFF2-40B4-BE49-F238E27FC236}">
                <a16:creationId xmlns:a16="http://schemas.microsoft.com/office/drawing/2014/main" id="{DA1C6F76-82DE-4A84-90B8-109D9E95FF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3000"/>
              </a:lnSpc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fld id="{97DD04D5-A8A4-40C6-BDF1-7B3F4E20A7B5}" type="slidenum">
              <a:rPr lang="en-GB" altLang="en-US" sz="1400"/>
              <a:pPr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t>79</a:t>
            </a:fld>
            <a:endParaRPr lang="en-GB" altLang="en-US" sz="1400"/>
          </a:p>
        </p:txBody>
      </p:sp>
      <p:sp>
        <p:nvSpPr>
          <p:cNvPr id="155652" name="Rectangle 1">
            <a:extLst>
              <a:ext uri="{FF2B5EF4-FFF2-40B4-BE49-F238E27FC236}">
                <a16:creationId xmlns:a16="http://schemas.microsoft.com/office/drawing/2014/main" id="{6F942AEE-6E30-4F8A-B816-42FA442128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128588"/>
            <a:ext cx="7772400" cy="2105025"/>
          </a:xfrm>
        </p:spPr>
        <p:txBody>
          <a:bodyPr/>
          <a:lstStyle/>
          <a:p>
            <a:pPr eaLnBrk="1" hangingPunct="1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en-US"/>
              <a:t>Electron Configuration - Notice the Energy for Each Orbital </a:t>
            </a:r>
          </a:p>
        </p:txBody>
      </p:sp>
      <p:pic>
        <p:nvPicPr>
          <p:cNvPr id="155653" name="Picture 2">
            <a:extLst>
              <a:ext uri="{FF2B5EF4-FFF2-40B4-BE49-F238E27FC236}">
                <a16:creationId xmlns:a16="http://schemas.microsoft.com/office/drawing/2014/main" id="{CDDFC57F-B53C-4A32-B78E-96029E0137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30"/>
          <a:stretch>
            <a:fillRect/>
          </a:stretch>
        </p:blipFill>
        <p:spPr bwMode="auto">
          <a:xfrm>
            <a:off x="2819400" y="2093913"/>
            <a:ext cx="3463925" cy="4137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Footer Placeholder 4">
            <a:extLst>
              <a:ext uri="{FF2B5EF4-FFF2-40B4-BE49-F238E27FC236}">
                <a16:creationId xmlns:a16="http://schemas.microsoft.com/office/drawing/2014/main" id="{FF939CB0-3837-4CA1-82CE-B97A71276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3000"/>
              </a:lnSpc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GB" altLang="en-US" sz="1400"/>
              <a:t>Copyright McGraw-Hill 2009</a:t>
            </a:r>
          </a:p>
        </p:txBody>
      </p:sp>
      <p:sp>
        <p:nvSpPr>
          <p:cNvPr id="157699" name="Slide Number Placeholder 5">
            <a:extLst>
              <a:ext uri="{FF2B5EF4-FFF2-40B4-BE49-F238E27FC236}">
                <a16:creationId xmlns:a16="http://schemas.microsoft.com/office/drawing/2014/main" id="{5063F76F-B0B8-4225-A7D7-8F9ADC3B2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3000"/>
              </a:lnSpc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fld id="{689B77C2-E6D1-4165-85FB-033FAC2FA013}" type="slidenum">
              <a:rPr lang="en-GB" altLang="en-US" sz="1400"/>
              <a:pPr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t>80</a:t>
            </a:fld>
            <a:endParaRPr lang="en-GB" altLang="en-US" sz="1400"/>
          </a:p>
        </p:txBody>
      </p:sp>
      <p:sp>
        <p:nvSpPr>
          <p:cNvPr id="157700" name="Rectangle 1">
            <a:extLst>
              <a:ext uri="{FF2B5EF4-FFF2-40B4-BE49-F238E27FC236}">
                <a16:creationId xmlns:a16="http://schemas.microsoft.com/office/drawing/2014/main" id="{D75C8B1E-B32D-4A66-BB8B-A48A2C43EC8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pPr eaLnBrk="1" hangingPunct="1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en-US"/>
              <a:t>Electron Configuration </a:t>
            </a:r>
          </a:p>
        </p:txBody>
      </p:sp>
      <p:sp>
        <p:nvSpPr>
          <p:cNvPr id="157701" name="Rectangle 2">
            <a:extLst>
              <a:ext uri="{FF2B5EF4-FFF2-40B4-BE49-F238E27FC236}">
                <a16:creationId xmlns:a16="http://schemas.microsoft.com/office/drawing/2014/main" id="{783FFCD4-534B-4F88-B544-F1D2928933C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7772400" cy="4114800"/>
          </a:xfrm>
        </p:spPr>
        <p:txBody>
          <a:bodyPr/>
          <a:lstStyle/>
          <a:p>
            <a:pPr eaLnBrk="1" hangingPunct="1">
              <a:lnSpc>
                <a:spcPct val="100000"/>
              </a:lnSpc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en-US" b="1" i="1"/>
              <a:t>Pauli Exclusion Principle</a:t>
            </a:r>
            <a:r>
              <a:rPr lang="en-GB" altLang="en-US"/>
              <a:t> - no two electrons in an atom can have the same four quantum numbers; no more than two electrons per orbital </a:t>
            </a:r>
          </a:p>
          <a:p>
            <a:pPr eaLnBrk="1" hangingPunct="1">
              <a:lnSpc>
                <a:spcPct val="100000"/>
              </a:lnSpc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en-US" b="1" i="1"/>
              <a:t>Aufbau Principle</a:t>
            </a:r>
            <a:r>
              <a:rPr lang="en-GB" altLang="en-US"/>
              <a:t> - electrons fill according to orbital energies (lowest to highest) 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Footer Placeholder 4">
            <a:extLst>
              <a:ext uri="{FF2B5EF4-FFF2-40B4-BE49-F238E27FC236}">
                <a16:creationId xmlns:a16="http://schemas.microsoft.com/office/drawing/2014/main" id="{3E2EB76D-716B-406D-B53C-9D7EE3D8E6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3000"/>
              </a:lnSpc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GB" altLang="en-US" sz="1400"/>
              <a:t>Copyright McGraw-Hill 2009</a:t>
            </a:r>
          </a:p>
        </p:txBody>
      </p:sp>
      <p:sp>
        <p:nvSpPr>
          <p:cNvPr id="153603" name="Slide Number Placeholder 5">
            <a:extLst>
              <a:ext uri="{FF2B5EF4-FFF2-40B4-BE49-F238E27FC236}">
                <a16:creationId xmlns:a16="http://schemas.microsoft.com/office/drawing/2014/main" id="{DF9DB12C-B2AD-4439-9120-3EA0E5BC3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3000"/>
              </a:lnSpc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fld id="{355B1A86-5F3F-482A-98B3-2E13291C1131}" type="slidenum">
              <a:rPr lang="en-GB" altLang="en-US" sz="1400"/>
              <a:pPr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t>81</a:t>
            </a:fld>
            <a:endParaRPr lang="en-GB" altLang="en-US" sz="1400"/>
          </a:p>
        </p:txBody>
      </p:sp>
      <p:sp>
        <p:nvSpPr>
          <p:cNvPr id="153604" name="Rectangle 1">
            <a:extLst>
              <a:ext uri="{FF2B5EF4-FFF2-40B4-BE49-F238E27FC236}">
                <a16:creationId xmlns:a16="http://schemas.microsoft.com/office/drawing/2014/main" id="{E0D2C0F9-9EC9-4701-ABF4-A8519B15B28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463550"/>
            <a:ext cx="7772400" cy="1435100"/>
          </a:xfrm>
        </p:spPr>
        <p:txBody>
          <a:bodyPr/>
          <a:lstStyle/>
          <a:p>
            <a:pPr eaLnBrk="1" hangingPunct="1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en-US"/>
              <a:t> Compare the Following Emission Spectra </a:t>
            </a:r>
          </a:p>
        </p:txBody>
      </p:sp>
      <p:pic>
        <p:nvPicPr>
          <p:cNvPr id="153605" name="Picture 2">
            <a:extLst>
              <a:ext uri="{FF2B5EF4-FFF2-40B4-BE49-F238E27FC236}">
                <a16:creationId xmlns:a16="http://schemas.microsoft.com/office/drawing/2014/main" id="{56484D82-DD8A-46DF-B648-658FF12EC4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666"/>
          <a:stretch>
            <a:fillRect/>
          </a:stretch>
        </p:blipFill>
        <p:spPr bwMode="auto">
          <a:xfrm>
            <a:off x="533400" y="2057400"/>
            <a:ext cx="7772400" cy="2562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Footer Placeholder 4">
            <a:extLst>
              <a:ext uri="{FF2B5EF4-FFF2-40B4-BE49-F238E27FC236}">
                <a16:creationId xmlns:a16="http://schemas.microsoft.com/office/drawing/2014/main" id="{934112FA-F233-4DC9-8148-76A840A8FB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3000"/>
              </a:lnSpc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GB" altLang="en-US" sz="1400"/>
              <a:t>Copyright McGraw-Hill 2009</a:t>
            </a:r>
          </a:p>
        </p:txBody>
      </p:sp>
      <p:sp>
        <p:nvSpPr>
          <p:cNvPr id="159747" name="Slide Number Placeholder 5">
            <a:extLst>
              <a:ext uri="{FF2B5EF4-FFF2-40B4-BE49-F238E27FC236}">
                <a16:creationId xmlns:a16="http://schemas.microsoft.com/office/drawing/2014/main" id="{CF35A2A1-9CD4-4D8F-8A20-C21C55784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3000"/>
              </a:lnSpc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fld id="{D8023DC8-01D7-4AE6-8A7B-898FACC6F403}" type="slidenum">
              <a:rPr lang="en-GB" altLang="en-US" sz="1400"/>
              <a:pPr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t>82</a:t>
            </a:fld>
            <a:endParaRPr lang="en-GB" altLang="en-US" sz="1400"/>
          </a:p>
        </p:txBody>
      </p:sp>
      <p:sp>
        <p:nvSpPr>
          <p:cNvPr id="159748" name="Rectangle 1">
            <a:extLst>
              <a:ext uri="{FF2B5EF4-FFF2-40B4-BE49-F238E27FC236}">
                <a16:creationId xmlns:a16="http://schemas.microsoft.com/office/drawing/2014/main" id="{D81B3967-603C-4D04-B0F9-772466D995A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pPr eaLnBrk="1" hangingPunct="1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en-US"/>
              <a:t>Electron Configuration</a:t>
            </a:r>
          </a:p>
        </p:txBody>
      </p:sp>
      <p:sp>
        <p:nvSpPr>
          <p:cNvPr id="159749" name="Rectangle 2">
            <a:extLst>
              <a:ext uri="{FF2B5EF4-FFF2-40B4-BE49-F238E27FC236}">
                <a16:creationId xmlns:a16="http://schemas.microsoft.com/office/drawing/2014/main" id="{9A753C69-74A1-42C9-A842-3B6757DFD01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7772400" cy="4114800"/>
          </a:xfrm>
        </p:spPr>
        <p:txBody>
          <a:bodyPr/>
          <a:lstStyle/>
          <a:p>
            <a:pPr eaLnBrk="1" hangingPunct="1">
              <a:lnSpc>
                <a:spcPct val="100000"/>
              </a:lnSpc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en-US" b="1" i="1"/>
              <a:t>Hund’s Rule</a:t>
            </a:r>
            <a:r>
              <a:rPr lang="en-GB" altLang="en-US"/>
              <a:t> - the most stable arrangement for electrons in orbitals of equal energy (degenerate) is where the number of electrons with the same spin is maximized </a:t>
            </a:r>
          </a:p>
          <a:p>
            <a:pPr eaLnBrk="1" hangingPunct="1">
              <a:lnSpc>
                <a:spcPct val="100000"/>
              </a:lnSpc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en-US"/>
              <a:t>Example: Carbon - 6 electrons </a:t>
            </a:r>
          </a:p>
          <a:p>
            <a:pPr eaLnBrk="1" hangingPunct="1">
              <a:lnSpc>
                <a:spcPct val="100000"/>
              </a:lnSpc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en-US"/>
              <a:t>1</a:t>
            </a:r>
            <a:r>
              <a:rPr lang="en-GB" altLang="en-US" i="1"/>
              <a:t>s</a:t>
            </a:r>
            <a:r>
              <a:rPr lang="en-GB" altLang="en-US" baseline="30000"/>
              <a:t>2</a:t>
            </a:r>
            <a:r>
              <a:rPr lang="en-GB" altLang="en-US"/>
              <a:t>2</a:t>
            </a:r>
            <a:r>
              <a:rPr lang="en-GB" altLang="en-US" i="1"/>
              <a:t>s</a:t>
            </a:r>
            <a:r>
              <a:rPr lang="en-GB" altLang="en-US" baseline="30000"/>
              <a:t>2</a:t>
            </a:r>
            <a:r>
              <a:rPr lang="en-GB" altLang="en-US"/>
              <a:t>2</a:t>
            </a:r>
            <a:r>
              <a:rPr lang="en-GB" altLang="en-US" i="1"/>
              <a:t>p</a:t>
            </a:r>
            <a:r>
              <a:rPr lang="en-GB" altLang="en-US" baseline="30000"/>
              <a:t>2</a:t>
            </a:r>
          </a:p>
        </p:txBody>
      </p:sp>
      <p:sp>
        <p:nvSpPr>
          <p:cNvPr id="159750" name="Rectangle 3">
            <a:extLst>
              <a:ext uri="{FF2B5EF4-FFF2-40B4-BE49-F238E27FC236}">
                <a16:creationId xmlns:a16="http://schemas.microsoft.com/office/drawing/2014/main" id="{3F28702B-0335-4565-A03E-B19012131F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0400" y="5181600"/>
            <a:ext cx="533400" cy="533400"/>
          </a:xfrm>
          <a:prstGeom prst="rect">
            <a:avLst/>
          </a:prstGeom>
          <a:solidFill>
            <a:srgbClr val="BBE0E3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lnSpc>
                <a:spcPct val="93000"/>
              </a:lnSpc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 typeface="ヒラギノ角ゴ Pro W3" pitchFamily="1" charset="-128"/>
              <a:buNone/>
            </a:pPr>
            <a:endParaRPr lang="en-US" altLang="en-US" sz="2400">
              <a:latin typeface="ヒラギノ角ゴ Pro W3" pitchFamily="1" charset="-128"/>
            </a:endParaRPr>
          </a:p>
        </p:txBody>
      </p:sp>
      <p:sp>
        <p:nvSpPr>
          <p:cNvPr id="159751" name="AutoShape 4">
            <a:extLst>
              <a:ext uri="{FF2B5EF4-FFF2-40B4-BE49-F238E27FC236}">
                <a16:creationId xmlns:a16="http://schemas.microsoft.com/office/drawing/2014/main" id="{D10D2214-5077-4140-B18B-EE3E7B2BB0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5181600"/>
            <a:ext cx="76200" cy="533400"/>
          </a:xfrm>
          <a:prstGeom prst="upArrow">
            <a:avLst>
              <a:gd name="adj1" fmla="val 37500"/>
              <a:gd name="adj2" fmla="val 177074"/>
            </a:avLst>
          </a:prstGeom>
          <a:solidFill>
            <a:srgbClr val="BBE0E3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93000"/>
              </a:lnSpc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endParaRPr lang="en-US" altLang="en-US" sz="2400">
              <a:solidFill>
                <a:schemeClr val="bg1"/>
              </a:solidFill>
            </a:endParaRPr>
          </a:p>
        </p:txBody>
      </p:sp>
      <p:sp>
        <p:nvSpPr>
          <p:cNvPr id="159752" name="AutoShape 5">
            <a:extLst>
              <a:ext uri="{FF2B5EF4-FFF2-40B4-BE49-F238E27FC236}">
                <a16:creationId xmlns:a16="http://schemas.microsoft.com/office/drawing/2014/main" id="{02A6EF82-9F5F-4088-A3AB-0A1DC2B3C8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5200" y="5181600"/>
            <a:ext cx="76200" cy="533400"/>
          </a:xfrm>
          <a:prstGeom prst="downArrow">
            <a:avLst>
              <a:gd name="adj1" fmla="val 66667"/>
              <a:gd name="adj2" fmla="val 312505"/>
            </a:avLst>
          </a:prstGeom>
          <a:solidFill>
            <a:srgbClr val="BBE0E3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93000"/>
              </a:lnSpc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endParaRPr lang="en-US" altLang="en-US" sz="2400">
              <a:solidFill>
                <a:schemeClr val="bg1"/>
              </a:solidFill>
            </a:endParaRPr>
          </a:p>
        </p:txBody>
      </p:sp>
      <p:sp>
        <p:nvSpPr>
          <p:cNvPr id="159753" name="Rectangle 6">
            <a:extLst>
              <a:ext uri="{FF2B5EF4-FFF2-40B4-BE49-F238E27FC236}">
                <a16:creationId xmlns:a16="http://schemas.microsoft.com/office/drawing/2014/main" id="{87A08B5E-3D75-4CCB-A4AB-8C623AB296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3600" y="5181600"/>
            <a:ext cx="533400" cy="533400"/>
          </a:xfrm>
          <a:prstGeom prst="rect">
            <a:avLst/>
          </a:prstGeom>
          <a:solidFill>
            <a:srgbClr val="BBE0E3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lnSpc>
                <a:spcPct val="93000"/>
              </a:lnSpc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 typeface="ヒラギノ角ゴ Pro W3" pitchFamily="1" charset="-128"/>
              <a:buNone/>
            </a:pPr>
            <a:endParaRPr lang="en-US" altLang="en-US" sz="2400">
              <a:latin typeface="ヒラギノ角ゴ Pro W3" pitchFamily="1" charset="-128"/>
            </a:endParaRPr>
          </a:p>
        </p:txBody>
      </p:sp>
      <p:sp>
        <p:nvSpPr>
          <p:cNvPr id="159754" name="Rectangle 7">
            <a:extLst>
              <a:ext uri="{FF2B5EF4-FFF2-40B4-BE49-F238E27FC236}">
                <a16:creationId xmlns:a16="http://schemas.microsoft.com/office/drawing/2014/main" id="{15B1B997-BC24-48B3-ACBF-609FD58045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2800" y="5181600"/>
            <a:ext cx="533400" cy="533400"/>
          </a:xfrm>
          <a:prstGeom prst="rect">
            <a:avLst/>
          </a:prstGeom>
          <a:solidFill>
            <a:srgbClr val="BBE0E3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lnSpc>
                <a:spcPct val="93000"/>
              </a:lnSpc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 typeface="ヒラギノ角ゴ Pro W3" pitchFamily="1" charset="-128"/>
              <a:buNone/>
            </a:pPr>
            <a:endParaRPr lang="en-US" altLang="en-US" sz="2400">
              <a:latin typeface="ヒラギノ角ゴ Pro W3" pitchFamily="1" charset="-128"/>
            </a:endParaRPr>
          </a:p>
        </p:txBody>
      </p:sp>
      <p:sp>
        <p:nvSpPr>
          <p:cNvPr id="159755" name="Rectangle 8">
            <a:extLst>
              <a:ext uri="{FF2B5EF4-FFF2-40B4-BE49-F238E27FC236}">
                <a16:creationId xmlns:a16="http://schemas.microsoft.com/office/drawing/2014/main" id="{FA58404F-A543-4704-B853-7E1530AF43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3200" y="5181600"/>
            <a:ext cx="533400" cy="533400"/>
          </a:xfrm>
          <a:prstGeom prst="rect">
            <a:avLst/>
          </a:prstGeom>
          <a:solidFill>
            <a:srgbClr val="BBE0E3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lnSpc>
                <a:spcPct val="93000"/>
              </a:lnSpc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 typeface="ヒラギノ角ゴ Pro W3" pitchFamily="1" charset="-128"/>
              <a:buNone/>
            </a:pPr>
            <a:endParaRPr lang="en-US" altLang="en-US" sz="2400">
              <a:latin typeface="ヒラギノ角ゴ Pro W3" pitchFamily="1" charset="-128"/>
            </a:endParaRPr>
          </a:p>
        </p:txBody>
      </p:sp>
      <p:sp>
        <p:nvSpPr>
          <p:cNvPr id="159756" name="Rectangle 9">
            <a:extLst>
              <a:ext uri="{FF2B5EF4-FFF2-40B4-BE49-F238E27FC236}">
                <a16:creationId xmlns:a16="http://schemas.microsoft.com/office/drawing/2014/main" id="{8341688D-FF87-4AB4-965A-A5878EF83E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5181600"/>
            <a:ext cx="533400" cy="533400"/>
          </a:xfrm>
          <a:prstGeom prst="rect">
            <a:avLst/>
          </a:prstGeom>
          <a:solidFill>
            <a:srgbClr val="BBE0E3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lnSpc>
                <a:spcPct val="93000"/>
              </a:lnSpc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 typeface="ヒラギノ角ゴ Pro W3" pitchFamily="1" charset="-128"/>
              <a:buNone/>
            </a:pPr>
            <a:endParaRPr lang="en-US" altLang="en-US" sz="2400">
              <a:latin typeface="ヒラギノ角ゴ Pro W3" pitchFamily="1" charset="-128"/>
            </a:endParaRPr>
          </a:p>
        </p:txBody>
      </p:sp>
      <p:sp>
        <p:nvSpPr>
          <p:cNvPr id="159757" name="AutoShape 10">
            <a:extLst>
              <a:ext uri="{FF2B5EF4-FFF2-40B4-BE49-F238E27FC236}">
                <a16:creationId xmlns:a16="http://schemas.microsoft.com/office/drawing/2014/main" id="{4A2EA293-61D1-431B-A718-F801ADDE07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4400" y="5181600"/>
            <a:ext cx="76200" cy="533400"/>
          </a:xfrm>
          <a:prstGeom prst="upArrow">
            <a:avLst>
              <a:gd name="adj1" fmla="val 37500"/>
              <a:gd name="adj2" fmla="val 177074"/>
            </a:avLst>
          </a:prstGeom>
          <a:solidFill>
            <a:srgbClr val="BBE0E3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93000"/>
              </a:lnSpc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endParaRPr lang="en-US" altLang="en-US" sz="2400">
              <a:solidFill>
                <a:schemeClr val="bg1"/>
              </a:solidFill>
            </a:endParaRPr>
          </a:p>
        </p:txBody>
      </p:sp>
      <p:sp>
        <p:nvSpPr>
          <p:cNvPr id="159758" name="AutoShape 11">
            <a:extLst>
              <a:ext uri="{FF2B5EF4-FFF2-40B4-BE49-F238E27FC236}">
                <a16:creationId xmlns:a16="http://schemas.microsoft.com/office/drawing/2014/main" id="{F9FFBCCC-9E3B-4762-9D5A-16F3F18D4A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5181600"/>
            <a:ext cx="76200" cy="533400"/>
          </a:xfrm>
          <a:prstGeom prst="upArrow">
            <a:avLst>
              <a:gd name="adj1" fmla="val 37500"/>
              <a:gd name="adj2" fmla="val 177074"/>
            </a:avLst>
          </a:prstGeom>
          <a:solidFill>
            <a:srgbClr val="BBE0E3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93000"/>
              </a:lnSpc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endParaRPr lang="en-US" altLang="en-US" sz="2400">
              <a:solidFill>
                <a:schemeClr val="bg1"/>
              </a:solidFill>
            </a:endParaRPr>
          </a:p>
        </p:txBody>
      </p:sp>
      <p:sp>
        <p:nvSpPr>
          <p:cNvPr id="159759" name="AutoShape 12">
            <a:extLst>
              <a:ext uri="{FF2B5EF4-FFF2-40B4-BE49-F238E27FC236}">
                <a16:creationId xmlns:a16="http://schemas.microsoft.com/office/drawing/2014/main" id="{DDDFC4E6-724E-4F1B-82EC-1BF7BEEDE7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9400" y="5181600"/>
            <a:ext cx="76200" cy="533400"/>
          </a:xfrm>
          <a:prstGeom prst="upArrow">
            <a:avLst>
              <a:gd name="adj1" fmla="val 37500"/>
              <a:gd name="adj2" fmla="val 177074"/>
            </a:avLst>
          </a:prstGeom>
          <a:solidFill>
            <a:srgbClr val="BBE0E3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93000"/>
              </a:lnSpc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endParaRPr lang="en-US" altLang="en-US" sz="2400">
              <a:solidFill>
                <a:schemeClr val="bg1"/>
              </a:solidFill>
            </a:endParaRPr>
          </a:p>
        </p:txBody>
      </p:sp>
      <p:sp>
        <p:nvSpPr>
          <p:cNvPr id="159760" name="AutoShape 13">
            <a:extLst>
              <a:ext uri="{FF2B5EF4-FFF2-40B4-BE49-F238E27FC236}">
                <a16:creationId xmlns:a16="http://schemas.microsoft.com/office/drawing/2014/main" id="{797205EE-0873-475A-8EFD-0C180241A4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0" y="5181600"/>
            <a:ext cx="76200" cy="533400"/>
          </a:xfrm>
          <a:prstGeom prst="downArrow">
            <a:avLst>
              <a:gd name="adj1" fmla="val 66667"/>
              <a:gd name="adj2" fmla="val 312505"/>
            </a:avLst>
          </a:prstGeom>
          <a:solidFill>
            <a:srgbClr val="BBE0E3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93000"/>
              </a:lnSpc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endParaRPr lang="en-US" altLang="en-US" sz="240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Footer Placeholder 4">
            <a:extLst>
              <a:ext uri="{FF2B5EF4-FFF2-40B4-BE49-F238E27FC236}">
                <a16:creationId xmlns:a16="http://schemas.microsoft.com/office/drawing/2014/main" id="{438D5ADD-8F82-479B-94B3-5F54537CC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3000"/>
              </a:lnSpc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GB" altLang="en-US" sz="1400"/>
              <a:t>Copyright McGraw-Hill 2009</a:t>
            </a:r>
          </a:p>
        </p:txBody>
      </p:sp>
      <p:sp>
        <p:nvSpPr>
          <p:cNvPr id="161795" name="Slide Number Placeholder 5">
            <a:extLst>
              <a:ext uri="{FF2B5EF4-FFF2-40B4-BE49-F238E27FC236}">
                <a16:creationId xmlns:a16="http://schemas.microsoft.com/office/drawing/2014/main" id="{B13BABA5-9EE6-403C-ADB0-2E33A5ADF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3000"/>
              </a:lnSpc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fld id="{8D6690B9-1BBA-432E-A9BC-4E80AA8E7F37}" type="slidenum">
              <a:rPr lang="en-GB" altLang="en-US" sz="1400"/>
              <a:pPr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t>83</a:t>
            </a:fld>
            <a:endParaRPr lang="en-GB" altLang="en-US" sz="1400"/>
          </a:p>
        </p:txBody>
      </p:sp>
      <p:sp>
        <p:nvSpPr>
          <p:cNvPr id="161796" name="Rectangle 1">
            <a:extLst>
              <a:ext uri="{FF2B5EF4-FFF2-40B4-BE49-F238E27FC236}">
                <a16:creationId xmlns:a16="http://schemas.microsoft.com/office/drawing/2014/main" id="{4A065A96-D9BF-420F-9822-425623045C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463550"/>
            <a:ext cx="7772400" cy="1435100"/>
          </a:xfrm>
        </p:spPr>
        <p:txBody>
          <a:bodyPr/>
          <a:lstStyle/>
          <a:p>
            <a:pPr eaLnBrk="1" hangingPunct="1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en-US"/>
              <a:t>Rules for Writing Electron Configurations</a:t>
            </a:r>
          </a:p>
        </p:txBody>
      </p:sp>
      <p:sp>
        <p:nvSpPr>
          <p:cNvPr id="161797" name="Rectangle 2">
            <a:extLst>
              <a:ext uri="{FF2B5EF4-FFF2-40B4-BE49-F238E27FC236}">
                <a16:creationId xmlns:a16="http://schemas.microsoft.com/office/drawing/2014/main" id="{85F5FF0B-6BE6-4E77-8A29-8D4B771A94C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7772400" cy="4114800"/>
          </a:xfrm>
        </p:spPr>
        <p:txBody>
          <a:bodyPr/>
          <a:lstStyle/>
          <a:p>
            <a:pPr marL="608013" indent="-608013" eaLnBrk="1" hangingPunct="1">
              <a:lnSpc>
                <a:spcPct val="100000"/>
              </a:lnSpc>
              <a:tabLst>
                <a:tab pos="1177925" algn="l"/>
                <a:tab pos="2092325" algn="l"/>
                <a:tab pos="3006725" algn="l"/>
                <a:tab pos="3921125" algn="l"/>
                <a:tab pos="4835525" algn="l"/>
                <a:tab pos="5749925" algn="l"/>
                <a:tab pos="6664325" algn="l"/>
                <a:tab pos="7578725" algn="l"/>
                <a:tab pos="8493125" algn="l"/>
                <a:tab pos="9407525" algn="l"/>
                <a:tab pos="10321925" algn="l"/>
              </a:tabLst>
            </a:pPr>
            <a:r>
              <a:rPr lang="en-GB" altLang="en-US"/>
              <a:t>Electrons reside in orbitals of lowest possible energy</a:t>
            </a:r>
          </a:p>
          <a:p>
            <a:pPr marL="608013" indent="-608013" eaLnBrk="1" hangingPunct="1">
              <a:lnSpc>
                <a:spcPct val="100000"/>
              </a:lnSpc>
              <a:tabLst>
                <a:tab pos="1177925" algn="l"/>
                <a:tab pos="2092325" algn="l"/>
                <a:tab pos="3006725" algn="l"/>
                <a:tab pos="3921125" algn="l"/>
                <a:tab pos="4835525" algn="l"/>
                <a:tab pos="5749925" algn="l"/>
                <a:tab pos="6664325" algn="l"/>
                <a:tab pos="7578725" algn="l"/>
                <a:tab pos="8493125" algn="l"/>
                <a:tab pos="9407525" algn="l"/>
                <a:tab pos="10321925" algn="l"/>
              </a:tabLst>
            </a:pPr>
            <a:r>
              <a:rPr lang="en-GB" altLang="en-US"/>
              <a:t>Maximum of 2 electrons per orbital</a:t>
            </a:r>
          </a:p>
          <a:p>
            <a:pPr marL="608013" indent="-608013" eaLnBrk="1" hangingPunct="1">
              <a:lnSpc>
                <a:spcPct val="100000"/>
              </a:lnSpc>
              <a:tabLst>
                <a:tab pos="1177925" algn="l"/>
                <a:tab pos="2092325" algn="l"/>
                <a:tab pos="3006725" algn="l"/>
                <a:tab pos="3921125" algn="l"/>
                <a:tab pos="4835525" algn="l"/>
                <a:tab pos="5749925" algn="l"/>
                <a:tab pos="6664325" algn="l"/>
                <a:tab pos="7578725" algn="l"/>
                <a:tab pos="8493125" algn="l"/>
                <a:tab pos="9407525" algn="l"/>
                <a:tab pos="10321925" algn="l"/>
              </a:tabLst>
            </a:pPr>
            <a:r>
              <a:rPr lang="en-GB" altLang="en-US"/>
              <a:t>Electrons do not pair in degenerate orbitals if an empty orbital is available</a:t>
            </a:r>
          </a:p>
          <a:p>
            <a:pPr marL="608013" indent="-608013" eaLnBrk="1" hangingPunct="1">
              <a:lnSpc>
                <a:spcPct val="100000"/>
              </a:lnSpc>
              <a:tabLst>
                <a:tab pos="1177925" algn="l"/>
                <a:tab pos="2092325" algn="l"/>
                <a:tab pos="3006725" algn="l"/>
                <a:tab pos="3921125" algn="l"/>
                <a:tab pos="4835525" algn="l"/>
                <a:tab pos="5749925" algn="l"/>
                <a:tab pos="6664325" algn="l"/>
                <a:tab pos="7578725" algn="l"/>
                <a:tab pos="8493125" algn="l"/>
                <a:tab pos="9407525" algn="l"/>
                <a:tab pos="10321925" algn="l"/>
              </a:tabLst>
            </a:pPr>
            <a:r>
              <a:rPr lang="en-GB" altLang="en-US"/>
              <a:t>Orbitals fill in order of earlier slide (or an easy way to remember follows)</a:t>
            </a:r>
            <a:r>
              <a:rPr lang="ar-SA" altLang="en-US">
                <a:cs typeface="Arial" panose="020B0604020202020204" pitchFamily="34" charset="0"/>
              </a:rPr>
              <a:t>‏</a:t>
            </a:r>
            <a:endParaRPr lang="en-GB" altLang="en-US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2" name="Footer Placeholder 4">
            <a:extLst>
              <a:ext uri="{FF2B5EF4-FFF2-40B4-BE49-F238E27FC236}">
                <a16:creationId xmlns:a16="http://schemas.microsoft.com/office/drawing/2014/main" id="{C9F83A81-4F25-4765-85A8-1935BE87DA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3000"/>
              </a:lnSpc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GB" altLang="en-US" sz="1400"/>
              <a:t>Copyright McGraw-Hill 2009</a:t>
            </a:r>
          </a:p>
        </p:txBody>
      </p:sp>
      <p:sp>
        <p:nvSpPr>
          <p:cNvPr id="163843" name="Slide Number Placeholder 5">
            <a:extLst>
              <a:ext uri="{FF2B5EF4-FFF2-40B4-BE49-F238E27FC236}">
                <a16:creationId xmlns:a16="http://schemas.microsoft.com/office/drawing/2014/main" id="{3D65232E-678C-441B-9553-74CB1360C8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3000"/>
              </a:lnSpc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fld id="{309D8AE3-A203-432A-B444-2EDF3AD824DA}" type="slidenum">
              <a:rPr lang="en-GB" altLang="en-US" sz="1400"/>
              <a:pPr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t>84</a:t>
            </a:fld>
            <a:endParaRPr lang="en-GB" altLang="en-US" sz="1400"/>
          </a:p>
        </p:txBody>
      </p:sp>
      <p:sp>
        <p:nvSpPr>
          <p:cNvPr id="163844" name="Rectangle 1">
            <a:extLst>
              <a:ext uri="{FF2B5EF4-FFF2-40B4-BE49-F238E27FC236}">
                <a16:creationId xmlns:a16="http://schemas.microsoft.com/office/drawing/2014/main" id="{43E802F3-61B8-416C-B8A2-9F0D891F3EC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5405" y="215049"/>
            <a:ext cx="9144000" cy="1143000"/>
          </a:xfrm>
        </p:spPr>
        <p:txBody>
          <a:bodyPr/>
          <a:lstStyle/>
          <a:p>
            <a:pPr eaLnBrk="1" hangingPunct="1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en-US" dirty="0"/>
              <a:t>The Diagonal Rule (</a:t>
            </a:r>
            <a:r>
              <a:rPr lang="en-GB" altLang="en-US" dirty="0" err="1"/>
              <a:t>Aufbau</a:t>
            </a:r>
            <a:r>
              <a:rPr lang="en-GB" altLang="en-US" dirty="0"/>
              <a:t> Principle) </a:t>
            </a:r>
          </a:p>
        </p:txBody>
      </p:sp>
      <p:pic>
        <p:nvPicPr>
          <p:cNvPr id="163845" name="Picture 2">
            <a:extLst>
              <a:ext uri="{FF2B5EF4-FFF2-40B4-BE49-F238E27FC236}">
                <a16:creationId xmlns:a16="http://schemas.microsoft.com/office/drawing/2014/main" id="{70564B34-8740-4B1C-826E-4B91455F8D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54"/>
          <a:stretch>
            <a:fillRect/>
          </a:stretch>
        </p:blipFill>
        <p:spPr bwMode="auto">
          <a:xfrm>
            <a:off x="2987825" y="1361469"/>
            <a:ext cx="3030388" cy="49041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Footer Placeholder 4">
            <a:extLst>
              <a:ext uri="{FF2B5EF4-FFF2-40B4-BE49-F238E27FC236}">
                <a16:creationId xmlns:a16="http://schemas.microsoft.com/office/drawing/2014/main" id="{0A4A0714-F8F9-4DAD-B0A9-F23B9EC9A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3000"/>
              </a:lnSpc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GB" altLang="en-US" sz="1400"/>
              <a:t>Copyright McGraw-Hill 2009</a:t>
            </a:r>
          </a:p>
        </p:txBody>
      </p:sp>
      <p:sp>
        <p:nvSpPr>
          <p:cNvPr id="165891" name="Slide Number Placeholder 5">
            <a:extLst>
              <a:ext uri="{FF2B5EF4-FFF2-40B4-BE49-F238E27FC236}">
                <a16:creationId xmlns:a16="http://schemas.microsoft.com/office/drawing/2014/main" id="{3833DD7F-3C5F-450C-A368-1D48A432D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3000"/>
              </a:lnSpc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fld id="{596E4AA9-99D1-4FFE-85BC-719B827723AD}" type="slidenum">
              <a:rPr lang="en-GB" altLang="en-US" sz="1400"/>
              <a:pPr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t>85</a:t>
            </a:fld>
            <a:endParaRPr lang="en-GB" altLang="en-US" sz="1400"/>
          </a:p>
        </p:txBody>
      </p:sp>
      <p:sp>
        <p:nvSpPr>
          <p:cNvPr id="165892" name="Rectangle 1">
            <a:extLst>
              <a:ext uri="{FF2B5EF4-FFF2-40B4-BE49-F238E27FC236}">
                <a16:creationId xmlns:a16="http://schemas.microsoft.com/office/drawing/2014/main" id="{E91BC6B8-8B58-4DF7-93D9-264D79C1ECD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-76200"/>
            <a:ext cx="7772400" cy="1395413"/>
          </a:xfrm>
        </p:spPr>
        <p:txBody>
          <a:bodyPr/>
          <a:lstStyle/>
          <a:p>
            <a:pPr eaLnBrk="1" hangingPunct="1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en-US" sz="3200"/>
              <a:t>Practice Electron Configuration and Orbital Notation</a:t>
            </a:r>
          </a:p>
        </p:txBody>
      </p:sp>
      <p:sp>
        <p:nvSpPr>
          <p:cNvPr id="165893" name="Rectangle 2">
            <a:extLst>
              <a:ext uri="{FF2B5EF4-FFF2-40B4-BE49-F238E27FC236}">
                <a16:creationId xmlns:a16="http://schemas.microsoft.com/office/drawing/2014/main" id="{C5934013-6F55-470D-8575-A682AECD8B8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09600" y="1371600"/>
            <a:ext cx="7772400" cy="3962400"/>
          </a:xfrm>
        </p:spPr>
        <p:txBody>
          <a:bodyPr/>
          <a:lstStyle/>
          <a:p>
            <a:pPr eaLnBrk="1" hangingPunct="1">
              <a:lnSpc>
                <a:spcPct val="100000"/>
              </a:lnSpc>
              <a:buFont typeface="Arial" panose="020B0604020202020204" pitchFamily="34" charset="0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en-US"/>
              <a:t>Write the electron configuration and </a:t>
            </a:r>
          </a:p>
          <a:p>
            <a:pPr eaLnBrk="1" hangingPunct="1">
              <a:lnSpc>
                <a:spcPct val="100000"/>
              </a:lnSpc>
              <a:buFont typeface="Arial" panose="020B0604020202020204" pitchFamily="34" charset="0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en-US"/>
              <a:t>orbital notation for each of the following</a:t>
            </a:r>
          </a:p>
          <a:p>
            <a:pPr eaLnBrk="1" hangingPunct="1">
              <a:lnSpc>
                <a:spcPct val="100000"/>
              </a:lnSpc>
              <a:buFont typeface="Arial" panose="020B0604020202020204" pitchFamily="34" charset="0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en-US" i="1"/>
              <a:t>	Z</a:t>
            </a:r>
            <a:r>
              <a:rPr lang="en-GB" altLang="en-US"/>
              <a:t> = 20</a:t>
            </a:r>
          </a:p>
          <a:p>
            <a:pPr eaLnBrk="1" hangingPunct="1">
              <a:lnSpc>
                <a:spcPct val="100000"/>
              </a:lnSpc>
              <a:buFont typeface="Arial" panose="020B0604020202020204" pitchFamily="34" charset="0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en-US" i="1"/>
              <a:t>	Z</a:t>
            </a:r>
            <a:r>
              <a:rPr lang="en-GB" altLang="en-US"/>
              <a:t> = 35</a:t>
            </a:r>
          </a:p>
          <a:p>
            <a:pPr eaLnBrk="1" hangingPunct="1">
              <a:lnSpc>
                <a:spcPct val="100000"/>
              </a:lnSpc>
              <a:buFont typeface="Arial" panose="020B0604020202020204" pitchFamily="34" charset="0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en-US" i="1"/>
              <a:t>	Z</a:t>
            </a:r>
            <a:r>
              <a:rPr lang="en-GB" altLang="en-US"/>
              <a:t> = 26 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8" name="Footer Placeholder 2">
            <a:extLst>
              <a:ext uri="{FF2B5EF4-FFF2-40B4-BE49-F238E27FC236}">
                <a16:creationId xmlns:a16="http://schemas.microsoft.com/office/drawing/2014/main" id="{420BE1CD-AADA-4075-B85E-B731942DA5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3000"/>
              </a:lnSpc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GB" altLang="en-US" sz="1400"/>
              <a:t>Copyright McGraw-Hill 2009</a:t>
            </a:r>
          </a:p>
        </p:txBody>
      </p:sp>
      <p:sp>
        <p:nvSpPr>
          <p:cNvPr id="167939" name="Slide Number Placeholder 3">
            <a:extLst>
              <a:ext uri="{FF2B5EF4-FFF2-40B4-BE49-F238E27FC236}">
                <a16:creationId xmlns:a16="http://schemas.microsoft.com/office/drawing/2014/main" id="{AB79A312-CBA0-46EC-B792-4D55B973BA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3000"/>
              </a:lnSpc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fld id="{BE7A782F-01FC-4918-B3B2-ACB975EBB6FF}" type="slidenum">
              <a:rPr lang="en-GB" altLang="en-US" sz="1400"/>
              <a:pPr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t>86</a:t>
            </a:fld>
            <a:endParaRPr lang="en-GB" altLang="en-US" sz="1400"/>
          </a:p>
        </p:txBody>
      </p:sp>
      <p:sp>
        <p:nvSpPr>
          <p:cNvPr id="167940" name="Rectangle 4">
            <a:extLst>
              <a:ext uri="{FF2B5EF4-FFF2-40B4-BE49-F238E27FC236}">
                <a16:creationId xmlns:a16="http://schemas.microsoft.com/office/drawing/2014/main" id="{9317980A-548F-4995-A392-52529BC065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228600"/>
            <a:ext cx="504817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3000"/>
              </a:lnSpc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buNone/>
            </a:pPr>
            <a:r>
              <a:rPr lang="en-GB" altLang="en-US" sz="2400" i="1" dirty="0">
                <a:solidFill>
                  <a:schemeClr val="tx1"/>
                </a:solidFill>
              </a:rPr>
              <a:t>Z</a:t>
            </a:r>
            <a:r>
              <a:rPr lang="en-GB" altLang="en-US" sz="2400" dirty="0">
                <a:solidFill>
                  <a:schemeClr val="tx1"/>
                </a:solidFill>
              </a:rPr>
              <a:t> = 20  1</a:t>
            </a:r>
            <a:r>
              <a:rPr lang="en-GB" altLang="en-US" sz="2400" i="1" dirty="0">
                <a:solidFill>
                  <a:schemeClr val="tx1"/>
                </a:solidFill>
              </a:rPr>
              <a:t>s</a:t>
            </a:r>
            <a:r>
              <a:rPr lang="en-GB" altLang="en-US" sz="2400" baseline="30000" dirty="0">
                <a:solidFill>
                  <a:schemeClr val="tx1"/>
                </a:solidFill>
              </a:rPr>
              <a:t>2 </a:t>
            </a:r>
            <a:r>
              <a:rPr lang="en-GB" altLang="en-US" sz="2400" dirty="0">
                <a:solidFill>
                  <a:schemeClr val="tx1"/>
                </a:solidFill>
              </a:rPr>
              <a:t>2</a:t>
            </a:r>
            <a:r>
              <a:rPr lang="en-GB" altLang="en-US" sz="2400" i="1" dirty="0">
                <a:solidFill>
                  <a:schemeClr val="tx1"/>
                </a:solidFill>
              </a:rPr>
              <a:t>s</a:t>
            </a:r>
            <a:r>
              <a:rPr lang="en-GB" altLang="en-US" sz="2400" baseline="30000" dirty="0">
                <a:solidFill>
                  <a:schemeClr val="tx1"/>
                </a:solidFill>
              </a:rPr>
              <a:t>2 </a:t>
            </a:r>
            <a:r>
              <a:rPr lang="en-GB" altLang="en-US" sz="2400" dirty="0">
                <a:solidFill>
                  <a:schemeClr val="tx1"/>
                </a:solidFill>
              </a:rPr>
              <a:t>2</a:t>
            </a:r>
            <a:r>
              <a:rPr lang="en-GB" altLang="en-US" sz="2400" i="1" dirty="0">
                <a:solidFill>
                  <a:schemeClr val="tx1"/>
                </a:solidFill>
              </a:rPr>
              <a:t>p</a:t>
            </a:r>
            <a:r>
              <a:rPr lang="en-GB" altLang="en-US" sz="2400" baseline="30000" dirty="0">
                <a:solidFill>
                  <a:schemeClr val="tx1"/>
                </a:solidFill>
              </a:rPr>
              <a:t>6 </a:t>
            </a:r>
            <a:r>
              <a:rPr lang="en-GB" altLang="en-US" sz="2400" dirty="0">
                <a:solidFill>
                  <a:schemeClr val="tx1"/>
                </a:solidFill>
              </a:rPr>
              <a:t>3</a:t>
            </a:r>
            <a:r>
              <a:rPr lang="en-GB" altLang="en-US" sz="2400" i="1" dirty="0">
                <a:solidFill>
                  <a:schemeClr val="tx1"/>
                </a:solidFill>
              </a:rPr>
              <a:t>s</a:t>
            </a:r>
            <a:r>
              <a:rPr lang="en-GB" altLang="en-US" sz="2400" baseline="30000" dirty="0">
                <a:solidFill>
                  <a:schemeClr val="tx1"/>
                </a:solidFill>
              </a:rPr>
              <a:t>2 </a:t>
            </a:r>
            <a:r>
              <a:rPr lang="en-GB" altLang="en-US" sz="2400" dirty="0">
                <a:solidFill>
                  <a:schemeClr val="tx1"/>
                </a:solidFill>
              </a:rPr>
              <a:t>3</a:t>
            </a:r>
            <a:r>
              <a:rPr lang="en-GB" altLang="en-US" sz="2400" i="1" dirty="0">
                <a:solidFill>
                  <a:schemeClr val="tx1"/>
                </a:solidFill>
              </a:rPr>
              <a:t>p</a:t>
            </a:r>
            <a:r>
              <a:rPr lang="en-GB" altLang="en-US" sz="2400" i="1" baseline="30000" dirty="0">
                <a:solidFill>
                  <a:schemeClr val="tx1"/>
                </a:solidFill>
              </a:rPr>
              <a:t>6</a:t>
            </a:r>
            <a:r>
              <a:rPr lang="en-GB" altLang="en-US" sz="2400" baseline="30000" dirty="0">
                <a:solidFill>
                  <a:schemeClr val="tx1"/>
                </a:solidFill>
              </a:rPr>
              <a:t> </a:t>
            </a:r>
            <a:r>
              <a:rPr lang="en-GB" altLang="en-US" sz="2400" dirty="0">
                <a:solidFill>
                  <a:schemeClr val="tx1"/>
                </a:solidFill>
              </a:rPr>
              <a:t>4</a:t>
            </a:r>
            <a:r>
              <a:rPr lang="en-GB" altLang="en-US" sz="2400" i="1" dirty="0">
                <a:solidFill>
                  <a:schemeClr val="tx1"/>
                </a:solidFill>
              </a:rPr>
              <a:t>s</a:t>
            </a:r>
            <a:r>
              <a:rPr lang="en-GB" altLang="en-US" sz="2400" baseline="30000" dirty="0">
                <a:solidFill>
                  <a:schemeClr val="tx1"/>
                </a:solidFill>
              </a:rPr>
              <a:t>2</a:t>
            </a:r>
            <a:r>
              <a:rPr lang="en-GB" altLang="en-US" sz="2400" dirty="0">
                <a:solidFill>
                  <a:schemeClr val="tx1"/>
                </a:solidFill>
              </a:rPr>
              <a:t>  (Ca) </a:t>
            </a:r>
          </a:p>
        </p:txBody>
      </p:sp>
      <p:sp>
        <p:nvSpPr>
          <p:cNvPr id="167941" name="Rectangle 5">
            <a:extLst>
              <a:ext uri="{FF2B5EF4-FFF2-40B4-BE49-F238E27FC236}">
                <a16:creationId xmlns:a16="http://schemas.microsoft.com/office/drawing/2014/main" id="{2D1A358E-8841-40A1-835B-0DE0FFC162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1" y="1926491"/>
            <a:ext cx="911694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3000"/>
              </a:lnSpc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buNone/>
            </a:pPr>
            <a:r>
              <a:rPr lang="en-GB" altLang="en-US" sz="2400" i="1" dirty="0">
                <a:solidFill>
                  <a:schemeClr val="tx1"/>
                </a:solidFill>
              </a:rPr>
              <a:t>Z</a:t>
            </a:r>
            <a:r>
              <a:rPr lang="en-GB" altLang="en-US" sz="2400" dirty="0">
                <a:solidFill>
                  <a:schemeClr val="tx1"/>
                </a:solidFill>
              </a:rPr>
              <a:t> = 35  1</a:t>
            </a:r>
            <a:r>
              <a:rPr lang="en-GB" altLang="en-US" sz="2400" i="1" dirty="0">
                <a:solidFill>
                  <a:schemeClr val="tx1"/>
                </a:solidFill>
              </a:rPr>
              <a:t>s</a:t>
            </a:r>
            <a:r>
              <a:rPr lang="en-GB" altLang="en-US" sz="2400" baseline="30000" dirty="0">
                <a:solidFill>
                  <a:schemeClr val="tx1"/>
                </a:solidFill>
              </a:rPr>
              <a:t>2</a:t>
            </a:r>
            <a:r>
              <a:rPr lang="en-GB" altLang="en-US" sz="2400" dirty="0">
                <a:solidFill>
                  <a:schemeClr val="tx1"/>
                </a:solidFill>
              </a:rPr>
              <a:t>2</a:t>
            </a:r>
            <a:r>
              <a:rPr lang="en-GB" altLang="en-US" sz="2400" i="1" dirty="0">
                <a:solidFill>
                  <a:schemeClr val="tx1"/>
                </a:solidFill>
              </a:rPr>
              <a:t>s</a:t>
            </a:r>
            <a:r>
              <a:rPr lang="en-GB" altLang="en-US" sz="2400" baseline="30000" dirty="0">
                <a:solidFill>
                  <a:schemeClr val="tx1"/>
                </a:solidFill>
              </a:rPr>
              <a:t>2 </a:t>
            </a:r>
            <a:r>
              <a:rPr lang="en-GB" altLang="en-US" sz="2400" dirty="0">
                <a:solidFill>
                  <a:schemeClr val="tx1"/>
                </a:solidFill>
              </a:rPr>
              <a:t>2</a:t>
            </a:r>
            <a:r>
              <a:rPr lang="en-GB" altLang="en-US" sz="2400" i="1" dirty="0">
                <a:solidFill>
                  <a:schemeClr val="tx1"/>
                </a:solidFill>
              </a:rPr>
              <a:t>p</a:t>
            </a:r>
            <a:r>
              <a:rPr lang="en-GB" altLang="en-US" sz="2400" baseline="30000" dirty="0">
                <a:solidFill>
                  <a:schemeClr val="tx1"/>
                </a:solidFill>
              </a:rPr>
              <a:t>6 </a:t>
            </a:r>
            <a:r>
              <a:rPr lang="en-GB" altLang="en-US" sz="2400" dirty="0">
                <a:solidFill>
                  <a:schemeClr val="tx1"/>
                </a:solidFill>
              </a:rPr>
              <a:t>3</a:t>
            </a:r>
            <a:r>
              <a:rPr lang="en-GB" altLang="en-US" sz="2400" i="1" dirty="0">
                <a:solidFill>
                  <a:schemeClr val="tx1"/>
                </a:solidFill>
              </a:rPr>
              <a:t>s</a:t>
            </a:r>
            <a:r>
              <a:rPr lang="en-GB" altLang="en-US" sz="2400" baseline="30000" dirty="0">
                <a:solidFill>
                  <a:schemeClr val="tx1"/>
                </a:solidFill>
              </a:rPr>
              <a:t>2 </a:t>
            </a:r>
            <a:r>
              <a:rPr lang="en-GB" altLang="en-US" sz="2400" dirty="0">
                <a:solidFill>
                  <a:schemeClr val="tx1"/>
                </a:solidFill>
              </a:rPr>
              <a:t>3</a:t>
            </a:r>
            <a:r>
              <a:rPr lang="en-GB" altLang="en-US" sz="2400" i="1" dirty="0">
                <a:solidFill>
                  <a:schemeClr val="tx1"/>
                </a:solidFill>
              </a:rPr>
              <a:t>p</a:t>
            </a:r>
            <a:r>
              <a:rPr lang="en-GB" altLang="en-US" sz="2400" i="1" baseline="30000" dirty="0">
                <a:solidFill>
                  <a:schemeClr val="tx1"/>
                </a:solidFill>
              </a:rPr>
              <a:t>6</a:t>
            </a:r>
            <a:r>
              <a:rPr lang="en-GB" altLang="en-US" sz="2400" baseline="30000" dirty="0">
                <a:solidFill>
                  <a:schemeClr val="tx1"/>
                </a:solidFill>
              </a:rPr>
              <a:t> </a:t>
            </a:r>
            <a:r>
              <a:rPr lang="en-GB" altLang="en-US" sz="2400" dirty="0">
                <a:solidFill>
                  <a:schemeClr val="tx1"/>
                </a:solidFill>
              </a:rPr>
              <a:t>4</a:t>
            </a:r>
            <a:r>
              <a:rPr lang="en-GB" altLang="en-US" sz="2400" i="1" dirty="0">
                <a:solidFill>
                  <a:schemeClr val="tx1"/>
                </a:solidFill>
              </a:rPr>
              <a:t>s</a:t>
            </a:r>
            <a:r>
              <a:rPr lang="en-GB" altLang="en-US" sz="2400" baseline="30000" dirty="0">
                <a:solidFill>
                  <a:schemeClr val="tx1"/>
                </a:solidFill>
              </a:rPr>
              <a:t>2 </a:t>
            </a:r>
            <a:r>
              <a:rPr lang="en-GB" altLang="en-US" sz="2400" dirty="0">
                <a:solidFill>
                  <a:schemeClr val="tx1"/>
                </a:solidFill>
              </a:rPr>
              <a:t>3d</a:t>
            </a:r>
            <a:r>
              <a:rPr lang="en-GB" altLang="en-US" sz="2400" baseline="30000" dirty="0">
                <a:solidFill>
                  <a:schemeClr val="tx1"/>
                </a:solidFill>
              </a:rPr>
              <a:t>10 </a:t>
            </a:r>
            <a:r>
              <a:rPr lang="en-GB" altLang="en-US" sz="2400" dirty="0">
                <a:solidFill>
                  <a:schemeClr val="tx1"/>
                </a:solidFill>
              </a:rPr>
              <a:t>4</a:t>
            </a:r>
            <a:r>
              <a:rPr lang="en-GB" altLang="en-US" sz="2400" i="1" dirty="0">
                <a:solidFill>
                  <a:schemeClr val="tx1"/>
                </a:solidFill>
              </a:rPr>
              <a:t>p</a:t>
            </a:r>
            <a:r>
              <a:rPr lang="en-GB" altLang="en-US" sz="2400" baseline="30000" dirty="0">
                <a:solidFill>
                  <a:schemeClr val="tx1"/>
                </a:solidFill>
              </a:rPr>
              <a:t>5</a:t>
            </a:r>
            <a:r>
              <a:rPr lang="en-GB" altLang="en-US" sz="2400" dirty="0">
                <a:solidFill>
                  <a:schemeClr val="tx1"/>
                </a:solidFill>
              </a:rPr>
              <a:t>  (Br)  </a:t>
            </a:r>
          </a:p>
        </p:txBody>
      </p:sp>
      <p:sp>
        <p:nvSpPr>
          <p:cNvPr id="167942" name="Rectangle 6">
            <a:extLst>
              <a:ext uri="{FF2B5EF4-FFF2-40B4-BE49-F238E27FC236}">
                <a16:creationId xmlns:a16="http://schemas.microsoft.com/office/drawing/2014/main" id="{B3F0CEC1-8533-4367-8389-B77571DB3C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088" y="4427537"/>
            <a:ext cx="51339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3000"/>
              </a:lnSpc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GB" altLang="en-US" sz="2400" i="1" dirty="0">
                <a:solidFill>
                  <a:schemeClr val="tx1"/>
                </a:solidFill>
              </a:rPr>
              <a:t>Z</a:t>
            </a:r>
            <a:r>
              <a:rPr lang="en-GB" altLang="en-US" sz="2400" dirty="0">
                <a:solidFill>
                  <a:schemeClr val="tx1"/>
                </a:solidFill>
              </a:rPr>
              <a:t> = 26  1</a:t>
            </a:r>
            <a:r>
              <a:rPr lang="en-GB" altLang="en-US" sz="2400" i="1" dirty="0">
                <a:solidFill>
                  <a:schemeClr val="tx1"/>
                </a:solidFill>
              </a:rPr>
              <a:t>s</a:t>
            </a:r>
            <a:r>
              <a:rPr lang="en-GB" altLang="en-US" sz="2400" baseline="30000" dirty="0">
                <a:solidFill>
                  <a:schemeClr val="tx1"/>
                </a:solidFill>
              </a:rPr>
              <a:t>2</a:t>
            </a:r>
            <a:r>
              <a:rPr lang="en-GB" altLang="en-US" sz="2400" dirty="0">
                <a:solidFill>
                  <a:schemeClr val="tx1"/>
                </a:solidFill>
              </a:rPr>
              <a:t>2</a:t>
            </a:r>
            <a:r>
              <a:rPr lang="en-GB" altLang="en-US" sz="2400" i="1" dirty="0">
                <a:solidFill>
                  <a:schemeClr val="tx1"/>
                </a:solidFill>
              </a:rPr>
              <a:t>s</a:t>
            </a:r>
            <a:r>
              <a:rPr lang="en-GB" altLang="en-US" sz="2400" baseline="30000" dirty="0">
                <a:solidFill>
                  <a:schemeClr val="tx1"/>
                </a:solidFill>
              </a:rPr>
              <a:t>2</a:t>
            </a:r>
            <a:r>
              <a:rPr lang="en-GB" altLang="en-US" sz="2400" dirty="0">
                <a:solidFill>
                  <a:schemeClr val="tx1"/>
                </a:solidFill>
              </a:rPr>
              <a:t>2</a:t>
            </a:r>
            <a:r>
              <a:rPr lang="en-GB" altLang="en-US" sz="2400" i="1" dirty="0">
                <a:solidFill>
                  <a:schemeClr val="tx1"/>
                </a:solidFill>
              </a:rPr>
              <a:t>p</a:t>
            </a:r>
            <a:r>
              <a:rPr lang="en-GB" altLang="en-US" sz="2400" baseline="30000" dirty="0">
                <a:solidFill>
                  <a:schemeClr val="tx1"/>
                </a:solidFill>
              </a:rPr>
              <a:t>6</a:t>
            </a:r>
            <a:r>
              <a:rPr lang="en-GB" altLang="en-US" sz="2400" dirty="0">
                <a:solidFill>
                  <a:schemeClr val="tx1"/>
                </a:solidFill>
              </a:rPr>
              <a:t>3</a:t>
            </a:r>
            <a:r>
              <a:rPr lang="en-GB" altLang="en-US" sz="2400" i="1" dirty="0">
                <a:solidFill>
                  <a:schemeClr val="tx1"/>
                </a:solidFill>
              </a:rPr>
              <a:t>s</a:t>
            </a:r>
            <a:r>
              <a:rPr lang="en-GB" altLang="en-US" sz="2400" baseline="30000" dirty="0">
                <a:solidFill>
                  <a:schemeClr val="tx1"/>
                </a:solidFill>
              </a:rPr>
              <a:t>2</a:t>
            </a:r>
            <a:r>
              <a:rPr lang="en-GB" altLang="en-US" sz="2400" dirty="0">
                <a:solidFill>
                  <a:schemeClr val="tx1"/>
                </a:solidFill>
              </a:rPr>
              <a:t>3</a:t>
            </a:r>
            <a:r>
              <a:rPr lang="en-GB" altLang="en-US" sz="2400" i="1" dirty="0">
                <a:solidFill>
                  <a:schemeClr val="tx1"/>
                </a:solidFill>
              </a:rPr>
              <a:t>p</a:t>
            </a:r>
            <a:r>
              <a:rPr lang="en-GB" altLang="en-US" sz="2400" baseline="30000" dirty="0">
                <a:solidFill>
                  <a:schemeClr val="tx1"/>
                </a:solidFill>
              </a:rPr>
              <a:t>6</a:t>
            </a:r>
            <a:r>
              <a:rPr lang="en-GB" altLang="en-US" sz="2400" dirty="0">
                <a:solidFill>
                  <a:schemeClr val="tx1"/>
                </a:solidFill>
              </a:rPr>
              <a:t>4</a:t>
            </a:r>
            <a:r>
              <a:rPr lang="en-GB" altLang="en-US" sz="2400" i="1" dirty="0">
                <a:solidFill>
                  <a:schemeClr val="tx1"/>
                </a:solidFill>
              </a:rPr>
              <a:t>s</a:t>
            </a:r>
            <a:r>
              <a:rPr lang="en-GB" altLang="en-US" sz="2400" baseline="30000" dirty="0">
                <a:solidFill>
                  <a:schemeClr val="tx1"/>
                </a:solidFill>
              </a:rPr>
              <a:t>2</a:t>
            </a:r>
            <a:r>
              <a:rPr lang="en-GB" altLang="en-US" sz="2400" dirty="0">
                <a:solidFill>
                  <a:schemeClr val="tx1"/>
                </a:solidFill>
              </a:rPr>
              <a:t>3d</a:t>
            </a:r>
            <a:r>
              <a:rPr lang="en-GB" altLang="en-US" sz="2400" baseline="30000" dirty="0">
                <a:solidFill>
                  <a:schemeClr val="tx1"/>
                </a:solidFill>
              </a:rPr>
              <a:t>6</a:t>
            </a:r>
            <a:r>
              <a:rPr lang="en-GB" altLang="en-US" sz="2400" dirty="0">
                <a:solidFill>
                  <a:schemeClr val="tx1"/>
                </a:solidFill>
              </a:rPr>
              <a:t>  (Fe) </a:t>
            </a:r>
          </a:p>
        </p:txBody>
      </p:sp>
      <p:grpSp>
        <p:nvGrpSpPr>
          <p:cNvPr id="167943" name="Group 93">
            <a:extLst>
              <a:ext uri="{FF2B5EF4-FFF2-40B4-BE49-F238E27FC236}">
                <a16:creationId xmlns:a16="http://schemas.microsoft.com/office/drawing/2014/main" id="{7C64119C-02C5-4230-8F9E-6D7FC50C8BDB}"/>
              </a:ext>
            </a:extLst>
          </p:cNvPr>
          <p:cNvGrpSpPr>
            <a:grpSpLocks/>
          </p:cNvGrpSpPr>
          <p:nvPr/>
        </p:nvGrpSpPr>
        <p:grpSpPr bwMode="auto">
          <a:xfrm>
            <a:off x="228600" y="914400"/>
            <a:ext cx="5181600" cy="457200"/>
            <a:chOff x="0" y="1008"/>
            <a:chExt cx="3264" cy="288"/>
          </a:xfrm>
        </p:grpSpPr>
        <p:sp>
          <p:nvSpPr>
            <p:cNvPr id="168094" name="Rectangle 94">
              <a:extLst>
                <a:ext uri="{FF2B5EF4-FFF2-40B4-BE49-F238E27FC236}">
                  <a16:creationId xmlns:a16="http://schemas.microsoft.com/office/drawing/2014/main" id="{697083F0-8A8E-483A-8804-76D4482444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008"/>
              <a:ext cx="288" cy="288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93000"/>
                </a:lnSpc>
                <a:spcBef>
                  <a:spcPts val="8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defRPr sz="32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93000"/>
                </a:lnSpc>
                <a:spcBef>
                  <a:spcPts val="7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93000"/>
                </a:lnSpc>
                <a:spcBef>
                  <a:spcPts val="6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93000"/>
                </a:lnSpc>
                <a:spcBef>
                  <a:spcPts val="5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93000"/>
                </a:lnSpc>
                <a:spcBef>
                  <a:spcPts val="5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en-US" altLang="en-US" sz="2400">
                <a:solidFill>
                  <a:schemeClr val="bg1"/>
                </a:solidFill>
              </a:endParaRPr>
            </a:p>
          </p:txBody>
        </p:sp>
        <p:sp>
          <p:nvSpPr>
            <p:cNvPr id="168095" name="Rectangle 95">
              <a:extLst>
                <a:ext uri="{FF2B5EF4-FFF2-40B4-BE49-F238E27FC236}">
                  <a16:creationId xmlns:a16="http://schemas.microsoft.com/office/drawing/2014/main" id="{29675E5D-9A54-4275-A57C-B62DF6CB52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" y="1008"/>
              <a:ext cx="288" cy="288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93000"/>
                </a:lnSpc>
                <a:spcBef>
                  <a:spcPts val="8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defRPr sz="32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93000"/>
                </a:lnSpc>
                <a:spcBef>
                  <a:spcPts val="7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93000"/>
                </a:lnSpc>
                <a:spcBef>
                  <a:spcPts val="6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93000"/>
                </a:lnSpc>
                <a:spcBef>
                  <a:spcPts val="5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93000"/>
                </a:lnSpc>
                <a:spcBef>
                  <a:spcPts val="5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en-US" altLang="en-US" sz="2400">
                <a:solidFill>
                  <a:schemeClr val="bg1"/>
                </a:solidFill>
              </a:endParaRPr>
            </a:p>
          </p:txBody>
        </p:sp>
        <p:sp>
          <p:nvSpPr>
            <p:cNvPr id="168096" name="Rectangle 96">
              <a:extLst>
                <a:ext uri="{FF2B5EF4-FFF2-40B4-BE49-F238E27FC236}">
                  <a16:creationId xmlns:a16="http://schemas.microsoft.com/office/drawing/2014/main" id="{56E94F0D-C406-4E83-9D24-BD12905D82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59" y="1008"/>
              <a:ext cx="288" cy="288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93000"/>
                </a:lnSpc>
                <a:spcBef>
                  <a:spcPts val="8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defRPr sz="32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93000"/>
                </a:lnSpc>
                <a:spcBef>
                  <a:spcPts val="7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93000"/>
                </a:lnSpc>
                <a:spcBef>
                  <a:spcPts val="6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93000"/>
                </a:lnSpc>
                <a:spcBef>
                  <a:spcPts val="5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93000"/>
                </a:lnSpc>
                <a:spcBef>
                  <a:spcPts val="5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en-US" altLang="en-US" sz="2400">
                <a:solidFill>
                  <a:schemeClr val="bg1"/>
                </a:solidFill>
              </a:endParaRPr>
            </a:p>
          </p:txBody>
        </p:sp>
        <p:sp>
          <p:nvSpPr>
            <p:cNvPr id="168097" name="Rectangle 97">
              <a:extLst>
                <a:ext uri="{FF2B5EF4-FFF2-40B4-BE49-F238E27FC236}">
                  <a16:creationId xmlns:a16="http://schemas.microsoft.com/office/drawing/2014/main" id="{09602DC1-59D4-41C0-BF5B-58D0074560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92" y="1008"/>
              <a:ext cx="288" cy="288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93000"/>
                </a:lnSpc>
                <a:spcBef>
                  <a:spcPts val="8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defRPr sz="32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93000"/>
                </a:lnSpc>
                <a:spcBef>
                  <a:spcPts val="7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93000"/>
                </a:lnSpc>
                <a:spcBef>
                  <a:spcPts val="6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93000"/>
                </a:lnSpc>
                <a:spcBef>
                  <a:spcPts val="5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93000"/>
                </a:lnSpc>
                <a:spcBef>
                  <a:spcPts val="5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en-US" altLang="en-US" sz="2400">
                <a:solidFill>
                  <a:schemeClr val="bg1"/>
                </a:solidFill>
              </a:endParaRPr>
            </a:p>
          </p:txBody>
        </p:sp>
        <p:sp>
          <p:nvSpPr>
            <p:cNvPr id="168098" name="Rectangle 98">
              <a:extLst>
                <a:ext uri="{FF2B5EF4-FFF2-40B4-BE49-F238E27FC236}">
                  <a16:creationId xmlns:a16="http://schemas.microsoft.com/office/drawing/2014/main" id="{ED1B7B60-378F-412F-9E9E-82F2C77D4B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04" y="1008"/>
              <a:ext cx="288" cy="288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93000"/>
                </a:lnSpc>
                <a:spcBef>
                  <a:spcPts val="8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defRPr sz="32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93000"/>
                </a:lnSpc>
                <a:spcBef>
                  <a:spcPts val="7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93000"/>
                </a:lnSpc>
                <a:spcBef>
                  <a:spcPts val="6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93000"/>
                </a:lnSpc>
                <a:spcBef>
                  <a:spcPts val="5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93000"/>
                </a:lnSpc>
                <a:spcBef>
                  <a:spcPts val="5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en-US" altLang="en-US" sz="2400">
                <a:solidFill>
                  <a:schemeClr val="bg1"/>
                </a:solidFill>
              </a:endParaRPr>
            </a:p>
          </p:txBody>
        </p:sp>
        <p:sp>
          <p:nvSpPr>
            <p:cNvPr id="168099" name="Rectangle 99">
              <a:extLst>
                <a:ext uri="{FF2B5EF4-FFF2-40B4-BE49-F238E27FC236}">
                  <a16:creationId xmlns:a16="http://schemas.microsoft.com/office/drawing/2014/main" id="{374929D3-B080-40BA-A38E-EFC1567F52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8" y="1008"/>
              <a:ext cx="288" cy="288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93000"/>
                </a:lnSpc>
                <a:spcBef>
                  <a:spcPts val="8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defRPr sz="32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93000"/>
                </a:lnSpc>
                <a:spcBef>
                  <a:spcPts val="7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93000"/>
                </a:lnSpc>
                <a:spcBef>
                  <a:spcPts val="6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93000"/>
                </a:lnSpc>
                <a:spcBef>
                  <a:spcPts val="5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93000"/>
                </a:lnSpc>
                <a:spcBef>
                  <a:spcPts val="5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en-US" altLang="en-US" sz="2400">
                <a:solidFill>
                  <a:schemeClr val="bg1"/>
                </a:solidFill>
              </a:endParaRPr>
            </a:p>
          </p:txBody>
        </p:sp>
        <p:sp>
          <p:nvSpPr>
            <p:cNvPr id="168100" name="Rectangle 100">
              <a:extLst>
                <a:ext uri="{FF2B5EF4-FFF2-40B4-BE49-F238E27FC236}">
                  <a16:creationId xmlns:a16="http://schemas.microsoft.com/office/drawing/2014/main" id="{C7308EF8-3875-4382-920B-F247668B7D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6" y="1008"/>
              <a:ext cx="288" cy="288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93000"/>
                </a:lnSpc>
                <a:spcBef>
                  <a:spcPts val="8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defRPr sz="32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93000"/>
                </a:lnSpc>
                <a:spcBef>
                  <a:spcPts val="7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93000"/>
                </a:lnSpc>
                <a:spcBef>
                  <a:spcPts val="6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93000"/>
                </a:lnSpc>
                <a:spcBef>
                  <a:spcPts val="5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93000"/>
                </a:lnSpc>
                <a:spcBef>
                  <a:spcPts val="5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en-US" altLang="en-US" sz="2400">
                <a:solidFill>
                  <a:schemeClr val="bg1"/>
                </a:solidFill>
              </a:endParaRPr>
            </a:p>
          </p:txBody>
        </p:sp>
        <p:sp>
          <p:nvSpPr>
            <p:cNvPr id="168101" name="Rectangle 101">
              <a:extLst>
                <a:ext uri="{FF2B5EF4-FFF2-40B4-BE49-F238E27FC236}">
                  <a16:creationId xmlns:a16="http://schemas.microsoft.com/office/drawing/2014/main" id="{117D1771-7C3A-4F32-B59C-829AEB6A63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6" y="1008"/>
              <a:ext cx="288" cy="288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93000"/>
                </a:lnSpc>
                <a:spcBef>
                  <a:spcPts val="8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defRPr sz="32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93000"/>
                </a:lnSpc>
                <a:spcBef>
                  <a:spcPts val="7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93000"/>
                </a:lnSpc>
                <a:spcBef>
                  <a:spcPts val="6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93000"/>
                </a:lnSpc>
                <a:spcBef>
                  <a:spcPts val="5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93000"/>
                </a:lnSpc>
                <a:spcBef>
                  <a:spcPts val="5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en-US" altLang="en-US" sz="2400">
                <a:solidFill>
                  <a:schemeClr val="bg1"/>
                </a:solidFill>
              </a:endParaRPr>
            </a:p>
          </p:txBody>
        </p:sp>
        <p:sp>
          <p:nvSpPr>
            <p:cNvPr id="168102" name="Rectangle 102">
              <a:extLst>
                <a:ext uri="{FF2B5EF4-FFF2-40B4-BE49-F238E27FC236}">
                  <a16:creationId xmlns:a16="http://schemas.microsoft.com/office/drawing/2014/main" id="{956D3FFE-8C73-47C5-94B5-97A7B63B23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0" y="1008"/>
              <a:ext cx="288" cy="288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93000"/>
                </a:lnSpc>
                <a:spcBef>
                  <a:spcPts val="8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defRPr sz="32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93000"/>
                </a:lnSpc>
                <a:spcBef>
                  <a:spcPts val="7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93000"/>
                </a:lnSpc>
                <a:spcBef>
                  <a:spcPts val="6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93000"/>
                </a:lnSpc>
                <a:spcBef>
                  <a:spcPts val="5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93000"/>
                </a:lnSpc>
                <a:spcBef>
                  <a:spcPts val="5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en-US" altLang="en-US" sz="2400">
                <a:solidFill>
                  <a:schemeClr val="bg1"/>
                </a:solidFill>
              </a:endParaRPr>
            </a:p>
          </p:txBody>
        </p:sp>
        <p:sp>
          <p:nvSpPr>
            <p:cNvPr id="168103" name="Rectangle 103">
              <a:extLst>
                <a:ext uri="{FF2B5EF4-FFF2-40B4-BE49-F238E27FC236}">
                  <a16:creationId xmlns:a16="http://schemas.microsoft.com/office/drawing/2014/main" id="{AD823355-AD22-4631-A4D0-EB72EB991C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6" y="1008"/>
              <a:ext cx="288" cy="288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93000"/>
                </a:lnSpc>
                <a:spcBef>
                  <a:spcPts val="8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defRPr sz="32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93000"/>
                </a:lnSpc>
                <a:spcBef>
                  <a:spcPts val="7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93000"/>
                </a:lnSpc>
                <a:spcBef>
                  <a:spcPts val="6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93000"/>
                </a:lnSpc>
                <a:spcBef>
                  <a:spcPts val="5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93000"/>
                </a:lnSpc>
                <a:spcBef>
                  <a:spcPts val="5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en-US" altLang="en-US" sz="2400">
                <a:solidFill>
                  <a:schemeClr val="bg1"/>
                </a:solidFill>
              </a:endParaRPr>
            </a:p>
          </p:txBody>
        </p:sp>
        <p:grpSp>
          <p:nvGrpSpPr>
            <p:cNvPr id="168104" name="Group 104">
              <a:extLst>
                <a:ext uri="{FF2B5EF4-FFF2-40B4-BE49-F238E27FC236}">
                  <a16:creationId xmlns:a16="http://schemas.microsoft.com/office/drawing/2014/main" id="{FC39B00F-FC25-4A26-83B4-E942B34FF4B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95" y="1056"/>
              <a:ext cx="96" cy="192"/>
              <a:chOff x="1395" y="1056"/>
              <a:chExt cx="96" cy="192"/>
            </a:xfrm>
          </p:grpSpPr>
          <p:sp>
            <p:nvSpPr>
              <p:cNvPr id="168130" name="Line 105">
                <a:extLst>
                  <a:ext uri="{FF2B5EF4-FFF2-40B4-BE49-F238E27FC236}">
                    <a16:creationId xmlns:a16="http://schemas.microsoft.com/office/drawing/2014/main" id="{ADC0AE42-4AAC-4C7A-B2FF-D8314041BB5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95" y="1056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68131" name="Line 106">
                <a:extLst>
                  <a:ext uri="{FF2B5EF4-FFF2-40B4-BE49-F238E27FC236}">
                    <a16:creationId xmlns:a16="http://schemas.microsoft.com/office/drawing/2014/main" id="{A4EC9B98-779E-4BAC-9B75-DFC4FD63603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91" y="1056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  <p:sp>
          <p:nvSpPr>
            <p:cNvPr id="168105" name="Line 107">
              <a:extLst>
                <a:ext uri="{FF2B5EF4-FFF2-40B4-BE49-F238E27FC236}">
                  <a16:creationId xmlns:a16="http://schemas.microsoft.com/office/drawing/2014/main" id="{D71EB960-70FA-45CC-9E9C-DDDE0B36D7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8" y="1056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68106" name="Line 108">
              <a:extLst>
                <a:ext uri="{FF2B5EF4-FFF2-40B4-BE49-F238E27FC236}">
                  <a16:creationId xmlns:a16="http://schemas.microsoft.com/office/drawing/2014/main" id="{D26A1B61-348A-4904-800C-E64B8E41BA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" y="1056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68107" name="Line 109">
              <a:extLst>
                <a:ext uri="{FF2B5EF4-FFF2-40B4-BE49-F238E27FC236}">
                  <a16:creationId xmlns:a16="http://schemas.microsoft.com/office/drawing/2014/main" id="{F5667CB1-13C5-47E8-827D-92E124295B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" y="1056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68108" name="Line 110">
              <a:extLst>
                <a:ext uri="{FF2B5EF4-FFF2-40B4-BE49-F238E27FC236}">
                  <a16:creationId xmlns:a16="http://schemas.microsoft.com/office/drawing/2014/main" id="{890D7D88-2DB4-4FFD-96F9-00E697FBAE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" y="1056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grpSp>
          <p:nvGrpSpPr>
            <p:cNvPr id="168109" name="Group 111">
              <a:extLst>
                <a:ext uri="{FF2B5EF4-FFF2-40B4-BE49-F238E27FC236}">
                  <a16:creationId xmlns:a16="http://schemas.microsoft.com/office/drawing/2014/main" id="{6B1D6196-AD14-4BD0-B14A-C71C876F608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16" y="1056"/>
              <a:ext cx="96" cy="192"/>
              <a:chOff x="1395" y="1056"/>
              <a:chExt cx="96" cy="192"/>
            </a:xfrm>
          </p:grpSpPr>
          <p:sp>
            <p:nvSpPr>
              <p:cNvPr id="168128" name="Line 112">
                <a:extLst>
                  <a:ext uri="{FF2B5EF4-FFF2-40B4-BE49-F238E27FC236}">
                    <a16:creationId xmlns:a16="http://schemas.microsoft.com/office/drawing/2014/main" id="{B0ED59AC-F761-42E8-BB31-F401E868CC5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95" y="1056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68129" name="Line 113">
                <a:extLst>
                  <a:ext uri="{FF2B5EF4-FFF2-40B4-BE49-F238E27FC236}">
                    <a16:creationId xmlns:a16="http://schemas.microsoft.com/office/drawing/2014/main" id="{21A39D59-78CC-42E9-9BED-C205F54C798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91" y="1056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  <p:grpSp>
          <p:nvGrpSpPr>
            <p:cNvPr id="168110" name="Group 114">
              <a:extLst>
                <a:ext uri="{FF2B5EF4-FFF2-40B4-BE49-F238E27FC236}">
                  <a16:creationId xmlns:a16="http://schemas.microsoft.com/office/drawing/2014/main" id="{B265F48D-2EC5-4BBE-85C7-DD4702D3AA2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12" y="1056"/>
              <a:ext cx="96" cy="192"/>
              <a:chOff x="1395" y="1056"/>
              <a:chExt cx="96" cy="192"/>
            </a:xfrm>
          </p:grpSpPr>
          <p:sp>
            <p:nvSpPr>
              <p:cNvPr id="168126" name="Line 115">
                <a:extLst>
                  <a:ext uri="{FF2B5EF4-FFF2-40B4-BE49-F238E27FC236}">
                    <a16:creationId xmlns:a16="http://schemas.microsoft.com/office/drawing/2014/main" id="{936A80DB-C0AD-42CC-AEC8-2C8485AD19F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95" y="1056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68127" name="Line 116">
                <a:extLst>
                  <a:ext uri="{FF2B5EF4-FFF2-40B4-BE49-F238E27FC236}">
                    <a16:creationId xmlns:a16="http://schemas.microsoft.com/office/drawing/2014/main" id="{588D73FD-BFB1-40FD-A316-55DA48FBD6C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91" y="1056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  <p:grpSp>
          <p:nvGrpSpPr>
            <p:cNvPr id="168111" name="Group 117">
              <a:extLst>
                <a:ext uri="{FF2B5EF4-FFF2-40B4-BE49-F238E27FC236}">
                  <a16:creationId xmlns:a16="http://schemas.microsoft.com/office/drawing/2014/main" id="{21795387-7FDB-4169-A8B0-A4C57B34B3C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28" y="1056"/>
              <a:ext cx="96" cy="192"/>
              <a:chOff x="1395" y="1056"/>
              <a:chExt cx="96" cy="192"/>
            </a:xfrm>
          </p:grpSpPr>
          <p:sp>
            <p:nvSpPr>
              <p:cNvPr id="168124" name="Line 118">
                <a:extLst>
                  <a:ext uri="{FF2B5EF4-FFF2-40B4-BE49-F238E27FC236}">
                    <a16:creationId xmlns:a16="http://schemas.microsoft.com/office/drawing/2014/main" id="{54AC8813-E9A6-4278-BF32-DDA3A7D292C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95" y="1056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68125" name="Line 119">
                <a:extLst>
                  <a:ext uri="{FF2B5EF4-FFF2-40B4-BE49-F238E27FC236}">
                    <a16:creationId xmlns:a16="http://schemas.microsoft.com/office/drawing/2014/main" id="{6E9EEC53-48A2-4795-81BF-C840F97F727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91" y="1056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  <p:grpSp>
          <p:nvGrpSpPr>
            <p:cNvPr id="168112" name="Group 120">
              <a:extLst>
                <a:ext uri="{FF2B5EF4-FFF2-40B4-BE49-F238E27FC236}">
                  <a16:creationId xmlns:a16="http://schemas.microsoft.com/office/drawing/2014/main" id="{79962283-BD7F-4738-A012-4E198BB1972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00" y="1056"/>
              <a:ext cx="96" cy="192"/>
              <a:chOff x="1395" y="1056"/>
              <a:chExt cx="96" cy="192"/>
            </a:xfrm>
          </p:grpSpPr>
          <p:sp>
            <p:nvSpPr>
              <p:cNvPr id="168122" name="Line 121">
                <a:extLst>
                  <a:ext uri="{FF2B5EF4-FFF2-40B4-BE49-F238E27FC236}">
                    <a16:creationId xmlns:a16="http://schemas.microsoft.com/office/drawing/2014/main" id="{469FE02B-3194-40EF-9EFA-D703F48B5C5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95" y="1056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68123" name="Line 122">
                <a:extLst>
                  <a:ext uri="{FF2B5EF4-FFF2-40B4-BE49-F238E27FC236}">
                    <a16:creationId xmlns:a16="http://schemas.microsoft.com/office/drawing/2014/main" id="{81A29470-1412-4E52-9B87-08759BBB020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91" y="1056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  <p:grpSp>
          <p:nvGrpSpPr>
            <p:cNvPr id="168113" name="Group 123">
              <a:extLst>
                <a:ext uri="{FF2B5EF4-FFF2-40B4-BE49-F238E27FC236}">
                  <a16:creationId xmlns:a16="http://schemas.microsoft.com/office/drawing/2014/main" id="{C3B4DAF1-23CA-4BAE-999E-261986809D8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88" y="1056"/>
              <a:ext cx="96" cy="192"/>
              <a:chOff x="1395" y="1056"/>
              <a:chExt cx="96" cy="192"/>
            </a:xfrm>
          </p:grpSpPr>
          <p:sp>
            <p:nvSpPr>
              <p:cNvPr id="168120" name="Line 124">
                <a:extLst>
                  <a:ext uri="{FF2B5EF4-FFF2-40B4-BE49-F238E27FC236}">
                    <a16:creationId xmlns:a16="http://schemas.microsoft.com/office/drawing/2014/main" id="{3E231D13-82AA-4802-91F4-09DA6995770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95" y="1056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68121" name="Line 125">
                <a:extLst>
                  <a:ext uri="{FF2B5EF4-FFF2-40B4-BE49-F238E27FC236}">
                    <a16:creationId xmlns:a16="http://schemas.microsoft.com/office/drawing/2014/main" id="{E6FB6016-972F-45B6-B3D8-DAC99A23D5B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91" y="1056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  <p:grpSp>
          <p:nvGrpSpPr>
            <p:cNvPr id="168114" name="Group 126">
              <a:extLst>
                <a:ext uri="{FF2B5EF4-FFF2-40B4-BE49-F238E27FC236}">
                  <a16:creationId xmlns:a16="http://schemas.microsoft.com/office/drawing/2014/main" id="{3EA244E3-2BC6-4769-A972-6CA7B7C0B6A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72" y="1056"/>
              <a:ext cx="96" cy="192"/>
              <a:chOff x="1395" y="1056"/>
              <a:chExt cx="96" cy="192"/>
            </a:xfrm>
          </p:grpSpPr>
          <p:sp>
            <p:nvSpPr>
              <p:cNvPr id="168118" name="Line 127">
                <a:extLst>
                  <a:ext uri="{FF2B5EF4-FFF2-40B4-BE49-F238E27FC236}">
                    <a16:creationId xmlns:a16="http://schemas.microsoft.com/office/drawing/2014/main" id="{AB941C63-684D-4061-ADD6-9971845354E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95" y="1056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68119" name="Line 128">
                <a:extLst>
                  <a:ext uri="{FF2B5EF4-FFF2-40B4-BE49-F238E27FC236}">
                    <a16:creationId xmlns:a16="http://schemas.microsoft.com/office/drawing/2014/main" id="{23918308-AD58-4398-9030-DB48CE3CEBA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91" y="1056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  <p:grpSp>
          <p:nvGrpSpPr>
            <p:cNvPr id="168115" name="Group 129">
              <a:extLst>
                <a:ext uri="{FF2B5EF4-FFF2-40B4-BE49-F238E27FC236}">
                  <a16:creationId xmlns:a16="http://schemas.microsoft.com/office/drawing/2014/main" id="{B954A7FF-0ECA-49EA-A041-DA72A2F261F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04" y="1056"/>
              <a:ext cx="96" cy="192"/>
              <a:chOff x="1395" y="1056"/>
              <a:chExt cx="96" cy="192"/>
            </a:xfrm>
          </p:grpSpPr>
          <p:sp>
            <p:nvSpPr>
              <p:cNvPr id="168116" name="Line 130">
                <a:extLst>
                  <a:ext uri="{FF2B5EF4-FFF2-40B4-BE49-F238E27FC236}">
                    <a16:creationId xmlns:a16="http://schemas.microsoft.com/office/drawing/2014/main" id="{FF686E37-CB3F-4B65-A743-F1D55AB3B77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95" y="1056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68117" name="Line 131">
                <a:extLst>
                  <a:ext uri="{FF2B5EF4-FFF2-40B4-BE49-F238E27FC236}">
                    <a16:creationId xmlns:a16="http://schemas.microsoft.com/office/drawing/2014/main" id="{86359B74-460A-46C6-9D75-54020134700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91" y="1056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</p:grpSp>
      <p:grpSp>
        <p:nvGrpSpPr>
          <p:cNvPr id="167944" name="Group 198">
            <a:extLst>
              <a:ext uri="{FF2B5EF4-FFF2-40B4-BE49-F238E27FC236}">
                <a16:creationId xmlns:a16="http://schemas.microsoft.com/office/drawing/2014/main" id="{935A28B1-F504-4933-BBAB-FA14354B8F70}"/>
              </a:ext>
            </a:extLst>
          </p:cNvPr>
          <p:cNvGrpSpPr>
            <a:grpSpLocks/>
          </p:cNvGrpSpPr>
          <p:nvPr/>
        </p:nvGrpSpPr>
        <p:grpSpPr bwMode="auto">
          <a:xfrm>
            <a:off x="33338" y="2971800"/>
            <a:ext cx="9067800" cy="457200"/>
            <a:chOff x="0" y="1008"/>
            <a:chExt cx="5712" cy="288"/>
          </a:xfrm>
        </p:grpSpPr>
        <p:sp>
          <p:nvSpPr>
            <p:cNvPr id="168025" name="Rectangle 17">
              <a:extLst>
                <a:ext uri="{FF2B5EF4-FFF2-40B4-BE49-F238E27FC236}">
                  <a16:creationId xmlns:a16="http://schemas.microsoft.com/office/drawing/2014/main" id="{62BE016A-660B-4B08-A4BD-1ECB16D208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0" y="1008"/>
              <a:ext cx="288" cy="288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93000"/>
                </a:lnSpc>
                <a:spcBef>
                  <a:spcPts val="8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defRPr sz="32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93000"/>
                </a:lnSpc>
                <a:spcBef>
                  <a:spcPts val="7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93000"/>
                </a:lnSpc>
                <a:spcBef>
                  <a:spcPts val="6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93000"/>
                </a:lnSpc>
                <a:spcBef>
                  <a:spcPts val="5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93000"/>
                </a:lnSpc>
                <a:spcBef>
                  <a:spcPts val="5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en-US" altLang="en-US" sz="2400">
                <a:solidFill>
                  <a:schemeClr val="bg1"/>
                </a:solidFill>
              </a:endParaRPr>
            </a:p>
          </p:txBody>
        </p:sp>
        <p:sp>
          <p:nvSpPr>
            <p:cNvPr id="168026" name="Rectangle 18">
              <a:extLst>
                <a:ext uri="{FF2B5EF4-FFF2-40B4-BE49-F238E27FC236}">
                  <a16:creationId xmlns:a16="http://schemas.microsoft.com/office/drawing/2014/main" id="{B3FD2C86-CE13-4F13-BA79-B78FF196B7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1008"/>
              <a:ext cx="288" cy="288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93000"/>
                </a:lnSpc>
                <a:spcBef>
                  <a:spcPts val="8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defRPr sz="32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93000"/>
                </a:lnSpc>
                <a:spcBef>
                  <a:spcPts val="7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93000"/>
                </a:lnSpc>
                <a:spcBef>
                  <a:spcPts val="6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93000"/>
                </a:lnSpc>
                <a:spcBef>
                  <a:spcPts val="5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93000"/>
                </a:lnSpc>
                <a:spcBef>
                  <a:spcPts val="5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en-US" altLang="en-US" sz="2400">
                <a:solidFill>
                  <a:schemeClr val="bg1"/>
                </a:solidFill>
              </a:endParaRPr>
            </a:p>
          </p:txBody>
        </p:sp>
        <p:sp>
          <p:nvSpPr>
            <p:cNvPr id="168027" name="Rectangle 19">
              <a:extLst>
                <a:ext uri="{FF2B5EF4-FFF2-40B4-BE49-F238E27FC236}">
                  <a16:creationId xmlns:a16="http://schemas.microsoft.com/office/drawing/2014/main" id="{244F36E1-D541-49BD-9F14-5A217AAE52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6" y="1008"/>
              <a:ext cx="288" cy="288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93000"/>
                </a:lnSpc>
                <a:spcBef>
                  <a:spcPts val="8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defRPr sz="32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93000"/>
                </a:lnSpc>
                <a:spcBef>
                  <a:spcPts val="7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93000"/>
                </a:lnSpc>
                <a:spcBef>
                  <a:spcPts val="6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93000"/>
                </a:lnSpc>
                <a:spcBef>
                  <a:spcPts val="5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93000"/>
                </a:lnSpc>
                <a:spcBef>
                  <a:spcPts val="5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en-US" altLang="en-US" sz="2400">
                <a:solidFill>
                  <a:schemeClr val="bg1"/>
                </a:solidFill>
              </a:endParaRPr>
            </a:p>
          </p:txBody>
        </p:sp>
        <p:sp>
          <p:nvSpPr>
            <p:cNvPr id="168028" name="Rectangle 20">
              <a:extLst>
                <a:ext uri="{FF2B5EF4-FFF2-40B4-BE49-F238E27FC236}">
                  <a16:creationId xmlns:a16="http://schemas.microsoft.com/office/drawing/2014/main" id="{0F51CE86-80E3-4CD7-A9ED-71382DC1DE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8" y="1008"/>
              <a:ext cx="288" cy="288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93000"/>
                </a:lnSpc>
                <a:spcBef>
                  <a:spcPts val="8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defRPr sz="32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93000"/>
                </a:lnSpc>
                <a:spcBef>
                  <a:spcPts val="7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93000"/>
                </a:lnSpc>
                <a:spcBef>
                  <a:spcPts val="6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93000"/>
                </a:lnSpc>
                <a:spcBef>
                  <a:spcPts val="5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93000"/>
                </a:lnSpc>
                <a:spcBef>
                  <a:spcPts val="5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en-US" altLang="en-US" sz="2400">
                <a:solidFill>
                  <a:schemeClr val="bg1"/>
                </a:solidFill>
              </a:endParaRPr>
            </a:p>
          </p:txBody>
        </p:sp>
        <p:sp>
          <p:nvSpPr>
            <p:cNvPr id="168029" name="Rectangle 33">
              <a:extLst>
                <a:ext uri="{FF2B5EF4-FFF2-40B4-BE49-F238E27FC236}">
                  <a16:creationId xmlns:a16="http://schemas.microsoft.com/office/drawing/2014/main" id="{6D495C03-3FDB-487C-94B5-C5B67557A8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2" y="1008"/>
              <a:ext cx="288" cy="288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93000"/>
                </a:lnSpc>
                <a:spcBef>
                  <a:spcPts val="8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defRPr sz="32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93000"/>
                </a:lnSpc>
                <a:spcBef>
                  <a:spcPts val="7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93000"/>
                </a:lnSpc>
                <a:spcBef>
                  <a:spcPts val="6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93000"/>
                </a:lnSpc>
                <a:spcBef>
                  <a:spcPts val="5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93000"/>
                </a:lnSpc>
                <a:spcBef>
                  <a:spcPts val="5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en-US" altLang="en-US" sz="2400">
                <a:solidFill>
                  <a:schemeClr val="bg1"/>
                </a:solidFill>
              </a:endParaRPr>
            </a:p>
          </p:txBody>
        </p:sp>
        <p:sp>
          <p:nvSpPr>
            <p:cNvPr id="168030" name="Rectangle 34">
              <a:extLst>
                <a:ext uri="{FF2B5EF4-FFF2-40B4-BE49-F238E27FC236}">
                  <a16:creationId xmlns:a16="http://schemas.microsoft.com/office/drawing/2014/main" id="{1AEA00A5-8247-43EE-9A5E-E568490BF4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1008"/>
              <a:ext cx="288" cy="288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93000"/>
                </a:lnSpc>
                <a:spcBef>
                  <a:spcPts val="8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defRPr sz="32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93000"/>
                </a:lnSpc>
                <a:spcBef>
                  <a:spcPts val="7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93000"/>
                </a:lnSpc>
                <a:spcBef>
                  <a:spcPts val="6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93000"/>
                </a:lnSpc>
                <a:spcBef>
                  <a:spcPts val="5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93000"/>
                </a:lnSpc>
                <a:spcBef>
                  <a:spcPts val="5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en-US" altLang="en-US" sz="2400">
                <a:solidFill>
                  <a:schemeClr val="bg1"/>
                </a:solidFill>
              </a:endParaRPr>
            </a:p>
          </p:txBody>
        </p:sp>
        <p:sp>
          <p:nvSpPr>
            <p:cNvPr id="168031" name="Rectangle 35">
              <a:extLst>
                <a:ext uri="{FF2B5EF4-FFF2-40B4-BE49-F238E27FC236}">
                  <a16:creationId xmlns:a16="http://schemas.microsoft.com/office/drawing/2014/main" id="{25293BD5-EA3E-491C-9B14-638B16DE49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4" y="1008"/>
              <a:ext cx="288" cy="288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93000"/>
                </a:lnSpc>
                <a:spcBef>
                  <a:spcPts val="8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defRPr sz="32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93000"/>
                </a:lnSpc>
                <a:spcBef>
                  <a:spcPts val="7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93000"/>
                </a:lnSpc>
                <a:spcBef>
                  <a:spcPts val="6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93000"/>
                </a:lnSpc>
                <a:spcBef>
                  <a:spcPts val="5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93000"/>
                </a:lnSpc>
                <a:spcBef>
                  <a:spcPts val="5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en-US" altLang="en-US" sz="2400">
                <a:solidFill>
                  <a:schemeClr val="bg1"/>
                </a:solidFill>
              </a:endParaRPr>
            </a:p>
          </p:txBody>
        </p:sp>
        <p:sp>
          <p:nvSpPr>
            <p:cNvPr id="168032" name="Rectangle 36">
              <a:extLst>
                <a:ext uri="{FF2B5EF4-FFF2-40B4-BE49-F238E27FC236}">
                  <a16:creationId xmlns:a16="http://schemas.microsoft.com/office/drawing/2014/main" id="{2CB9518E-9449-403E-BF68-C5E322566C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48" y="1008"/>
              <a:ext cx="288" cy="288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93000"/>
                </a:lnSpc>
                <a:spcBef>
                  <a:spcPts val="8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defRPr sz="32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93000"/>
                </a:lnSpc>
                <a:spcBef>
                  <a:spcPts val="7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93000"/>
                </a:lnSpc>
                <a:spcBef>
                  <a:spcPts val="6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93000"/>
                </a:lnSpc>
                <a:spcBef>
                  <a:spcPts val="5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93000"/>
                </a:lnSpc>
                <a:spcBef>
                  <a:spcPts val="5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en-US" altLang="en-US" sz="2400">
                <a:solidFill>
                  <a:schemeClr val="bg1"/>
                </a:solidFill>
              </a:endParaRPr>
            </a:p>
          </p:txBody>
        </p:sp>
        <p:grpSp>
          <p:nvGrpSpPr>
            <p:cNvPr id="168033" name="Group 77">
              <a:extLst>
                <a:ext uri="{FF2B5EF4-FFF2-40B4-BE49-F238E27FC236}">
                  <a16:creationId xmlns:a16="http://schemas.microsoft.com/office/drawing/2014/main" id="{0C7550F4-F546-4806-924C-06D4C8CF8F5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56" y="1056"/>
              <a:ext cx="96" cy="192"/>
              <a:chOff x="1395" y="1056"/>
              <a:chExt cx="96" cy="192"/>
            </a:xfrm>
          </p:grpSpPr>
          <p:sp>
            <p:nvSpPr>
              <p:cNvPr id="168092" name="Line 78">
                <a:extLst>
                  <a:ext uri="{FF2B5EF4-FFF2-40B4-BE49-F238E27FC236}">
                    <a16:creationId xmlns:a16="http://schemas.microsoft.com/office/drawing/2014/main" id="{FA521984-7D40-48BB-8512-55D6D445199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95" y="1056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68093" name="Line 79">
                <a:extLst>
                  <a:ext uri="{FF2B5EF4-FFF2-40B4-BE49-F238E27FC236}">
                    <a16:creationId xmlns:a16="http://schemas.microsoft.com/office/drawing/2014/main" id="{454F7A0A-F3DE-4711-988D-921F8091522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91" y="1056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  <p:grpSp>
          <p:nvGrpSpPr>
            <p:cNvPr id="168034" name="Group 83">
              <a:extLst>
                <a:ext uri="{FF2B5EF4-FFF2-40B4-BE49-F238E27FC236}">
                  <a16:creationId xmlns:a16="http://schemas.microsoft.com/office/drawing/2014/main" id="{2ACA239D-A715-40A0-9D6F-3624AF2C944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32" y="1056"/>
              <a:ext cx="96" cy="192"/>
              <a:chOff x="1395" y="1056"/>
              <a:chExt cx="96" cy="192"/>
            </a:xfrm>
          </p:grpSpPr>
          <p:sp>
            <p:nvSpPr>
              <p:cNvPr id="168090" name="Line 84">
                <a:extLst>
                  <a:ext uri="{FF2B5EF4-FFF2-40B4-BE49-F238E27FC236}">
                    <a16:creationId xmlns:a16="http://schemas.microsoft.com/office/drawing/2014/main" id="{59FEF64E-93BF-4C63-A9F1-51AE227B2C4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95" y="1056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68091" name="Line 85">
                <a:extLst>
                  <a:ext uri="{FF2B5EF4-FFF2-40B4-BE49-F238E27FC236}">
                    <a16:creationId xmlns:a16="http://schemas.microsoft.com/office/drawing/2014/main" id="{656BF37A-5F86-4CE7-A863-ED3BED973DE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91" y="1056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  <p:grpSp>
          <p:nvGrpSpPr>
            <p:cNvPr id="168035" name="Group 86">
              <a:extLst>
                <a:ext uri="{FF2B5EF4-FFF2-40B4-BE49-F238E27FC236}">
                  <a16:creationId xmlns:a16="http://schemas.microsoft.com/office/drawing/2014/main" id="{6E89BD05-E1EB-456D-97A4-E11E50CB48B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944" y="1056"/>
              <a:ext cx="96" cy="192"/>
              <a:chOff x="1395" y="1056"/>
              <a:chExt cx="96" cy="192"/>
            </a:xfrm>
          </p:grpSpPr>
          <p:sp>
            <p:nvSpPr>
              <p:cNvPr id="168088" name="Line 87">
                <a:extLst>
                  <a:ext uri="{FF2B5EF4-FFF2-40B4-BE49-F238E27FC236}">
                    <a16:creationId xmlns:a16="http://schemas.microsoft.com/office/drawing/2014/main" id="{4D864AD9-9E31-4E01-B1C7-A43703EC835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95" y="1056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68089" name="Line 88">
                <a:extLst>
                  <a:ext uri="{FF2B5EF4-FFF2-40B4-BE49-F238E27FC236}">
                    <a16:creationId xmlns:a16="http://schemas.microsoft.com/office/drawing/2014/main" id="{B21CF602-D68D-4DD0-886A-55F1E09FCAB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91" y="1056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  <p:grpSp>
          <p:nvGrpSpPr>
            <p:cNvPr id="168036" name="Group 92">
              <a:extLst>
                <a:ext uri="{FF2B5EF4-FFF2-40B4-BE49-F238E27FC236}">
                  <a16:creationId xmlns:a16="http://schemas.microsoft.com/office/drawing/2014/main" id="{09C65E68-3A28-4511-A1E6-0D9E1C92D98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1008"/>
              <a:ext cx="3264" cy="288"/>
              <a:chOff x="0" y="1008"/>
              <a:chExt cx="3264" cy="288"/>
            </a:xfrm>
          </p:grpSpPr>
          <p:sp>
            <p:nvSpPr>
              <p:cNvPr id="168050" name="Rectangle 7">
                <a:extLst>
                  <a:ext uri="{FF2B5EF4-FFF2-40B4-BE49-F238E27FC236}">
                    <a16:creationId xmlns:a16="http://schemas.microsoft.com/office/drawing/2014/main" id="{A4F5A269-6A2F-4691-9D59-6250BF8048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1008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93000"/>
                  </a:lnSpc>
                  <a:spcBef>
                    <a:spcPts val="8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•"/>
                  <a:defRPr sz="32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lnSpc>
                    <a:spcPct val="93000"/>
                  </a:lnSpc>
                  <a:spcBef>
                    <a:spcPts val="7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–"/>
                  <a:defRPr sz="28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lnSpc>
                    <a:spcPct val="93000"/>
                  </a:lnSpc>
                  <a:spcBef>
                    <a:spcPts val="6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•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lnSpc>
                    <a:spcPct val="93000"/>
                  </a:lnSpc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–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lnSpc>
                    <a:spcPct val="93000"/>
                  </a:lnSpc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 typeface="Arial" panose="020B0604020202020204" pitchFamily="34" charset="0"/>
                  <a:buNone/>
                </a:pPr>
                <a:endParaRPr lang="en-US" altLang="en-US" sz="2400">
                  <a:solidFill>
                    <a:schemeClr val="bg1"/>
                  </a:solidFill>
                </a:endParaRPr>
              </a:p>
            </p:txBody>
          </p:sp>
          <p:sp>
            <p:nvSpPr>
              <p:cNvPr id="168051" name="Rectangle 8">
                <a:extLst>
                  <a:ext uri="{FF2B5EF4-FFF2-40B4-BE49-F238E27FC236}">
                    <a16:creationId xmlns:a16="http://schemas.microsoft.com/office/drawing/2014/main" id="{2E8EFF91-B80D-4D29-BF37-331DB127F4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" y="1008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93000"/>
                  </a:lnSpc>
                  <a:spcBef>
                    <a:spcPts val="8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•"/>
                  <a:defRPr sz="32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lnSpc>
                    <a:spcPct val="93000"/>
                  </a:lnSpc>
                  <a:spcBef>
                    <a:spcPts val="7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–"/>
                  <a:defRPr sz="28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lnSpc>
                    <a:spcPct val="93000"/>
                  </a:lnSpc>
                  <a:spcBef>
                    <a:spcPts val="6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•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lnSpc>
                    <a:spcPct val="93000"/>
                  </a:lnSpc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–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lnSpc>
                    <a:spcPct val="93000"/>
                  </a:lnSpc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 typeface="Arial" panose="020B0604020202020204" pitchFamily="34" charset="0"/>
                  <a:buNone/>
                </a:pPr>
                <a:endParaRPr lang="en-US" altLang="en-US" sz="2400">
                  <a:solidFill>
                    <a:schemeClr val="bg1"/>
                  </a:solidFill>
                </a:endParaRPr>
              </a:p>
            </p:txBody>
          </p:sp>
          <p:sp>
            <p:nvSpPr>
              <p:cNvPr id="168052" name="Rectangle 9">
                <a:extLst>
                  <a:ext uri="{FF2B5EF4-FFF2-40B4-BE49-F238E27FC236}">
                    <a16:creationId xmlns:a16="http://schemas.microsoft.com/office/drawing/2014/main" id="{AECC51FE-4185-4F24-BD8B-D0222A28F8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59" y="1008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93000"/>
                  </a:lnSpc>
                  <a:spcBef>
                    <a:spcPts val="8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•"/>
                  <a:defRPr sz="32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lnSpc>
                    <a:spcPct val="93000"/>
                  </a:lnSpc>
                  <a:spcBef>
                    <a:spcPts val="7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–"/>
                  <a:defRPr sz="28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lnSpc>
                    <a:spcPct val="93000"/>
                  </a:lnSpc>
                  <a:spcBef>
                    <a:spcPts val="6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•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lnSpc>
                    <a:spcPct val="93000"/>
                  </a:lnSpc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–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lnSpc>
                    <a:spcPct val="93000"/>
                  </a:lnSpc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 typeface="Arial" panose="020B0604020202020204" pitchFamily="34" charset="0"/>
                  <a:buNone/>
                </a:pPr>
                <a:endParaRPr lang="en-US" altLang="en-US" sz="2400">
                  <a:solidFill>
                    <a:schemeClr val="bg1"/>
                  </a:solidFill>
                </a:endParaRPr>
              </a:p>
            </p:txBody>
          </p:sp>
          <p:sp>
            <p:nvSpPr>
              <p:cNvPr id="168053" name="Rectangle 10">
                <a:extLst>
                  <a:ext uri="{FF2B5EF4-FFF2-40B4-BE49-F238E27FC236}">
                    <a16:creationId xmlns:a16="http://schemas.microsoft.com/office/drawing/2014/main" id="{7414E8FC-B7D8-407A-9692-928E12B278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92" y="1008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93000"/>
                  </a:lnSpc>
                  <a:spcBef>
                    <a:spcPts val="8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•"/>
                  <a:defRPr sz="32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lnSpc>
                    <a:spcPct val="93000"/>
                  </a:lnSpc>
                  <a:spcBef>
                    <a:spcPts val="7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–"/>
                  <a:defRPr sz="28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lnSpc>
                    <a:spcPct val="93000"/>
                  </a:lnSpc>
                  <a:spcBef>
                    <a:spcPts val="6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•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lnSpc>
                    <a:spcPct val="93000"/>
                  </a:lnSpc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–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lnSpc>
                    <a:spcPct val="93000"/>
                  </a:lnSpc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 typeface="Arial" panose="020B0604020202020204" pitchFamily="34" charset="0"/>
                  <a:buNone/>
                </a:pPr>
                <a:endParaRPr lang="en-US" altLang="en-US" sz="2400">
                  <a:solidFill>
                    <a:schemeClr val="bg1"/>
                  </a:solidFill>
                </a:endParaRPr>
              </a:p>
            </p:txBody>
          </p:sp>
          <p:sp>
            <p:nvSpPr>
              <p:cNvPr id="168054" name="Rectangle 11">
                <a:extLst>
                  <a:ext uri="{FF2B5EF4-FFF2-40B4-BE49-F238E27FC236}">
                    <a16:creationId xmlns:a16="http://schemas.microsoft.com/office/drawing/2014/main" id="{A1F70391-9626-44D6-9DF0-3C650CCA62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04" y="1008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93000"/>
                  </a:lnSpc>
                  <a:spcBef>
                    <a:spcPts val="8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•"/>
                  <a:defRPr sz="32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lnSpc>
                    <a:spcPct val="93000"/>
                  </a:lnSpc>
                  <a:spcBef>
                    <a:spcPts val="7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–"/>
                  <a:defRPr sz="28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lnSpc>
                    <a:spcPct val="93000"/>
                  </a:lnSpc>
                  <a:spcBef>
                    <a:spcPts val="6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•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lnSpc>
                    <a:spcPct val="93000"/>
                  </a:lnSpc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–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lnSpc>
                    <a:spcPct val="93000"/>
                  </a:lnSpc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 typeface="Arial" panose="020B0604020202020204" pitchFamily="34" charset="0"/>
                  <a:buNone/>
                </a:pPr>
                <a:endParaRPr lang="en-US" altLang="en-US" sz="2400">
                  <a:solidFill>
                    <a:schemeClr val="bg1"/>
                  </a:solidFill>
                </a:endParaRPr>
              </a:p>
            </p:txBody>
          </p:sp>
          <p:sp>
            <p:nvSpPr>
              <p:cNvPr id="168055" name="Rectangle 12">
                <a:extLst>
                  <a:ext uri="{FF2B5EF4-FFF2-40B4-BE49-F238E27FC236}">
                    <a16:creationId xmlns:a16="http://schemas.microsoft.com/office/drawing/2014/main" id="{A97410A5-F6B1-4E22-89AF-98B3438D09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08" y="1008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93000"/>
                  </a:lnSpc>
                  <a:spcBef>
                    <a:spcPts val="8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•"/>
                  <a:defRPr sz="32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lnSpc>
                    <a:spcPct val="93000"/>
                  </a:lnSpc>
                  <a:spcBef>
                    <a:spcPts val="7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–"/>
                  <a:defRPr sz="28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lnSpc>
                    <a:spcPct val="93000"/>
                  </a:lnSpc>
                  <a:spcBef>
                    <a:spcPts val="6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•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lnSpc>
                    <a:spcPct val="93000"/>
                  </a:lnSpc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–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lnSpc>
                    <a:spcPct val="93000"/>
                  </a:lnSpc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 typeface="Arial" panose="020B0604020202020204" pitchFamily="34" charset="0"/>
                  <a:buNone/>
                </a:pPr>
                <a:endParaRPr lang="en-US" altLang="en-US" sz="2400">
                  <a:solidFill>
                    <a:schemeClr val="bg1"/>
                  </a:solidFill>
                </a:endParaRPr>
              </a:p>
            </p:txBody>
          </p:sp>
          <p:sp>
            <p:nvSpPr>
              <p:cNvPr id="168056" name="Rectangle 13">
                <a:extLst>
                  <a:ext uri="{FF2B5EF4-FFF2-40B4-BE49-F238E27FC236}">
                    <a16:creationId xmlns:a16="http://schemas.microsoft.com/office/drawing/2014/main" id="{567872A5-4A66-4E60-A565-BCA99CA1DE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96" y="1008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93000"/>
                  </a:lnSpc>
                  <a:spcBef>
                    <a:spcPts val="8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•"/>
                  <a:defRPr sz="32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lnSpc>
                    <a:spcPct val="93000"/>
                  </a:lnSpc>
                  <a:spcBef>
                    <a:spcPts val="7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–"/>
                  <a:defRPr sz="28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lnSpc>
                    <a:spcPct val="93000"/>
                  </a:lnSpc>
                  <a:spcBef>
                    <a:spcPts val="6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•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lnSpc>
                    <a:spcPct val="93000"/>
                  </a:lnSpc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–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lnSpc>
                    <a:spcPct val="93000"/>
                  </a:lnSpc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 typeface="Arial" panose="020B0604020202020204" pitchFamily="34" charset="0"/>
                  <a:buNone/>
                </a:pPr>
                <a:endParaRPr lang="en-US" altLang="en-US" sz="2400">
                  <a:solidFill>
                    <a:schemeClr val="bg1"/>
                  </a:solidFill>
                </a:endParaRPr>
              </a:p>
            </p:txBody>
          </p:sp>
          <p:sp>
            <p:nvSpPr>
              <p:cNvPr id="168057" name="Rectangle 14">
                <a:extLst>
                  <a:ext uri="{FF2B5EF4-FFF2-40B4-BE49-F238E27FC236}">
                    <a16:creationId xmlns:a16="http://schemas.microsoft.com/office/drawing/2014/main" id="{F24D1CC2-3F56-4915-A03F-6535994E06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16" y="1008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93000"/>
                  </a:lnSpc>
                  <a:spcBef>
                    <a:spcPts val="8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•"/>
                  <a:defRPr sz="32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lnSpc>
                    <a:spcPct val="93000"/>
                  </a:lnSpc>
                  <a:spcBef>
                    <a:spcPts val="7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–"/>
                  <a:defRPr sz="28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lnSpc>
                    <a:spcPct val="93000"/>
                  </a:lnSpc>
                  <a:spcBef>
                    <a:spcPts val="6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•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lnSpc>
                    <a:spcPct val="93000"/>
                  </a:lnSpc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–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lnSpc>
                    <a:spcPct val="93000"/>
                  </a:lnSpc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 typeface="Arial" panose="020B0604020202020204" pitchFamily="34" charset="0"/>
                  <a:buNone/>
                </a:pPr>
                <a:endParaRPr lang="en-US" altLang="en-US" sz="2400">
                  <a:solidFill>
                    <a:schemeClr val="bg1"/>
                  </a:solidFill>
                </a:endParaRPr>
              </a:p>
            </p:txBody>
          </p:sp>
          <p:sp>
            <p:nvSpPr>
              <p:cNvPr id="168058" name="Rectangle 15">
                <a:extLst>
                  <a:ext uri="{FF2B5EF4-FFF2-40B4-BE49-F238E27FC236}">
                    <a16:creationId xmlns:a16="http://schemas.microsoft.com/office/drawing/2014/main" id="{DFA9F3D6-A485-44C0-BEBE-27E272624D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0" y="1008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93000"/>
                  </a:lnSpc>
                  <a:spcBef>
                    <a:spcPts val="8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•"/>
                  <a:defRPr sz="32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lnSpc>
                    <a:spcPct val="93000"/>
                  </a:lnSpc>
                  <a:spcBef>
                    <a:spcPts val="7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–"/>
                  <a:defRPr sz="28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lnSpc>
                    <a:spcPct val="93000"/>
                  </a:lnSpc>
                  <a:spcBef>
                    <a:spcPts val="6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•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lnSpc>
                    <a:spcPct val="93000"/>
                  </a:lnSpc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–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lnSpc>
                    <a:spcPct val="93000"/>
                  </a:lnSpc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 typeface="Arial" panose="020B0604020202020204" pitchFamily="34" charset="0"/>
                  <a:buNone/>
                </a:pPr>
                <a:endParaRPr lang="en-US" altLang="en-US" sz="2400">
                  <a:solidFill>
                    <a:schemeClr val="bg1"/>
                  </a:solidFill>
                </a:endParaRPr>
              </a:p>
            </p:txBody>
          </p:sp>
          <p:sp>
            <p:nvSpPr>
              <p:cNvPr id="168059" name="Rectangle 16">
                <a:extLst>
                  <a:ext uri="{FF2B5EF4-FFF2-40B4-BE49-F238E27FC236}">
                    <a16:creationId xmlns:a16="http://schemas.microsoft.com/office/drawing/2014/main" id="{E4446530-1296-4DBA-AC9B-7959E16E5B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" y="1008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93000"/>
                  </a:lnSpc>
                  <a:spcBef>
                    <a:spcPts val="8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•"/>
                  <a:defRPr sz="32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lnSpc>
                    <a:spcPct val="93000"/>
                  </a:lnSpc>
                  <a:spcBef>
                    <a:spcPts val="7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–"/>
                  <a:defRPr sz="28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lnSpc>
                    <a:spcPct val="93000"/>
                  </a:lnSpc>
                  <a:spcBef>
                    <a:spcPts val="6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•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lnSpc>
                    <a:spcPct val="93000"/>
                  </a:lnSpc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–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lnSpc>
                    <a:spcPct val="93000"/>
                  </a:lnSpc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 typeface="Arial" panose="020B0604020202020204" pitchFamily="34" charset="0"/>
                  <a:buNone/>
                </a:pPr>
                <a:endParaRPr lang="en-US" altLang="en-US" sz="2400">
                  <a:solidFill>
                    <a:schemeClr val="bg1"/>
                  </a:solidFill>
                </a:endParaRPr>
              </a:p>
            </p:txBody>
          </p:sp>
          <p:grpSp>
            <p:nvGrpSpPr>
              <p:cNvPr id="168060" name="Group 61">
                <a:extLst>
                  <a:ext uri="{FF2B5EF4-FFF2-40B4-BE49-F238E27FC236}">
                    <a16:creationId xmlns:a16="http://schemas.microsoft.com/office/drawing/2014/main" id="{E0A1B4B6-BA0A-45B8-854A-94E955C620E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395" y="1056"/>
                <a:ext cx="96" cy="192"/>
                <a:chOff x="1395" y="1056"/>
                <a:chExt cx="96" cy="192"/>
              </a:xfrm>
            </p:grpSpPr>
            <p:sp>
              <p:nvSpPr>
                <p:cNvPr id="168086" name="Line 38">
                  <a:extLst>
                    <a:ext uri="{FF2B5EF4-FFF2-40B4-BE49-F238E27FC236}">
                      <a16:creationId xmlns:a16="http://schemas.microsoft.com/office/drawing/2014/main" id="{CB2FE0B5-FA0C-4FF5-B1C3-5DB10C3D2DB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395" y="1056"/>
                  <a:ext cx="0" cy="19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68087" name="Line 39">
                  <a:extLst>
                    <a:ext uri="{FF2B5EF4-FFF2-40B4-BE49-F238E27FC236}">
                      <a16:creationId xmlns:a16="http://schemas.microsoft.com/office/drawing/2014/main" id="{E129E4A7-F767-45A0-989D-805D83A6EDD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491" y="1056"/>
                  <a:ext cx="0" cy="19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 type="triangle" w="med" len="med"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sp>
            <p:nvSpPr>
              <p:cNvPr id="168061" name="Line 56">
                <a:extLst>
                  <a:ext uri="{FF2B5EF4-FFF2-40B4-BE49-F238E27FC236}">
                    <a16:creationId xmlns:a16="http://schemas.microsoft.com/office/drawing/2014/main" id="{2D7C3340-CB1A-4942-AEFA-5B121DCE049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28" y="1056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68062" name="Line 57">
                <a:extLst>
                  <a:ext uri="{FF2B5EF4-FFF2-40B4-BE49-F238E27FC236}">
                    <a16:creationId xmlns:a16="http://schemas.microsoft.com/office/drawing/2014/main" id="{7F37C695-E56D-4925-AC9D-409DAAD2F2B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2" y="1056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68063" name="Line 58">
                <a:extLst>
                  <a:ext uri="{FF2B5EF4-FFF2-40B4-BE49-F238E27FC236}">
                    <a16:creationId xmlns:a16="http://schemas.microsoft.com/office/drawing/2014/main" id="{C12D8423-205B-418A-B19E-351A53752AE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6" y="1056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68064" name="Line 59">
                <a:extLst>
                  <a:ext uri="{FF2B5EF4-FFF2-40B4-BE49-F238E27FC236}">
                    <a16:creationId xmlns:a16="http://schemas.microsoft.com/office/drawing/2014/main" id="{32056BFB-2B2D-44BF-9C6F-7020B07348B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2" y="1056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grpSp>
            <p:nvGrpSpPr>
              <p:cNvPr id="168065" name="Group 62">
                <a:extLst>
                  <a:ext uri="{FF2B5EF4-FFF2-40B4-BE49-F238E27FC236}">
                    <a16:creationId xmlns:a16="http://schemas.microsoft.com/office/drawing/2014/main" id="{65453ECE-E590-4EF2-BD0F-95979A6876F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16" y="1056"/>
                <a:ext cx="96" cy="192"/>
                <a:chOff x="1395" y="1056"/>
                <a:chExt cx="96" cy="192"/>
              </a:xfrm>
            </p:grpSpPr>
            <p:sp>
              <p:nvSpPr>
                <p:cNvPr id="168084" name="Line 63">
                  <a:extLst>
                    <a:ext uri="{FF2B5EF4-FFF2-40B4-BE49-F238E27FC236}">
                      <a16:creationId xmlns:a16="http://schemas.microsoft.com/office/drawing/2014/main" id="{7174EC4E-B4DB-4583-AFC8-E620F0892CB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395" y="1056"/>
                  <a:ext cx="0" cy="19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68085" name="Line 64">
                  <a:extLst>
                    <a:ext uri="{FF2B5EF4-FFF2-40B4-BE49-F238E27FC236}">
                      <a16:creationId xmlns:a16="http://schemas.microsoft.com/office/drawing/2014/main" id="{3D00DE61-9D8F-4195-91D0-8F8009B8BDE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491" y="1056"/>
                  <a:ext cx="0" cy="19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 type="triangle" w="med" len="med"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grpSp>
            <p:nvGrpSpPr>
              <p:cNvPr id="168066" name="Group 65">
                <a:extLst>
                  <a:ext uri="{FF2B5EF4-FFF2-40B4-BE49-F238E27FC236}">
                    <a16:creationId xmlns:a16="http://schemas.microsoft.com/office/drawing/2014/main" id="{BCA46C1C-B554-4753-B168-7D9F7011461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112" y="1056"/>
                <a:ext cx="96" cy="192"/>
                <a:chOff x="1395" y="1056"/>
                <a:chExt cx="96" cy="192"/>
              </a:xfrm>
            </p:grpSpPr>
            <p:sp>
              <p:nvSpPr>
                <p:cNvPr id="168082" name="Line 66">
                  <a:extLst>
                    <a:ext uri="{FF2B5EF4-FFF2-40B4-BE49-F238E27FC236}">
                      <a16:creationId xmlns:a16="http://schemas.microsoft.com/office/drawing/2014/main" id="{30353AED-9864-4B50-9ECF-0064BD1D6A2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395" y="1056"/>
                  <a:ext cx="0" cy="19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68083" name="Line 67">
                  <a:extLst>
                    <a:ext uri="{FF2B5EF4-FFF2-40B4-BE49-F238E27FC236}">
                      <a16:creationId xmlns:a16="http://schemas.microsoft.com/office/drawing/2014/main" id="{3ED91CF7-E71D-4C6B-8691-492F84B7EA9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491" y="1056"/>
                  <a:ext cx="0" cy="19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 type="triangle" w="med" len="med"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grpSp>
            <p:nvGrpSpPr>
              <p:cNvPr id="168067" name="Group 68">
                <a:extLst>
                  <a:ext uri="{FF2B5EF4-FFF2-40B4-BE49-F238E27FC236}">
                    <a16:creationId xmlns:a16="http://schemas.microsoft.com/office/drawing/2014/main" id="{1D37422B-40E6-4089-BDC8-EC120845E2E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28" y="1056"/>
                <a:ext cx="96" cy="192"/>
                <a:chOff x="1395" y="1056"/>
                <a:chExt cx="96" cy="192"/>
              </a:xfrm>
            </p:grpSpPr>
            <p:sp>
              <p:nvSpPr>
                <p:cNvPr id="168080" name="Line 69">
                  <a:extLst>
                    <a:ext uri="{FF2B5EF4-FFF2-40B4-BE49-F238E27FC236}">
                      <a16:creationId xmlns:a16="http://schemas.microsoft.com/office/drawing/2014/main" id="{24F75961-9B43-42EE-978A-1A4E3E3F833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395" y="1056"/>
                  <a:ext cx="0" cy="19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68081" name="Line 70">
                  <a:extLst>
                    <a:ext uri="{FF2B5EF4-FFF2-40B4-BE49-F238E27FC236}">
                      <a16:creationId xmlns:a16="http://schemas.microsoft.com/office/drawing/2014/main" id="{C38A913C-6B9B-4BB2-B191-E7E36CBEB30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491" y="1056"/>
                  <a:ext cx="0" cy="19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 type="triangle" w="med" len="med"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grpSp>
            <p:nvGrpSpPr>
              <p:cNvPr id="168068" name="Group 71">
                <a:extLst>
                  <a:ext uri="{FF2B5EF4-FFF2-40B4-BE49-F238E27FC236}">
                    <a16:creationId xmlns:a16="http://schemas.microsoft.com/office/drawing/2014/main" id="{BD5479BD-C3B5-443F-ABCF-55D5E61932C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00" y="1056"/>
                <a:ext cx="96" cy="192"/>
                <a:chOff x="1395" y="1056"/>
                <a:chExt cx="96" cy="192"/>
              </a:xfrm>
            </p:grpSpPr>
            <p:sp>
              <p:nvSpPr>
                <p:cNvPr id="168078" name="Line 72">
                  <a:extLst>
                    <a:ext uri="{FF2B5EF4-FFF2-40B4-BE49-F238E27FC236}">
                      <a16:creationId xmlns:a16="http://schemas.microsoft.com/office/drawing/2014/main" id="{689FED7D-9E3D-4B13-904C-20947686424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395" y="1056"/>
                  <a:ext cx="0" cy="19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68079" name="Line 73">
                  <a:extLst>
                    <a:ext uri="{FF2B5EF4-FFF2-40B4-BE49-F238E27FC236}">
                      <a16:creationId xmlns:a16="http://schemas.microsoft.com/office/drawing/2014/main" id="{86F55454-5501-4E22-AF80-EF2D77A58F1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491" y="1056"/>
                  <a:ext cx="0" cy="19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 type="triangle" w="med" len="med"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grpSp>
            <p:nvGrpSpPr>
              <p:cNvPr id="168069" name="Group 74">
                <a:extLst>
                  <a:ext uri="{FF2B5EF4-FFF2-40B4-BE49-F238E27FC236}">
                    <a16:creationId xmlns:a16="http://schemas.microsoft.com/office/drawing/2014/main" id="{38890F3D-A2C0-41B6-82B9-F54270D0FF8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688" y="1056"/>
                <a:ext cx="96" cy="192"/>
                <a:chOff x="1395" y="1056"/>
                <a:chExt cx="96" cy="192"/>
              </a:xfrm>
            </p:grpSpPr>
            <p:sp>
              <p:nvSpPr>
                <p:cNvPr id="168076" name="Line 75">
                  <a:extLst>
                    <a:ext uri="{FF2B5EF4-FFF2-40B4-BE49-F238E27FC236}">
                      <a16:creationId xmlns:a16="http://schemas.microsoft.com/office/drawing/2014/main" id="{40110A83-87A9-4F7E-A77E-CEC94837416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395" y="1056"/>
                  <a:ext cx="0" cy="19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68077" name="Line 76">
                  <a:extLst>
                    <a:ext uri="{FF2B5EF4-FFF2-40B4-BE49-F238E27FC236}">
                      <a16:creationId xmlns:a16="http://schemas.microsoft.com/office/drawing/2014/main" id="{C7B18990-C953-4163-8D03-951A68DB3C9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491" y="1056"/>
                  <a:ext cx="0" cy="19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 type="triangle" w="med" len="med"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grpSp>
            <p:nvGrpSpPr>
              <p:cNvPr id="168070" name="Group 80">
                <a:extLst>
                  <a:ext uri="{FF2B5EF4-FFF2-40B4-BE49-F238E27FC236}">
                    <a16:creationId xmlns:a16="http://schemas.microsoft.com/office/drawing/2014/main" id="{E607C973-932B-4B76-BB50-DF014C3076D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072" y="1056"/>
                <a:ext cx="96" cy="192"/>
                <a:chOff x="1395" y="1056"/>
                <a:chExt cx="96" cy="192"/>
              </a:xfrm>
            </p:grpSpPr>
            <p:sp>
              <p:nvSpPr>
                <p:cNvPr id="168074" name="Line 81">
                  <a:extLst>
                    <a:ext uri="{FF2B5EF4-FFF2-40B4-BE49-F238E27FC236}">
                      <a16:creationId xmlns:a16="http://schemas.microsoft.com/office/drawing/2014/main" id="{17D775CB-37CB-4F1D-90BB-9E39C1B2FE3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395" y="1056"/>
                  <a:ext cx="0" cy="19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68075" name="Line 82">
                  <a:extLst>
                    <a:ext uri="{FF2B5EF4-FFF2-40B4-BE49-F238E27FC236}">
                      <a16:creationId xmlns:a16="http://schemas.microsoft.com/office/drawing/2014/main" id="{654FE62F-3066-4B52-A451-2393F71AE7F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491" y="1056"/>
                  <a:ext cx="0" cy="19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 type="triangle" w="med" len="med"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grpSp>
            <p:nvGrpSpPr>
              <p:cNvPr id="168071" name="Group 89">
                <a:extLst>
                  <a:ext uri="{FF2B5EF4-FFF2-40B4-BE49-F238E27FC236}">
                    <a16:creationId xmlns:a16="http://schemas.microsoft.com/office/drawing/2014/main" id="{C85D909C-94EE-4785-8A70-EFFD81E62AB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104" y="1056"/>
                <a:ext cx="96" cy="192"/>
                <a:chOff x="1395" y="1056"/>
                <a:chExt cx="96" cy="192"/>
              </a:xfrm>
            </p:grpSpPr>
            <p:sp>
              <p:nvSpPr>
                <p:cNvPr id="168072" name="Line 90">
                  <a:extLst>
                    <a:ext uri="{FF2B5EF4-FFF2-40B4-BE49-F238E27FC236}">
                      <a16:creationId xmlns:a16="http://schemas.microsoft.com/office/drawing/2014/main" id="{65C34826-797F-433D-A339-67A381BC9A6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395" y="1056"/>
                  <a:ext cx="0" cy="19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68073" name="Line 91">
                  <a:extLst>
                    <a:ext uri="{FF2B5EF4-FFF2-40B4-BE49-F238E27FC236}">
                      <a16:creationId xmlns:a16="http://schemas.microsoft.com/office/drawing/2014/main" id="{1F7FA1F7-13ED-43AB-9CF6-CFC7D2D7900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491" y="1056"/>
                  <a:ext cx="0" cy="19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 type="triangle" w="med" len="med"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</p:grpSp>
        <p:grpSp>
          <p:nvGrpSpPr>
            <p:cNvPr id="168037" name="Group 174">
              <a:extLst>
                <a:ext uri="{FF2B5EF4-FFF2-40B4-BE49-F238E27FC236}">
                  <a16:creationId xmlns:a16="http://schemas.microsoft.com/office/drawing/2014/main" id="{621C757E-917D-42A7-BF11-EF2C724BCB5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44" y="1056"/>
              <a:ext cx="96" cy="192"/>
              <a:chOff x="1395" y="1056"/>
              <a:chExt cx="96" cy="192"/>
            </a:xfrm>
          </p:grpSpPr>
          <p:sp>
            <p:nvSpPr>
              <p:cNvPr id="168048" name="Line 175">
                <a:extLst>
                  <a:ext uri="{FF2B5EF4-FFF2-40B4-BE49-F238E27FC236}">
                    <a16:creationId xmlns:a16="http://schemas.microsoft.com/office/drawing/2014/main" id="{25ABE812-A43F-4666-8CA6-4253A08A3B7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95" y="1056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68049" name="Line 176">
                <a:extLst>
                  <a:ext uri="{FF2B5EF4-FFF2-40B4-BE49-F238E27FC236}">
                    <a16:creationId xmlns:a16="http://schemas.microsoft.com/office/drawing/2014/main" id="{CB4A31A6-15B4-40A3-8904-594E0BCBA54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91" y="1056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  <p:grpSp>
          <p:nvGrpSpPr>
            <p:cNvPr id="168038" name="Group 177">
              <a:extLst>
                <a:ext uri="{FF2B5EF4-FFF2-40B4-BE49-F238E27FC236}">
                  <a16:creationId xmlns:a16="http://schemas.microsoft.com/office/drawing/2014/main" id="{C94450D6-829D-4527-90CC-17A07A5DDF6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08" y="1056"/>
              <a:ext cx="96" cy="192"/>
              <a:chOff x="1395" y="1056"/>
              <a:chExt cx="96" cy="192"/>
            </a:xfrm>
          </p:grpSpPr>
          <p:sp>
            <p:nvSpPr>
              <p:cNvPr id="168046" name="Line 178">
                <a:extLst>
                  <a:ext uri="{FF2B5EF4-FFF2-40B4-BE49-F238E27FC236}">
                    <a16:creationId xmlns:a16="http://schemas.microsoft.com/office/drawing/2014/main" id="{05C9B5BB-3E51-48D2-AD60-7D7E4257E60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95" y="1056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68047" name="Line 179">
                <a:extLst>
                  <a:ext uri="{FF2B5EF4-FFF2-40B4-BE49-F238E27FC236}">
                    <a16:creationId xmlns:a16="http://schemas.microsoft.com/office/drawing/2014/main" id="{72DD8DEB-6CC2-44AE-AE29-E71B0BCCDE8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91" y="1056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  <p:grpSp>
          <p:nvGrpSpPr>
            <p:cNvPr id="168039" name="Group 180">
              <a:extLst>
                <a:ext uri="{FF2B5EF4-FFF2-40B4-BE49-F238E27FC236}">
                  <a16:creationId xmlns:a16="http://schemas.microsoft.com/office/drawing/2014/main" id="{066FFDC0-C4B9-4C89-ADB4-FCE214D9EF3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20" y="1056"/>
              <a:ext cx="96" cy="192"/>
              <a:chOff x="1395" y="1056"/>
              <a:chExt cx="96" cy="192"/>
            </a:xfrm>
          </p:grpSpPr>
          <p:sp>
            <p:nvSpPr>
              <p:cNvPr id="168044" name="Line 181">
                <a:extLst>
                  <a:ext uri="{FF2B5EF4-FFF2-40B4-BE49-F238E27FC236}">
                    <a16:creationId xmlns:a16="http://schemas.microsoft.com/office/drawing/2014/main" id="{E5707326-B190-42F4-B13A-4FDBF016787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95" y="1056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68045" name="Line 182">
                <a:extLst>
                  <a:ext uri="{FF2B5EF4-FFF2-40B4-BE49-F238E27FC236}">
                    <a16:creationId xmlns:a16="http://schemas.microsoft.com/office/drawing/2014/main" id="{F769136A-7ED3-4D69-9D80-698BCE921A7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91" y="1056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  <p:grpSp>
          <p:nvGrpSpPr>
            <p:cNvPr id="168040" name="Group 183">
              <a:extLst>
                <a:ext uri="{FF2B5EF4-FFF2-40B4-BE49-F238E27FC236}">
                  <a16:creationId xmlns:a16="http://schemas.microsoft.com/office/drawing/2014/main" id="{958ADA1A-7074-4D9C-A9FA-D07D2C1CC21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32" y="1056"/>
              <a:ext cx="96" cy="192"/>
              <a:chOff x="1395" y="1056"/>
              <a:chExt cx="96" cy="192"/>
            </a:xfrm>
          </p:grpSpPr>
          <p:sp>
            <p:nvSpPr>
              <p:cNvPr id="168042" name="Line 184">
                <a:extLst>
                  <a:ext uri="{FF2B5EF4-FFF2-40B4-BE49-F238E27FC236}">
                    <a16:creationId xmlns:a16="http://schemas.microsoft.com/office/drawing/2014/main" id="{1947B6C5-4F00-4EBE-ABD2-E63BF6B2939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95" y="1056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68043" name="Line 185">
                <a:extLst>
                  <a:ext uri="{FF2B5EF4-FFF2-40B4-BE49-F238E27FC236}">
                    <a16:creationId xmlns:a16="http://schemas.microsoft.com/office/drawing/2014/main" id="{EF791DF5-A173-4CC3-BBE2-0B985F0D505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91" y="1056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  <p:sp>
          <p:nvSpPr>
            <p:cNvPr id="168041" name="Line 189">
              <a:extLst>
                <a:ext uri="{FF2B5EF4-FFF2-40B4-BE49-F238E27FC236}">
                  <a16:creationId xmlns:a16="http://schemas.microsoft.com/office/drawing/2014/main" id="{A39C4530-1950-45F0-A608-021448FDCB9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20" y="1056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167947" name="Group 210">
            <a:extLst>
              <a:ext uri="{FF2B5EF4-FFF2-40B4-BE49-F238E27FC236}">
                <a16:creationId xmlns:a16="http://schemas.microsoft.com/office/drawing/2014/main" id="{D78D807A-E247-4C9B-B64E-CD8F209F8F60}"/>
              </a:ext>
            </a:extLst>
          </p:cNvPr>
          <p:cNvGrpSpPr>
            <a:grpSpLocks/>
          </p:cNvGrpSpPr>
          <p:nvPr/>
        </p:nvGrpSpPr>
        <p:grpSpPr bwMode="auto">
          <a:xfrm>
            <a:off x="228600" y="5105400"/>
            <a:ext cx="7620000" cy="457200"/>
            <a:chOff x="96" y="3264"/>
            <a:chExt cx="4800" cy="288"/>
          </a:xfrm>
        </p:grpSpPr>
        <p:sp>
          <p:nvSpPr>
            <p:cNvPr id="167974" name="Rectangle 199">
              <a:extLst>
                <a:ext uri="{FF2B5EF4-FFF2-40B4-BE49-F238E27FC236}">
                  <a16:creationId xmlns:a16="http://schemas.microsoft.com/office/drawing/2014/main" id="{38AA73BC-1026-4B96-AEDE-897E2CCFA0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6" y="3264"/>
              <a:ext cx="288" cy="288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93000"/>
                </a:lnSpc>
                <a:spcBef>
                  <a:spcPts val="8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defRPr sz="32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93000"/>
                </a:lnSpc>
                <a:spcBef>
                  <a:spcPts val="7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93000"/>
                </a:lnSpc>
                <a:spcBef>
                  <a:spcPts val="6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93000"/>
                </a:lnSpc>
                <a:spcBef>
                  <a:spcPts val="5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93000"/>
                </a:lnSpc>
                <a:spcBef>
                  <a:spcPts val="5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en-US" altLang="en-US" sz="2400">
                <a:solidFill>
                  <a:schemeClr val="bg1"/>
                </a:solidFill>
              </a:endParaRPr>
            </a:p>
          </p:txBody>
        </p:sp>
        <p:grpSp>
          <p:nvGrpSpPr>
            <p:cNvPr id="167975" name="Group 132">
              <a:extLst>
                <a:ext uri="{FF2B5EF4-FFF2-40B4-BE49-F238E27FC236}">
                  <a16:creationId xmlns:a16="http://schemas.microsoft.com/office/drawing/2014/main" id="{4A2302E7-A02A-40EA-8BC9-1A0ED3657DC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6" y="3264"/>
              <a:ext cx="3264" cy="288"/>
              <a:chOff x="0" y="1008"/>
              <a:chExt cx="3264" cy="288"/>
            </a:xfrm>
          </p:grpSpPr>
          <p:sp>
            <p:nvSpPr>
              <p:cNvPr id="167987" name="Rectangle 133">
                <a:extLst>
                  <a:ext uri="{FF2B5EF4-FFF2-40B4-BE49-F238E27FC236}">
                    <a16:creationId xmlns:a16="http://schemas.microsoft.com/office/drawing/2014/main" id="{14AECBB3-0B36-48EF-B454-796FEA8A7E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1008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93000"/>
                  </a:lnSpc>
                  <a:spcBef>
                    <a:spcPts val="8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•"/>
                  <a:defRPr sz="32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lnSpc>
                    <a:spcPct val="93000"/>
                  </a:lnSpc>
                  <a:spcBef>
                    <a:spcPts val="7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–"/>
                  <a:defRPr sz="28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lnSpc>
                    <a:spcPct val="93000"/>
                  </a:lnSpc>
                  <a:spcBef>
                    <a:spcPts val="6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•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lnSpc>
                    <a:spcPct val="93000"/>
                  </a:lnSpc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–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lnSpc>
                    <a:spcPct val="93000"/>
                  </a:lnSpc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 typeface="Arial" panose="020B0604020202020204" pitchFamily="34" charset="0"/>
                  <a:buNone/>
                </a:pPr>
                <a:endParaRPr lang="en-US" altLang="en-US" sz="2400">
                  <a:solidFill>
                    <a:schemeClr val="bg1"/>
                  </a:solidFill>
                </a:endParaRPr>
              </a:p>
            </p:txBody>
          </p:sp>
          <p:sp>
            <p:nvSpPr>
              <p:cNvPr id="167988" name="Rectangle 134">
                <a:extLst>
                  <a:ext uri="{FF2B5EF4-FFF2-40B4-BE49-F238E27FC236}">
                    <a16:creationId xmlns:a16="http://schemas.microsoft.com/office/drawing/2014/main" id="{4099C4CF-C1BD-4A21-A137-30BE2419A7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" y="1008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93000"/>
                  </a:lnSpc>
                  <a:spcBef>
                    <a:spcPts val="8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•"/>
                  <a:defRPr sz="32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lnSpc>
                    <a:spcPct val="93000"/>
                  </a:lnSpc>
                  <a:spcBef>
                    <a:spcPts val="7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–"/>
                  <a:defRPr sz="28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lnSpc>
                    <a:spcPct val="93000"/>
                  </a:lnSpc>
                  <a:spcBef>
                    <a:spcPts val="6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•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lnSpc>
                    <a:spcPct val="93000"/>
                  </a:lnSpc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–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lnSpc>
                    <a:spcPct val="93000"/>
                  </a:lnSpc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 typeface="Arial" panose="020B0604020202020204" pitchFamily="34" charset="0"/>
                  <a:buNone/>
                </a:pPr>
                <a:endParaRPr lang="en-US" altLang="en-US" sz="2400">
                  <a:solidFill>
                    <a:schemeClr val="bg1"/>
                  </a:solidFill>
                </a:endParaRPr>
              </a:p>
            </p:txBody>
          </p:sp>
          <p:sp>
            <p:nvSpPr>
              <p:cNvPr id="167989" name="Rectangle 135">
                <a:extLst>
                  <a:ext uri="{FF2B5EF4-FFF2-40B4-BE49-F238E27FC236}">
                    <a16:creationId xmlns:a16="http://schemas.microsoft.com/office/drawing/2014/main" id="{D428D42C-26C7-4404-9518-966404CFE9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59" y="1008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93000"/>
                  </a:lnSpc>
                  <a:spcBef>
                    <a:spcPts val="8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•"/>
                  <a:defRPr sz="32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lnSpc>
                    <a:spcPct val="93000"/>
                  </a:lnSpc>
                  <a:spcBef>
                    <a:spcPts val="7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–"/>
                  <a:defRPr sz="28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lnSpc>
                    <a:spcPct val="93000"/>
                  </a:lnSpc>
                  <a:spcBef>
                    <a:spcPts val="6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•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lnSpc>
                    <a:spcPct val="93000"/>
                  </a:lnSpc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–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lnSpc>
                    <a:spcPct val="93000"/>
                  </a:lnSpc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 typeface="Arial" panose="020B0604020202020204" pitchFamily="34" charset="0"/>
                  <a:buNone/>
                </a:pPr>
                <a:endParaRPr lang="en-US" altLang="en-US" sz="2400">
                  <a:solidFill>
                    <a:schemeClr val="bg1"/>
                  </a:solidFill>
                </a:endParaRPr>
              </a:p>
            </p:txBody>
          </p:sp>
          <p:sp>
            <p:nvSpPr>
              <p:cNvPr id="167990" name="Rectangle 136">
                <a:extLst>
                  <a:ext uri="{FF2B5EF4-FFF2-40B4-BE49-F238E27FC236}">
                    <a16:creationId xmlns:a16="http://schemas.microsoft.com/office/drawing/2014/main" id="{7F605A0B-CB59-4222-BE2A-E344DBB130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92" y="1008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93000"/>
                  </a:lnSpc>
                  <a:spcBef>
                    <a:spcPts val="8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•"/>
                  <a:defRPr sz="32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lnSpc>
                    <a:spcPct val="93000"/>
                  </a:lnSpc>
                  <a:spcBef>
                    <a:spcPts val="7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–"/>
                  <a:defRPr sz="28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lnSpc>
                    <a:spcPct val="93000"/>
                  </a:lnSpc>
                  <a:spcBef>
                    <a:spcPts val="6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•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lnSpc>
                    <a:spcPct val="93000"/>
                  </a:lnSpc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–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lnSpc>
                    <a:spcPct val="93000"/>
                  </a:lnSpc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 typeface="Arial" panose="020B0604020202020204" pitchFamily="34" charset="0"/>
                  <a:buNone/>
                </a:pPr>
                <a:endParaRPr lang="en-US" altLang="en-US" sz="2400">
                  <a:solidFill>
                    <a:schemeClr val="bg1"/>
                  </a:solidFill>
                </a:endParaRPr>
              </a:p>
            </p:txBody>
          </p:sp>
          <p:sp>
            <p:nvSpPr>
              <p:cNvPr id="167991" name="Rectangle 137">
                <a:extLst>
                  <a:ext uri="{FF2B5EF4-FFF2-40B4-BE49-F238E27FC236}">
                    <a16:creationId xmlns:a16="http://schemas.microsoft.com/office/drawing/2014/main" id="{7B1C08FD-2F11-4DFB-BE32-C5D3BC98ED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04" y="1008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93000"/>
                  </a:lnSpc>
                  <a:spcBef>
                    <a:spcPts val="8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•"/>
                  <a:defRPr sz="32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lnSpc>
                    <a:spcPct val="93000"/>
                  </a:lnSpc>
                  <a:spcBef>
                    <a:spcPts val="7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–"/>
                  <a:defRPr sz="28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lnSpc>
                    <a:spcPct val="93000"/>
                  </a:lnSpc>
                  <a:spcBef>
                    <a:spcPts val="6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•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lnSpc>
                    <a:spcPct val="93000"/>
                  </a:lnSpc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–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lnSpc>
                    <a:spcPct val="93000"/>
                  </a:lnSpc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 typeface="Arial" panose="020B0604020202020204" pitchFamily="34" charset="0"/>
                  <a:buNone/>
                </a:pPr>
                <a:endParaRPr lang="en-US" altLang="en-US" sz="2400">
                  <a:solidFill>
                    <a:schemeClr val="bg1"/>
                  </a:solidFill>
                </a:endParaRPr>
              </a:p>
            </p:txBody>
          </p:sp>
          <p:sp>
            <p:nvSpPr>
              <p:cNvPr id="167992" name="Rectangle 138">
                <a:extLst>
                  <a:ext uri="{FF2B5EF4-FFF2-40B4-BE49-F238E27FC236}">
                    <a16:creationId xmlns:a16="http://schemas.microsoft.com/office/drawing/2014/main" id="{3A671F98-B014-4B5E-8CC6-ADA4E9150B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08" y="1008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93000"/>
                  </a:lnSpc>
                  <a:spcBef>
                    <a:spcPts val="8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•"/>
                  <a:defRPr sz="32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lnSpc>
                    <a:spcPct val="93000"/>
                  </a:lnSpc>
                  <a:spcBef>
                    <a:spcPts val="7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–"/>
                  <a:defRPr sz="28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lnSpc>
                    <a:spcPct val="93000"/>
                  </a:lnSpc>
                  <a:spcBef>
                    <a:spcPts val="6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•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lnSpc>
                    <a:spcPct val="93000"/>
                  </a:lnSpc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–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lnSpc>
                    <a:spcPct val="93000"/>
                  </a:lnSpc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 typeface="Arial" panose="020B0604020202020204" pitchFamily="34" charset="0"/>
                  <a:buNone/>
                </a:pPr>
                <a:endParaRPr lang="en-US" altLang="en-US" sz="2400">
                  <a:solidFill>
                    <a:schemeClr val="bg1"/>
                  </a:solidFill>
                </a:endParaRPr>
              </a:p>
            </p:txBody>
          </p:sp>
          <p:sp>
            <p:nvSpPr>
              <p:cNvPr id="167993" name="Rectangle 139">
                <a:extLst>
                  <a:ext uri="{FF2B5EF4-FFF2-40B4-BE49-F238E27FC236}">
                    <a16:creationId xmlns:a16="http://schemas.microsoft.com/office/drawing/2014/main" id="{6BE09ECA-C93C-438A-9BB0-E88A443FC8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96" y="1008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93000"/>
                  </a:lnSpc>
                  <a:spcBef>
                    <a:spcPts val="8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•"/>
                  <a:defRPr sz="32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lnSpc>
                    <a:spcPct val="93000"/>
                  </a:lnSpc>
                  <a:spcBef>
                    <a:spcPts val="7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–"/>
                  <a:defRPr sz="28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lnSpc>
                    <a:spcPct val="93000"/>
                  </a:lnSpc>
                  <a:spcBef>
                    <a:spcPts val="6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•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lnSpc>
                    <a:spcPct val="93000"/>
                  </a:lnSpc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–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lnSpc>
                    <a:spcPct val="93000"/>
                  </a:lnSpc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 typeface="Arial" panose="020B0604020202020204" pitchFamily="34" charset="0"/>
                  <a:buNone/>
                </a:pPr>
                <a:endParaRPr lang="en-US" altLang="en-US" sz="2400">
                  <a:solidFill>
                    <a:schemeClr val="bg1"/>
                  </a:solidFill>
                </a:endParaRPr>
              </a:p>
            </p:txBody>
          </p:sp>
          <p:sp>
            <p:nvSpPr>
              <p:cNvPr id="167994" name="Rectangle 140">
                <a:extLst>
                  <a:ext uri="{FF2B5EF4-FFF2-40B4-BE49-F238E27FC236}">
                    <a16:creationId xmlns:a16="http://schemas.microsoft.com/office/drawing/2014/main" id="{7C639457-0685-4141-973B-CF6A517DC4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16" y="1008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93000"/>
                  </a:lnSpc>
                  <a:spcBef>
                    <a:spcPts val="8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•"/>
                  <a:defRPr sz="32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lnSpc>
                    <a:spcPct val="93000"/>
                  </a:lnSpc>
                  <a:spcBef>
                    <a:spcPts val="7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–"/>
                  <a:defRPr sz="28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lnSpc>
                    <a:spcPct val="93000"/>
                  </a:lnSpc>
                  <a:spcBef>
                    <a:spcPts val="6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•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lnSpc>
                    <a:spcPct val="93000"/>
                  </a:lnSpc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–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lnSpc>
                    <a:spcPct val="93000"/>
                  </a:lnSpc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 typeface="Arial" panose="020B0604020202020204" pitchFamily="34" charset="0"/>
                  <a:buNone/>
                </a:pPr>
                <a:endParaRPr lang="en-US" altLang="en-US" sz="2400">
                  <a:solidFill>
                    <a:schemeClr val="bg1"/>
                  </a:solidFill>
                </a:endParaRPr>
              </a:p>
            </p:txBody>
          </p:sp>
          <p:sp>
            <p:nvSpPr>
              <p:cNvPr id="167995" name="Rectangle 141">
                <a:extLst>
                  <a:ext uri="{FF2B5EF4-FFF2-40B4-BE49-F238E27FC236}">
                    <a16:creationId xmlns:a16="http://schemas.microsoft.com/office/drawing/2014/main" id="{7CCA53E8-BD69-4613-AA09-B949AC2A5A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0" y="1008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93000"/>
                  </a:lnSpc>
                  <a:spcBef>
                    <a:spcPts val="8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•"/>
                  <a:defRPr sz="32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lnSpc>
                    <a:spcPct val="93000"/>
                  </a:lnSpc>
                  <a:spcBef>
                    <a:spcPts val="7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–"/>
                  <a:defRPr sz="28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lnSpc>
                    <a:spcPct val="93000"/>
                  </a:lnSpc>
                  <a:spcBef>
                    <a:spcPts val="6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•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lnSpc>
                    <a:spcPct val="93000"/>
                  </a:lnSpc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–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lnSpc>
                    <a:spcPct val="93000"/>
                  </a:lnSpc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 typeface="Arial" panose="020B0604020202020204" pitchFamily="34" charset="0"/>
                  <a:buNone/>
                </a:pPr>
                <a:endParaRPr lang="en-US" altLang="en-US" sz="2400">
                  <a:solidFill>
                    <a:schemeClr val="bg1"/>
                  </a:solidFill>
                </a:endParaRPr>
              </a:p>
            </p:txBody>
          </p:sp>
          <p:sp>
            <p:nvSpPr>
              <p:cNvPr id="167996" name="Rectangle 142">
                <a:extLst>
                  <a:ext uri="{FF2B5EF4-FFF2-40B4-BE49-F238E27FC236}">
                    <a16:creationId xmlns:a16="http://schemas.microsoft.com/office/drawing/2014/main" id="{E570C49E-B11F-4F9C-94EF-E775938C71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" y="1008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93000"/>
                  </a:lnSpc>
                  <a:spcBef>
                    <a:spcPts val="8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•"/>
                  <a:defRPr sz="32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lnSpc>
                    <a:spcPct val="93000"/>
                  </a:lnSpc>
                  <a:spcBef>
                    <a:spcPts val="7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–"/>
                  <a:defRPr sz="28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lnSpc>
                    <a:spcPct val="93000"/>
                  </a:lnSpc>
                  <a:spcBef>
                    <a:spcPts val="6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•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lnSpc>
                    <a:spcPct val="93000"/>
                  </a:lnSpc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–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lnSpc>
                    <a:spcPct val="93000"/>
                  </a:lnSpc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 typeface="Arial" panose="020B0604020202020204" pitchFamily="34" charset="0"/>
                  <a:buNone/>
                </a:pPr>
                <a:endParaRPr lang="en-US" altLang="en-US" sz="2400">
                  <a:solidFill>
                    <a:schemeClr val="bg1"/>
                  </a:solidFill>
                </a:endParaRPr>
              </a:p>
            </p:txBody>
          </p:sp>
          <p:grpSp>
            <p:nvGrpSpPr>
              <p:cNvPr id="167997" name="Group 143">
                <a:extLst>
                  <a:ext uri="{FF2B5EF4-FFF2-40B4-BE49-F238E27FC236}">
                    <a16:creationId xmlns:a16="http://schemas.microsoft.com/office/drawing/2014/main" id="{12C6E6E6-6B35-4331-84B4-4EF2316CD62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395" y="1056"/>
                <a:ext cx="96" cy="192"/>
                <a:chOff x="1395" y="1056"/>
                <a:chExt cx="96" cy="192"/>
              </a:xfrm>
            </p:grpSpPr>
            <p:sp>
              <p:nvSpPr>
                <p:cNvPr id="168023" name="Line 144">
                  <a:extLst>
                    <a:ext uri="{FF2B5EF4-FFF2-40B4-BE49-F238E27FC236}">
                      <a16:creationId xmlns:a16="http://schemas.microsoft.com/office/drawing/2014/main" id="{5B47A3F2-8F08-4ABC-9A8A-14F3E449D1C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395" y="1056"/>
                  <a:ext cx="0" cy="19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68024" name="Line 145">
                  <a:extLst>
                    <a:ext uri="{FF2B5EF4-FFF2-40B4-BE49-F238E27FC236}">
                      <a16:creationId xmlns:a16="http://schemas.microsoft.com/office/drawing/2014/main" id="{A30995A8-1A37-4DC5-85A0-2F6842DE977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491" y="1056"/>
                  <a:ext cx="0" cy="19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 type="triangle" w="med" len="med"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sp>
            <p:nvSpPr>
              <p:cNvPr id="167998" name="Line 146">
                <a:extLst>
                  <a:ext uri="{FF2B5EF4-FFF2-40B4-BE49-F238E27FC236}">
                    <a16:creationId xmlns:a16="http://schemas.microsoft.com/office/drawing/2014/main" id="{7A3A5DDA-C259-4572-BECE-453C7B1E721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28" y="1056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67999" name="Line 147">
                <a:extLst>
                  <a:ext uri="{FF2B5EF4-FFF2-40B4-BE49-F238E27FC236}">
                    <a16:creationId xmlns:a16="http://schemas.microsoft.com/office/drawing/2014/main" id="{0002B9FC-7BFD-42A9-8C34-77B3AB0E16C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2" y="1056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68000" name="Line 148">
                <a:extLst>
                  <a:ext uri="{FF2B5EF4-FFF2-40B4-BE49-F238E27FC236}">
                    <a16:creationId xmlns:a16="http://schemas.microsoft.com/office/drawing/2014/main" id="{AB7F0C79-324E-4D29-98F3-BB53555B3E5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6" y="1056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68001" name="Line 149">
                <a:extLst>
                  <a:ext uri="{FF2B5EF4-FFF2-40B4-BE49-F238E27FC236}">
                    <a16:creationId xmlns:a16="http://schemas.microsoft.com/office/drawing/2014/main" id="{8D5BCA67-B3E1-4C06-8129-63F352099AE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2" y="1056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grpSp>
            <p:nvGrpSpPr>
              <p:cNvPr id="168002" name="Group 150">
                <a:extLst>
                  <a:ext uri="{FF2B5EF4-FFF2-40B4-BE49-F238E27FC236}">
                    <a16:creationId xmlns:a16="http://schemas.microsoft.com/office/drawing/2014/main" id="{68511E02-95AA-49FC-A283-214CB28287D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16" y="1056"/>
                <a:ext cx="96" cy="192"/>
                <a:chOff x="1395" y="1056"/>
                <a:chExt cx="96" cy="192"/>
              </a:xfrm>
            </p:grpSpPr>
            <p:sp>
              <p:nvSpPr>
                <p:cNvPr id="168021" name="Line 151">
                  <a:extLst>
                    <a:ext uri="{FF2B5EF4-FFF2-40B4-BE49-F238E27FC236}">
                      <a16:creationId xmlns:a16="http://schemas.microsoft.com/office/drawing/2014/main" id="{5915D2CF-4712-4C6F-8909-C3DB729B982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395" y="1056"/>
                  <a:ext cx="0" cy="19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68022" name="Line 152">
                  <a:extLst>
                    <a:ext uri="{FF2B5EF4-FFF2-40B4-BE49-F238E27FC236}">
                      <a16:creationId xmlns:a16="http://schemas.microsoft.com/office/drawing/2014/main" id="{A3192A6F-A3FA-4D8F-A6E4-B93FBB45F75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491" y="1056"/>
                  <a:ext cx="0" cy="19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 type="triangle" w="med" len="med"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grpSp>
            <p:nvGrpSpPr>
              <p:cNvPr id="168003" name="Group 153">
                <a:extLst>
                  <a:ext uri="{FF2B5EF4-FFF2-40B4-BE49-F238E27FC236}">
                    <a16:creationId xmlns:a16="http://schemas.microsoft.com/office/drawing/2014/main" id="{6246B9A7-F944-4630-A84F-9C099E77BFE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112" y="1056"/>
                <a:ext cx="96" cy="192"/>
                <a:chOff x="1395" y="1056"/>
                <a:chExt cx="96" cy="192"/>
              </a:xfrm>
            </p:grpSpPr>
            <p:sp>
              <p:nvSpPr>
                <p:cNvPr id="168019" name="Line 154">
                  <a:extLst>
                    <a:ext uri="{FF2B5EF4-FFF2-40B4-BE49-F238E27FC236}">
                      <a16:creationId xmlns:a16="http://schemas.microsoft.com/office/drawing/2014/main" id="{D33F4B4F-2A83-4D1B-8A7D-5962DF83A9E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395" y="1056"/>
                  <a:ext cx="0" cy="19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68020" name="Line 155">
                  <a:extLst>
                    <a:ext uri="{FF2B5EF4-FFF2-40B4-BE49-F238E27FC236}">
                      <a16:creationId xmlns:a16="http://schemas.microsoft.com/office/drawing/2014/main" id="{AB78DF83-E44A-4D80-AF30-BE79F11A2B8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491" y="1056"/>
                  <a:ext cx="0" cy="19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 type="triangle" w="med" len="med"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grpSp>
            <p:nvGrpSpPr>
              <p:cNvPr id="168004" name="Group 156">
                <a:extLst>
                  <a:ext uri="{FF2B5EF4-FFF2-40B4-BE49-F238E27FC236}">
                    <a16:creationId xmlns:a16="http://schemas.microsoft.com/office/drawing/2014/main" id="{309441F4-4884-4C9E-9435-509438F53B2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28" y="1056"/>
                <a:ext cx="96" cy="192"/>
                <a:chOff x="1395" y="1056"/>
                <a:chExt cx="96" cy="192"/>
              </a:xfrm>
            </p:grpSpPr>
            <p:sp>
              <p:nvSpPr>
                <p:cNvPr id="168017" name="Line 157">
                  <a:extLst>
                    <a:ext uri="{FF2B5EF4-FFF2-40B4-BE49-F238E27FC236}">
                      <a16:creationId xmlns:a16="http://schemas.microsoft.com/office/drawing/2014/main" id="{A67C7C6D-0D4E-4BBD-8D4B-DB9EFF53213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395" y="1056"/>
                  <a:ext cx="0" cy="19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68018" name="Line 158">
                  <a:extLst>
                    <a:ext uri="{FF2B5EF4-FFF2-40B4-BE49-F238E27FC236}">
                      <a16:creationId xmlns:a16="http://schemas.microsoft.com/office/drawing/2014/main" id="{B2C670E5-2806-47AA-AFAE-09D7154A929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491" y="1056"/>
                  <a:ext cx="0" cy="19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 type="triangle" w="med" len="med"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grpSp>
            <p:nvGrpSpPr>
              <p:cNvPr id="168005" name="Group 159">
                <a:extLst>
                  <a:ext uri="{FF2B5EF4-FFF2-40B4-BE49-F238E27FC236}">
                    <a16:creationId xmlns:a16="http://schemas.microsoft.com/office/drawing/2014/main" id="{4BE94BD6-C539-4921-8F65-C35DE4FB518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00" y="1056"/>
                <a:ext cx="96" cy="192"/>
                <a:chOff x="1395" y="1056"/>
                <a:chExt cx="96" cy="192"/>
              </a:xfrm>
            </p:grpSpPr>
            <p:sp>
              <p:nvSpPr>
                <p:cNvPr id="168015" name="Line 160">
                  <a:extLst>
                    <a:ext uri="{FF2B5EF4-FFF2-40B4-BE49-F238E27FC236}">
                      <a16:creationId xmlns:a16="http://schemas.microsoft.com/office/drawing/2014/main" id="{45FB90FD-16A4-4905-988D-36BF6960809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395" y="1056"/>
                  <a:ext cx="0" cy="19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68016" name="Line 161">
                  <a:extLst>
                    <a:ext uri="{FF2B5EF4-FFF2-40B4-BE49-F238E27FC236}">
                      <a16:creationId xmlns:a16="http://schemas.microsoft.com/office/drawing/2014/main" id="{77807D0D-1D38-4563-A09B-1A18B5CB9AA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491" y="1056"/>
                  <a:ext cx="0" cy="19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 type="triangle" w="med" len="med"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grpSp>
            <p:nvGrpSpPr>
              <p:cNvPr id="168006" name="Group 162">
                <a:extLst>
                  <a:ext uri="{FF2B5EF4-FFF2-40B4-BE49-F238E27FC236}">
                    <a16:creationId xmlns:a16="http://schemas.microsoft.com/office/drawing/2014/main" id="{A104CA24-7C3C-498F-B281-A65102581C4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688" y="1056"/>
                <a:ext cx="96" cy="192"/>
                <a:chOff x="1395" y="1056"/>
                <a:chExt cx="96" cy="192"/>
              </a:xfrm>
            </p:grpSpPr>
            <p:sp>
              <p:nvSpPr>
                <p:cNvPr id="168013" name="Line 163">
                  <a:extLst>
                    <a:ext uri="{FF2B5EF4-FFF2-40B4-BE49-F238E27FC236}">
                      <a16:creationId xmlns:a16="http://schemas.microsoft.com/office/drawing/2014/main" id="{4FAFB11F-29BE-4DDA-8794-2B6900BF4B6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395" y="1056"/>
                  <a:ext cx="0" cy="19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68014" name="Line 164">
                  <a:extLst>
                    <a:ext uri="{FF2B5EF4-FFF2-40B4-BE49-F238E27FC236}">
                      <a16:creationId xmlns:a16="http://schemas.microsoft.com/office/drawing/2014/main" id="{444FB7CB-4EE5-49FC-8B1E-FCF3E196FE2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491" y="1056"/>
                  <a:ext cx="0" cy="19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 type="triangle" w="med" len="med"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grpSp>
            <p:nvGrpSpPr>
              <p:cNvPr id="168007" name="Group 165">
                <a:extLst>
                  <a:ext uri="{FF2B5EF4-FFF2-40B4-BE49-F238E27FC236}">
                    <a16:creationId xmlns:a16="http://schemas.microsoft.com/office/drawing/2014/main" id="{F9774781-28AE-4AFC-9380-DC36500FCE1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072" y="1056"/>
                <a:ext cx="96" cy="192"/>
                <a:chOff x="1395" y="1056"/>
                <a:chExt cx="96" cy="192"/>
              </a:xfrm>
            </p:grpSpPr>
            <p:sp>
              <p:nvSpPr>
                <p:cNvPr id="168011" name="Line 166">
                  <a:extLst>
                    <a:ext uri="{FF2B5EF4-FFF2-40B4-BE49-F238E27FC236}">
                      <a16:creationId xmlns:a16="http://schemas.microsoft.com/office/drawing/2014/main" id="{5F3062B3-61FC-496C-9B8A-EA67D1AFCA5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395" y="1056"/>
                  <a:ext cx="0" cy="19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68012" name="Line 167">
                  <a:extLst>
                    <a:ext uri="{FF2B5EF4-FFF2-40B4-BE49-F238E27FC236}">
                      <a16:creationId xmlns:a16="http://schemas.microsoft.com/office/drawing/2014/main" id="{7350C4AD-98A6-4EA2-B7FD-24883E640C6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491" y="1056"/>
                  <a:ext cx="0" cy="19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 type="triangle" w="med" len="med"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grpSp>
            <p:nvGrpSpPr>
              <p:cNvPr id="168008" name="Group 168">
                <a:extLst>
                  <a:ext uri="{FF2B5EF4-FFF2-40B4-BE49-F238E27FC236}">
                    <a16:creationId xmlns:a16="http://schemas.microsoft.com/office/drawing/2014/main" id="{8A8936AB-56BC-4FC9-A4F3-7C7E4D058CF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104" y="1056"/>
                <a:ext cx="96" cy="192"/>
                <a:chOff x="1395" y="1056"/>
                <a:chExt cx="96" cy="192"/>
              </a:xfrm>
            </p:grpSpPr>
            <p:sp>
              <p:nvSpPr>
                <p:cNvPr id="168009" name="Line 169">
                  <a:extLst>
                    <a:ext uri="{FF2B5EF4-FFF2-40B4-BE49-F238E27FC236}">
                      <a16:creationId xmlns:a16="http://schemas.microsoft.com/office/drawing/2014/main" id="{E2018F43-E542-49AF-BE6A-70CDEF617DF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395" y="1056"/>
                  <a:ext cx="0" cy="19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68010" name="Line 170">
                  <a:extLst>
                    <a:ext uri="{FF2B5EF4-FFF2-40B4-BE49-F238E27FC236}">
                      <a16:creationId xmlns:a16="http://schemas.microsoft.com/office/drawing/2014/main" id="{6F089235-42BE-406D-B2F3-E90E8B097D3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491" y="1056"/>
                  <a:ext cx="0" cy="19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 type="triangle" w="med" len="med"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</p:grpSp>
        <p:grpSp>
          <p:nvGrpSpPr>
            <p:cNvPr id="167976" name="Group 171">
              <a:extLst>
                <a:ext uri="{FF2B5EF4-FFF2-40B4-BE49-F238E27FC236}">
                  <a16:creationId xmlns:a16="http://schemas.microsoft.com/office/drawing/2014/main" id="{B586F91A-29BB-4659-8E73-403B2D1E3FA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52" y="3312"/>
              <a:ext cx="96" cy="192"/>
              <a:chOff x="1395" y="1056"/>
              <a:chExt cx="96" cy="192"/>
            </a:xfrm>
          </p:grpSpPr>
          <p:sp>
            <p:nvSpPr>
              <p:cNvPr id="167985" name="Line 172">
                <a:extLst>
                  <a:ext uri="{FF2B5EF4-FFF2-40B4-BE49-F238E27FC236}">
                    <a16:creationId xmlns:a16="http://schemas.microsoft.com/office/drawing/2014/main" id="{08E6376B-63E0-4AF6-B5F1-1E4293795C7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95" y="1056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67986" name="Line 173">
                <a:extLst>
                  <a:ext uri="{FF2B5EF4-FFF2-40B4-BE49-F238E27FC236}">
                    <a16:creationId xmlns:a16="http://schemas.microsoft.com/office/drawing/2014/main" id="{5C5347C3-9D13-44C7-9070-46B67D3E864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91" y="1056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  <p:sp>
          <p:nvSpPr>
            <p:cNvPr id="167977" name="Rectangle 200">
              <a:extLst>
                <a:ext uri="{FF2B5EF4-FFF2-40B4-BE49-F238E27FC236}">
                  <a16:creationId xmlns:a16="http://schemas.microsoft.com/office/drawing/2014/main" id="{B69152A0-EC0A-4E72-A6AC-29EDB43CD9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4" y="3264"/>
              <a:ext cx="288" cy="288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93000"/>
                </a:lnSpc>
                <a:spcBef>
                  <a:spcPts val="8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defRPr sz="32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93000"/>
                </a:lnSpc>
                <a:spcBef>
                  <a:spcPts val="7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93000"/>
                </a:lnSpc>
                <a:spcBef>
                  <a:spcPts val="6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93000"/>
                </a:lnSpc>
                <a:spcBef>
                  <a:spcPts val="5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93000"/>
                </a:lnSpc>
                <a:spcBef>
                  <a:spcPts val="5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en-US" altLang="en-US" sz="2400">
                <a:solidFill>
                  <a:schemeClr val="bg1"/>
                </a:solidFill>
              </a:endParaRPr>
            </a:p>
          </p:txBody>
        </p:sp>
        <p:sp>
          <p:nvSpPr>
            <p:cNvPr id="167978" name="Rectangle 201">
              <a:extLst>
                <a:ext uri="{FF2B5EF4-FFF2-40B4-BE49-F238E27FC236}">
                  <a16:creationId xmlns:a16="http://schemas.microsoft.com/office/drawing/2014/main" id="{10A91C79-E959-4DDD-B405-AB85A2D6A9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08" y="3264"/>
              <a:ext cx="288" cy="288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93000"/>
                </a:lnSpc>
                <a:spcBef>
                  <a:spcPts val="8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defRPr sz="32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93000"/>
                </a:lnSpc>
                <a:spcBef>
                  <a:spcPts val="7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93000"/>
                </a:lnSpc>
                <a:spcBef>
                  <a:spcPts val="6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93000"/>
                </a:lnSpc>
                <a:spcBef>
                  <a:spcPts val="5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93000"/>
                </a:lnSpc>
                <a:spcBef>
                  <a:spcPts val="5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en-US" altLang="en-US" sz="2400">
                <a:solidFill>
                  <a:schemeClr val="bg1"/>
                </a:solidFill>
              </a:endParaRPr>
            </a:p>
          </p:txBody>
        </p:sp>
        <p:sp>
          <p:nvSpPr>
            <p:cNvPr id="167979" name="Rectangle 203">
              <a:extLst>
                <a:ext uri="{FF2B5EF4-FFF2-40B4-BE49-F238E27FC236}">
                  <a16:creationId xmlns:a16="http://schemas.microsoft.com/office/drawing/2014/main" id="{F051995B-81BA-44C0-A0FC-2A27C6A0EA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0" y="3264"/>
              <a:ext cx="288" cy="288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93000"/>
                </a:lnSpc>
                <a:spcBef>
                  <a:spcPts val="8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defRPr sz="32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93000"/>
                </a:lnSpc>
                <a:spcBef>
                  <a:spcPts val="7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93000"/>
                </a:lnSpc>
                <a:spcBef>
                  <a:spcPts val="6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93000"/>
                </a:lnSpc>
                <a:spcBef>
                  <a:spcPts val="5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93000"/>
                </a:lnSpc>
                <a:spcBef>
                  <a:spcPts val="5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en-US" altLang="en-US" sz="2400">
                <a:solidFill>
                  <a:schemeClr val="bg1"/>
                </a:solidFill>
              </a:endParaRPr>
            </a:p>
          </p:txBody>
        </p:sp>
        <p:sp>
          <p:nvSpPr>
            <p:cNvPr id="167980" name="Rectangle 204">
              <a:extLst>
                <a:ext uri="{FF2B5EF4-FFF2-40B4-BE49-F238E27FC236}">
                  <a16:creationId xmlns:a16="http://schemas.microsoft.com/office/drawing/2014/main" id="{02F094F7-B108-4FA2-971D-C33F9B2A04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2" y="3264"/>
              <a:ext cx="288" cy="288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93000"/>
                </a:lnSpc>
                <a:spcBef>
                  <a:spcPts val="8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defRPr sz="32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93000"/>
                </a:lnSpc>
                <a:spcBef>
                  <a:spcPts val="7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93000"/>
                </a:lnSpc>
                <a:spcBef>
                  <a:spcPts val="6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93000"/>
                </a:lnSpc>
                <a:spcBef>
                  <a:spcPts val="5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93000"/>
                </a:lnSpc>
                <a:spcBef>
                  <a:spcPts val="5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en-US" altLang="en-US" sz="2400">
                <a:solidFill>
                  <a:schemeClr val="bg1"/>
                </a:solidFill>
              </a:endParaRPr>
            </a:p>
          </p:txBody>
        </p:sp>
        <p:sp>
          <p:nvSpPr>
            <p:cNvPr id="167981" name="Line 206">
              <a:extLst>
                <a:ext uri="{FF2B5EF4-FFF2-40B4-BE49-F238E27FC236}">
                  <a16:creationId xmlns:a16="http://schemas.microsoft.com/office/drawing/2014/main" id="{A0450AAF-EEDA-4B74-A68F-B517E850842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40" y="3312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67982" name="Line 207">
              <a:extLst>
                <a:ext uri="{FF2B5EF4-FFF2-40B4-BE49-F238E27FC236}">
                  <a16:creationId xmlns:a16="http://schemas.microsoft.com/office/drawing/2014/main" id="{E5A1323C-FE1A-47B3-A40A-2DE2DE9F925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28" y="3312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67983" name="Line 208">
              <a:extLst>
                <a:ext uri="{FF2B5EF4-FFF2-40B4-BE49-F238E27FC236}">
                  <a16:creationId xmlns:a16="http://schemas.microsoft.com/office/drawing/2014/main" id="{786E347A-4B06-480B-855F-4C0B9B5D30C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16" y="3312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67984" name="Line 209">
              <a:extLst>
                <a:ext uri="{FF2B5EF4-FFF2-40B4-BE49-F238E27FC236}">
                  <a16:creationId xmlns:a16="http://schemas.microsoft.com/office/drawing/2014/main" id="{B929407E-41A8-4F0D-8271-3B659F6C241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04" y="3312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167948" name="Group 220">
            <a:extLst>
              <a:ext uri="{FF2B5EF4-FFF2-40B4-BE49-F238E27FC236}">
                <a16:creationId xmlns:a16="http://schemas.microsoft.com/office/drawing/2014/main" id="{D7BC8E55-46A6-46B2-B388-C48437E96E82}"/>
              </a:ext>
            </a:extLst>
          </p:cNvPr>
          <p:cNvGrpSpPr>
            <a:grpSpLocks/>
          </p:cNvGrpSpPr>
          <p:nvPr/>
        </p:nvGrpSpPr>
        <p:grpSpPr bwMode="auto">
          <a:xfrm>
            <a:off x="169863" y="1468993"/>
            <a:ext cx="5316538" cy="431800"/>
            <a:chOff x="96" y="1152"/>
            <a:chExt cx="3349" cy="272"/>
          </a:xfrm>
        </p:grpSpPr>
        <p:sp>
          <p:nvSpPr>
            <p:cNvPr id="167968" name="Text Box 213">
              <a:extLst>
                <a:ext uri="{FF2B5EF4-FFF2-40B4-BE49-F238E27FC236}">
                  <a16:creationId xmlns:a16="http://schemas.microsoft.com/office/drawing/2014/main" id="{61A89144-5A9C-4A29-8A6B-B9E2AD9CE2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" y="1152"/>
              <a:ext cx="319" cy="2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3000"/>
                </a:lnSpc>
                <a:spcBef>
                  <a:spcPts val="8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defRPr sz="32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93000"/>
                </a:lnSpc>
                <a:spcBef>
                  <a:spcPts val="7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93000"/>
                </a:lnSpc>
                <a:spcBef>
                  <a:spcPts val="6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93000"/>
                </a:lnSpc>
                <a:spcBef>
                  <a:spcPts val="5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93000"/>
                </a:lnSpc>
                <a:spcBef>
                  <a:spcPts val="5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en-US" altLang="en-US" sz="2400">
                  <a:solidFill>
                    <a:schemeClr val="tx1"/>
                  </a:solidFill>
                </a:rPr>
                <a:t>1</a:t>
              </a:r>
              <a:r>
                <a:rPr lang="en-US" altLang="en-US" sz="2400" i="1">
                  <a:solidFill>
                    <a:schemeClr val="tx1"/>
                  </a:solidFill>
                </a:rPr>
                <a:t>s</a:t>
              </a:r>
            </a:p>
          </p:txBody>
        </p:sp>
        <p:sp>
          <p:nvSpPr>
            <p:cNvPr id="167969" name="Text Box 214">
              <a:extLst>
                <a:ext uri="{FF2B5EF4-FFF2-40B4-BE49-F238E27FC236}">
                  <a16:creationId xmlns:a16="http://schemas.microsoft.com/office/drawing/2014/main" id="{F5E98557-2336-4BC8-A197-3EDB43853D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7" y="1152"/>
              <a:ext cx="319" cy="2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3000"/>
                </a:lnSpc>
                <a:spcBef>
                  <a:spcPts val="8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defRPr sz="32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93000"/>
                </a:lnSpc>
                <a:spcBef>
                  <a:spcPts val="7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93000"/>
                </a:lnSpc>
                <a:spcBef>
                  <a:spcPts val="6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93000"/>
                </a:lnSpc>
                <a:spcBef>
                  <a:spcPts val="5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93000"/>
                </a:lnSpc>
                <a:spcBef>
                  <a:spcPts val="5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en-US" altLang="en-US" sz="2400">
                  <a:solidFill>
                    <a:schemeClr val="tx1"/>
                  </a:solidFill>
                </a:rPr>
                <a:t>2</a:t>
              </a:r>
              <a:r>
                <a:rPr lang="en-US" altLang="en-US" sz="2400" i="1">
                  <a:solidFill>
                    <a:schemeClr val="tx1"/>
                  </a:solidFill>
                </a:rPr>
                <a:t>s</a:t>
              </a:r>
            </a:p>
          </p:txBody>
        </p:sp>
        <p:sp>
          <p:nvSpPr>
            <p:cNvPr id="167970" name="Text Box 215">
              <a:extLst>
                <a:ext uri="{FF2B5EF4-FFF2-40B4-BE49-F238E27FC236}">
                  <a16:creationId xmlns:a16="http://schemas.microsoft.com/office/drawing/2014/main" id="{12E44196-CCCA-4A5E-863B-DD4FDE0B04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33" y="1152"/>
              <a:ext cx="330" cy="2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3000"/>
                </a:lnSpc>
                <a:spcBef>
                  <a:spcPts val="8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defRPr sz="32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93000"/>
                </a:lnSpc>
                <a:spcBef>
                  <a:spcPts val="7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93000"/>
                </a:lnSpc>
                <a:spcBef>
                  <a:spcPts val="6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93000"/>
                </a:lnSpc>
                <a:spcBef>
                  <a:spcPts val="5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93000"/>
                </a:lnSpc>
                <a:spcBef>
                  <a:spcPts val="5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en-US" altLang="en-US" sz="2400">
                  <a:solidFill>
                    <a:schemeClr val="tx1"/>
                  </a:solidFill>
                </a:rPr>
                <a:t>2</a:t>
              </a:r>
              <a:r>
                <a:rPr lang="en-US" altLang="en-US" sz="2400" i="1">
                  <a:solidFill>
                    <a:schemeClr val="tx1"/>
                  </a:solidFill>
                </a:rPr>
                <a:t>p</a:t>
              </a:r>
            </a:p>
          </p:txBody>
        </p:sp>
        <p:sp>
          <p:nvSpPr>
            <p:cNvPr id="167971" name="Text Box 216">
              <a:extLst>
                <a:ext uri="{FF2B5EF4-FFF2-40B4-BE49-F238E27FC236}">
                  <a16:creationId xmlns:a16="http://schemas.microsoft.com/office/drawing/2014/main" id="{8C16E52B-E21B-401A-B402-E3FFDB5070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82" y="1152"/>
              <a:ext cx="319" cy="2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3000"/>
                </a:lnSpc>
                <a:spcBef>
                  <a:spcPts val="8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defRPr sz="32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93000"/>
                </a:lnSpc>
                <a:spcBef>
                  <a:spcPts val="7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93000"/>
                </a:lnSpc>
                <a:spcBef>
                  <a:spcPts val="6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93000"/>
                </a:lnSpc>
                <a:spcBef>
                  <a:spcPts val="5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93000"/>
                </a:lnSpc>
                <a:spcBef>
                  <a:spcPts val="5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en-US" altLang="en-US" sz="2400">
                  <a:solidFill>
                    <a:schemeClr val="tx1"/>
                  </a:solidFill>
                </a:rPr>
                <a:t>3</a:t>
              </a:r>
              <a:r>
                <a:rPr lang="en-US" altLang="en-US" sz="2400" i="1">
                  <a:solidFill>
                    <a:schemeClr val="tx1"/>
                  </a:solidFill>
                </a:rPr>
                <a:t>s</a:t>
              </a:r>
            </a:p>
          </p:txBody>
        </p:sp>
        <p:sp>
          <p:nvSpPr>
            <p:cNvPr id="167972" name="Text Box 218">
              <a:extLst>
                <a:ext uri="{FF2B5EF4-FFF2-40B4-BE49-F238E27FC236}">
                  <a16:creationId xmlns:a16="http://schemas.microsoft.com/office/drawing/2014/main" id="{1B4CF099-9B8F-402E-919B-0EAD317FB4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65" y="1152"/>
              <a:ext cx="330" cy="2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3000"/>
                </a:lnSpc>
                <a:spcBef>
                  <a:spcPts val="8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defRPr sz="32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93000"/>
                </a:lnSpc>
                <a:spcBef>
                  <a:spcPts val="7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93000"/>
                </a:lnSpc>
                <a:spcBef>
                  <a:spcPts val="6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93000"/>
                </a:lnSpc>
                <a:spcBef>
                  <a:spcPts val="5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93000"/>
                </a:lnSpc>
                <a:spcBef>
                  <a:spcPts val="5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en-US" altLang="en-US" sz="2400">
                  <a:solidFill>
                    <a:schemeClr val="tx1"/>
                  </a:solidFill>
                </a:rPr>
                <a:t>3</a:t>
              </a:r>
              <a:r>
                <a:rPr lang="en-US" altLang="en-US" sz="2400" i="1">
                  <a:solidFill>
                    <a:schemeClr val="tx1"/>
                  </a:solidFill>
                </a:rPr>
                <a:t>p</a:t>
              </a:r>
            </a:p>
          </p:txBody>
        </p:sp>
        <p:sp>
          <p:nvSpPr>
            <p:cNvPr id="167973" name="Text Box 219">
              <a:extLst>
                <a:ext uri="{FF2B5EF4-FFF2-40B4-BE49-F238E27FC236}">
                  <a16:creationId xmlns:a16="http://schemas.microsoft.com/office/drawing/2014/main" id="{0AFC03A5-7362-4191-BF60-2458722FBF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26" y="1152"/>
              <a:ext cx="319" cy="2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3000"/>
                </a:lnSpc>
                <a:spcBef>
                  <a:spcPts val="8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defRPr sz="32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93000"/>
                </a:lnSpc>
                <a:spcBef>
                  <a:spcPts val="7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93000"/>
                </a:lnSpc>
                <a:spcBef>
                  <a:spcPts val="6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93000"/>
                </a:lnSpc>
                <a:spcBef>
                  <a:spcPts val="5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93000"/>
                </a:lnSpc>
                <a:spcBef>
                  <a:spcPts val="5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en-US" altLang="en-US" sz="2400">
                  <a:solidFill>
                    <a:schemeClr val="tx1"/>
                  </a:solidFill>
                </a:rPr>
                <a:t>4</a:t>
              </a:r>
              <a:r>
                <a:rPr lang="en-US" altLang="en-US" sz="2400" i="1">
                  <a:solidFill>
                    <a:schemeClr val="tx1"/>
                  </a:solidFill>
                </a:rPr>
                <a:t>s</a:t>
              </a:r>
            </a:p>
          </p:txBody>
        </p:sp>
      </p:grpSp>
      <p:grpSp>
        <p:nvGrpSpPr>
          <p:cNvPr id="167949" name="Group 238">
            <a:extLst>
              <a:ext uri="{FF2B5EF4-FFF2-40B4-BE49-F238E27FC236}">
                <a16:creationId xmlns:a16="http://schemas.microsoft.com/office/drawing/2014/main" id="{A3861ED9-5D7F-4030-B266-F41D3441E05D}"/>
              </a:ext>
            </a:extLst>
          </p:cNvPr>
          <p:cNvGrpSpPr>
            <a:grpSpLocks/>
          </p:cNvGrpSpPr>
          <p:nvPr/>
        </p:nvGrpSpPr>
        <p:grpSpPr bwMode="auto">
          <a:xfrm>
            <a:off x="0" y="3581400"/>
            <a:ext cx="8686800" cy="450850"/>
            <a:chOff x="0" y="2535"/>
            <a:chExt cx="5472" cy="284"/>
          </a:xfrm>
        </p:grpSpPr>
        <p:grpSp>
          <p:nvGrpSpPr>
            <p:cNvPr id="167959" name="Group 221">
              <a:extLst>
                <a:ext uri="{FF2B5EF4-FFF2-40B4-BE49-F238E27FC236}">
                  <a16:creationId xmlns:a16="http://schemas.microsoft.com/office/drawing/2014/main" id="{E1B874F6-E999-4CB3-9563-B00EC56F40D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2544"/>
              <a:ext cx="3349" cy="272"/>
              <a:chOff x="96" y="1152"/>
              <a:chExt cx="3349" cy="272"/>
            </a:xfrm>
          </p:grpSpPr>
          <p:sp>
            <p:nvSpPr>
              <p:cNvPr id="167962" name="Text Box 222">
                <a:extLst>
                  <a:ext uri="{FF2B5EF4-FFF2-40B4-BE49-F238E27FC236}">
                    <a16:creationId xmlns:a16="http://schemas.microsoft.com/office/drawing/2014/main" id="{D889AC79-3203-4858-A121-C7E6DC45D91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6" y="1152"/>
                <a:ext cx="319" cy="2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93000"/>
                  </a:lnSpc>
                  <a:spcBef>
                    <a:spcPts val="8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•"/>
                  <a:defRPr sz="32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lnSpc>
                    <a:spcPct val="93000"/>
                  </a:lnSpc>
                  <a:spcBef>
                    <a:spcPts val="7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–"/>
                  <a:defRPr sz="28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lnSpc>
                    <a:spcPct val="93000"/>
                  </a:lnSpc>
                  <a:spcBef>
                    <a:spcPts val="6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•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lnSpc>
                    <a:spcPct val="93000"/>
                  </a:lnSpc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–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lnSpc>
                    <a:spcPct val="93000"/>
                  </a:lnSpc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 typeface="Arial" panose="020B0604020202020204" pitchFamily="34" charset="0"/>
                  <a:buNone/>
                </a:pPr>
                <a:r>
                  <a:rPr lang="en-US" altLang="en-US" sz="2400">
                    <a:solidFill>
                      <a:schemeClr val="tx1"/>
                    </a:solidFill>
                  </a:rPr>
                  <a:t>1</a:t>
                </a:r>
                <a:r>
                  <a:rPr lang="en-US" altLang="en-US" sz="2400" i="1">
                    <a:solidFill>
                      <a:schemeClr val="tx1"/>
                    </a:solidFill>
                  </a:rPr>
                  <a:t>s</a:t>
                </a:r>
              </a:p>
            </p:txBody>
          </p:sp>
          <p:sp>
            <p:nvSpPr>
              <p:cNvPr id="167963" name="Text Box 223">
                <a:extLst>
                  <a:ext uri="{FF2B5EF4-FFF2-40B4-BE49-F238E27FC236}">
                    <a16:creationId xmlns:a16="http://schemas.microsoft.com/office/drawing/2014/main" id="{2806AC69-2D35-47C5-A9D2-2844524A7F4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97" y="1152"/>
                <a:ext cx="319" cy="2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93000"/>
                  </a:lnSpc>
                  <a:spcBef>
                    <a:spcPts val="8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•"/>
                  <a:defRPr sz="32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lnSpc>
                    <a:spcPct val="93000"/>
                  </a:lnSpc>
                  <a:spcBef>
                    <a:spcPts val="7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–"/>
                  <a:defRPr sz="28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lnSpc>
                    <a:spcPct val="93000"/>
                  </a:lnSpc>
                  <a:spcBef>
                    <a:spcPts val="6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•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lnSpc>
                    <a:spcPct val="93000"/>
                  </a:lnSpc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–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lnSpc>
                    <a:spcPct val="93000"/>
                  </a:lnSpc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 typeface="Arial" panose="020B0604020202020204" pitchFamily="34" charset="0"/>
                  <a:buNone/>
                </a:pPr>
                <a:r>
                  <a:rPr lang="en-US" altLang="en-US" sz="2400">
                    <a:solidFill>
                      <a:schemeClr val="tx1"/>
                    </a:solidFill>
                  </a:rPr>
                  <a:t>2</a:t>
                </a:r>
                <a:r>
                  <a:rPr lang="en-US" altLang="en-US" sz="2400" i="1">
                    <a:solidFill>
                      <a:schemeClr val="tx1"/>
                    </a:solidFill>
                  </a:rPr>
                  <a:t>s</a:t>
                </a:r>
              </a:p>
            </p:txBody>
          </p:sp>
          <p:sp>
            <p:nvSpPr>
              <p:cNvPr id="167964" name="Text Box 224">
                <a:extLst>
                  <a:ext uri="{FF2B5EF4-FFF2-40B4-BE49-F238E27FC236}">
                    <a16:creationId xmlns:a16="http://schemas.microsoft.com/office/drawing/2014/main" id="{62A96A77-F12D-4090-B026-A3940B6A1B6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33" y="1152"/>
                <a:ext cx="330" cy="2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93000"/>
                  </a:lnSpc>
                  <a:spcBef>
                    <a:spcPts val="8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•"/>
                  <a:defRPr sz="32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lnSpc>
                    <a:spcPct val="93000"/>
                  </a:lnSpc>
                  <a:spcBef>
                    <a:spcPts val="7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–"/>
                  <a:defRPr sz="28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lnSpc>
                    <a:spcPct val="93000"/>
                  </a:lnSpc>
                  <a:spcBef>
                    <a:spcPts val="6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•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lnSpc>
                    <a:spcPct val="93000"/>
                  </a:lnSpc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–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lnSpc>
                    <a:spcPct val="93000"/>
                  </a:lnSpc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 typeface="Arial" panose="020B0604020202020204" pitchFamily="34" charset="0"/>
                  <a:buNone/>
                </a:pPr>
                <a:r>
                  <a:rPr lang="en-US" altLang="en-US" sz="2400">
                    <a:solidFill>
                      <a:schemeClr val="tx1"/>
                    </a:solidFill>
                  </a:rPr>
                  <a:t>2</a:t>
                </a:r>
                <a:r>
                  <a:rPr lang="en-US" altLang="en-US" sz="2400" i="1">
                    <a:solidFill>
                      <a:schemeClr val="tx1"/>
                    </a:solidFill>
                  </a:rPr>
                  <a:t>p</a:t>
                </a:r>
              </a:p>
            </p:txBody>
          </p:sp>
          <p:sp>
            <p:nvSpPr>
              <p:cNvPr id="167965" name="Text Box 225">
                <a:extLst>
                  <a:ext uri="{FF2B5EF4-FFF2-40B4-BE49-F238E27FC236}">
                    <a16:creationId xmlns:a16="http://schemas.microsoft.com/office/drawing/2014/main" id="{79A0E347-9A33-4001-BC62-0A5E410D0C7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82" y="1152"/>
                <a:ext cx="319" cy="2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93000"/>
                  </a:lnSpc>
                  <a:spcBef>
                    <a:spcPts val="8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•"/>
                  <a:defRPr sz="32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lnSpc>
                    <a:spcPct val="93000"/>
                  </a:lnSpc>
                  <a:spcBef>
                    <a:spcPts val="7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–"/>
                  <a:defRPr sz="28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lnSpc>
                    <a:spcPct val="93000"/>
                  </a:lnSpc>
                  <a:spcBef>
                    <a:spcPts val="6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•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lnSpc>
                    <a:spcPct val="93000"/>
                  </a:lnSpc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–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lnSpc>
                    <a:spcPct val="93000"/>
                  </a:lnSpc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 typeface="Arial" panose="020B0604020202020204" pitchFamily="34" charset="0"/>
                  <a:buNone/>
                </a:pPr>
                <a:r>
                  <a:rPr lang="en-US" altLang="en-US" sz="2400">
                    <a:solidFill>
                      <a:schemeClr val="tx1"/>
                    </a:solidFill>
                  </a:rPr>
                  <a:t>3</a:t>
                </a:r>
                <a:r>
                  <a:rPr lang="en-US" altLang="en-US" sz="2400" i="1">
                    <a:solidFill>
                      <a:schemeClr val="tx1"/>
                    </a:solidFill>
                  </a:rPr>
                  <a:t>s</a:t>
                </a:r>
              </a:p>
            </p:txBody>
          </p:sp>
          <p:sp>
            <p:nvSpPr>
              <p:cNvPr id="167966" name="Text Box 226">
                <a:extLst>
                  <a:ext uri="{FF2B5EF4-FFF2-40B4-BE49-F238E27FC236}">
                    <a16:creationId xmlns:a16="http://schemas.microsoft.com/office/drawing/2014/main" id="{0EAE567D-B1C9-4D09-9A48-EF4C7B3DA2F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65" y="1152"/>
                <a:ext cx="330" cy="2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93000"/>
                  </a:lnSpc>
                  <a:spcBef>
                    <a:spcPts val="8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•"/>
                  <a:defRPr sz="32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lnSpc>
                    <a:spcPct val="93000"/>
                  </a:lnSpc>
                  <a:spcBef>
                    <a:spcPts val="7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–"/>
                  <a:defRPr sz="28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lnSpc>
                    <a:spcPct val="93000"/>
                  </a:lnSpc>
                  <a:spcBef>
                    <a:spcPts val="6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•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lnSpc>
                    <a:spcPct val="93000"/>
                  </a:lnSpc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–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lnSpc>
                    <a:spcPct val="93000"/>
                  </a:lnSpc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 typeface="Arial" panose="020B0604020202020204" pitchFamily="34" charset="0"/>
                  <a:buNone/>
                </a:pPr>
                <a:r>
                  <a:rPr lang="en-US" altLang="en-US" sz="2400">
                    <a:solidFill>
                      <a:schemeClr val="tx1"/>
                    </a:solidFill>
                  </a:rPr>
                  <a:t>3</a:t>
                </a:r>
                <a:r>
                  <a:rPr lang="en-US" altLang="en-US" sz="2400" i="1">
                    <a:solidFill>
                      <a:schemeClr val="tx1"/>
                    </a:solidFill>
                  </a:rPr>
                  <a:t>p</a:t>
                </a:r>
              </a:p>
            </p:txBody>
          </p:sp>
          <p:sp>
            <p:nvSpPr>
              <p:cNvPr id="167967" name="Text Box 227">
                <a:extLst>
                  <a:ext uri="{FF2B5EF4-FFF2-40B4-BE49-F238E27FC236}">
                    <a16:creationId xmlns:a16="http://schemas.microsoft.com/office/drawing/2014/main" id="{25F568E1-8EBA-4BC7-80B2-1CA141DBF86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26" y="1152"/>
                <a:ext cx="319" cy="2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93000"/>
                  </a:lnSpc>
                  <a:spcBef>
                    <a:spcPts val="8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•"/>
                  <a:defRPr sz="32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lnSpc>
                    <a:spcPct val="93000"/>
                  </a:lnSpc>
                  <a:spcBef>
                    <a:spcPts val="7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–"/>
                  <a:defRPr sz="28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lnSpc>
                    <a:spcPct val="93000"/>
                  </a:lnSpc>
                  <a:spcBef>
                    <a:spcPts val="6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•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lnSpc>
                    <a:spcPct val="93000"/>
                  </a:lnSpc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–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lnSpc>
                    <a:spcPct val="93000"/>
                  </a:lnSpc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 typeface="Arial" panose="020B0604020202020204" pitchFamily="34" charset="0"/>
                  <a:buNone/>
                </a:pPr>
                <a:r>
                  <a:rPr lang="en-US" altLang="en-US" sz="2400">
                    <a:solidFill>
                      <a:schemeClr val="tx1"/>
                    </a:solidFill>
                  </a:rPr>
                  <a:t>4</a:t>
                </a:r>
                <a:r>
                  <a:rPr lang="en-US" altLang="en-US" sz="2400" i="1">
                    <a:solidFill>
                      <a:schemeClr val="tx1"/>
                    </a:solidFill>
                  </a:rPr>
                  <a:t>s</a:t>
                </a:r>
              </a:p>
            </p:txBody>
          </p:sp>
        </p:grpSp>
        <p:sp>
          <p:nvSpPr>
            <p:cNvPr id="167960" name="Text Box 236">
              <a:extLst>
                <a:ext uri="{FF2B5EF4-FFF2-40B4-BE49-F238E27FC236}">
                  <a16:creationId xmlns:a16="http://schemas.microsoft.com/office/drawing/2014/main" id="{C94FE528-5850-48FA-A3E5-C85C7BA87E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39" y="2547"/>
              <a:ext cx="330" cy="2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3000"/>
                </a:lnSpc>
                <a:spcBef>
                  <a:spcPts val="8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defRPr sz="32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93000"/>
                </a:lnSpc>
                <a:spcBef>
                  <a:spcPts val="7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93000"/>
                </a:lnSpc>
                <a:spcBef>
                  <a:spcPts val="6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93000"/>
                </a:lnSpc>
                <a:spcBef>
                  <a:spcPts val="5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93000"/>
                </a:lnSpc>
                <a:spcBef>
                  <a:spcPts val="5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en-US" altLang="en-US" sz="2400">
                  <a:solidFill>
                    <a:schemeClr val="tx1"/>
                  </a:solidFill>
                </a:rPr>
                <a:t>3</a:t>
              </a:r>
              <a:r>
                <a:rPr lang="en-US" altLang="en-US" sz="2400" i="1">
                  <a:solidFill>
                    <a:schemeClr val="tx1"/>
                  </a:solidFill>
                </a:rPr>
                <a:t>d</a:t>
              </a:r>
            </a:p>
          </p:txBody>
        </p:sp>
        <p:sp>
          <p:nvSpPr>
            <p:cNvPr id="167961" name="Text Box 237">
              <a:extLst>
                <a:ext uri="{FF2B5EF4-FFF2-40B4-BE49-F238E27FC236}">
                  <a16:creationId xmlns:a16="http://schemas.microsoft.com/office/drawing/2014/main" id="{CFD4E2FF-E853-4719-B473-D4108902D7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42" y="2535"/>
              <a:ext cx="330" cy="2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3000"/>
                </a:lnSpc>
                <a:spcBef>
                  <a:spcPts val="8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defRPr sz="32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93000"/>
                </a:lnSpc>
                <a:spcBef>
                  <a:spcPts val="7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93000"/>
                </a:lnSpc>
                <a:spcBef>
                  <a:spcPts val="6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93000"/>
                </a:lnSpc>
                <a:spcBef>
                  <a:spcPts val="5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93000"/>
                </a:lnSpc>
                <a:spcBef>
                  <a:spcPts val="5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en-US" altLang="en-US" sz="2400">
                  <a:solidFill>
                    <a:schemeClr val="tx1"/>
                  </a:solidFill>
                </a:rPr>
                <a:t>4</a:t>
              </a:r>
              <a:r>
                <a:rPr lang="en-US" altLang="en-US" sz="2400" i="1">
                  <a:solidFill>
                    <a:schemeClr val="tx1"/>
                  </a:solidFill>
                </a:rPr>
                <a:t>p</a:t>
              </a:r>
            </a:p>
          </p:txBody>
        </p:sp>
      </p:grpSp>
      <p:grpSp>
        <p:nvGrpSpPr>
          <p:cNvPr id="167950" name="Group 240">
            <a:extLst>
              <a:ext uri="{FF2B5EF4-FFF2-40B4-BE49-F238E27FC236}">
                <a16:creationId xmlns:a16="http://schemas.microsoft.com/office/drawing/2014/main" id="{FAD0ACF8-C117-4461-8ED3-AE9AF1CC9C57}"/>
              </a:ext>
            </a:extLst>
          </p:cNvPr>
          <p:cNvGrpSpPr>
            <a:grpSpLocks/>
          </p:cNvGrpSpPr>
          <p:nvPr/>
        </p:nvGrpSpPr>
        <p:grpSpPr bwMode="auto">
          <a:xfrm>
            <a:off x="169863" y="5715000"/>
            <a:ext cx="6754812" cy="444500"/>
            <a:chOff x="107" y="3784"/>
            <a:chExt cx="4255" cy="280"/>
          </a:xfrm>
        </p:grpSpPr>
        <p:grpSp>
          <p:nvGrpSpPr>
            <p:cNvPr id="167951" name="Group 228">
              <a:extLst>
                <a:ext uri="{FF2B5EF4-FFF2-40B4-BE49-F238E27FC236}">
                  <a16:creationId xmlns:a16="http://schemas.microsoft.com/office/drawing/2014/main" id="{D04225F0-B824-4868-8E06-D2E3EB8B1DF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7" y="3792"/>
              <a:ext cx="3349" cy="272"/>
              <a:chOff x="96" y="1152"/>
              <a:chExt cx="3349" cy="272"/>
            </a:xfrm>
          </p:grpSpPr>
          <p:sp>
            <p:nvSpPr>
              <p:cNvPr id="167953" name="Text Box 229">
                <a:extLst>
                  <a:ext uri="{FF2B5EF4-FFF2-40B4-BE49-F238E27FC236}">
                    <a16:creationId xmlns:a16="http://schemas.microsoft.com/office/drawing/2014/main" id="{3EA39070-C048-44AF-A350-B74DFF0B2C8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6" y="1152"/>
                <a:ext cx="319" cy="2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93000"/>
                  </a:lnSpc>
                  <a:spcBef>
                    <a:spcPts val="8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•"/>
                  <a:defRPr sz="32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lnSpc>
                    <a:spcPct val="93000"/>
                  </a:lnSpc>
                  <a:spcBef>
                    <a:spcPts val="7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–"/>
                  <a:defRPr sz="28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lnSpc>
                    <a:spcPct val="93000"/>
                  </a:lnSpc>
                  <a:spcBef>
                    <a:spcPts val="6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•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lnSpc>
                    <a:spcPct val="93000"/>
                  </a:lnSpc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–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lnSpc>
                    <a:spcPct val="93000"/>
                  </a:lnSpc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 typeface="Arial" panose="020B0604020202020204" pitchFamily="34" charset="0"/>
                  <a:buNone/>
                </a:pPr>
                <a:r>
                  <a:rPr lang="en-US" altLang="en-US" sz="2400">
                    <a:solidFill>
                      <a:schemeClr val="tx1"/>
                    </a:solidFill>
                  </a:rPr>
                  <a:t>1</a:t>
                </a:r>
                <a:r>
                  <a:rPr lang="en-US" altLang="en-US" sz="2400" i="1">
                    <a:solidFill>
                      <a:schemeClr val="tx1"/>
                    </a:solidFill>
                  </a:rPr>
                  <a:t>s</a:t>
                </a:r>
              </a:p>
            </p:txBody>
          </p:sp>
          <p:sp>
            <p:nvSpPr>
              <p:cNvPr id="167954" name="Text Box 230">
                <a:extLst>
                  <a:ext uri="{FF2B5EF4-FFF2-40B4-BE49-F238E27FC236}">
                    <a16:creationId xmlns:a16="http://schemas.microsoft.com/office/drawing/2014/main" id="{C07E7B7D-700A-4CFB-8698-5A3F5285607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97" y="1152"/>
                <a:ext cx="319" cy="2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93000"/>
                  </a:lnSpc>
                  <a:spcBef>
                    <a:spcPts val="8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•"/>
                  <a:defRPr sz="32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lnSpc>
                    <a:spcPct val="93000"/>
                  </a:lnSpc>
                  <a:spcBef>
                    <a:spcPts val="7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–"/>
                  <a:defRPr sz="28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lnSpc>
                    <a:spcPct val="93000"/>
                  </a:lnSpc>
                  <a:spcBef>
                    <a:spcPts val="6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•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lnSpc>
                    <a:spcPct val="93000"/>
                  </a:lnSpc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–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lnSpc>
                    <a:spcPct val="93000"/>
                  </a:lnSpc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 typeface="Arial" panose="020B0604020202020204" pitchFamily="34" charset="0"/>
                  <a:buNone/>
                </a:pPr>
                <a:r>
                  <a:rPr lang="en-US" altLang="en-US" sz="2400">
                    <a:solidFill>
                      <a:schemeClr val="tx1"/>
                    </a:solidFill>
                  </a:rPr>
                  <a:t>2</a:t>
                </a:r>
                <a:r>
                  <a:rPr lang="en-US" altLang="en-US" sz="2400" i="1">
                    <a:solidFill>
                      <a:schemeClr val="tx1"/>
                    </a:solidFill>
                  </a:rPr>
                  <a:t>s</a:t>
                </a:r>
              </a:p>
            </p:txBody>
          </p:sp>
          <p:sp>
            <p:nvSpPr>
              <p:cNvPr id="167955" name="Text Box 231">
                <a:extLst>
                  <a:ext uri="{FF2B5EF4-FFF2-40B4-BE49-F238E27FC236}">
                    <a16:creationId xmlns:a16="http://schemas.microsoft.com/office/drawing/2014/main" id="{E9D03C64-9844-449F-8D1B-2544A701078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33" y="1152"/>
                <a:ext cx="330" cy="2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93000"/>
                  </a:lnSpc>
                  <a:spcBef>
                    <a:spcPts val="8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•"/>
                  <a:defRPr sz="32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lnSpc>
                    <a:spcPct val="93000"/>
                  </a:lnSpc>
                  <a:spcBef>
                    <a:spcPts val="7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–"/>
                  <a:defRPr sz="28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lnSpc>
                    <a:spcPct val="93000"/>
                  </a:lnSpc>
                  <a:spcBef>
                    <a:spcPts val="6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•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lnSpc>
                    <a:spcPct val="93000"/>
                  </a:lnSpc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–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lnSpc>
                    <a:spcPct val="93000"/>
                  </a:lnSpc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 typeface="Arial" panose="020B0604020202020204" pitchFamily="34" charset="0"/>
                  <a:buNone/>
                </a:pPr>
                <a:r>
                  <a:rPr lang="en-US" altLang="en-US" sz="2400">
                    <a:solidFill>
                      <a:schemeClr val="tx1"/>
                    </a:solidFill>
                  </a:rPr>
                  <a:t>2</a:t>
                </a:r>
                <a:r>
                  <a:rPr lang="en-US" altLang="en-US" sz="2400" i="1">
                    <a:solidFill>
                      <a:schemeClr val="tx1"/>
                    </a:solidFill>
                  </a:rPr>
                  <a:t>p</a:t>
                </a:r>
              </a:p>
            </p:txBody>
          </p:sp>
          <p:sp>
            <p:nvSpPr>
              <p:cNvPr id="167956" name="Text Box 232">
                <a:extLst>
                  <a:ext uri="{FF2B5EF4-FFF2-40B4-BE49-F238E27FC236}">
                    <a16:creationId xmlns:a16="http://schemas.microsoft.com/office/drawing/2014/main" id="{10EBB9E4-0926-4BBE-BB82-E3122944211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82" y="1152"/>
                <a:ext cx="319" cy="2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93000"/>
                  </a:lnSpc>
                  <a:spcBef>
                    <a:spcPts val="8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•"/>
                  <a:defRPr sz="32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lnSpc>
                    <a:spcPct val="93000"/>
                  </a:lnSpc>
                  <a:spcBef>
                    <a:spcPts val="7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–"/>
                  <a:defRPr sz="28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lnSpc>
                    <a:spcPct val="93000"/>
                  </a:lnSpc>
                  <a:spcBef>
                    <a:spcPts val="6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•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lnSpc>
                    <a:spcPct val="93000"/>
                  </a:lnSpc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–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lnSpc>
                    <a:spcPct val="93000"/>
                  </a:lnSpc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 typeface="Arial" panose="020B0604020202020204" pitchFamily="34" charset="0"/>
                  <a:buNone/>
                </a:pPr>
                <a:r>
                  <a:rPr lang="en-US" altLang="en-US" sz="2400">
                    <a:solidFill>
                      <a:schemeClr val="tx1"/>
                    </a:solidFill>
                  </a:rPr>
                  <a:t>3</a:t>
                </a:r>
                <a:r>
                  <a:rPr lang="en-US" altLang="en-US" sz="2400" i="1">
                    <a:solidFill>
                      <a:schemeClr val="tx1"/>
                    </a:solidFill>
                  </a:rPr>
                  <a:t>s</a:t>
                </a:r>
              </a:p>
            </p:txBody>
          </p:sp>
          <p:sp>
            <p:nvSpPr>
              <p:cNvPr id="167957" name="Text Box 233">
                <a:extLst>
                  <a:ext uri="{FF2B5EF4-FFF2-40B4-BE49-F238E27FC236}">
                    <a16:creationId xmlns:a16="http://schemas.microsoft.com/office/drawing/2014/main" id="{62CD0F4B-66DF-4BE7-892E-AE7550F5634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65" y="1152"/>
                <a:ext cx="330" cy="2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93000"/>
                  </a:lnSpc>
                  <a:spcBef>
                    <a:spcPts val="8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•"/>
                  <a:defRPr sz="32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lnSpc>
                    <a:spcPct val="93000"/>
                  </a:lnSpc>
                  <a:spcBef>
                    <a:spcPts val="7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–"/>
                  <a:defRPr sz="28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lnSpc>
                    <a:spcPct val="93000"/>
                  </a:lnSpc>
                  <a:spcBef>
                    <a:spcPts val="6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•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lnSpc>
                    <a:spcPct val="93000"/>
                  </a:lnSpc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–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lnSpc>
                    <a:spcPct val="93000"/>
                  </a:lnSpc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 typeface="Arial" panose="020B0604020202020204" pitchFamily="34" charset="0"/>
                  <a:buNone/>
                </a:pPr>
                <a:r>
                  <a:rPr lang="en-US" altLang="en-US" sz="2400">
                    <a:solidFill>
                      <a:schemeClr val="tx1"/>
                    </a:solidFill>
                  </a:rPr>
                  <a:t>3</a:t>
                </a:r>
                <a:r>
                  <a:rPr lang="en-US" altLang="en-US" sz="2400" i="1">
                    <a:solidFill>
                      <a:schemeClr val="tx1"/>
                    </a:solidFill>
                  </a:rPr>
                  <a:t>p</a:t>
                </a:r>
              </a:p>
            </p:txBody>
          </p:sp>
          <p:sp>
            <p:nvSpPr>
              <p:cNvPr id="167958" name="Text Box 234">
                <a:extLst>
                  <a:ext uri="{FF2B5EF4-FFF2-40B4-BE49-F238E27FC236}">
                    <a16:creationId xmlns:a16="http://schemas.microsoft.com/office/drawing/2014/main" id="{62006BF3-D2FF-491A-89FC-76D2A95EDA7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26" y="1152"/>
                <a:ext cx="319" cy="2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93000"/>
                  </a:lnSpc>
                  <a:spcBef>
                    <a:spcPts val="8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•"/>
                  <a:defRPr sz="32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lnSpc>
                    <a:spcPct val="93000"/>
                  </a:lnSpc>
                  <a:spcBef>
                    <a:spcPts val="7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–"/>
                  <a:defRPr sz="28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lnSpc>
                    <a:spcPct val="93000"/>
                  </a:lnSpc>
                  <a:spcBef>
                    <a:spcPts val="6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•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lnSpc>
                    <a:spcPct val="93000"/>
                  </a:lnSpc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–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lnSpc>
                    <a:spcPct val="93000"/>
                  </a:lnSpc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 typeface="Arial" panose="020B0604020202020204" pitchFamily="34" charset="0"/>
                  <a:buNone/>
                </a:pPr>
                <a:r>
                  <a:rPr lang="en-US" altLang="en-US" sz="2400">
                    <a:solidFill>
                      <a:schemeClr val="tx1"/>
                    </a:solidFill>
                  </a:rPr>
                  <a:t>4</a:t>
                </a:r>
                <a:r>
                  <a:rPr lang="en-US" altLang="en-US" sz="2400" i="1">
                    <a:solidFill>
                      <a:schemeClr val="tx1"/>
                    </a:solidFill>
                  </a:rPr>
                  <a:t>s</a:t>
                </a:r>
              </a:p>
            </p:txBody>
          </p:sp>
        </p:grpSp>
        <p:sp>
          <p:nvSpPr>
            <p:cNvPr id="167952" name="Text Box 239">
              <a:extLst>
                <a:ext uri="{FF2B5EF4-FFF2-40B4-BE49-F238E27FC236}">
                  <a16:creationId xmlns:a16="http://schemas.microsoft.com/office/drawing/2014/main" id="{21C4AF2F-950A-4B36-97E3-876D48390A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32" y="3784"/>
              <a:ext cx="330" cy="2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3000"/>
                </a:lnSpc>
                <a:spcBef>
                  <a:spcPts val="8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defRPr sz="32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93000"/>
                </a:lnSpc>
                <a:spcBef>
                  <a:spcPts val="7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93000"/>
                </a:lnSpc>
                <a:spcBef>
                  <a:spcPts val="6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93000"/>
                </a:lnSpc>
                <a:spcBef>
                  <a:spcPts val="5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93000"/>
                </a:lnSpc>
                <a:spcBef>
                  <a:spcPts val="5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en-US" altLang="en-US" sz="2400">
                  <a:solidFill>
                    <a:schemeClr val="tx1"/>
                  </a:solidFill>
                </a:rPr>
                <a:t>3</a:t>
              </a:r>
              <a:r>
                <a:rPr lang="en-US" altLang="en-US" sz="2400" i="1">
                  <a:solidFill>
                    <a:schemeClr val="tx1"/>
                  </a:solidFill>
                </a:rPr>
                <a:t>d</a:t>
              </a:r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6516216" y="1371600"/>
            <a:ext cx="21018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Not very good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Rectangle 2"/>
          <p:cNvSpPr/>
          <p:nvPr/>
        </p:nvSpPr>
        <p:spPr bwMode="auto">
          <a:xfrm>
            <a:off x="5481638" y="4884737"/>
            <a:ext cx="2514600" cy="830263"/>
          </a:xfrm>
          <a:prstGeom prst="rect">
            <a:avLst/>
          </a:prstGeom>
          <a:noFill/>
          <a:ln w="57150" cap="flat" cmpd="sng" algn="ctr">
            <a:solidFill>
              <a:srgbClr val="FF33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57200" rtl="0" eaLnBrk="0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animBg="1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8" name="Footer Placeholder 2">
            <a:extLst>
              <a:ext uri="{FF2B5EF4-FFF2-40B4-BE49-F238E27FC236}">
                <a16:creationId xmlns:a16="http://schemas.microsoft.com/office/drawing/2014/main" id="{420BE1CD-AADA-4075-B85E-B731942DA5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3000"/>
              </a:lnSpc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GB" altLang="en-US" sz="1400"/>
              <a:t>Copyright McGraw-Hill 2009</a:t>
            </a:r>
          </a:p>
        </p:txBody>
      </p:sp>
      <p:sp>
        <p:nvSpPr>
          <p:cNvPr id="167939" name="Slide Number Placeholder 3">
            <a:extLst>
              <a:ext uri="{FF2B5EF4-FFF2-40B4-BE49-F238E27FC236}">
                <a16:creationId xmlns:a16="http://schemas.microsoft.com/office/drawing/2014/main" id="{AB79A312-CBA0-46EC-B792-4D55B973BA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3000"/>
              </a:lnSpc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fld id="{BE7A782F-01FC-4918-B3B2-ACB975EBB6FF}" type="slidenum">
              <a:rPr lang="en-GB" altLang="en-US" sz="1400"/>
              <a:pPr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t>87</a:t>
            </a:fld>
            <a:endParaRPr lang="en-GB" altLang="en-US" sz="1400"/>
          </a:p>
        </p:txBody>
      </p:sp>
      <p:sp>
        <p:nvSpPr>
          <p:cNvPr id="167940" name="Rectangle 4">
            <a:extLst>
              <a:ext uri="{FF2B5EF4-FFF2-40B4-BE49-F238E27FC236}">
                <a16:creationId xmlns:a16="http://schemas.microsoft.com/office/drawing/2014/main" id="{9317980A-548F-4995-A392-52529BC065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228600"/>
            <a:ext cx="777648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3000"/>
              </a:lnSpc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buNone/>
            </a:pPr>
            <a:r>
              <a:rPr lang="en-GB" altLang="en-US" sz="2400" i="1" dirty="0">
                <a:solidFill>
                  <a:schemeClr val="tx1"/>
                </a:solidFill>
              </a:rPr>
              <a:t>Z</a:t>
            </a:r>
            <a:r>
              <a:rPr lang="en-GB" altLang="en-US" sz="2400" dirty="0">
                <a:solidFill>
                  <a:schemeClr val="tx1"/>
                </a:solidFill>
              </a:rPr>
              <a:t> = 20  1</a:t>
            </a:r>
            <a:r>
              <a:rPr lang="en-GB" altLang="en-US" sz="2400" i="1" dirty="0">
                <a:solidFill>
                  <a:schemeClr val="tx1"/>
                </a:solidFill>
              </a:rPr>
              <a:t>s</a:t>
            </a:r>
            <a:r>
              <a:rPr lang="en-GB" altLang="en-US" sz="2400" baseline="30000" dirty="0">
                <a:solidFill>
                  <a:schemeClr val="tx1"/>
                </a:solidFill>
              </a:rPr>
              <a:t>2 </a:t>
            </a:r>
            <a:r>
              <a:rPr lang="en-GB" altLang="en-US" sz="2400" dirty="0">
                <a:solidFill>
                  <a:schemeClr val="tx1"/>
                </a:solidFill>
              </a:rPr>
              <a:t>2</a:t>
            </a:r>
            <a:r>
              <a:rPr lang="en-GB" altLang="en-US" sz="2400" i="1" dirty="0">
                <a:solidFill>
                  <a:schemeClr val="tx1"/>
                </a:solidFill>
              </a:rPr>
              <a:t>s</a:t>
            </a:r>
            <a:r>
              <a:rPr lang="en-GB" altLang="en-US" sz="2400" baseline="30000" dirty="0">
                <a:solidFill>
                  <a:schemeClr val="tx1"/>
                </a:solidFill>
              </a:rPr>
              <a:t>2 </a:t>
            </a:r>
            <a:r>
              <a:rPr lang="en-GB" altLang="en-US" sz="2400" dirty="0">
                <a:solidFill>
                  <a:schemeClr val="tx1"/>
                </a:solidFill>
              </a:rPr>
              <a:t>2</a:t>
            </a:r>
            <a:r>
              <a:rPr lang="en-GB" altLang="en-US" sz="2400" i="1" dirty="0">
                <a:solidFill>
                  <a:schemeClr val="tx1"/>
                </a:solidFill>
              </a:rPr>
              <a:t>p</a:t>
            </a:r>
            <a:r>
              <a:rPr lang="en-GB" altLang="en-US" sz="2400" i="1" baseline="-25000" dirty="0">
                <a:solidFill>
                  <a:schemeClr val="tx1"/>
                </a:solidFill>
              </a:rPr>
              <a:t>x</a:t>
            </a:r>
            <a:r>
              <a:rPr lang="en-GB" altLang="en-US" sz="2400" baseline="30000" dirty="0">
                <a:solidFill>
                  <a:schemeClr val="tx1"/>
                </a:solidFill>
              </a:rPr>
              <a:t>2</a:t>
            </a:r>
            <a:r>
              <a:rPr lang="en-GB" altLang="en-US" sz="2400" dirty="0">
                <a:solidFill>
                  <a:schemeClr val="tx1"/>
                </a:solidFill>
              </a:rPr>
              <a:t> 2</a:t>
            </a:r>
            <a:r>
              <a:rPr lang="en-GB" altLang="en-US" sz="2400" i="1" dirty="0">
                <a:solidFill>
                  <a:schemeClr val="tx1"/>
                </a:solidFill>
              </a:rPr>
              <a:t>p</a:t>
            </a:r>
            <a:r>
              <a:rPr lang="en-GB" altLang="en-US" sz="2400" i="1" baseline="-25000" dirty="0">
                <a:solidFill>
                  <a:schemeClr val="tx1"/>
                </a:solidFill>
              </a:rPr>
              <a:t>y</a:t>
            </a:r>
            <a:r>
              <a:rPr lang="en-GB" altLang="en-US" sz="2400" baseline="30000" dirty="0">
                <a:solidFill>
                  <a:schemeClr val="tx1"/>
                </a:solidFill>
              </a:rPr>
              <a:t>2 </a:t>
            </a:r>
            <a:r>
              <a:rPr lang="en-GB" altLang="en-US" sz="2400" dirty="0">
                <a:solidFill>
                  <a:schemeClr val="tx1"/>
                </a:solidFill>
              </a:rPr>
              <a:t>2</a:t>
            </a:r>
            <a:r>
              <a:rPr lang="en-GB" altLang="en-US" sz="2400" i="1" dirty="0">
                <a:solidFill>
                  <a:schemeClr val="tx1"/>
                </a:solidFill>
              </a:rPr>
              <a:t>p</a:t>
            </a:r>
            <a:r>
              <a:rPr lang="en-GB" altLang="en-US" sz="2400" i="1" baseline="-25000" dirty="0">
                <a:solidFill>
                  <a:schemeClr val="tx1"/>
                </a:solidFill>
              </a:rPr>
              <a:t>z</a:t>
            </a:r>
            <a:r>
              <a:rPr lang="en-GB" altLang="en-US" sz="2400" baseline="30000" dirty="0">
                <a:solidFill>
                  <a:schemeClr val="tx1"/>
                </a:solidFill>
              </a:rPr>
              <a:t>2 </a:t>
            </a:r>
            <a:r>
              <a:rPr lang="en-GB" altLang="en-US" sz="2400" dirty="0">
                <a:solidFill>
                  <a:schemeClr val="tx1"/>
                </a:solidFill>
              </a:rPr>
              <a:t>3</a:t>
            </a:r>
            <a:r>
              <a:rPr lang="en-GB" altLang="en-US" sz="2400" i="1" dirty="0">
                <a:solidFill>
                  <a:schemeClr val="tx1"/>
                </a:solidFill>
              </a:rPr>
              <a:t>s</a:t>
            </a:r>
            <a:r>
              <a:rPr lang="en-GB" altLang="en-US" sz="2400" baseline="30000" dirty="0">
                <a:solidFill>
                  <a:schemeClr val="tx1"/>
                </a:solidFill>
              </a:rPr>
              <a:t>2 </a:t>
            </a:r>
            <a:r>
              <a:rPr lang="en-GB" altLang="en-US" sz="2400" dirty="0">
                <a:solidFill>
                  <a:schemeClr val="tx1"/>
                </a:solidFill>
              </a:rPr>
              <a:t>3</a:t>
            </a:r>
            <a:r>
              <a:rPr lang="en-GB" altLang="en-US" sz="2400" i="1" dirty="0">
                <a:solidFill>
                  <a:schemeClr val="tx1"/>
                </a:solidFill>
              </a:rPr>
              <a:t>p</a:t>
            </a:r>
            <a:r>
              <a:rPr lang="en-GB" altLang="en-US" sz="2400" i="1" baseline="-25000" dirty="0">
                <a:solidFill>
                  <a:schemeClr val="tx1"/>
                </a:solidFill>
              </a:rPr>
              <a:t>x</a:t>
            </a:r>
            <a:r>
              <a:rPr lang="en-GB" altLang="en-US" sz="2400" baseline="30000" dirty="0">
                <a:solidFill>
                  <a:schemeClr val="tx1"/>
                </a:solidFill>
              </a:rPr>
              <a:t>2</a:t>
            </a:r>
            <a:r>
              <a:rPr lang="en-GB" altLang="en-US" sz="2400" dirty="0">
                <a:solidFill>
                  <a:schemeClr val="tx1"/>
                </a:solidFill>
              </a:rPr>
              <a:t> 3</a:t>
            </a:r>
            <a:r>
              <a:rPr lang="en-GB" altLang="en-US" sz="2400" i="1" dirty="0">
                <a:solidFill>
                  <a:schemeClr val="tx1"/>
                </a:solidFill>
              </a:rPr>
              <a:t>p</a:t>
            </a:r>
            <a:r>
              <a:rPr lang="en-GB" altLang="en-US" sz="2400" i="1" baseline="-25000" dirty="0">
                <a:solidFill>
                  <a:schemeClr val="tx1"/>
                </a:solidFill>
              </a:rPr>
              <a:t>y</a:t>
            </a:r>
            <a:r>
              <a:rPr lang="en-GB" altLang="en-US" sz="2400" baseline="30000" dirty="0">
                <a:solidFill>
                  <a:schemeClr val="tx1"/>
                </a:solidFill>
              </a:rPr>
              <a:t>2 </a:t>
            </a:r>
            <a:r>
              <a:rPr lang="en-GB" altLang="en-US" sz="2400" dirty="0">
                <a:solidFill>
                  <a:schemeClr val="tx1"/>
                </a:solidFill>
              </a:rPr>
              <a:t>3</a:t>
            </a:r>
            <a:r>
              <a:rPr lang="en-GB" altLang="en-US" sz="2400" i="1" dirty="0">
                <a:solidFill>
                  <a:schemeClr val="tx1"/>
                </a:solidFill>
              </a:rPr>
              <a:t>p</a:t>
            </a:r>
            <a:r>
              <a:rPr lang="en-GB" altLang="en-US" sz="2400" i="1" baseline="-25000" dirty="0">
                <a:solidFill>
                  <a:schemeClr val="tx1"/>
                </a:solidFill>
              </a:rPr>
              <a:t>z</a:t>
            </a:r>
            <a:r>
              <a:rPr lang="en-GB" altLang="en-US" sz="2400" baseline="30000" dirty="0">
                <a:solidFill>
                  <a:schemeClr val="tx1"/>
                </a:solidFill>
              </a:rPr>
              <a:t>2 </a:t>
            </a:r>
            <a:r>
              <a:rPr lang="en-GB" altLang="en-US" sz="2400" dirty="0">
                <a:solidFill>
                  <a:schemeClr val="tx1"/>
                </a:solidFill>
              </a:rPr>
              <a:t>4</a:t>
            </a:r>
            <a:r>
              <a:rPr lang="en-GB" altLang="en-US" sz="2400" i="1" dirty="0">
                <a:solidFill>
                  <a:schemeClr val="tx1"/>
                </a:solidFill>
              </a:rPr>
              <a:t>s</a:t>
            </a:r>
            <a:r>
              <a:rPr lang="en-GB" altLang="en-US" sz="2400" baseline="30000" dirty="0">
                <a:solidFill>
                  <a:schemeClr val="tx1"/>
                </a:solidFill>
              </a:rPr>
              <a:t>2</a:t>
            </a:r>
            <a:r>
              <a:rPr lang="en-GB" altLang="en-US" sz="2400" dirty="0">
                <a:solidFill>
                  <a:schemeClr val="tx1"/>
                </a:solidFill>
              </a:rPr>
              <a:t>  (Ca) </a:t>
            </a:r>
          </a:p>
        </p:txBody>
      </p:sp>
      <p:sp>
        <p:nvSpPr>
          <p:cNvPr id="167941" name="Rectangle 5">
            <a:extLst>
              <a:ext uri="{FF2B5EF4-FFF2-40B4-BE49-F238E27FC236}">
                <a16:creationId xmlns:a16="http://schemas.microsoft.com/office/drawing/2014/main" id="{2D1A358E-8841-40A1-835B-0DE0FFC162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1" y="1926491"/>
            <a:ext cx="9116943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3000"/>
              </a:lnSpc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buNone/>
            </a:pPr>
            <a:r>
              <a:rPr lang="en-GB" altLang="en-US" sz="2400" i="1" dirty="0">
                <a:solidFill>
                  <a:schemeClr val="tx1"/>
                </a:solidFill>
              </a:rPr>
              <a:t>Z</a:t>
            </a:r>
            <a:r>
              <a:rPr lang="en-GB" altLang="en-US" sz="2400" dirty="0">
                <a:solidFill>
                  <a:schemeClr val="tx1"/>
                </a:solidFill>
              </a:rPr>
              <a:t> = 35  1</a:t>
            </a:r>
            <a:r>
              <a:rPr lang="en-GB" altLang="en-US" sz="2400" i="1" dirty="0">
                <a:solidFill>
                  <a:schemeClr val="tx1"/>
                </a:solidFill>
              </a:rPr>
              <a:t>s</a:t>
            </a:r>
            <a:r>
              <a:rPr lang="en-GB" altLang="en-US" sz="2400" baseline="30000" dirty="0">
                <a:solidFill>
                  <a:schemeClr val="tx1"/>
                </a:solidFill>
              </a:rPr>
              <a:t>2</a:t>
            </a:r>
            <a:r>
              <a:rPr lang="en-GB" altLang="en-US" sz="2400" dirty="0">
                <a:solidFill>
                  <a:schemeClr val="tx1"/>
                </a:solidFill>
              </a:rPr>
              <a:t>2</a:t>
            </a:r>
            <a:r>
              <a:rPr lang="en-GB" altLang="en-US" sz="2400" i="1" dirty="0">
                <a:solidFill>
                  <a:schemeClr val="tx1"/>
                </a:solidFill>
              </a:rPr>
              <a:t>s</a:t>
            </a:r>
            <a:r>
              <a:rPr lang="en-GB" altLang="en-US" sz="2400" baseline="30000" dirty="0">
                <a:solidFill>
                  <a:schemeClr val="tx1"/>
                </a:solidFill>
              </a:rPr>
              <a:t>2 </a:t>
            </a:r>
            <a:r>
              <a:rPr lang="en-GB" altLang="en-US" sz="2400" dirty="0">
                <a:solidFill>
                  <a:schemeClr val="tx1"/>
                </a:solidFill>
              </a:rPr>
              <a:t>2</a:t>
            </a:r>
            <a:r>
              <a:rPr lang="en-GB" altLang="en-US" sz="2400" i="1" dirty="0">
                <a:solidFill>
                  <a:schemeClr val="tx1"/>
                </a:solidFill>
              </a:rPr>
              <a:t>p</a:t>
            </a:r>
            <a:r>
              <a:rPr lang="en-GB" altLang="en-US" sz="2400" i="1" baseline="-25000" dirty="0">
                <a:solidFill>
                  <a:schemeClr val="tx1"/>
                </a:solidFill>
              </a:rPr>
              <a:t>x</a:t>
            </a:r>
            <a:r>
              <a:rPr lang="en-GB" altLang="en-US" sz="2400" baseline="30000" dirty="0">
                <a:solidFill>
                  <a:schemeClr val="tx1"/>
                </a:solidFill>
              </a:rPr>
              <a:t>2</a:t>
            </a:r>
            <a:r>
              <a:rPr lang="en-GB" altLang="en-US" sz="2400" dirty="0">
                <a:solidFill>
                  <a:schemeClr val="tx1"/>
                </a:solidFill>
              </a:rPr>
              <a:t> 2</a:t>
            </a:r>
            <a:r>
              <a:rPr lang="en-GB" altLang="en-US" sz="2400" i="1" dirty="0">
                <a:solidFill>
                  <a:schemeClr val="tx1"/>
                </a:solidFill>
              </a:rPr>
              <a:t>p</a:t>
            </a:r>
            <a:r>
              <a:rPr lang="en-GB" altLang="en-US" sz="2400" i="1" baseline="-25000" dirty="0">
                <a:solidFill>
                  <a:schemeClr val="tx1"/>
                </a:solidFill>
              </a:rPr>
              <a:t>y</a:t>
            </a:r>
            <a:r>
              <a:rPr lang="en-GB" altLang="en-US" sz="2400" baseline="30000" dirty="0">
                <a:solidFill>
                  <a:schemeClr val="tx1"/>
                </a:solidFill>
              </a:rPr>
              <a:t>2 </a:t>
            </a:r>
            <a:r>
              <a:rPr lang="en-GB" altLang="en-US" sz="2400" dirty="0">
                <a:solidFill>
                  <a:schemeClr val="tx1"/>
                </a:solidFill>
              </a:rPr>
              <a:t>2</a:t>
            </a:r>
            <a:r>
              <a:rPr lang="en-GB" altLang="en-US" sz="2400" i="1" dirty="0">
                <a:solidFill>
                  <a:schemeClr val="tx1"/>
                </a:solidFill>
              </a:rPr>
              <a:t>p</a:t>
            </a:r>
            <a:r>
              <a:rPr lang="en-GB" altLang="en-US" sz="2400" i="1" baseline="-25000" dirty="0">
                <a:solidFill>
                  <a:schemeClr val="tx1"/>
                </a:solidFill>
              </a:rPr>
              <a:t>z</a:t>
            </a:r>
            <a:r>
              <a:rPr lang="en-GB" altLang="en-US" sz="2400" baseline="30000" dirty="0">
                <a:solidFill>
                  <a:schemeClr val="tx1"/>
                </a:solidFill>
              </a:rPr>
              <a:t>2 </a:t>
            </a:r>
            <a:r>
              <a:rPr lang="en-GB" altLang="en-US" sz="2400" dirty="0">
                <a:solidFill>
                  <a:schemeClr val="tx1"/>
                </a:solidFill>
              </a:rPr>
              <a:t>3</a:t>
            </a:r>
            <a:r>
              <a:rPr lang="en-GB" altLang="en-US" sz="2400" i="1" dirty="0">
                <a:solidFill>
                  <a:schemeClr val="tx1"/>
                </a:solidFill>
              </a:rPr>
              <a:t>s</a:t>
            </a:r>
            <a:r>
              <a:rPr lang="en-GB" altLang="en-US" sz="2400" baseline="30000" dirty="0">
                <a:solidFill>
                  <a:schemeClr val="tx1"/>
                </a:solidFill>
              </a:rPr>
              <a:t>2 </a:t>
            </a:r>
            <a:r>
              <a:rPr lang="en-GB" altLang="en-US" sz="2400" dirty="0">
                <a:solidFill>
                  <a:schemeClr val="tx1"/>
                </a:solidFill>
              </a:rPr>
              <a:t>3</a:t>
            </a:r>
            <a:r>
              <a:rPr lang="en-GB" altLang="en-US" sz="2400" i="1" dirty="0">
                <a:solidFill>
                  <a:schemeClr val="tx1"/>
                </a:solidFill>
              </a:rPr>
              <a:t>p</a:t>
            </a:r>
            <a:r>
              <a:rPr lang="en-GB" altLang="en-US" sz="2400" i="1" baseline="-25000" dirty="0">
                <a:solidFill>
                  <a:schemeClr val="tx1"/>
                </a:solidFill>
              </a:rPr>
              <a:t>x</a:t>
            </a:r>
            <a:r>
              <a:rPr lang="en-GB" altLang="en-US" sz="2400" baseline="30000" dirty="0">
                <a:solidFill>
                  <a:schemeClr val="tx1"/>
                </a:solidFill>
              </a:rPr>
              <a:t>2</a:t>
            </a:r>
            <a:r>
              <a:rPr lang="en-GB" altLang="en-US" sz="2400" dirty="0">
                <a:solidFill>
                  <a:schemeClr val="tx1"/>
                </a:solidFill>
              </a:rPr>
              <a:t> 3</a:t>
            </a:r>
            <a:r>
              <a:rPr lang="en-GB" altLang="en-US" sz="2400" i="1" dirty="0">
                <a:solidFill>
                  <a:schemeClr val="tx1"/>
                </a:solidFill>
              </a:rPr>
              <a:t>p</a:t>
            </a:r>
            <a:r>
              <a:rPr lang="en-GB" altLang="en-US" sz="2400" i="1" baseline="-25000" dirty="0">
                <a:solidFill>
                  <a:schemeClr val="tx1"/>
                </a:solidFill>
              </a:rPr>
              <a:t>y</a:t>
            </a:r>
            <a:r>
              <a:rPr lang="en-GB" altLang="en-US" sz="2400" baseline="30000" dirty="0">
                <a:solidFill>
                  <a:schemeClr val="tx1"/>
                </a:solidFill>
              </a:rPr>
              <a:t>2 </a:t>
            </a:r>
            <a:r>
              <a:rPr lang="en-GB" altLang="en-US" sz="2400" dirty="0">
                <a:solidFill>
                  <a:schemeClr val="tx1"/>
                </a:solidFill>
              </a:rPr>
              <a:t>3</a:t>
            </a:r>
            <a:r>
              <a:rPr lang="en-GB" altLang="en-US" sz="2400" i="1" dirty="0">
                <a:solidFill>
                  <a:schemeClr val="tx1"/>
                </a:solidFill>
              </a:rPr>
              <a:t>p</a:t>
            </a:r>
            <a:r>
              <a:rPr lang="en-GB" altLang="en-US" sz="2400" i="1" baseline="-25000" dirty="0">
                <a:solidFill>
                  <a:schemeClr val="tx1"/>
                </a:solidFill>
              </a:rPr>
              <a:t>z</a:t>
            </a:r>
            <a:r>
              <a:rPr lang="en-GB" altLang="en-US" sz="2400" baseline="30000" dirty="0">
                <a:solidFill>
                  <a:schemeClr val="tx1"/>
                </a:solidFill>
              </a:rPr>
              <a:t>2 </a:t>
            </a:r>
            <a:r>
              <a:rPr lang="en-GB" altLang="en-US" sz="2400" dirty="0">
                <a:solidFill>
                  <a:schemeClr val="tx1"/>
                </a:solidFill>
              </a:rPr>
              <a:t>4</a:t>
            </a:r>
            <a:r>
              <a:rPr lang="en-GB" altLang="en-US" sz="2400" i="1" dirty="0">
                <a:solidFill>
                  <a:schemeClr val="tx1"/>
                </a:solidFill>
              </a:rPr>
              <a:t>s</a:t>
            </a:r>
            <a:r>
              <a:rPr lang="en-GB" altLang="en-US" sz="2400" baseline="30000" dirty="0">
                <a:solidFill>
                  <a:schemeClr val="tx1"/>
                </a:solidFill>
              </a:rPr>
              <a:t>2 </a:t>
            </a:r>
            <a:r>
              <a:rPr lang="en-GB" altLang="en-US" sz="2400" dirty="0">
                <a:solidFill>
                  <a:schemeClr val="tx1"/>
                </a:solidFill>
              </a:rPr>
              <a:t>3d</a:t>
            </a:r>
            <a:r>
              <a:rPr lang="en-GB" altLang="en-US" sz="2400" baseline="-25000" dirty="0">
                <a:solidFill>
                  <a:schemeClr val="tx1"/>
                </a:solidFill>
              </a:rPr>
              <a:t>xy</a:t>
            </a:r>
            <a:r>
              <a:rPr lang="en-GB" altLang="en-US" sz="2400" baseline="30000" dirty="0">
                <a:solidFill>
                  <a:schemeClr val="tx1"/>
                </a:solidFill>
              </a:rPr>
              <a:t>2</a:t>
            </a:r>
            <a:r>
              <a:rPr lang="en-GB" altLang="en-US" sz="2400" dirty="0">
                <a:solidFill>
                  <a:schemeClr val="tx1"/>
                </a:solidFill>
              </a:rPr>
              <a:t> 3d</a:t>
            </a:r>
            <a:r>
              <a:rPr lang="en-GB" altLang="en-US" sz="2400" baseline="-25000" dirty="0">
                <a:solidFill>
                  <a:schemeClr val="tx1"/>
                </a:solidFill>
              </a:rPr>
              <a:t>xz</a:t>
            </a:r>
            <a:r>
              <a:rPr lang="en-GB" altLang="en-US" sz="2400" baseline="30000" dirty="0">
                <a:solidFill>
                  <a:schemeClr val="tx1"/>
                </a:solidFill>
              </a:rPr>
              <a:t>2 </a:t>
            </a:r>
            <a:r>
              <a:rPr lang="en-GB" altLang="en-US" sz="2400" dirty="0">
                <a:solidFill>
                  <a:schemeClr val="tx1"/>
                </a:solidFill>
              </a:rPr>
              <a:t>3d</a:t>
            </a:r>
            <a:r>
              <a:rPr lang="en-GB" altLang="en-US" sz="2400" baseline="-25000" dirty="0">
                <a:solidFill>
                  <a:schemeClr val="tx1"/>
                </a:solidFill>
              </a:rPr>
              <a:t>yz</a:t>
            </a:r>
            <a:r>
              <a:rPr lang="en-GB" altLang="en-US" sz="2400" baseline="30000" dirty="0">
                <a:solidFill>
                  <a:schemeClr val="tx1"/>
                </a:solidFill>
              </a:rPr>
              <a:t>2 </a:t>
            </a:r>
            <a:r>
              <a:rPr lang="en-GB" altLang="en-US" sz="2400" dirty="0">
                <a:solidFill>
                  <a:schemeClr val="tx1"/>
                </a:solidFill>
              </a:rPr>
              <a:t>3d</a:t>
            </a:r>
            <a:r>
              <a:rPr lang="en-GB" altLang="en-US" sz="2400" baseline="-25000" dirty="0">
                <a:solidFill>
                  <a:schemeClr val="tx1"/>
                </a:solidFill>
              </a:rPr>
              <a:t>(x</a:t>
            </a:r>
            <a:r>
              <a:rPr lang="en-GB" altLang="en-US" sz="2400" baseline="-10000" dirty="0">
                <a:solidFill>
                  <a:schemeClr val="tx1"/>
                </a:solidFill>
              </a:rPr>
              <a:t>2</a:t>
            </a:r>
            <a:r>
              <a:rPr lang="en-GB" altLang="en-US" sz="2400" baseline="-25000" dirty="0">
                <a:solidFill>
                  <a:schemeClr val="tx1"/>
                </a:solidFill>
              </a:rPr>
              <a:t>-y</a:t>
            </a:r>
            <a:r>
              <a:rPr lang="en-GB" altLang="en-US" sz="2400" baseline="-10000" dirty="0">
                <a:solidFill>
                  <a:schemeClr val="tx1"/>
                </a:solidFill>
              </a:rPr>
              <a:t>2</a:t>
            </a:r>
            <a:r>
              <a:rPr lang="en-GB" altLang="en-US" sz="2400" baseline="-25000" dirty="0">
                <a:solidFill>
                  <a:schemeClr val="tx1"/>
                </a:solidFill>
              </a:rPr>
              <a:t>)</a:t>
            </a:r>
            <a:r>
              <a:rPr lang="en-GB" altLang="en-US" sz="2400" baseline="30000" dirty="0">
                <a:solidFill>
                  <a:schemeClr val="tx1"/>
                </a:solidFill>
              </a:rPr>
              <a:t>2 </a:t>
            </a:r>
            <a:r>
              <a:rPr lang="en-GB" altLang="en-US" sz="2400" dirty="0">
                <a:solidFill>
                  <a:schemeClr val="tx1"/>
                </a:solidFill>
              </a:rPr>
              <a:t>3d</a:t>
            </a:r>
            <a:r>
              <a:rPr lang="en-GB" altLang="en-US" sz="2400" baseline="-25000" dirty="0">
                <a:solidFill>
                  <a:schemeClr val="tx1"/>
                </a:solidFill>
              </a:rPr>
              <a:t>(z</a:t>
            </a:r>
            <a:r>
              <a:rPr lang="en-GB" altLang="en-US" sz="2400" baseline="-10000" dirty="0">
                <a:solidFill>
                  <a:schemeClr val="tx1"/>
                </a:solidFill>
              </a:rPr>
              <a:t>2</a:t>
            </a:r>
            <a:r>
              <a:rPr lang="en-GB" altLang="en-US" sz="2400" baseline="-25000" dirty="0">
                <a:solidFill>
                  <a:schemeClr val="tx1"/>
                </a:solidFill>
              </a:rPr>
              <a:t>)</a:t>
            </a:r>
            <a:r>
              <a:rPr lang="en-GB" altLang="en-US" sz="2400" baseline="30000" dirty="0">
                <a:solidFill>
                  <a:schemeClr val="tx1"/>
                </a:solidFill>
              </a:rPr>
              <a:t>2 </a:t>
            </a:r>
            <a:r>
              <a:rPr lang="en-GB" altLang="en-US" sz="2400" dirty="0">
                <a:solidFill>
                  <a:schemeClr val="tx1"/>
                </a:solidFill>
              </a:rPr>
              <a:t>4</a:t>
            </a:r>
            <a:r>
              <a:rPr lang="en-GB" altLang="en-US" sz="2400" i="1" dirty="0">
                <a:solidFill>
                  <a:schemeClr val="tx1"/>
                </a:solidFill>
              </a:rPr>
              <a:t>p</a:t>
            </a:r>
            <a:r>
              <a:rPr lang="en-GB" altLang="en-US" sz="2400" i="1" baseline="-25000" dirty="0">
                <a:solidFill>
                  <a:schemeClr val="tx1"/>
                </a:solidFill>
              </a:rPr>
              <a:t>x</a:t>
            </a:r>
            <a:r>
              <a:rPr lang="en-GB" altLang="en-US" sz="2400" baseline="30000" dirty="0">
                <a:solidFill>
                  <a:schemeClr val="tx1"/>
                </a:solidFill>
              </a:rPr>
              <a:t>2</a:t>
            </a:r>
            <a:r>
              <a:rPr lang="en-GB" altLang="en-US" sz="2400" dirty="0">
                <a:solidFill>
                  <a:schemeClr val="tx1"/>
                </a:solidFill>
              </a:rPr>
              <a:t> 4</a:t>
            </a:r>
            <a:r>
              <a:rPr lang="en-GB" altLang="en-US" sz="2400" i="1" dirty="0">
                <a:solidFill>
                  <a:schemeClr val="tx1"/>
                </a:solidFill>
              </a:rPr>
              <a:t>p</a:t>
            </a:r>
            <a:r>
              <a:rPr lang="en-GB" altLang="en-US" sz="2400" i="1" baseline="-25000" dirty="0">
                <a:solidFill>
                  <a:schemeClr val="tx1"/>
                </a:solidFill>
              </a:rPr>
              <a:t>y</a:t>
            </a:r>
            <a:r>
              <a:rPr lang="en-GB" altLang="en-US" sz="2400" baseline="30000" dirty="0">
                <a:solidFill>
                  <a:schemeClr val="tx1"/>
                </a:solidFill>
              </a:rPr>
              <a:t>2 </a:t>
            </a:r>
            <a:r>
              <a:rPr lang="en-GB" altLang="en-US" sz="2400" dirty="0">
                <a:solidFill>
                  <a:schemeClr val="tx1"/>
                </a:solidFill>
              </a:rPr>
              <a:t>4</a:t>
            </a:r>
            <a:r>
              <a:rPr lang="en-GB" altLang="en-US" sz="2400" i="1" dirty="0">
                <a:solidFill>
                  <a:schemeClr val="tx1"/>
                </a:solidFill>
              </a:rPr>
              <a:t>p</a:t>
            </a:r>
            <a:r>
              <a:rPr lang="en-GB" altLang="en-US" sz="2400" i="1" baseline="-25000" dirty="0">
                <a:solidFill>
                  <a:schemeClr val="tx1"/>
                </a:solidFill>
              </a:rPr>
              <a:t>z</a:t>
            </a:r>
            <a:r>
              <a:rPr lang="en-GB" altLang="en-US" sz="2400" baseline="30000" dirty="0">
                <a:solidFill>
                  <a:schemeClr val="tx1"/>
                </a:solidFill>
              </a:rPr>
              <a:t>1</a:t>
            </a:r>
            <a:r>
              <a:rPr lang="en-GB" altLang="en-US" sz="2400" dirty="0">
                <a:solidFill>
                  <a:schemeClr val="tx1"/>
                </a:solidFill>
              </a:rPr>
              <a:t>  (Br) </a:t>
            </a:r>
          </a:p>
        </p:txBody>
      </p:sp>
      <p:sp>
        <p:nvSpPr>
          <p:cNvPr id="167942" name="Rectangle 6">
            <a:extLst>
              <a:ext uri="{FF2B5EF4-FFF2-40B4-BE49-F238E27FC236}">
                <a16:creationId xmlns:a16="http://schemas.microsoft.com/office/drawing/2014/main" id="{B3F0CEC1-8533-4367-8389-B77571DB3C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961" y="4098606"/>
            <a:ext cx="8349577" cy="9335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3000"/>
              </a:lnSpc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buNone/>
            </a:pPr>
            <a:r>
              <a:rPr lang="en-GB" altLang="en-US" sz="2400" i="1" dirty="0">
                <a:solidFill>
                  <a:schemeClr val="tx1"/>
                </a:solidFill>
              </a:rPr>
              <a:t>Z</a:t>
            </a:r>
            <a:r>
              <a:rPr lang="en-GB" altLang="en-US" sz="2400" dirty="0">
                <a:solidFill>
                  <a:schemeClr val="tx1"/>
                </a:solidFill>
              </a:rPr>
              <a:t> = 26  1</a:t>
            </a:r>
            <a:r>
              <a:rPr lang="en-GB" altLang="en-US" sz="2400" i="1" dirty="0">
                <a:solidFill>
                  <a:schemeClr val="tx1"/>
                </a:solidFill>
              </a:rPr>
              <a:t>s</a:t>
            </a:r>
            <a:r>
              <a:rPr lang="en-GB" altLang="en-US" sz="2400" baseline="30000" dirty="0">
                <a:solidFill>
                  <a:schemeClr val="tx1"/>
                </a:solidFill>
              </a:rPr>
              <a:t>2</a:t>
            </a:r>
            <a:r>
              <a:rPr lang="en-GB" altLang="en-US" sz="2400" dirty="0">
                <a:solidFill>
                  <a:schemeClr val="tx1"/>
                </a:solidFill>
              </a:rPr>
              <a:t>2</a:t>
            </a:r>
            <a:r>
              <a:rPr lang="en-GB" altLang="en-US" sz="2400" i="1" dirty="0">
                <a:solidFill>
                  <a:schemeClr val="tx1"/>
                </a:solidFill>
              </a:rPr>
              <a:t>s</a:t>
            </a:r>
            <a:r>
              <a:rPr lang="en-GB" altLang="en-US" sz="2400" baseline="30000" dirty="0">
                <a:solidFill>
                  <a:schemeClr val="tx1"/>
                </a:solidFill>
              </a:rPr>
              <a:t>2</a:t>
            </a:r>
            <a:r>
              <a:rPr lang="en-GB" altLang="en-US" sz="2400" dirty="0">
                <a:solidFill>
                  <a:schemeClr val="tx1"/>
                </a:solidFill>
              </a:rPr>
              <a:t> 2</a:t>
            </a:r>
            <a:r>
              <a:rPr lang="en-GB" altLang="en-US" sz="2400" i="1" dirty="0">
                <a:solidFill>
                  <a:schemeClr val="tx1"/>
                </a:solidFill>
              </a:rPr>
              <a:t>p</a:t>
            </a:r>
            <a:r>
              <a:rPr lang="en-GB" altLang="en-US" sz="2400" i="1" baseline="-25000" dirty="0">
                <a:solidFill>
                  <a:schemeClr val="tx1"/>
                </a:solidFill>
              </a:rPr>
              <a:t>x</a:t>
            </a:r>
            <a:r>
              <a:rPr lang="en-GB" altLang="en-US" sz="2400" baseline="30000" dirty="0">
                <a:solidFill>
                  <a:schemeClr val="tx1"/>
                </a:solidFill>
              </a:rPr>
              <a:t>2</a:t>
            </a:r>
            <a:r>
              <a:rPr lang="en-GB" altLang="en-US" sz="2400" dirty="0">
                <a:solidFill>
                  <a:schemeClr val="tx1"/>
                </a:solidFill>
              </a:rPr>
              <a:t> 2</a:t>
            </a:r>
            <a:r>
              <a:rPr lang="en-GB" altLang="en-US" sz="2400" i="1" dirty="0">
                <a:solidFill>
                  <a:schemeClr val="tx1"/>
                </a:solidFill>
              </a:rPr>
              <a:t>p</a:t>
            </a:r>
            <a:r>
              <a:rPr lang="en-GB" altLang="en-US" sz="2400" i="1" baseline="-25000" dirty="0">
                <a:solidFill>
                  <a:schemeClr val="tx1"/>
                </a:solidFill>
              </a:rPr>
              <a:t>y</a:t>
            </a:r>
            <a:r>
              <a:rPr lang="en-GB" altLang="en-US" sz="2400" baseline="30000" dirty="0">
                <a:solidFill>
                  <a:schemeClr val="tx1"/>
                </a:solidFill>
              </a:rPr>
              <a:t>2 </a:t>
            </a:r>
            <a:r>
              <a:rPr lang="en-GB" altLang="en-US" sz="2400" dirty="0">
                <a:solidFill>
                  <a:schemeClr val="tx1"/>
                </a:solidFill>
              </a:rPr>
              <a:t>2</a:t>
            </a:r>
            <a:r>
              <a:rPr lang="en-GB" altLang="en-US" sz="2400" i="1" dirty="0">
                <a:solidFill>
                  <a:schemeClr val="tx1"/>
                </a:solidFill>
              </a:rPr>
              <a:t>p</a:t>
            </a:r>
            <a:r>
              <a:rPr lang="en-GB" altLang="en-US" sz="2400" i="1" baseline="-25000" dirty="0">
                <a:solidFill>
                  <a:schemeClr val="tx1"/>
                </a:solidFill>
              </a:rPr>
              <a:t>z</a:t>
            </a:r>
            <a:r>
              <a:rPr lang="en-GB" altLang="en-US" sz="2400" baseline="30000" dirty="0">
                <a:solidFill>
                  <a:schemeClr val="tx1"/>
                </a:solidFill>
              </a:rPr>
              <a:t>2 </a:t>
            </a:r>
            <a:r>
              <a:rPr lang="en-GB" altLang="en-US" sz="2400" dirty="0">
                <a:solidFill>
                  <a:schemeClr val="tx1"/>
                </a:solidFill>
              </a:rPr>
              <a:t>3</a:t>
            </a:r>
            <a:r>
              <a:rPr lang="en-GB" altLang="en-US" sz="2400" i="1" dirty="0">
                <a:solidFill>
                  <a:schemeClr val="tx1"/>
                </a:solidFill>
              </a:rPr>
              <a:t>s</a:t>
            </a:r>
            <a:r>
              <a:rPr lang="en-GB" altLang="en-US" sz="2400" baseline="30000" dirty="0">
                <a:solidFill>
                  <a:schemeClr val="tx1"/>
                </a:solidFill>
              </a:rPr>
              <a:t>2</a:t>
            </a:r>
            <a:r>
              <a:rPr lang="en-GB" altLang="en-US" sz="2400" dirty="0">
                <a:solidFill>
                  <a:schemeClr val="tx1"/>
                </a:solidFill>
              </a:rPr>
              <a:t> 3</a:t>
            </a:r>
            <a:r>
              <a:rPr lang="en-GB" altLang="en-US" sz="2400" i="1" dirty="0">
                <a:solidFill>
                  <a:schemeClr val="tx1"/>
                </a:solidFill>
              </a:rPr>
              <a:t>p</a:t>
            </a:r>
            <a:r>
              <a:rPr lang="en-GB" altLang="en-US" sz="2400" i="1" baseline="-25000" dirty="0">
                <a:solidFill>
                  <a:schemeClr val="tx1"/>
                </a:solidFill>
              </a:rPr>
              <a:t>x</a:t>
            </a:r>
            <a:r>
              <a:rPr lang="en-GB" altLang="en-US" sz="2400" baseline="30000" dirty="0">
                <a:solidFill>
                  <a:schemeClr val="tx1"/>
                </a:solidFill>
              </a:rPr>
              <a:t>2</a:t>
            </a:r>
            <a:r>
              <a:rPr lang="en-GB" altLang="en-US" sz="2400" dirty="0">
                <a:solidFill>
                  <a:schemeClr val="tx1"/>
                </a:solidFill>
              </a:rPr>
              <a:t> 3</a:t>
            </a:r>
            <a:r>
              <a:rPr lang="en-GB" altLang="en-US" sz="2400" i="1" dirty="0">
                <a:solidFill>
                  <a:schemeClr val="tx1"/>
                </a:solidFill>
              </a:rPr>
              <a:t>p</a:t>
            </a:r>
            <a:r>
              <a:rPr lang="en-GB" altLang="en-US" sz="2400" i="1" baseline="-25000" dirty="0">
                <a:solidFill>
                  <a:schemeClr val="tx1"/>
                </a:solidFill>
              </a:rPr>
              <a:t>y</a:t>
            </a:r>
            <a:r>
              <a:rPr lang="en-GB" altLang="en-US" sz="2400" baseline="30000" dirty="0">
                <a:solidFill>
                  <a:schemeClr val="tx1"/>
                </a:solidFill>
              </a:rPr>
              <a:t>2 </a:t>
            </a:r>
            <a:r>
              <a:rPr lang="en-GB" altLang="en-US" sz="2400" dirty="0">
                <a:solidFill>
                  <a:schemeClr val="tx1"/>
                </a:solidFill>
              </a:rPr>
              <a:t>3</a:t>
            </a:r>
            <a:r>
              <a:rPr lang="en-GB" altLang="en-US" sz="2400" i="1" dirty="0">
                <a:solidFill>
                  <a:schemeClr val="tx1"/>
                </a:solidFill>
              </a:rPr>
              <a:t>p</a:t>
            </a:r>
            <a:r>
              <a:rPr lang="en-GB" altLang="en-US" sz="2400" i="1" baseline="-25000" dirty="0">
                <a:solidFill>
                  <a:schemeClr val="tx1"/>
                </a:solidFill>
              </a:rPr>
              <a:t>z</a:t>
            </a:r>
            <a:r>
              <a:rPr lang="en-GB" altLang="en-US" sz="2400" baseline="30000" dirty="0">
                <a:solidFill>
                  <a:schemeClr val="tx1"/>
                </a:solidFill>
              </a:rPr>
              <a:t>2 </a:t>
            </a:r>
            <a:r>
              <a:rPr lang="en-GB" altLang="en-US" sz="2400" dirty="0">
                <a:solidFill>
                  <a:schemeClr val="tx1"/>
                </a:solidFill>
              </a:rPr>
              <a:t>4</a:t>
            </a:r>
            <a:r>
              <a:rPr lang="en-GB" altLang="en-US" sz="2400" i="1" dirty="0">
                <a:solidFill>
                  <a:schemeClr val="tx1"/>
                </a:solidFill>
              </a:rPr>
              <a:t>s</a:t>
            </a:r>
            <a:r>
              <a:rPr lang="en-GB" altLang="en-US" sz="2400" baseline="30000" dirty="0">
                <a:solidFill>
                  <a:schemeClr val="tx1"/>
                </a:solidFill>
              </a:rPr>
              <a:t>2</a:t>
            </a:r>
            <a:r>
              <a:rPr lang="en-GB" altLang="en-US" sz="2400" dirty="0">
                <a:solidFill>
                  <a:schemeClr val="tx1"/>
                </a:solidFill>
              </a:rPr>
              <a:t> </a:t>
            </a:r>
          </a:p>
          <a:p>
            <a:pPr eaLnBrk="1" hangingPunct="1">
              <a:lnSpc>
                <a:spcPct val="100000"/>
              </a:lnSpc>
              <a:buNone/>
            </a:pPr>
            <a:r>
              <a:rPr lang="en-GB" altLang="en-US" sz="2400" dirty="0">
                <a:solidFill>
                  <a:schemeClr val="tx1"/>
                </a:solidFill>
              </a:rPr>
              <a:t>3d</a:t>
            </a:r>
            <a:r>
              <a:rPr lang="en-GB" altLang="en-US" sz="2400" baseline="-25000" dirty="0">
                <a:solidFill>
                  <a:schemeClr val="tx1"/>
                </a:solidFill>
              </a:rPr>
              <a:t>xy</a:t>
            </a:r>
            <a:r>
              <a:rPr lang="en-GB" altLang="en-US" sz="2400" baseline="30000" dirty="0">
                <a:solidFill>
                  <a:schemeClr val="tx1"/>
                </a:solidFill>
              </a:rPr>
              <a:t>2</a:t>
            </a:r>
            <a:r>
              <a:rPr lang="en-GB" altLang="en-US" sz="2400" dirty="0">
                <a:solidFill>
                  <a:schemeClr val="tx1"/>
                </a:solidFill>
              </a:rPr>
              <a:t> 3d</a:t>
            </a:r>
            <a:r>
              <a:rPr lang="en-GB" altLang="en-US" sz="2400" baseline="-25000" dirty="0">
                <a:solidFill>
                  <a:schemeClr val="tx1"/>
                </a:solidFill>
              </a:rPr>
              <a:t>xz</a:t>
            </a:r>
            <a:r>
              <a:rPr lang="en-GB" altLang="en-US" sz="2400" baseline="30000" dirty="0">
                <a:solidFill>
                  <a:schemeClr val="tx1"/>
                </a:solidFill>
              </a:rPr>
              <a:t>1 </a:t>
            </a:r>
            <a:r>
              <a:rPr lang="en-GB" altLang="en-US" sz="2400" dirty="0">
                <a:solidFill>
                  <a:schemeClr val="tx1"/>
                </a:solidFill>
              </a:rPr>
              <a:t>3d</a:t>
            </a:r>
            <a:r>
              <a:rPr lang="en-GB" altLang="en-US" sz="2400" baseline="-25000" dirty="0">
                <a:solidFill>
                  <a:schemeClr val="tx1"/>
                </a:solidFill>
              </a:rPr>
              <a:t>yz</a:t>
            </a:r>
            <a:r>
              <a:rPr lang="en-GB" altLang="en-US" sz="2400" baseline="30000" dirty="0">
                <a:solidFill>
                  <a:schemeClr val="tx1"/>
                </a:solidFill>
              </a:rPr>
              <a:t>1 </a:t>
            </a:r>
            <a:r>
              <a:rPr lang="en-GB" altLang="en-US" sz="2400" dirty="0">
                <a:solidFill>
                  <a:schemeClr val="tx1"/>
                </a:solidFill>
              </a:rPr>
              <a:t>3d</a:t>
            </a:r>
            <a:r>
              <a:rPr lang="en-GB" altLang="en-US" sz="2400" baseline="-25000" dirty="0">
                <a:solidFill>
                  <a:schemeClr val="tx1"/>
                </a:solidFill>
              </a:rPr>
              <a:t>(x</a:t>
            </a:r>
            <a:r>
              <a:rPr lang="en-GB" altLang="en-US" sz="2400" baseline="-10000" dirty="0">
                <a:solidFill>
                  <a:schemeClr val="tx1"/>
                </a:solidFill>
              </a:rPr>
              <a:t>2</a:t>
            </a:r>
            <a:r>
              <a:rPr lang="en-GB" altLang="en-US" sz="2400" baseline="-25000" dirty="0">
                <a:solidFill>
                  <a:schemeClr val="tx1"/>
                </a:solidFill>
              </a:rPr>
              <a:t>-y</a:t>
            </a:r>
            <a:r>
              <a:rPr lang="en-GB" altLang="en-US" sz="2400" baseline="-10000" dirty="0">
                <a:solidFill>
                  <a:schemeClr val="tx1"/>
                </a:solidFill>
              </a:rPr>
              <a:t>2</a:t>
            </a:r>
            <a:r>
              <a:rPr lang="en-GB" altLang="en-US" sz="2400" baseline="-25000" dirty="0">
                <a:solidFill>
                  <a:schemeClr val="tx1"/>
                </a:solidFill>
              </a:rPr>
              <a:t>)</a:t>
            </a:r>
            <a:r>
              <a:rPr lang="en-GB" altLang="en-US" sz="2400" baseline="30000" dirty="0">
                <a:solidFill>
                  <a:schemeClr val="tx1"/>
                </a:solidFill>
              </a:rPr>
              <a:t>1 </a:t>
            </a:r>
            <a:r>
              <a:rPr lang="en-GB" altLang="en-US" sz="2400" dirty="0">
                <a:solidFill>
                  <a:schemeClr val="tx1"/>
                </a:solidFill>
              </a:rPr>
              <a:t>3d</a:t>
            </a:r>
            <a:r>
              <a:rPr lang="en-GB" altLang="en-US" sz="2400" baseline="-25000" dirty="0">
                <a:solidFill>
                  <a:schemeClr val="tx1"/>
                </a:solidFill>
              </a:rPr>
              <a:t>(z</a:t>
            </a:r>
            <a:r>
              <a:rPr lang="en-GB" altLang="en-US" sz="2400" baseline="-10000" dirty="0">
                <a:solidFill>
                  <a:schemeClr val="tx1"/>
                </a:solidFill>
              </a:rPr>
              <a:t>2</a:t>
            </a:r>
            <a:r>
              <a:rPr lang="en-GB" altLang="en-US" sz="2400" baseline="-25000" dirty="0">
                <a:solidFill>
                  <a:schemeClr val="tx1"/>
                </a:solidFill>
              </a:rPr>
              <a:t>)</a:t>
            </a:r>
            <a:r>
              <a:rPr lang="en-GB" altLang="en-US" sz="2400" baseline="30000" dirty="0">
                <a:solidFill>
                  <a:schemeClr val="tx1"/>
                </a:solidFill>
              </a:rPr>
              <a:t>1</a:t>
            </a:r>
            <a:r>
              <a:rPr lang="en-GB" altLang="en-US" sz="2400" dirty="0">
                <a:solidFill>
                  <a:schemeClr val="tx1"/>
                </a:solidFill>
              </a:rPr>
              <a:t>  (Fe) </a:t>
            </a:r>
          </a:p>
        </p:txBody>
      </p:sp>
      <p:grpSp>
        <p:nvGrpSpPr>
          <p:cNvPr id="167943" name="Group 93">
            <a:extLst>
              <a:ext uri="{FF2B5EF4-FFF2-40B4-BE49-F238E27FC236}">
                <a16:creationId xmlns:a16="http://schemas.microsoft.com/office/drawing/2014/main" id="{7C64119C-02C5-4230-8F9E-6D7FC50C8BDB}"/>
              </a:ext>
            </a:extLst>
          </p:cNvPr>
          <p:cNvGrpSpPr>
            <a:grpSpLocks/>
          </p:cNvGrpSpPr>
          <p:nvPr/>
        </p:nvGrpSpPr>
        <p:grpSpPr bwMode="auto">
          <a:xfrm>
            <a:off x="228600" y="914400"/>
            <a:ext cx="5181600" cy="457200"/>
            <a:chOff x="0" y="1008"/>
            <a:chExt cx="3264" cy="288"/>
          </a:xfrm>
        </p:grpSpPr>
        <p:sp>
          <p:nvSpPr>
            <p:cNvPr id="168094" name="Rectangle 94">
              <a:extLst>
                <a:ext uri="{FF2B5EF4-FFF2-40B4-BE49-F238E27FC236}">
                  <a16:creationId xmlns:a16="http://schemas.microsoft.com/office/drawing/2014/main" id="{697083F0-8A8E-483A-8804-76D4482444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008"/>
              <a:ext cx="288" cy="288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93000"/>
                </a:lnSpc>
                <a:spcBef>
                  <a:spcPts val="8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defRPr sz="32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93000"/>
                </a:lnSpc>
                <a:spcBef>
                  <a:spcPts val="7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93000"/>
                </a:lnSpc>
                <a:spcBef>
                  <a:spcPts val="6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93000"/>
                </a:lnSpc>
                <a:spcBef>
                  <a:spcPts val="5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93000"/>
                </a:lnSpc>
                <a:spcBef>
                  <a:spcPts val="5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en-US" altLang="en-US" sz="2400">
                <a:solidFill>
                  <a:schemeClr val="bg1"/>
                </a:solidFill>
              </a:endParaRPr>
            </a:p>
          </p:txBody>
        </p:sp>
        <p:sp>
          <p:nvSpPr>
            <p:cNvPr id="168095" name="Rectangle 95">
              <a:extLst>
                <a:ext uri="{FF2B5EF4-FFF2-40B4-BE49-F238E27FC236}">
                  <a16:creationId xmlns:a16="http://schemas.microsoft.com/office/drawing/2014/main" id="{29675E5D-9A54-4275-A57C-B62DF6CB52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" y="1008"/>
              <a:ext cx="288" cy="288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93000"/>
                </a:lnSpc>
                <a:spcBef>
                  <a:spcPts val="8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defRPr sz="32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93000"/>
                </a:lnSpc>
                <a:spcBef>
                  <a:spcPts val="7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93000"/>
                </a:lnSpc>
                <a:spcBef>
                  <a:spcPts val="6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93000"/>
                </a:lnSpc>
                <a:spcBef>
                  <a:spcPts val="5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93000"/>
                </a:lnSpc>
                <a:spcBef>
                  <a:spcPts val="5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en-US" altLang="en-US" sz="2400">
                <a:solidFill>
                  <a:schemeClr val="bg1"/>
                </a:solidFill>
              </a:endParaRPr>
            </a:p>
          </p:txBody>
        </p:sp>
        <p:sp>
          <p:nvSpPr>
            <p:cNvPr id="168096" name="Rectangle 96">
              <a:extLst>
                <a:ext uri="{FF2B5EF4-FFF2-40B4-BE49-F238E27FC236}">
                  <a16:creationId xmlns:a16="http://schemas.microsoft.com/office/drawing/2014/main" id="{56E94F0D-C406-4E83-9D24-BD12905D82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59" y="1008"/>
              <a:ext cx="288" cy="288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93000"/>
                </a:lnSpc>
                <a:spcBef>
                  <a:spcPts val="8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defRPr sz="32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93000"/>
                </a:lnSpc>
                <a:spcBef>
                  <a:spcPts val="7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93000"/>
                </a:lnSpc>
                <a:spcBef>
                  <a:spcPts val="6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93000"/>
                </a:lnSpc>
                <a:spcBef>
                  <a:spcPts val="5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93000"/>
                </a:lnSpc>
                <a:spcBef>
                  <a:spcPts val="5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en-US" altLang="en-US" sz="2400">
                <a:solidFill>
                  <a:schemeClr val="bg1"/>
                </a:solidFill>
              </a:endParaRPr>
            </a:p>
          </p:txBody>
        </p:sp>
        <p:sp>
          <p:nvSpPr>
            <p:cNvPr id="168097" name="Rectangle 97">
              <a:extLst>
                <a:ext uri="{FF2B5EF4-FFF2-40B4-BE49-F238E27FC236}">
                  <a16:creationId xmlns:a16="http://schemas.microsoft.com/office/drawing/2014/main" id="{09602DC1-59D4-41C0-BF5B-58D0074560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92" y="1008"/>
              <a:ext cx="288" cy="288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93000"/>
                </a:lnSpc>
                <a:spcBef>
                  <a:spcPts val="8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defRPr sz="32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93000"/>
                </a:lnSpc>
                <a:spcBef>
                  <a:spcPts val="7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93000"/>
                </a:lnSpc>
                <a:spcBef>
                  <a:spcPts val="6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93000"/>
                </a:lnSpc>
                <a:spcBef>
                  <a:spcPts val="5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93000"/>
                </a:lnSpc>
                <a:spcBef>
                  <a:spcPts val="5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en-US" altLang="en-US" sz="2400">
                <a:solidFill>
                  <a:schemeClr val="bg1"/>
                </a:solidFill>
              </a:endParaRPr>
            </a:p>
          </p:txBody>
        </p:sp>
        <p:sp>
          <p:nvSpPr>
            <p:cNvPr id="168098" name="Rectangle 98">
              <a:extLst>
                <a:ext uri="{FF2B5EF4-FFF2-40B4-BE49-F238E27FC236}">
                  <a16:creationId xmlns:a16="http://schemas.microsoft.com/office/drawing/2014/main" id="{ED1B7B60-378F-412F-9E9E-82F2C77D4B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04" y="1008"/>
              <a:ext cx="288" cy="288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93000"/>
                </a:lnSpc>
                <a:spcBef>
                  <a:spcPts val="8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defRPr sz="32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93000"/>
                </a:lnSpc>
                <a:spcBef>
                  <a:spcPts val="7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93000"/>
                </a:lnSpc>
                <a:spcBef>
                  <a:spcPts val="6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93000"/>
                </a:lnSpc>
                <a:spcBef>
                  <a:spcPts val="5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93000"/>
                </a:lnSpc>
                <a:spcBef>
                  <a:spcPts val="5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en-US" altLang="en-US" sz="2400">
                <a:solidFill>
                  <a:schemeClr val="bg1"/>
                </a:solidFill>
              </a:endParaRPr>
            </a:p>
          </p:txBody>
        </p:sp>
        <p:sp>
          <p:nvSpPr>
            <p:cNvPr id="168099" name="Rectangle 99">
              <a:extLst>
                <a:ext uri="{FF2B5EF4-FFF2-40B4-BE49-F238E27FC236}">
                  <a16:creationId xmlns:a16="http://schemas.microsoft.com/office/drawing/2014/main" id="{374929D3-B080-40BA-A38E-EFC1567F52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8" y="1008"/>
              <a:ext cx="288" cy="288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93000"/>
                </a:lnSpc>
                <a:spcBef>
                  <a:spcPts val="8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defRPr sz="32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93000"/>
                </a:lnSpc>
                <a:spcBef>
                  <a:spcPts val="7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93000"/>
                </a:lnSpc>
                <a:spcBef>
                  <a:spcPts val="6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93000"/>
                </a:lnSpc>
                <a:spcBef>
                  <a:spcPts val="5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93000"/>
                </a:lnSpc>
                <a:spcBef>
                  <a:spcPts val="5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en-US" altLang="en-US" sz="2400">
                <a:solidFill>
                  <a:schemeClr val="bg1"/>
                </a:solidFill>
              </a:endParaRPr>
            </a:p>
          </p:txBody>
        </p:sp>
        <p:sp>
          <p:nvSpPr>
            <p:cNvPr id="168100" name="Rectangle 100">
              <a:extLst>
                <a:ext uri="{FF2B5EF4-FFF2-40B4-BE49-F238E27FC236}">
                  <a16:creationId xmlns:a16="http://schemas.microsoft.com/office/drawing/2014/main" id="{C7308EF8-3875-4382-920B-F247668B7D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6" y="1008"/>
              <a:ext cx="288" cy="288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93000"/>
                </a:lnSpc>
                <a:spcBef>
                  <a:spcPts val="8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defRPr sz="32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93000"/>
                </a:lnSpc>
                <a:spcBef>
                  <a:spcPts val="7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93000"/>
                </a:lnSpc>
                <a:spcBef>
                  <a:spcPts val="6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93000"/>
                </a:lnSpc>
                <a:spcBef>
                  <a:spcPts val="5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93000"/>
                </a:lnSpc>
                <a:spcBef>
                  <a:spcPts val="5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en-US" altLang="en-US" sz="2400">
                <a:solidFill>
                  <a:schemeClr val="bg1"/>
                </a:solidFill>
              </a:endParaRPr>
            </a:p>
          </p:txBody>
        </p:sp>
        <p:sp>
          <p:nvSpPr>
            <p:cNvPr id="168101" name="Rectangle 101">
              <a:extLst>
                <a:ext uri="{FF2B5EF4-FFF2-40B4-BE49-F238E27FC236}">
                  <a16:creationId xmlns:a16="http://schemas.microsoft.com/office/drawing/2014/main" id="{117D1771-7C3A-4F32-B59C-829AEB6A63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6" y="1008"/>
              <a:ext cx="288" cy="288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93000"/>
                </a:lnSpc>
                <a:spcBef>
                  <a:spcPts val="8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defRPr sz="32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93000"/>
                </a:lnSpc>
                <a:spcBef>
                  <a:spcPts val="7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93000"/>
                </a:lnSpc>
                <a:spcBef>
                  <a:spcPts val="6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93000"/>
                </a:lnSpc>
                <a:spcBef>
                  <a:spcPts val="5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93000"/>
                </a:lnSpc>
                <a:spcBef>
                  <a:spcPts val="5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en-US" altLang="en-US" sz="2400">
                <a:solidFill>
                  <a:schemeClr val="bg1"/>
                </a:solidFill>
              </a:endParaRPr>
            </a:p>
          </p:txBody>
        </p:sp>
        <p:sp>
          <p:nvSpPr>
            <p:cNvPr id="168102" name="Rectangle 102">
              <a:extLst>
                <a:ext uri="{FF2B5EF4-FFF2-40B4-BE49-F238E27FC236}">
                  <a16:creationId xmlns:a16="http://schemas.microsoft.com/office/drawing/2014/main" id="{956D3FFE-8C73-47C5-94B5-97A7B63B23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0" y="1008"/>
              <a:ext cx="288" cy="288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93000"/>
                </a:lnSpc>
                <a:spcBef>
                  <a:spcPts val="8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defRPr sz="32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93000"/>
                </a:lnSpc>
                <a:spcBef>
                  <a:spcPts val="7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93000"/>
                </a:lnSpc>
                <a:spcBef>
                  <a:spcPts val="6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93000"/>
                </a:lnSpc>
                <a:spcBef>
                  <a:spcPts val="5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93000"/>
                </a:lnSpc>
                <a:spcBef>
                  <a:spcPts val="5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en-US" altLang="en-US" sz="2400">
                <a:solidFill>
                  <a:schemeClr val="bg1"/>
                </a:solidFill>
              </a:endParaRPr>
            </a:p>
          </p:txBody>
        </p:sp>
        <p:sp>
          <p:nvSpPr>
            <p:cNvPr id="168103" name="Rectangle 103">
              <a:extLst>
                <a:ext uri="{FF2B5EF4-FFF2-40B4-BE49-F238E27FC236}">
                  <a16:creationId xmlns:a16="http://schemas.microsoft.com/office/drawing/2014/main" id="{AD823355-AD22-4631-A4D0-EB72EB991C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6" y="1008"/>
              <a:ext cx="288" cy="288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93000"/>
                </a:lnSpc>
                <a:spcBef>
                  <a:spcPts val="8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defRPr sz="32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93000"/>
                </a:lnSpc>
                <a:spcBef>
                  <a:spcPts val="7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93000"/>
                </a:lnSpc>
                <a:spcBef>
                  <a:spcPts val="6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93000"/>
                </a:lnSpc>
                <a:spcBef>
                  <a:spcPts val="5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93000"/>
                </a:lnSpc>
                <a:spcBef>
                  <a:spcPts val="5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en-US" altLang="en-US" sz="2400">
                <a:solidFill>
                  <a:schemeClr val="bg1"/>
                </a:solidFill>
              </a:endParaRPr>
            </a:p>
          </p:txBody>
        </p:sp>
        <p:grpSp>
          <p:nvGrpSpPr>
            <p:cNvPr id="168104" name="Group 104">
              <a:extLst>
                <a:ext uri="{FF2B5EF4-FFF2-40B4-BE49-F238E27FC236}">
                  <a16:creationId xmlns:a16="http://schemas.microsoft.com/office/drawing/2014/main" id="{FC39B00F-FC25-4A26-83B4-E942B34FF4B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95" y="1056"/>
              <a:ext cx="96" cy="192"/>
              <a:chOff x="1395" y="1056"/>
              <a:chExt cx="96" cy="192"/>
            </a:xfrm>
          </p:grpSpPr>
          <p:sp>
            <p:nvSpPr>
              <p:cNvPr id="168130" name="Line 105">
                <a:extLst>
                  <a:ext uri="{FF2B5EF4-FFF2-40B4-BE49-F238E27FC236}">
                    <a16:creationId xmlns:a16="http://schemas.microsoft.com/office/drawing/2014/main" id="{ADC0AE42-4AAC-4C7A-B2FF-D8314041BB5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95" y="1056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68131" name="Line 106">
                <a:extLst>
                  <a:ext uri="{FF2B5EF4-FFF2-40B4-BE49-F238E27FC236}">
                    <a16:creationId xmlns:a16="http://schemas.microsoft.com/office/drawing/2014/main" id="{A4EC9B98-779E-4BAC-9B75-DFC4FD63603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91" y="1056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  <p:sp>
          <p:nvSpPr>
            <p:cNvPr id="168105" name="Line 107">
              <a:extLst>
                <a:ext uri="{FF2B5EF4-FFF2-40B4-BE49-F238E27FC236}">
                  <a16:creationId xmlns:a16="http://schemas.microsoft.com/office/drawing/2014/main" id="{D71EB960-70FA-45CC-9E9C-DDDE0B36D7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8" y="1056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68106" name="Line 108">
              <a:extLst>
                <a:ext uri="{FF2B5EF4-FFF2-40B4-BE49-F238E27FC236}">
                  <a16:creationId xmlns:a16="http://schemas.microsoft.com/office/drawing/2014/main" id="{D26A1B61-348A-4904-800C-E64B8E41BA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" y="1056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68107" name="Line 109">
              <a:extLst>
                <a:ext uri="{FF2B5EF4-FFF2-40B4-BE49-F238E27FC236}">
                  <a16:creationId xmlns:a16="http://schemas.microsoft.com/office/drawing/2014/main" id="{F5667CB1-13C5-47E8-827D-92E124295B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" y="1056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68108" name="Line 110">
              <a:extLst>
                <a:ext uri="{FF2B5EF4-FFF2-40B4-BE49-F238E27FC236}">
                  <a16:creationId xmlns:a16="http://schemas.microsoft.com/office/drawing/2014/main" id="{890D7D88-2DB4-4FFD-96F9-00E697FBAE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" y="1056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grpSp>
          <p:nvGrpSpPr>
            <p:cNvPr id="168109" name="Group 111">
              <a:extLst>
                <a:ext uri="{FF2B5EF4-FFF2-40B4-BE49-F238E27FC236}">
                  <a16:creationId xmlns:a16="http://schemas.microsoft.com/office/drawing/2014/main" id="{6B1D6196-AD14-4BD0-B14A-C71C876F608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16" y="1056"/>
              <a:ext cx="96" cy="192"/>
              <a:chOff x="1395" y="1056"/>
              <a:chExt cx="96" cy="192"/>
            </a:xfrm>
          </p:grpSpPr>
          <p:sp>
            <p:nvSpPr>
              <p:cNvPr id="168128" name="Line 112">
                <a:extLst>
                  <a:ext uri="{FF2B5EF4-FFF2-40B4-BE49-F238E27FC236}">
                    <a16:creationId xmlns:a16="http://schemas.microsoft.com/office/drawing/2014/main" id="{B0ED59AC-F761-42E8-BB31-F401E868CC5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95" y="1056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68129" name="Line 113">
                <a:extLst>
                  <a:ext uri="{FF2B5EF4-FFF2-40B4-BE49-F238E27FC236}">
                    <a16:creationId xmlns:a16="http://schemas.microsoft.com/office/drawing/2014/main" id="{21A39D59-78CC-42E9-9BED-C205F54C798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91" y="1056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  <p:grpSp>
          <p:nvGrpSpPr>
            <p:cNvPr id="168110" name="Group 114">
              <a:extLst>
                <a:ext uri="{FF2B5EF4-FFF2-40B4-BE49-F238E27FC236}">
                  <a16:creationId xmlns:a16="http://schemas.microsoft.com/office/drawing/2014/main" id="{B265F48D-2EC5-4BBE-85C7-DD4702D3AA2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12" y="1056"/>
              <a:ext cx="96" cy="192"/>
              <a:chOff x="1395" y="1056"/>
              <a:chExt cx="96" cy="192"/>
            </a:xfrm>
          </p:grpSpPr>
          <p:sp>
            <p:nvSpPr>
              <p:cNvPr id="168126" name="Line 115">
                <a:extLst>
                  <a:ext uri="{FF2B5EF4-FFF2-40B4-BE49-F238E27FC236}">
                    <a16:creationId xmlns:a16="http://schemas.microsoft.com/office/drawing/2014/main" id="{936A80DB-C0AD-42CC-AEC8-2C8485AD19F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95" y="1056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68127" name="Line 116">
                <a:extLst>
                  <a:ext uri="{FF2B5EF4-FFF2-40B4-BE49-F238E27FC236}">
                    <a16:creationId xmlns:a16="http://schemas.microsoft.com/office/drawing/2014/main" id="{588D73FD-BFB1-40FD-A316-55DA48FBD6C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91" y="1056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  <p:grpSp>
          <p:nvGrpSpPr>
            <p:cNvPr id="168111" name="Group 117">
              <a:extLst>
                <a:ext uri="{FF2B5EF4-FFF2-40B4-BE49-F238E27FC236}">
                  <a16:creationId xmlns:a16="http://schemas.microsoft.com/office/drawing/2014/main" id="{21795387-7FDB-4169-A8B0-A4C57B34B3C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28" y="1056"/>
              <a:ext cx="96" cy="192"/>
              <a:chOff x="1395" y="1056"/>
              <a:chExt cx="96" cy="192"/>
            </a:xfrm>
          </p:grpSpPr>
          <p:sp>
            <p:nvSpPr>
              <p:cNvPr id="168124" name="Line 118">
                <a:extLst>
                  <a:ext uri="{FF2B5EF4-FFF2-40B4-BE49-F238E27FC236}">
                    <a16:creationId xmlns:a16="http://schemas.microsoft.com/office/drawing/2014/main" id="{54AC8813-E9A6-4278-BF32-DDA3A7D292C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95" y="1056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68125" name="Line 119">
                <a:extLst>
                  <a:ext uri="{FF2B5EF4-FFF2-40B4-BE49-F238E27FC236}">
                    <a16:creationId xmlns:a16="http://schemas.microsoft.com/office/drawing/2014/main" id="{6E9EEC53-48A2-4795-81BF-C840F97F727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91" y="1056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  <p:grpSp>
          <p:nvGrpSpPr>
            <p:cNvPr id="168112" name="Group 120">
              <a:extLst>
                <a:ext uri="{FF2B5EF4-FFF2-40B4-BE49-F238E27FC236}">
                  <a16:creationId xmlns:a16="http://schemas.microsoft.com/office/drawing/2014/main" id="{79962283-BD7F-4738-A012-4E198BB1972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00" y="1056"/>
              <a:ext cx="96" cy="192"/>
              <a:chOff x="1395" y="1056"/>
              <a:chExt cx="96" cy="192"/>
            </a:xfrm>
          </p:grpSpPr>
          <p:sp>
            <p:nvSpPr>
              <p:cNvPr id="168122" name="Line 121">
                <a:extLst>
                  <a:ext uri="{FF2B5EF4-FFF2-40B4-BE49-F238E27FC236}">
                    <a16:creationId xmlns:a16="http://schemas.microsoft.com/office/drawing/2014/main" id="{469FE02B-3194-40EF-9EFA-D703F48B5C5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95" y="1056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68123" name="Line 122">
                <a:extLst>
                  <a:ext uri="{FF2B5EF4-FFF2-40B4-BE49-F238E27FC236}">
                    <a16:creationId xmlns:a16="http://schemas.microsoft.com/office/drawing/2014/main" id="{81A29470-1412-4E52-9B87-08759BBB020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91" y="1056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  <p:grpSp>
          <p:nvGrpSpPr>
            <p:cNvPr id="168113" name="Group 123">
              <a:extLst>
                <a:ext uri="{FF2B5EF4-FFF2-40B4-BE49-F238E27FC236}">
                  <a16:creationId xmlns:a16="http://schemas.microsoft.com/office/drawing/2014/main" id="{C3B4DAF1-23CA-4BAE-999E-261986809D8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88" y="1056"/>
              <a:ext cx="96" cy="192"/>
              <a:chOff x="1395" y="1056"/>
              <a:chExt cx="96" cy="192"/>
            </a:xfrm>
          </p:grpSpPr>
          <p:sp>
            <p:nvSpPr>
              <p:cNvPr id="168120" name="Line 124">
                <a:extLst>
                  <a:ext uri="{FF2B5EF4-FFF2-40B4-BE49-F238E27FC236}">
                    <a16:creationId xmlns:a16="http://schemas.microsoft.com/office/drawing/2014/main" id="{3E231D13-82AA-4802-91F4-09DA6995770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95" y="1056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68121" name="Line 125">
                <a:extLst>
                  <a:ext uri="{FF2B5EF4-FFF2-40B4-BE49-F238E27FC236}">
                    <a16:creationId xmlns:a16="http://schemas.microsoft.com/office/drawing/2014/main" id="{E6FB6016-972F-45B6-B3D8-DAC99A23D5B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91" y="1056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  <p:grpSp>
          <p:nvGrpSpPr>
            <p:cNvPr id="168114" name="Group 126">
              <a:extLst>
                <a:ext uri="{FF2B5EF4-FFF2-40B4-BE49-F238E27FC236}">
                  <a16:creationId xmlns:a16="http://schemas.microsoft.com/office/drawing/2014/main" id="{3EA244E3-2BC6-4769-A972-6CA7B7C0B6A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72" y="1056"/>
              <a:ext cx="96" cy="192"/>
              <a:chOff x="1395" y="1056"/>
              <a:chExt cx="96" cy="192"/>
            </a:xfrm>
          </p:grpSpPr>
          <p:sp>
            <p:nvSpPr>
              <p:cNvPr id="168118" name="Line 127">
                <a:extLst>
                  <a:ext uri="{FF2B5EF4-FFF2-40B4-BE49-F238E27FC236}">
                    <a16:creationId xmlns:a16="http://schemas.microsoft.com/office/drawing/2014/main" id="{AB941C63-684D-4061-ADD6-9971845354E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95" y="1056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68119" name="Line 128">
                <a:extLst>
                  <a:ext uri="{FF2B5EF4-FFF2-40B4-BE49-F238E27FC236}">
                    <a16:creationId xmlns:a16="http://schemas.microsoft.com/office/drawing/2014/main" id="{23918308-AD58-4398-9030-DB48CE3CEBA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91" y="1056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  <p:grpSp>
          <p:nvGrpSpPr>
            <p:cNvPr id="168115" name="Group 129">
              <a:extLst>
                <a:ext uri="{FF2B5EF4-FFF2-40B4-BE49-F238E27FC236}">
                  <a16:creationId xmlns:a16="http://schemas.microsoft.com/office/drawing/2014/main" id="{B954A7FF-0ECA-49EA-A041-DA72A2F261F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04" y="1056"/>
              <a:ext cx="96" cy="192"/>
              <a:chOff x="1395" y="1056"/>
              <a:chExt cx="96" cy="192"/>
            </a:xfrm>
          </p:grpSpPr>
          <p:sp>
            <p:nvSpPr>
              <p:cNvPr id="168116" name="Line 130">
                <a:extLst>
                  <a:ext uri="{FF2B5EF4-FFF2-40B4-BE49-F238E27FC236}">
                    <a16:creationId xmlns:a16="http://schemas.microsoft.com/office/drawing/2014/main" id="{FF686E37-CB3F-4B65-A743-F1D55AB3B77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95" y="1056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68117" name="Line 131">
                <a:extLst>
                  <a:ext uri="{FF2B5EF4-FFF2-40B4-BE49-F238E27FC236}">
                    <a16:creationId xmlns:a16="http://schemas.microsoft.com/office/drawing/2014/main" id="{86359B74-460A-46C6-9D75-54020134700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91" y="1056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</p:grpSp>
      <p:grpSp>
        <p:nvGrpSpPr>
          <p:cNvPr id="167944" name="Group 198">
            <a:extLst>
              <a:ext uri="{FF2B5EF4-FFF2-40B4-BE49-F238E27FC236}">
                <a16:creationId xmlns:a16="http://schemas.microsoft.com/office/drawing/2014/main" id="{935A28B1-F504-4933-BBAB-FA14354B8F70}"/>
              </a:ext>
            </a:extLst>
          </p:cNvPr>
          <p:cNvGrpSpPr>
            <a:grpSpLocks/>
          </p:cNvGrpSpPr>
          <p:nvPr/>
        </p:nvGrpSpPr>
        <p:grpSpPr bwMode="auto">
          <a:xfrm>
            <a:off x="33338" y="2971800"/>
            <a:ext cx="9067800" cy="457200"/>
            <a:chOff x="0" y="1008"/>
            <a:chExt cx="5712" cy="288"/>
          </a:xfrm>
        </p:grpSpPr>
        <p:sp>
          <p:nvSpPr>
            <p:cNvPr id="168025" name="Rectangle 17">
              <a:extLst>
                <a:ext uri="{FF2B5EF4-FFF2-40B4-BE49-F238E27FC236}">
                  <a16:creationId xmlns:a16="http://schemas.microsoft.com/office/drawing/2014/main" id="{62BE016A-660B-4B08-A4BD-1ECB16D208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0" y="1008"/>
              <a:ext cx="288" cy="288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93000"/>
                </a:lnSpc>
                <a:spcBef>
                  <a:spcPts val="8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defRPr sz="32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93000"/>
                </a:lnSpc>
                <a:spcBef>
                  <a:spcPts val="7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93000"/>
                </a:lnSpc>
                <a:spcBef>
                  <a:spcPts val="6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93000"/>
                </a:lnSpc>
                <a:spcBef>
                  <a:spcPts val="5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93000"/>
                </a:lnSpc>
                <a:spcBef>
                  <a:spcPts val="5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en-US" altLang="en-US" sz="2400">
                <a:solidFill>
                  <a:schemeClr val="bg1"/>
                </a:solidFill>
              </a:endParaRPr>
            </a:p>
          </p:txBody>
        </p:sp>
        <p:sp>
          <p:nvSpPr>
            <p:cNvPr id="168026" name="Rectangle 18">
              <a:extLst>
                <a:ext uri="{FF2B5EF4-FFF2-40B4-BE49-F238E27FC236}">
                  <a16:creationId xmlns:a16="http://schemas.microsoft.com/office/drawing/2014/main" id="{B3FD2C86-CE13-4F13-BA79-B78FF196B7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1008"/>
              <a:ext cx="288" cy="288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93000"/>
                </a:lnSpc>
                <a:spcBef>
                  <a:spcPts val="8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defRPr sz="32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93000"/>
                </a:lnSpc>
                <a:spcBef>
                  <a:spcPts val="7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93000"/>
                </a:lnSpc>
                <a:spcBef>
                  <a:spcPts val="6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93000"/>
                </a:lnSpc>
                <a:spcBef>
                  <a:spcPts val="5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93000"/>
                </a:lnSpc>
                <a:spcBef>
                  <a:spcPts val="5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en-US" altLang="en-US" sz="2400">
                <a:solidFill>
                  <a:schemeClr val="bg1"/>
                </a:solidFill>
              </a:endParaRPr>
            </a:p>
          </p:txBody>
        </p:sp>
        <p:sp>
          <p:nvSpPr>
            <p:cNvPr id="168027" name="Rectangle 19">
              <a:extLst>
                <a:ext uri="{FF2B5EF4-FFF2-40B4-BE49-F238E27FC236}">
                  <a16:creationId xmlns:a16="http://schemas.microsoft.com/office/drawing/2014/main" id="{244F36E1-D541-49BD-9F14-5A217AAE52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6" y="1008"/>
              <a:ext cx="288" cy="288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93000"/>
                </a:lnSpc>
                <a:spcBef>
                  <a:spcPts val="8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defRPr sz="32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93000"/>
                </a:lnSpc>
                <a:spcBef>
                  <a:spcPts val="7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93000"/>
                </a:lnSpc>
                <a:spcBef>
                  <a:spcPts val="6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93000"/>
                </a:lnSpc>
                <a:spcBef>
                  <a:spcPts val="5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93000"/>
                </a:lnSpc>
                <a:spcBef>
                  <a:spcPts val="5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en-US" altLang="en-US" sz="2400">
                <a:solidFill>
                  <a:schemeClr val="bg1"/>
                </a:solidFill>
              </a:endParaRPr>
            </a:p>
          </p:txBody>
        </p:sp>
        <p:sp>
          <p:nvSpPr>
            <p:cNvPr id="168028" name="Rectangle 20">
              <a:extLst>
                <a:ext uri="{FF2B5EF4-FFF2-40B4-BE49-F238E27FC236}">
                  <a16:creationId xmlns:a16="http://schemas.microsoft.com/office/drawing/2014/main" id="{0F51CE86-80E3-4CD7-A9ED-71382DC1DE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8" y="1008"/>
              <a:ext cx="288" cy="288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93000"/>
                </a:lnSpc>
                <a:spcBef>
                  <a:spcPts val="8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defRPr sz="32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93000"/>
                </a:lnSpc>
                <a:spcBef>
                  <a:spcPts val="7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93000"/>
                </a:lnSpc>
                <a:spcBef>
                  <a:spcPts val="6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93000"/>
                </a:lnSpc>
                <a:spcBef>
                  <a:spcPts val="5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93000"/>
                </a:lnSpc>
                <a:spcBef>
                  <a:spcPts val="5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en-US" altLang="en-US" sz="2400">
                <a:solidFill>
                  <a:schemeClr val="bg1"/>
                </a:solidFill>
              </a:endParaRPr>
            </a:p>
          </p:txBody>
        </p:sp>
        <p:sp>
          <p:nvSpPr>
            <p:cNvPr id="168029" name="Rectangle 33">
              <a:extLst>
                <a:ext uri="{FF2B5EF4-FFF2-40B4-BE49-F238E27FC236}">
                  <a16:creationId xmlns:a16="http://schemas.microsoft.com/office/drawing/2014/main" id="{6D495C03-3FDB-487C-94B5-C5B67557A8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2" y="1008"/>
              <a:ext cx="288" cy="288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93000"/>
                </a:lnSpc>
                <a:spcBef>
                  <a:spcPts val="8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defRPr sz="32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93000"/>
                </a:lnSpc>
                <a:spcBef>
                  <a:spcPts val="7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93000"/>
                </a:lnSpc>
                <a:spcBef>
                  <a:spcPts val="6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93000"/>
                </a:lnSpc>
                <a:spcBef>
                  <a:spcPts val="5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93000"/>
                </a:lnSpc>
                <a:spcBef>
                  <a:spcPts val="5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en-US" altLang="en-US" sz="2400">
                <a:solidFill>
                  <a:schemeClr val="bg1"/>
                </a:solidFill>
              </a:endParaRPr>
            </a:p>
          </p:txBody>
        </p:sp>
        <p:sp>
          <p:nvSpPr>
            <p:cNvPr id="168030" name="Rectangle 34">
              <a:extLst>
                <a:ext uri="{FF2B5EF4-FFF2-40B4-BE49-F238E27FC236}">
                  <a16:creationId xmlns:a16="http://schemas.microsoft.com/office/drawing/2014/main" id="{1AEA00A5-8247-43EE-9A5E-E568490BF4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1008"/>
              <a:ext cx="288" cy="288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93000"/>
                </a:lnSpc>
                <a:spcBef>
                  <a:spcPts val="8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defRPr sz="32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93000"/>
                </a:lnSpc>
                <a:spcBef>
                  <a:spcPts val="7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93000"/>
                </a:lnSpc>
                <a:spcBef>
                  <a:spcPts val="6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93000"/>
                </a:lnSpc>
                <a:spcBef>
                  <a:spcPts val="5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93000"/>
                </a:lnSpc>
                <a:spcBef>
                  <a:spcPts val="5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en-US" altLang="en-US" sz="2400">
                <a:solidFill>
                  <a:schemeClr val="bg1"/>
                </a:solidFill>
              </a:endParaRPr>
            </a:p>
          </p:txBody>
        </p:sp>
        <p:sp>
          <p:nvSpPr>
            <p:cNvPr id="168031" name="Rectangle 35">
              <a:extLst>
                <a:ext uri="{FF2B5EF4-FFF2-40B4-BE49-F238E27FC236}">
                  <a16:creationId xmlns:a16="http://schemas.microsoft.com/office/drawing/2014/main" id="{25293BD5-EA3E-491C-9B14-638B16DE49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4" y="1008"/>
              <a:ext cx="288" cy="288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93000"/>
                </a:lnSpc>
                <a:spcBef>
                  <a:spcPts val="8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defRPr sz="32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93000"/>
                </a:lnSpc>
                <a:spcBef>
                  <a:spcPts val="7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93000"/>
                </a:lnSpc>
                <a:spcBef>
                  <a:spcPts val="6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93000"/>
                </a:lnSpc>
                <a:spcBef>
                  <a:spcPts val="5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93000"/>
                </a:lnSpc>
                <a:spcBef>
                  <a:spcPts val="5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en-US" altLang="en-US" sz="2400">
                <a:solidFill>
                  <a:schemeClr val="bg1"/>
                </a:solidFill>
              </a:endParaRPr>
            </a:p>
          </p:txBody>
        </p:sp>
        <p:sp>
          <p:nvSpPr>
            <p:cNvPr id="168032" name="Rectangle 36">
              <a:extLst>
                <a:ext uri="{FF2B5EF4-FFF2-40B4-BE49-F238E27FC236}">
                  <a16:creationId xmlns:a16="http://schemas.microsoft.com/office/drawing/2014/main" id="{2CB9518E-9449-403E-BF68-C5E322566C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48" y="1008"/>
              <a:ext cx="288" cy="288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93000"/>
                </a:lnSpc>
                <a:spcBef>
                  <a:spcPts val="8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defRPr sz="32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93000"/>
                </a:lnSpc>
                <a:spcBef>
                  <a:spcPts val="7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93000"/>
                </a:lnSpc>
                <a:spcBef>
                  <a:spcPts val="6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93000"/>
                </a:lnSpc>
                <a:spcBef>
                  <a:spcPts val="5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93000"/>
                </a:lnSpc>
                <a:spcBef>
                  <a:spcPts val="5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en-US" altLang="en-US" sz="2400">
                <a:solidFill>
                  <a:schemeClr val="bg1"/>
                </a:solidFill>
              </a:endParaRPr>
            </a:p>
          </p:txBody>
        </p:sp>
        <p:grpSp>
          <p:nvGrpSpPr>
            <p:cNvPr id="168033" name="Group 77">
              <a:extLst>
                <a:ext uri="{FF2B5EF4-FFF2-40B4-BE49-F238E27FC236}">
                  <a16:creationId xmlns:a16="http://schemas.microsoft.com/office/drawing/2014/main" id="{0C7550F4-F546-4806-924C-06D4C8CF8F5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56" y="1056"/>
              <a:ext cx="96" cy="192"/>
              <a:chOff x="1395" y="1056"/>
              <a:chExt cx="96" cy="192"/>
            </a:xfrm>
          </p:grpSpPr>
          <p:sp>
            <p:nvSpPr>
              <p:cNvPr id="168092" name="Line 78">
                <a:extLst>
                  <a:ext uri="{FF2B5EF4-FFF2-40B4-BE49-F238E27FC236}">
                    <a16:creationId xmlns:a16="http://schemas.microsoft.com/office/drawing/2014/main" id="{FA521984-7D40-48BB-8512-55D6D445199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95" y="1056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68093" name="Line 79">
                <a:extLst>
                  <a:ext uri="{FF2B5EF4-FFF2-40B4-BE49-F238E27FC236}">
                    <a16:creationId xmlns:a16="http://schemas.microsoft.com/office/drawing/2014/main" id="{454F7A0A-F3DE-4711-988D-921F8091522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91" y="1056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  <p:grpSp>
          <p:nvGrpSpPr>
            <p:cNvPr id="168034" name="Group 83">
              <a:extLst>
                <a:ext uri="{FF2B5EF4-FFF2-40B4-BE49-F238E27FC236}">
                  <a16:creationId xmlns:a16="http://schemas.microsoft.com/office/drawing/2014/main" id="{2ACA239D-A715-40A0-9D6F-3624AF2C944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32" y="1056"/>
              <a:ext cx="96" cy="192"/>
              <a:chOff x="1395" y="1056"/>
              <a:chExt cx="96" cy="192"/>
            </a:xfrm>
          </p:grpSpPr>
          <p:sp>
            <p:nvSpPr>
              <p:cNvPr id="168090" name="Line 84">
                <a:extLst>
                  <a:ext uri="{FF2B5EF4-FFF2-40B4-BE49-F238E27FC236}">
                    <a16:creationId xmlns:a16="http://schemas.microsoft.com/office/drawing/2014/main" id="{59FEF64E-93BF-4C63-A9F1-51AE227B2C4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95" y="1056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68091" name="Line 85">
                <a:extLst>
                  <a:ext uri="{FF2B5EF4-FFF2-40B4-BE49-F238E27FC236}">
                    <a16:creationId xmlns:a16="http://schemas.microsoft.com/office/drawing/2014/main" id="{656BF37A-5F86-4CE7-A863-ED3BED973DE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91" y="1056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  <p:grpSp>
          <p:nvGrpSpPr>
            <p:cNvPr id="168035" name="Group 86">
              <a:extLst>
                <a:ext uri="{FF2B5EF4-FFF2-40B4-BE49-F238E27FC236}">
                  <a16:creationId xmlns:a16="http://schemas.microsoft.com/office/drawing/2014/main" id="{6E89BD05-E1EB-456D-97A4-E11E50CB48B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944" y="1056"/>
              <a:ext cx="96" cy="192"/>
              <a:chOff x="1395" y="1056"/>
              <a:chExt cx="96" cy="192"/>
            </a:xfrm>
          </p:grpSpPr>
          <p:sp>
            <p:nvSpPr>
              <p:cNvPr id="168088" name="Line 87">
                <a:extLst>
                  <a:ext uri="{FF2B5EF4-FFF2-40B4-BE49-F238E27FC236}">
                    <a16:creationId xmlns:a16="http://schemas.microsoft.com/office/drawing/2014/main" id="{4D864AD9-9E31-4E01-B1C7-A43703EC835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95" y="1056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68089" name="Line 88">
                <a:extLst>
                  <a:ext uri="{FF2B5EF4-FFF2-40B4-BE49-F238E27FC236}">
                    <a16:creationId xmlns:a16="http://schemas.microsoft.com/office/drawing/2014/main" id="{B21CF602-D68D-4DD0-886A-55F1E09FCAB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91" y="1056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  <p:grpSp>
          <p:nvGrpSpPr>
            <p:cNvPr id="168036" name="Group 92">
              <a:extLst>
                <a:ext uri="{FF2B5EF4-FFF2-40B4-BE49-F238E27FC236}">
                  <a16:creationId xmlns:a16="http://schemas.microsoft.com/office/drawing/2014/main" id="{09C65E68-3A28-4511-A1E6-0D9E1C92D98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1008"/>
              <a:ext cx="3264" cy="288"/>
              <a:chOff x="0" y="1008"/>
              <a:chExt cx="3264" cy="288"/>
            </a:xfrm>
          </p:grpSpPr>
          <p:sp>
            <p:nvSpPr>
              <p:cNvPr id="168050" name="Rectangle 7">
                <a:extLst>
                  <a:ext uri="{FF2B5EF4-FFF2-40B4-BE49-F238E27FC236}">
                    <a16:creationId xmlns:a16="http://schemas.microsoft.com/office/drawing/2014/main" id="{A4F5A269-6A2F-4691-9D59-6250BF8048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1008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93000"/>
                  </a:lnSpc>
                  <a:spcBef>
                    <a:spcPts val="8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•"/>
                  <a:defRPr sz="32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lnSpc>
                    <a:spcPct val="93000"/>
                  </a:lnSpc>
                  <a:spcBef>
                    <a:spcPts val="7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–"/>
                  <a:defRPr sz="28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lnSpc>
                    <a:spcPct val="93000"/>
                  </a:lnSpc>
                  <a:spcBef>
                    <a:spcPts val="6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•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lnSpc>
                    <a:spcPct val="93000"/>
                  </a:lnSpc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–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lnSpc>
                    <a:spcPct val="93000"/>
                  </a:lnSpc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 typeface="Arial" panose="020B0604020202020204" pitchFamily="34" charset="0"/>
                  <a:buNone/>
                </a:pPr>
                <a:endParaRPr lang="en-US" altLang="en-US" sz="2400">
                  <a:solidFill>
                    <a:schemeClr val="bg1"/>
                  </a:solidFill>
                </a:endParaRPr>
              </a:p>
            </p:txBody>
          </p:sp>
          <p:sp>
            <p:nvSpPr>
              <p:cNvPr id="168051" name="Rectangle 8">
                <a:extLst>
                  <a:ext uri="{FF2B5EF4-FFF2-40B4-BE49-F238E27FC236}">
                    <a16:creationId xmlns:a16="http://schemas.microsoft.com/office/drawing/2014/main" id="{2E8EFF91-B80D-4D29-BF37-331DB127F4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" y="1008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93000"/>
                  </a:lnSpc>
                  <a:spcBef>
                    <a:spcPts val="8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•"/>
                  <a:defRPr sz="32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lnSpc>
                    <a:spcPct val="93000"/>
                  </a:lnSpc>
                  <a:spcBef>
                    <a:spcPts val="7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–"/>
                  <a:defRPr sz="28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lnSpc>
                    <a:spcPct val="93000"/>
                  </a:lnSpc>
                  <a:spcBef>
                    <a:spcPts val="6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•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lnSpc>
                    <a:spcPct val="93000"/>
                  </a:lnSpc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–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lnSpc>
                    <a:spcPct val="93000"/>
                  </a:lnSpc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 typeface="Arial" panose="020B0604020202020204" pitchFamily="34" charset="0"/>
                  <a:buNone/>
                </a:pPr>
                <a:endParaRPr lang="en-US" altLang="en-US" sz="2400">
                  <a:solidFill>
                    <a:schemeClr val="bg1"/>
                  </a:solidFill>
                </a:endParaRPr>
              </a:p>
            </p:txBody>
          </p:sp>
          <p:sp>
            <p:nvSpPr>
              <p:cNvPr id="168052" name="Rectangle 9">
                <a:extLst>
                  <a:ext uri="{FF2B5EF4-FFF2-40B4-BE49-F238E27FC236}">
                    <a16:creationId xmlns:a16="http://schemas.microsoft.com/office/drawing/2014/main" id="{AECC51FE-4185-4F24-BD8B-D0222A28F8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59" y="1008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93000"/>
                  </a:lnSpc>
                  <a:spcBef>
                    <a:spcPts val="8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•"/>
                  <a:defRPr sz="32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lnSpc>
                    <a:spcPct val="93000"/>
                  </a:lnSpc>
                  <a:spcBef>
                    <a:spcPts val="7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–"/>
                  <a:defRPr sz="28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lnSpc>
                    <a:spcPct val="93000"/>
                  </a:lnSpc>
                  <a:spcBef>
                    <a:spcPts val="6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•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lnSpc>
                    <a:spcPct val="93000"/>
                  </a:lnSpc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–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lnSpc>
                    <a:spcPct val="93000"/>
                  </a:lnSpc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 typeface="Arial" panose="020B0604020202020204" pitchFamily="34" charset="0"/>
                  <a:buNone/>
                </a:pPr>
                <a:endParaRPr lang="en-US" altLang="en-US" sz="2400">
                  <a:solidFill>
                    <a:schemeClr val="bg1"/>
                  </a:solidFill>
                </a:endParaRPr>
              </a:p>
            </p:txBody>
          </p:sp>
          <p:sp>
            <p:nvSpPr>
              <p:cNvPr id="168053" name="Rectangle 10">
                <a:extLst>
                  <a:ext uri="{FF2B5EF4-FFF2-40B4-BE49-F238E27FC236}">
                    <a16:creationId xmlns:a16="http://schemas.microsoft.com/office/drawing/2014/main" id="{7414E8FC-B7D8-407A-9692-928E12B278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92" y="1008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93000"/>
                  </a:lnSpc>
                  <a:spcBef>
                    <a:spcPts val="8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•"/>
                  <a:defRPr sz="32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lnSpc>
                    <a:spcPct val="93000"/>
                  </a:lnSpc>
                  <a:spcBef>
                    <a:spcPts val="7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–"/>
                  <a:defRPr sz="28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lnSpc>
                    <a:spcPct val="93000"/>
                  </a:lnSpc>
                  <a:spcBef>
                    <a:spcPts val="6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•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lnSpc>
                    <a:spcPct val="93000"/>
                  </a:lnSpc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–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lnSpc>
                    <a:spcPct val="93000"/>
                  </a:lnSpc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 typeface="Arial" panose="020B0604020202020204" pitchFamily="34" charset="0"/>
                  <a:buNone/>
                </a:pPr>
                <a:endParaRPr lang="en-US" altLang="en-US" sz="2400">
                  <a:solidFill>
                    <a:schemeClr val="bg1"/>
                  </a:solidFill>
                </a:endParaRPr>
              </a:p>
            </p:txBody>
          </p:sp>
          <p:sp>
            <p:nvSpPr>
              <p:cNvPr id="168054" name="Rectangle 11">
                <a:extLst>
                  <a:ext uri="{FF2B5EF4-FFF2-40B4-BE49-F238E27FC236}">
                    <a16:creationId xmlns:a16="http://schemas.microsoft.com/office/drawing/2014/main" id="{A1F70391-9626-44D6-9DF0-3C650CCA62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04" y="1008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93000"/>
                  </a:lnSpc>
                  <a:spcBef>
                    <a:spcPts val="8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•"/>
                  <a:defRPr sz="32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lnSpc>
                    <a:spcPct val="93000"/>
                  </a:lnSpc>
                  <a:spcBef>
                    <a:spcPts val="7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–"/>
                  <a:defRPr sz="28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lnSpc>
                    <a:spcPct val="93000"/>
                  </a:lnSpc>
                  <a:spcBef>
                    <a:spcPts val="6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•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lnSpc>
                    <a:spcPct val="93000"/>
                  </a:lnSpc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–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lnSpc>
                    <a:spcPct val="93000"/>
                  </a:lnSpc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 typeface="Arial" panose="020B0604020202020204" pitchFamily="34" charset="0"/>
                  <a:buNone/>
                </a:pPr>
                <a:endParaRPr lang="en-US" altLang="en-US" sz="2400">
                  <a:solidFill>
                    <a:schemeClr val="bg1"/>
                  </a:solidFill>
                </a:endParaRPr>
              </a:p>
            </p:txBody>
          </p:sp>
          <p:sp>
            <p:nvSpPr>
              <p:cNvPr id="168055" name="Rectangle 12">
                <a:extLst>
                  <a:ext uri="{FF2B5EF4-FFF2-40B4-BE49-F238E27FC236}">
                    <a16:creationId xmlns:a16="http://schemas.microsoft.com/office/drawing/2014/main" id="{A97410A5-F6B1-4E22-89AF-98B3438D09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08" y="1008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93000"/>
                  </a:lnSpc>
                  <a:spcBef>
                    <a:spcPts val="8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•"/>
                  <a:defRPr sz="32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lnSpc>
                    <a:spcPct val="93000"/>
                  </a:lnSpc>
                  <a:spcBef>
                    <a:spcPts val="7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–"/>
                  <a:defRPr sz="28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lnSpc>
                    <a:spcPct val="93000"/>
                  </a:lnSpc>
                  <a:spcBef>
                    <a:spcPts val="6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•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lnSpc>
                    <a:spcPct val="93000"/>
                  </a:lnSpc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–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lnSpc>
                    <a:spcPct val="93000"/>
                  </a:lnSpc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 typeface="Arial" panose="020B0604020202020204" pitchFamily="34" charset="0"/>
                  <a:buNone/>
                </a:pPr>
                <a:endParaRPr lang="en-US" altLang="en-US" sz="2400">
                  <a:solidFill>
                    <a:schemeClr val="bg1"/>
                  </a:solidFill>
                </a:endParaRPr>
              </a:p>
            </p:txBody>
          </p:sp>
          <p:sp>
            <p:nvSpPr>
              <p:cNvPr id="168056" name="Rectangle 13">
                <a:extLst>
                  <a:ext uri="{FF2B5EF4-FFF2-40B4-BE49-F238E27FC236}">
                    <a16:creationId xmlns:a16="http://schemas.microsoft.com/office/drawing/2014/main" id="{567872A5-4A66-4E60-A565-BCA99CA1DE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96" y="1008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93000"/>
                  </a:lnSpc>
                  <a:spcBef>
                    <a:spcPts val="8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•"/>
                  <a:defRPr sz="32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lnSpc>
                    <a:spcPct val="93000"/>
                  </a:lnSpc>
                  <a:spcBef>
                    <a:spcPts val="7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–"/>
                  <a:defRPr sz="28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lnSpc>
                    <a:spcPct val="93000"/>
                  </a:lnSpc>
                  <a:spcBef>
                    <a:spcPts val="6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•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lnSpc>
                    <a:spcPct val="93000"/>
                  </a:lnSpc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–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lnSpc>
                    <a:spcPct val="93000"/>
                  </a:lnSpc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 typeface="Arial" panose="020B0604020202020204" pitchFamily="34" charset="0"/>
                  <a:buNone/>
                </a:pPr>
                <a:endParaRPr lang="en-US" altLang="en-US" sz="2400">
                  <a:solidFill>
                    <a:schemeClr val="bg1"/>
                  </a:solidFill>
                </a:endParaRPr>
              </a:p>
            </p:txBody>
          </p:sp>
          <p:sp>
            <p:nvSpPr>
              <p:cNvPr id="168057" name="Rectangle 14">
                <a:extLst>
                  <a:ext uri="{FF2B5EF4-FFF2-40B4-BE49-F238E27FC236}">
                    <a16:creationId xmlns:a16="http://schemas.microsoft.com/office/drawing/2014/main" id="{F24D1CC2-3F56-4915-A03F-6535994E06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16" y="1008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93000"/>
                  </a:lnSpc>
                  <a:spcBef>
                    <a:spcPts val="8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•"/>
                  <a:defRPr sz="32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lnSpc>
                    <a:spcPct val="93000"/>
                  </a:lnSpc>
                  <a:spcBef>
                    <a:spcPts val="7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–"/>
                  <a:defRPr sz="28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lnSpc>
                    <a:spcPct val="93000"/>
                  </a:lnSpc>
                  <a:spcBef>
                    <a:spcPts val="6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•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lnSpc>
                    <a:spcPct val="93000"/>
                  </a:lnSpc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–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lnSpc>
                    <a:spcPct val="93000"/>
                  </a:lnSpc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 typeface="Arial" panose="020B0604020202020204" pitchFamily="34" charset="0"/>
                  <a:buNone/>
                </a:pPr>
                <a:endParaRPr lang="en-US" altLang="en-US" sz="2400">
                  <a:solidFill>
                    <a:schemeClr val="bg1"/>
                  </a:solidFill>
                </a:endParaRPr>
              </a:p>
            </p:txBody>
          </p:sp>
          <p:sp>
            <p:nvSpPr>
              <p:cNvPr id="168058" name="Rectangle 15">
                <a:extLst>
                  <a:ext uri="{FF2B5EF4-FFF2-40B4-BE49-F238E27FC236}">
                    <a16:creationId xmlns:a16="http://schemas.microsoft.com/office/drawing/2014/main" id="{DFA9F3D6-A485-44C0-BEBE-27E272624D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0" y="1008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93000"/>
                  </a:lnSpc>
                  <a:spcBef>
                    <a:spcPts val="8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•"/>
                  <a:defRPr sz="32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lnSpc>
                    <a:spcPct val="93000"/>
                  </a:lnSpc>
                  <a:spcBef>
                    <a:spcPts val="7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–"/>
                  <a:defRPr sz="28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lnSpc>
                    <a:spcPct val="93000"/>
                  </a:lnSpc>
                  <a:spcBef>
                    <a:spcPts val="6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•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lnSpc>
                    <a:spcPct val="93000"/>
                  </a:lnSpc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–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lnSpc>
                    <a:spcPct val="93000"/>
                  </a:lnSpc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 typeface="Arial" panose="020B0604020202020204" pitchFamily="34" charset="0"/>
                  <a:buNone/>
                </a:pPr>
                <a:endParaRPr lang="en-US" altLang="en-US" sz="2400">
                  <a:solidFill>
                    <a:schemeClr val="bg1"/>
                  </a:solidFill>
                </a:endParaRPr>
              </a:p>
            </p:txBody>
          </p:sp>
          <p:sp>
            <p:nvSpPr>
              <p:cNvPr id="168059" name="Rectangle 16">
                <a:extLst>
                  <a:ext uri="{FF2B5EF4-FFF2-40B4-BE49-F238E27FC236}">
                    <a16:creationId xmlns:a16="http://schemas.microsoft.com/office/drawing/2014/main" id="{E4446530-1296-4DBA-AC9B-7959E16E5B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" y="1008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93000"/>
                  </a:lnSpc>
                  <a:spcBef>
                    <a:spcPts val="8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•"/>
                  <a:defRPr sz="32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lnSpc>
                    <a:spcPct val="93000"/>
                  </a:lnSpc>
                  <a:spcBef>
                    <a:spcPts val="7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–"/>
                  <a:defRPr sz="28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lnSpc>
                    <a:spcPct val="93000"/>
                  </a:lnSpc>
                  <a:spcBef>
                    <a:spcPts val="6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•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lnSpc>
                    <a:spcPct val="93000"/>
                  </a:lnSpc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–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lnSpc>
                    <a:spcPct val="93000"/>
                  </a:lnSpc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 typeface="Arial" panose="020B0604020202020204" pitchFamily="34" charset="0"/>
                  <a:buNone/>
                </a:pPr>
                <a:endParaRPr lang="en-US" altLang="en-US" sz="2400">
                  <a:solidFill>
                    <a:schemeClr val="bg1"/>
                  </a:solidFill>
                </a:endParaRPr>
              </a:p>
            </p:txBody>
          </p:sp>
          <p:grpSp>
            <p:nvGrpSpPr>
              <p:cNvPr id="168060" name="Group 61">
                <a:extLst>
                  <a:ext uri="{FF2B5EF4-FFF2-40B4-BE49-F238E27FC236}">
                    <a16:creationId xmlns:a16="http://schemas.microsoft.com/office/drawing/2014/main" id="{E0A1B4B6-BA0A-45B8-854A-94E955C620E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395" y="1056"/>
                <a:ext cx="96" cy="192"/>
                <a:chOff x="1395" y="1056"/>
                <a:chExt cx="96" cy="192"/>
              </a:xfrm>
            </p:grpSpPr>
            <p:sp>
              <p:nvSpPr>
                <p:cNvPr id="168086" name="Line 38">
                  <a:extLst>
                    <a:ext uri="{FF2B5EF4-FFF2-40B4-BE49-F238E27FC236}">
                      <a16:creationId xmlns:a16="http://schemas.microsoft.com/office/drawing/2014/main" id="{CB2FE0B5-FA0C-4FF5-B1C3-5DB10C3D2DB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395" y="1056"/>
                  <a:ext cx="0" cy="19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68087" name="Line 39">
                  <a:extLst>
                    <a:ext uri="{FF2B5EF4-FFF2-40B4-BE49-F238E27FC236}">
                      <a16:creationId xmlns:a16="http://schemas.microsoft.com/office/drawing/2014/main" id="{E129E4A7-F767-45A0-989D-805D83A6EDD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491" y="1056"/>
                  <a:ext cx="0" cy="19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 type="triangle" w="med" len="med"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sp>
            <p:nvSpPr>
              <p:cNvPr id="168061" name="Line 56">
                <a:extLst>
                  <a:ext uri="{FF2B5EF4-FFF2-40B4-BE49-F238E27FC236}">
                    <a16:creationId xmlns:a16="http://schemas.microsoft.com/office/drawing/2014/main" id="{2D7C3340-CB1A-4942-AEFA-5B121DCE049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28" y="1056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68062" name="Line 57">
                <a:extLst>
                  <a:ext uri="{FF2B5EF4-FFF2-40B4-BE49-F238E27FC236}">
                    <a16:creationId xmlns:a16="http://schemas.microsoft.com/office/drawing/2014/main" id="{7F37C695-E56D-4925-AC9D-409DAAD2F2B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2" y="1056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68063" name="Line 58">
                <a:extLst>
                  <a:ext uri="{FF2B5EF4-FFF2-40B4-BE49-F238E27FC236}">
                    <a16:creationId xmlns:a16="http://schemas.microsoft.com/office/drawing/2014/main" id="{C12D8423-205B-418A-B19E-351A53752AE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6" y="1056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68064" name="Line 59">
                <a:extLst>
                  <a:ext uri="{FF2B5EF4-FFF2-40B4-BE49-F238E27FC236}">
                    <a16:creationId xmlns:a16="http://schemas.microsoft.com/office/drawing/2014/main" id="{32056BFB-2B2D-44BF-9C6F-7020B07348B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2" y="1056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grpSp>
            <p:nvGrpSpPr>
              <p:cNvPr id="168065" name="Group 62">
                <a:extLst>
                  <a:ext uri="{FF2B5EF4-FFF2-40B4-BE49-F238E27FC236}">
                    <a16:creationId xmlns:a16="http://schemas.microsoft.com/office/drawing/2014/main" id="{65453ECE-E590-4EF2-BD0F-95979A6876F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16" y="1056"/>
                <a:ext cx="96" cy="192"/>
                <a:chOff x="1395" y="1056"/>
                <a:chExt cx="96" cy="192"/>
              </a:xfrm>
            </p:grpSpPr>
            <p:sp>
              <p:nvSpPr>
                <p:cNvPr id="168084" name="Line 63">
                  <a:extLst>
                    <a:ext uri="{FF2B5EF4-FFF2-40B4-BE49-F238E27FC236}">
                      <a16:creationId xmlns:a16="http://schemas.microsoft.com/office/drawing/2014/main" id="{7174EC4E-B4DB-4583-AFC8-E620F0892CB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395" y="1056"/>
                  <a:ext cx="0" cy="19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68085" name="Line 64">
                  <a:extLst>
                    <a:ext uri="{FF2B5EF4-FFF2-40B4-BE49-F238E27FC236}">
                      <a16:creationId xmlns:a16="http://schemas.microsoft.com/office/drawing/2014/main" id="{3D00DE61-9D8F-4195-91D0-8F8009B8BDE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491" y="1056"/>
                  <a:ext cx="0" cy="19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 type="triangle" w="med" len="med"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grpSp>
            <p:nvGrpSpPr>
              <p:cNvPr id="168066" name="Group 65">
                <a:extLst>
                  <a:ext uri="{FF2B5EF4-FFF2-40B4-BE49-F238E27FC236}">
                    <a16:creationId xmlns:a16="http://schemas.microsoft.com/office/drawing/2014/main" id="{BCA46C1C-B554-4753-B168-7D9F7011461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112" y="1056"/>
                <a:ext cx="96" cy="192"/>
                <a:chOff x="1395" y="1056"/>
                <a:chExt cx="96" cy="192"/>
              </a:xfrm>
            </p:grpSpPr>
            <p:sp>
              <p:nvSpPr>
                <p:cNvPr id="168082" name="Line 66">
                  <a:extLst>
                    <a:ext uri="{FF2B5EF4-FFF2-40B4-BE49-F238E27FC236}">
                      <a16:creationId xmlns:a16="http://schemas.microsoft.com/office/drawing/2014/main" id="{30353AED-9864-4B50-9ECF-0064BD1D6A2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395" y="1056"/>
                  <a:ext cx="0" cy="19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68083" name="Line 67">
                  <a:extLst>
                    <a:ext uri="{FF2B5EF4-FFF2-40B4-BE49-F238E27FC236}">
                      <a16:creationId xmlns:a16="http://schemas.microsoft.com/office/drawing/2014/main" id="{3ED91CF7-E71D-4C6B-8691-492F84B7EA9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491" y="1056"/>
                  <a:ext cx="0" cy="19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 type="triangle" w="med" len="med"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grpSp>
            <p:nvGrpSpPr>
              <p:cNvPr id="168067" name="Group 68">
                <a:extLst>
                  <a:ext uri="{FF2B5EF4-FFF2-40B4-BE49-F238E27FC236}">
                    <a16:creationId xmlns:a16="http://schemas.microsoft.com/office/drawing/2014/main" id="{1D37422B-40E6-4089-BDC8-EC120845E2E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28" y="1056"/>
                <a:ext cx="96" cy="192"/>
                <a:chOff x="1395" y="1056"/>
                <a:chExt cx="96" cy="192"/>
              </a:xfrm>
            </p:grpSpPr>
            <p:sp>
              <p:nvSpPr>
                <p:cNvPr id="168080" name="Line 69">
                  <a:extLst>
                    <a:ext uri="{FF2B5EF4-FFF2-40B4-BE49-F238E27FC236}">
                      <a16:creationId xmlns:a16="http://schemas.microsoft.com/office/drawing/2014/main" id="{24F75961-9B43-42EE-978A-1A4E3E3F833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395" y="1056"/>
                  <a:ext cx="0" cy="19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68081" name="Line 70">
                  <a:extLst>
                    <a:ext uri="{FF2B5EF4-FFF2-40B4-BE49-F238E27FC236}">
                      <a16:creationId xmlns:a16="http://schemas.microsoft.com/office/drawing/2014/main" id="{C38A913C-6B9B-4BB2-B191-E7E36CBEB30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491" y="1056"/>
                  <a:ext cx="0" cy="19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 type="triangle" w="med" len="med"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grpSp>
            <p:nvGrpSpPr>
              <p:cNvPr id="168068" name="Group 71">
                <a:extLst>
                  <a:ext uri="{FF2B5EF4-FFF2-40B4-BE49-F238E27FC236}">
                    <a16:creationId xmlns:a16="http://schemas.microsoft.com/office/drawing/2014/main" id="{BD5479BD-C3B5-443F-ABCF-55D5E61932C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00" y="1056"/>
                <a:ext cx="96" cy="192"/>
                <a:chOff x="1395" y="1056"/>
                <a:chExt cx="96" cy="192"/>
              </a:xfrm>
            </p:grpSpPr>
            <p:sp>
              <p:nvSpPr>
                <p:cNvPr id="168078" name="Line 72">
                  <a:extLst>
                    <a:ext uri="{FF2B5EF4-FFF2-40B4-BE49-F238E27FC236}">
                      <a16:creationId xmlns:a16="http://schemas.microsoft.com/office/drawing/2014/main" id="{689FED7D-9E3D-4B13-904C-20947686424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395" y="1056"/>
                  <a:ext cx="0" cy="19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68079" name="Line 73">
                  <a:extLst>
                    <a:ext uri="{FF2B5EF4-FFF2-40B4-BE49-F238E27FC236}">
                      <a16:creationId xmlns:a16="http://schemas.microsoft.com/office/drawing/2014/main" id="{86F55454-5501-4E22-AF80-EF2D77A58F1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491" y="1056"/>
                  <a:ext cx="0" cy="19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 type="triangle" w="med" len="med"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grpSp>
            <p:nvGrpSpPr>
              <p:cNvPr id="168069" name="Group 74">
                <a:extLst>
                  <a:ext uri="{FF2B5EF4-FFF2-40B4-BE49-F238E27FC236}">
                    <a16:creationId xmlns:a16="http://schemas.microsoft.com/office/drawing/2014/main" id="{38890F3D-A2C0-41B6-82B9-F54270D0FF8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688" y="1056"/>
                <a:ext cx="96" cy="192"/>
                <a:chOff x="1395" y="1056"/>
                <a:chExt cx="96" cy="192"/>
              </a:xfrm>
            </p:grpSpPr>
            <p:sp>
              <p:nvSpPr>
                <p:cNvPr id="168076" name="Line 75">
                  <a:extLst>
                    <a:ext uri="{FF2B5EF4-FFF2-40B4-BE49-F238E27FC236}">
                      <a16:creationId xmlns:a16="http://schemas.microsoft.com/office/drawing/2014/main" id="{40110A83-87A9-4F7E-A77E-CEC94837416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395" y="1056"/>
                  <a:ext cx="0" cy="19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68077" name="Line 76">
                  <a:extLst>
                    <a:ext uri="{FF2B5EF4-FFF2-40B4-BE49-F238E27FC236}">
                      <a16:creationId xmlns:a16="http://schemas.microsoft.com/office/drawing/2014/main" id="{C7B18990-C953-4163-8D03-951A68DB3C9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491" y="1056"/>
                  <a:ext cx="0" cy="19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 type="triangle" w="med" len="med"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grpSp>
            <p:nvGrpSpPr>
              <p:cNvPr id="168070" name="Group 80">
                <a:extLst>
                  <a:ext uri="{FF2B5EF4-FFF2-40B4-BE49-F238E27FC236}">
                    <a16:creationId xmlns:a16="http://schemas.microsoft.com/office/drawing/2014/main" id="{E607C973-932B-4B76-BB50-DF014C3076D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072" y="1056"/>
                <a:ext cx="96" cy="192"/>
                <a:chOff x="1395" y="1056"/>
                <a:chExt cx="96" cy="192"/>
              </a:xfrm>
            </p:grpSpPr>
            <p:sp>
              <p:nvSpPr>
                <p:cNvPr id="168074" name="Line 81">
                  <a:extLst>
                    <a:ext uri="{FF2B5EF4-FFF2-40B4-BE49-F238E27FC236}">
                      <a16:creationId xmlns:a16="http://schemas.microsoft.com/office/drawing/2014/main" id="{17D775CB-37CB-4F1D-90BB-9E39C1B2FE3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395" y="1056"/>
                  <a:ext cx="0" cy="19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68075" name="Line 82">
                  <a:extLst>
                    <a:ext uri="{FF2B5EF4-FFF2-40B4-BE49-F238E27FC236}">
                      <a16:creationId xmlns:a16="http://schemas.microsoft.com/office/drawing/2014/main" id="{654FE62F-3066-4B52-A451-2393F71AE7F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491" y="1056"/>
                  <a:ext cx="0" cy="19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 type="triangle" w="med" len="med"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grpSp>
            <p:nvGrpSpPr>
              <p:cNvPr id="168071" name="Group 89">
                <a:extLst>
                  <a:ext uri="{FF2B5EF4-FFF2-40B4-BE49-F238E27FC236}">
                    <a16:creationId xmlns:a16="http://schemas.microsoft.com/office/drawing/2014/main" id="{C85D909C-94EE-4785-8A70-EFFD81E62AB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104" y="1056"/>
                <a:ext cx="96" cy="192"/>
                <a:chOff x="1395" y="1056"/>
                <a:chExt cx="96" cy="192"/>
              </a:xfrm>
            </p:grpSpPr>
            <p:sp>
              <p:nvSpPr>
                <p:cNvPr id="168072" name="Line 90">
                  <a:extLst>
                    <a:ext uri="{FF2B5EF4-FFF2-40B4-BE49-F238E27FC236}">
                      <a16:creationId xmlns:a16="http://schemas.microsoft.com/office/drawing/2014/main" id="{65C34826-797F-433D-A339-67A381BC9A6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395" y="1056"/>
                  <a:ext cx="0" cy="19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68073" name="Line 91">
                  <a:extLst>
                    <a:ext uri="{FF2B5EF4-FFF2-40B4-BE49-F238E27FC236}">
                      <a16:creationId xmlns:a16="http://schemas.microsoft.com/office/drawing/2014/main" id="{1F7FA1F7-13ED-43AB-9CF6-CFC7D2D7900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491" y="1056"/>
                  <a:ext cx="0" cy="19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 type="triangle" w="med" len="med"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</p:grpSp>
        <p:grpSp>
          <p:nvGrpSpPr>
            <p:cNvPr id="168037" name="Group 174">
              <a:extLst>
                <a:ext uri="{FF2B5EF4-FFF2-40B4-BE49-F238E27FC236}">
                  <a16:creationId xmlns:a16="http://schemas.microsoft.com/office/drawing/2014/main" id="{621C757E-917D-42A7-BF11-EF2C724BCB5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44" y="1056"/>
              <a:ext cx="96" cy="192"/>
              <a:chOff x="1395" y="1056"/>
              <a:chExt cx="96" cy="192"/>
            </a:xfrm>
          </p:grpSpPr>
          <p:sp>
            <p:nvSpPr>
              <p:cNvPr id="168048" name="Line 175">
                <a:extLst>
                  <a:ext uri="{FF2B5EF4-FFF2-40B4-BE49-F238E27FC236}">
                    <a16:creationId xmlns:a16="http://schemas.microsoft.com/office/drawing/2014/main" id="{25ABE812-A43F-4666-8CA6-4253A08A3B7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95" y="1056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68049" name="Line 176">
                <a:extLst>
                  <a:ext uri="{FF2B5EF4-FFF2-40B4-BE49-F238E27FC236}">
                    <a16:creationId xmlns:a16="http://schemas.microsoft.com/office/drawing/2014/main" id="{CB4A31A6-15B4-40A3-8904-594E0BCBA54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91" y="1056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  <p:grpSp>
          <p:nvGrpSpPr>
            <p:cNvPr id="168038" name="Group 177">
              <a:extLst>
                <a:ext uri="{FF2B5EF4-FFF2-40B4-BE49-F238E27FC236}">
                  <a16:creationId xmlns:a16="http://schemas.microsoft.com/office/drawing/2014/main" id="{C94450D6-829D-4527-90CC-17A07A5DDF6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08" y="1056"/>
              <a:ext cx="96" cy="192"/>
              <a:chOff x="1395" y="1056"/>
              <a:chExt cx="96" cy="192"/>
            </a:xfrm>
          </p:grpSpPr>
          <p:sp>
            <p:nvSpPr>
              <p:cNvPr id="168046" name="Line 178">
                <a:extLst>
                  <a:ext uri="{FF2B5EF4-FFF2-40B4-BE49-F238E27FC236}">
                    <a16:creationId xmlns:a16="http://schemas.microsoft.com/office/drawing/2014/main" id="{05C9B5BB-3E51-48D2-AD60-7D7E4257E60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95" y="1056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68047" name="Line 179">
                <a:extLst>
                  <a:ext uri="{FF2B5EF4-FFF2-40B4-BE49-F238E27FC236}">
                    <a16:creationId xmlns:a16="http://schemas.microsoft.com/office/drawing/2014/main" id="{72DD8DEB-6CC2-44AE-AE29-E71B0BCCDE8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91" y="1056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  <p:grpSp>
          <p:nvGrpSpPr>
            <p:cNvPr id="168039" name="Group 180">
              <a:extLst>
                <a:ext uri="{FF2B5EF4-FFF2-40B4-BE49-F238E27FC236}">
                  <a16:creationId xmlns:a16="http://schemas.microsoft.com/office/drawing/2014/main" id="{066FFDC0-C4B9-4C89-ADB4-FCE214D9EF3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20" y="1056"/>
              <a:ext cx="96" cy="192"/>
              <a:chOff x="1395" y="1056"/>
              <a:chExt cx="96" cy="192"/>
            </a:xfrm>
          </p:grpSpPr>
          <p:sp>
            <p:nvSpPr>
              <p:cNvPr id="168044" name="Line 181">
                <a:extLst>
                  <a:ext uri="{FF2B5EF4-FFF2-40B4-BE49-F238E27FC236}">
                    <a16:creationId xmlns:a16="http://schemas.microsoft.com/office/drawing/2014/main" id="{E5707326-B190-42F4-B13A-4FDBF016787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95" y="1056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68045" name="Line 182">
                <a:extLst>
                  <a:ext uri="{FF2B5EF4-FFF2-40B4-BE49-F238E27FC236}">
                    <a16:creationId xmlns:a16="http://schemas.microsoft.com/office/drawing/2014/main" id="{F769136A-7ED3-4D69-9D80-698BCE921A7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91" y="1056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  <p:grpSp>
          <p:nvGrpSpPr>
            <p:cNvPr id="168040" name="Group 183">
              <a:extLst>
                <a:ext uri="{FF2B5EF4-FFF2-40B4-BE49-F238E27FC236}">
                  <a16:creationId xmlns:a16="http://schemas.microsoft.com/office/drawing/2014/main" id="{958ADA1A-7074-4D9C-A9FA-D07D2C1CC21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32" y="1056"/>
              <a:ext cx="96" cy="192"/>
              <a:chOff x="1395" y="1056"/>
              <a:chExt cx="96" cy="192"/>
            </a:xfrm>
          </p:grpSpPr>
          <p:sp>
            <p:nvSpPr>
              <p:cNvPr id="168042" name="Line 184">
                <a:extLst>
                  <a:ext uri="{FF2B5EF4-FFF2-40B4-BE49-F238E27FC236}">
                    <a16:creationId xmlns:a16="http://schemas.microsoft.com/office/drawing/2014/main" id="{1947B6C5-4F00-4EBE-ABD2-E63BF6B2939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95" y="1056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68043" name="Line 185">
                <a:extLst>
                  <a:ext uri="{FF2B5EF4-FFF2-40B4-BE49-F238E27FC236}">
                    <a16:creationId xmlns:a16="http://schemas.microsoft.com/office/drawing/2014/main" id="{EF791DF5-A173-4CC3-BBE2-0B985F0D505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91" y="1056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  <p:sp>
          <p:nvSpPr>
            <p:cNvPr id="168041" name="Line 189">
              <a:extLst>
                <a:ext uri="{FF2B5EF4-FFF2-40B4-BE49-F238E27FC236}">
                  <a16:creationId xmlns:a16="http://schemas.microsoft.com/office/drawing/2014/main" id="{A39C4530-1950-45F0-A608-021448FDCB9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20" y="1056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167947" name="Group 210">
            <a:extLst>
              <a:ext uri="{FF2B5EF4-FFF2-40B4-BE49-F238E27FC236}">
                <a16:creationId xmlns:a16="http://schemas.microsoft.com/office/drawing/2014/main" id="{D78D807A-E247-4C9B-B64E-CD8F209F8F60}"/>
              </a:ext>
            </a:extLst>
          </p:cNvPr>
          <p:cNvGrpSpPr>
            <a:grpSpLocks/>
          </p:cNvGrpSpPr>
          <p:nvPr/>
        </p:nvGrpSpPr>
        <p:grpSpPr bwMode="auto">
          <a:xfrm>
            <a:off x="228600" y="5105400"/>
            <a:ext cx="7620000" cy="457200"/>
            <a:chOff x="96" y="3264"/>
            <a:chExt cx="4800" cy="288"/>
          </a:xfrm>
        </p:grpSpPr>
        <p:sp>
          <p:nvSpPr>
            <p:cNvPr id="167974" name="Rectangle 199">
              <a:extLst>
                <a:ext uri="{FF2B5EF4-FFF2-40B4-BE49-F238E27FC236}">
                  <a16:creationId xmlns:a16="http://schemas.microsoft.com/office/drawing/2014/main" id="{38AA73BC-1026-4B96-AEDE-897E2CCFA0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6" y="3264"/>
              <a:ext cx="288" cy="288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93000"/>
                </a:lnSpc>
                <a:spcBef>
                  <a:spcPts val="8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defRPr sz="32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93000"/>
                </a:lnSpc>
                <a:spcBef>
                  <a:spcPts val="7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93000"/>
                </a:lnSpc>
                <a:spcBef>
                  <a:spcPts val="6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93000"/>
                </a:lnSpc>
                <a:spcBef>
                  <a:spcPts val="5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93000"/>
                </a:lnSpc>
                <a:spcBef>
                  <a:spcPts val="5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en-US" altLang="en-US" sz="2400">
                <a:solidFill>
                  <a:schemeClr val="bg1"/>
                </a:solidFill>
              </a:endParaRPr>
            </a:p>
          </p:txBody>
        </p:sp>
        <p:grpSp>
          <p:nvGrpSpPr>
            <p:cNvPr id="167975" name="Group 132">
              <a:extLst>
                <a:ext uri="{FF2B5EF4-FFF2-40B4-BE49-F238E27FC236}">
                  <a16:creationId xmlns:a16="http://schemas.microsoft.com/office/drawing/2014/main" id="{4A2302E7-A02A-40EA-8BC9-1A0ED3657DC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6" y="3264"/>
              <a:ext cx="3264" cy="288"/>
              <a:chOff x="0" y="1008"/>
              <a:chExt cx="3264" cy="288"/>
            </a:xfrm>
          </p:grpSpPr>
          <p:sp>
            <p:nvSpPr>
              <p:cNvPr id="167987" name="Rectangle 133">
                <a:extLst>
                  <a:ext uri="{FF2B5EF4-FFF2-40B4-BE49-F238E27FC236}">
                    <a16:creationId xmlns:a16="http://schemas.microsoft.com/office/drawing/2014/main" id="{14AECBB3-0B36-48EF-B454-796FEA8A7E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1008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93000"/>
                  </a:lnSpc>
                  <a:spcBef>
                    <a:spcPts val="8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•"/>
                  <a:defRPr sz="32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lnSpc>
                    <a:spcPct val="93000"/>
                  </a:lnSpc>
                  <a:spcBef>
                    <a:spcPts val="7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–"/>
                  <a:defRPr sz="28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lnSpc>
                    <a:spcPct val="93000"/>
                  </a:lnSpc>
                  <a:spcBef>
                    <a:spcPts val="6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•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lnSpc>
                    <a:spcPct val="93000"/>
                  </a:lnSpc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–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lnSpc>
                    <a:spcPct val="93000"/>
                  </a:lnSpc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 typeface="Arial" panose="020B0604020202020204" pitchFamily="34" charset="0"/>
                  <a:buNone/>
                </a:pPr>
                <a:endParaRPr lang="en-US" altLang="en-US" sz="2400">
                  <a:solidFill>
                    <a:schemeClr val="bg1"/>
                  </a:solidFill>
                </a:endParaRPr>
              </a:p>
            </p:txBody>
          </p:sp>
          <p:sp>
            <p:nvSpPr>
              <p:cNvPr id="167988" name="Rectangle 134">
                <a:extLst>
                  <a:ext uri="{FF2B5EF4-FFF2-40B4-BE49-F238E27FC236}">
                    <a16:creationId xmlns:a16="http://schemas.microsoft.com/office/drawing/2014/main" id="{4099C4CF-C1BD-4A21-A137-30BE2419A7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" y="1008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93000"/>
                  </a:lnSpc>
                  <a:spcBef>
                    <a:spcPts val="8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•"/>
                  <a:defRPr sz="32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lnSpc>
                    <a:spcPct val="93000"/>
                  </a:lnSpc>
                  <a:spcBef>
                    <a:spcPts val="7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–"/>
                  <a:defRPr sz="28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lnSpc>
                    <a:spcPct val="93000"/>
                  </a:lnSpc>
                  <a:spcBef>
                    <a:spcPts val="6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•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lnSpc>
                    <a:spcPct val="93000"/>
                  </a:lnSpc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–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lnSpc>
                    <a:spcPct val="93000"/>
                  </a:lnSpc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 typeface="Arial" panose="020B0604020202020204" pitchFamily="34" charset="0"/>
                  <a:buNone/>
                </a:pPr>
                <a:endParaRPr lang="en-US" altLang="en-US" sz="2400">
                  <a:solidFill>
                    <a:schemeClr val="bg1"/>
                  </a:solidFill>
                </a:endParaRPr>
              </a:p>
            </p:txBody>
          </p:sp>
          <p:sp>
            <p:nvSpPr>
              <p:cNvPr id="167989" name="Rectangle 135">
                <a:extLst>
                  <a:ext uri="{FF2B5EF4-FFF2-40B4-BE49-F238E27FC236}">
                    <a16:creationId xmlns:a16="http://schemas.microsoft.com/office/drawing/2014/main" id="{D428D42C-26C7-4404-9518-966404CFE9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59" y="1008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93000"/>
                  </a:lnSpc>
                  <a:spcBef>
                    <a:spcPts val="8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•"/>
                  <a:defRPr sz="32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lnSpc>
                    <a:spcPct val="93000"/>
                  </a:lnSpc>
                  <a:spcBef>
                    <a:spcPts val="7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–"/>
                  <a:defRPr sz="28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lnSpc>
                    <a:spcPct val="93000"/>
                  </a:lnSpc>
                  <a:spcBef>
                    <a:spcPts val="6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•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lnSpc>
                    <a:spcPct val="93000"/>
                  </a:lnSpc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–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lnSpc>
                    <a:spcPct val="93000"/>
                  </a:lnSpc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 typeface="Arial" panose="020B0604020202020204" pitchFamily="34" charset="0"/>
                  <a:buNone/>
                </a:pPr>
                <a:endParaRPr lang="en-US" altLang="en-US" sz="2400">
                  <a:solidFill>
                    <a:schemeClr val="bg1"/>
                  </a:solidFill>
                </a:endParaRPr>
              </a:p>
            </p:txBody>
          </p:sp>
          <p:sp>
            <p:nvSpPr>
              <p:cNvPr id="167990" name="Rectangle 136">
                <a:extLst>
                  <a:ext uri="{FF2B5EF4-FFF2-40B4-BE49-F238E27FC236}">
                    <a16:creationId xmlns:a16="http://schemas.microsoft.com/office/drawing/2014/main" id="{7F605A0B-CB59-4222-BE2A-E344DBB130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92" y="1008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93000"/>
                  </a:lnSpc>
                  <a:spcBef>
                    <a:spcPts val="8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•"/>
                  <a:defRPr sz="32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lnSpc>
                    <a:spcPct val="93000"/>
                  </a:lnSpc>
                  <a:spcBef>
                    <a:spcPts val="7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–"/>
                  <a:defRPr sz="28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lnSpc>
                    <a:spcPct val="93000"/>
                  </a:lnSpc>
                  <a:spcBef>
                    <a:spcPts val="6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•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lnSpc>
                    <a:spcPct val="93000"/>
                  </a:lnSpc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–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lnSpc>
                    <a:spcPct val="93000"/>
                  </a:lnSpc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 typeface="Arial" panose="020B0604020202020204" pitchFamily="34" charset="0"/>
                  <a:buNone/>
                </a:pPr>
                <a:endParaRPr lang="en-US" altLang="en-US" sz="2400">
                  <a:solidFill>
                    <a:schemeClr val="bg1"/>
                  </a:solidFill>
                </a:endParaRPr>
              </a:p>
            </p:txBody>
          </p:sp>
          <p:sp>
            <p:nvSpPr>
              <p:cNvPr id="167991" name="Rectangle 137">
                <a:extLst>
                  <a:ext uri="{FF2B5EF4-FFF2-40B4-BE49-F238E27FC236}">
                    <a16:creationId xmlns:a16="http://schemas.microsoft.com/office/drawing/2014/main" id="{7B1C08FD-2F11-4DFB-BE32-C5D3BC98ED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04" y="1008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93000"/>
                  </a:lnSpc>
                  <a:spcBef>
                    <a:spcPts val="8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•"/>
                  <a:defRPr sz="32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lnSpc>
                    <a:spcPct val="93000"/>
                  </a:lnSpc>
                  <a:spcBef>
                    <a:spcPts val="7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–"/>
                  <a:defRPr sz="28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lnSpc>
                    <a:spcPct val="93000"/>
                  </a:lnSpc>
                  <a:spcBef>
                    <a:spcPts val="6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•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lnSpc>
                    <a:spcPct val="93000"/>
                  </a:lnSpc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–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lnSpc>
                    <a:spcPct val="93000"/>
                  </a:lnSpc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 typeface="Arial" panose="020B0604020202020204" pitchFamily="34" charset="0"/>
                  <a:buNone/>
                </a:pPr>
                <a:endParaRPr lang="en-US" altLang="en-US" sz="2400">
                  <a:solidFill>
                    <a:schemeClr val="bg1"/>
                  </a:solidFill>
                </a:endParaRPr>
              </a:p>
            </p:txBody>
          </p:sp>
          <p:sp>
            <p:nvSpPr>
              <p:cNvPr id="167992" name="Rectangle 138">
                <a:extLst>
                  <a:ext uri="{FF2B5EF4-FFF2-40B4-BE49-F238E27FC236}">
                    <a16:creationId xmlns:a16="http://schemas.microsoft.com/office/drawing/2014/main" id="{3A671F98-B014-4B5E-8CC6-ADA4E9150B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08" y="1008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93000"/>
                  </a:lnSpc>
                  <a:spcBef>
                    <a:spcPts val="8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•"/>
                  <a:defRPr sz="32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lnSpc>
                    <a:spcPct val="93000"/>
                  </a:lnSpc>
                  <a:spcBef>
                    <a:spcPts val="7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–"/>
                  <a:defRPr sz="28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lnSpc>
                    <a:spcPct val="93000"/>
                  </a:lnSpc>
                  <a:spcBef>
                    <a:spcPts val="6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•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lnSpc>
                    <a:spcPct val="93000"/>
                  </a:lnSpc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–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lnSpc>
                    <a:spcPct val="93000"/>
                  </a:lnSpc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 typeface="Arial" panose="020B0604020202020204" pitchFamily="34" charset="0"/>
                  <a:buNone/>
                </a:pPr>
                <a:endParaRPr lang="en-US" altLang="en-US" sz="2400">
                  <a:solidFill>
                    <a:schemeClr val="bg1"/>
                  </a:solidFill>
                </a:endParaRPr>
              </a:p>
            </p:txBody>
          </p:sp>
          <p:sp>
            <p:nvSpPr>
              <p:cNvPr id="167993" name="Rectangle 139">
                <a:extLst>
                  <a:ext uri="{FF2B5EF4-FFF2-40B4-BE49-F238E27FC236}">
                    <a16:creationId xmlns:a16="http://schemas.microsoft.com/office/drawing/2014/main" id="{6BE09ECA-C93C-438A-9BB0-E88A443FC8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96" y="1008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93000"/>
                  </a:lnSpc>
                  <a:spcBef>
                    <a:spcPts val="8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•"/>
                  <a:defRPr sz="32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lnSpc>
                    <a:spcPct val="93000"/>
                  </a:lnSpc>
                  <a:spcBef>
                    <a:spcPts val="7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–"/>
                  <a:defRPr sz="28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lnSpc>
                    <a:spcPct val="93000"/>
                  </a:lnSpc>
                  <a:spcBef>
                    <a:spcPts val="6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•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lnSpc>
                    <a:spcPct val="93000"/>
                  </a:lnSpc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–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lnSpc>
                    <a:spcPct val="93000"/>
                  </a:lnSpc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 typeface="Arial" panose="020B0604020202020204" pitchFamily="34" charset="0"/>
                  <a:buNone/>
                </a:pPr>
                <a:endParaRPr lang="en-US" altLang="en-US" sz="2400">
                  <a:solidFill>
                    <a:schemeClr val="bg1"/>
                  </a:solidFill>
                </a:endParaRPr>
              </a:p>
            </p:txBody>
          </p:sp>
          <p:sp>
            <p:nvSpPr>
              <p:cNvPr id="167994" name="Rectangle 140">
                <a:extLst>
                  <a:ext uri="{FF2B5EF4-FFF2-40B4-BE49-F238E27FC236}">
                    <a16:creationId xmlns:a16="http://schemas.microsoft.com/office/drawing/2014/main" id="{7C639457-0685-4141-973B-CF6A517DC4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16" y="1008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93000"/>
                  </a:lnSpc>
                  <a:spcBef>
                    <a:spcPts val="8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•"/>
                  <a:defRPr sz="32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lnSpc>
                    <a:spcPct val="93000"/>
                  </a:lnSpc>
                  <a:spcBef>
                    <a:spcPts val="7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–"/>
                  <a:defRPr sz="28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lnSpc>
                    <a:spcPct val="93000"/>
                  </a:lnSpc>
                  <a:spcBef>
                    <a:spcPts val="6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•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lnSpc>
                    <a:spcPct val="93000"/>
                  </a:lnSpc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–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lnSpc>
                    <a:spcPct val="93000"/>
                  </a:lnSpc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 typeface="Arial" panose="020B0604020202020204" pitchFamily="34" charset="0"/>
                  <a:buNone/>
                </a:pPr>
                <a:endParaRPr lang="en-US" altLang="en-US" sz="2400">
                  <a:solidFill>
                    <a:schemeClr val="bg1"/>
                  </a:solidFill>
                </a:endParaRPr>
              </a:p>
            </p:txBody>
          </p:sp>
          <p:sp>
            <p:nvSpPr>
              <p:cNvPr id="167995" name="Rectangle 141">
                <a:extLst>
                  <a:ext uri="{FF2B5EF4-FFF2-40B4-BE49-F238E27FC236}">
                    <a16:creationId xmlns:a16="http://schemas.microsoft.com/office/drawing/2014/main" id="{7CCA53E8-BD69-4613-AA09-B949AC2A5A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0" y="1008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93000"/>
                  </a:lnSpc>
                  <a:spcBef>
                    <a:spcPts val="8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•"/>
                  <a:defRPr sz="32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lnSpc>
                    <a:spcPct val="93000"/>
                  </a:lnSpc>
                  <a:spcBef>
                    <a:spcPts val="7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–"/>
                  <a:defRPr sz="28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lnSpc>
                    <a:spcPct val="93000"/>
                  </a:lnSpc>
                  <a:spcBef>
                    <a:spcPts val="6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•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lnSpc>
                    <a:spcPct val="93000"/>
                  </a:lnSpc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–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lnSpc>
                    <a:spcPct val="93000"/>
                  </a:lnSpc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 typeface="Arial" panose="020B0604020202020204" pitchFamily="34" charset="0"/>
                  <a:buNone/>
                </a:pPr>
                <a:endParaRPr lang="en-US" altLang="en-US" sz="2400">
                  <a:solidFill>
                    <a:schemeClr val="bg1"/>
                  </a:solidFill>
                </a:endParaRPr>
              </a:p>
            </p:txBody>
          </p:sp>
          <p:sp>
            <p:nvSpPr>
              <p:cNvPr id="167996" name="Rectangle 142">
                <a:extLst>
                  <a:ext uri="{FF2B5EF4-FFF2-40B4-BE49-F238E27FC236}">
                    <a16:creationId xmlns:a16="http://schemas.microsoft.com/office/drawing/2014/main" id="{E570C49E-B11F-4F9C-94EF-E775938C71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" y="1008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93000"/>
                  </a:lnSpc>
                  <a:spcBef>
                    <a:spcPts val="8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•"/>
                  <a:defRPr sz="32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lnSpc>
                    <a:spcPct val="93000"/>
                  </a:lnSpc>
                  <a:spcBef>
                    <a:spcPts val="7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–"/>
                  <a:defRPr sz="28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lnSpc>
                    <a:spcPct val="93000"/>
                  </a:lnSpc>
                  <a:spcBef>
                    <a:spcPts val="6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•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lnSpc>
                    <a:spcPct val="93000"/>
                  </a:lnSpc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–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lnSpc>
                    <a:spcPct val="93000"/>
                  </a:lnSpc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 typeface="Arial" panose="020B0604020202020204" pitchFamily="34" charset="0"/>
                  <a:buNone/>
                </a:pPr>
                <a:endParaRPr lang="en-US" altLang="en-US" sz="2400">
                  <a:solidFill>
                    <a:schemeClr val="bg1"/>
                  </a:solidFill>
                </a:endParaRPr>
              </a:p>
            </p:txBody>
          </p:sp>
          <p:grpSp>
            <p:nvGrpSpPr>
              <p:cNvPr id="167997" name="Group 143">
                <a:extLst>
                  <a:ext uri="{FF2B5EF4-FFF2-40B4-BE49-F238E27FC236}">
                    <a16:creationId xmlns:a16="http://schemas.microsoft.com/office/drawing/2014/main" id="{12C6E6E6-6B35-4331-84B4-4EF2316CD62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395" y="1056"/>
                <a:ext cx="96" cy="192"/>
                <a:chOff x="1395" y="1056"/>
                <a:chExt cx="96" cy="192"/>
              </a:xfrm>
            </p:grpSpPr>
            <p:sp>
              <p:nvSpPr>
                <p:cNvPr id="168023" name="Line 144">
                  <a:extLst>
                    <a:ext uri="{FF2B5EF4-FFF2-40B4-BE49-F238E27FC236}">
                      <a16:creationId xmlns:a16="http://schemas.microsoft.com/office/drawing/2014/main" id="{5B47A3F2-8F08-4ABC-9A8A-14F3E449D1C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395" y="1056"/>
                  <a:ext cx="0" cy="19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68024" name="Line 145">
                  <a:extLst>
                    <a:ext uri="{FF2B5EF4-FFF2-40B4-BE49-F238E27FC236}">
                      <a16:creationId xmlns:a16="http://schemas.microsoft.com/office/drawing/2014/main" id="{A30995A8-1A37-4DC5-85A0-2F6842DE977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491" y="1056"/>
                  <a:ext cx="0" cy="19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 type="triangle" w="med" len="med"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sp>
            <p:nvSpPr>
              <p:cNvPr id="167998" name="Line 146">
                <a:extLst>
                  <a:ext uri="{FF2B5EF4-FFF2-40B4-BE49-F238E27FC236}">
                    <a16:creationId xmlns:a16="http://schemas.microsoft.com/office/drawing/2014/main" id="{7A3A5DDA-C259-4572-BECE-453C7B1E721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28" y="1056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67999" name="Line 147">
                <a:extLst>
                  <a:ext uri="{FF2B5EF4-FFF2-40B4-BE49-F238E27FC236}">
                    <a16:creationId xmlns:a16="http://schemas.microsoft.com/office/drawing/2014/main" id="{0002B9FC-7BFD-42A9-8C34-77B3AB0E16C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2" y="1056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68000" name="Line 148">
                <a:extLst>
                  <a:ext uri="{FF2B5EF4-FFF2-40B4-BE49-F238E27FC236}">
                    <a16:creationId xmlns:a16="http://schemas.microsoft.com/office/drawing/2014/main" id="{AB7F0C79-324E-4D29-98F3-BB53555B3E5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6" y="1056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68001" name="Line 149">
                <a:extLst>
                  <a:ext uri="{FF2B5EF4-FFF2-40B4-BE49-F238E27FC236}">
                    <a16:creationId xmlns:a16="http://schemas.microsoft.com/office/drawing/2014/main" id="{8D5BCA67-B3E1-4C06-8129-63F352099AE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2" y="1056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grpSp>
            <p:nvGrpSpPr>
              <p:cNvPr id="168002" name="Group 150">
                <a:extLst>
                  <a:ext uri="{FF2B5EF4-FFF2-40B4-BE49-F238E27FC236}">
                    <a16:creationId xmlns:a16="http://schemas.microsoft.com/office/drawing/2014/main" id="{68511E02-95AA-49FC-A283-214CB28287D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16" y="1056"/>
                <a:ext cx="96" cy="192"/>
                <a:chOff x="1395" y="1056"/>
                <a:chExt cx="96" cy="192"/>
              </a:xfrm>
            </p:grpSpPr>
            <p:sp>
              <p:nvSpPr>
                <p:cNvPr id="168021" name="Line 151">
                  <a:extLst>
                    <a:ext uri="{FF2B5EF4-FFF2-40B4-BE49-F238E27FC236}">
                      <a16:creationId xmlns:a16="http://schemas.microsoft.com/office/drawing/2014/main" id="{5915D2CF-4712-4C6F-8909-C3DB729B982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395" y="1056"/>
                  <a:ext cx="0" cy="19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68022" name="Line 152">
                  <a:extLst>
                    <a:ext uri="{FF2B5EF4-FFF2-40B4-BE49-F238E27FC236}">
                      <a16:creationId xmlns:a16="http://schemas.microsoft.com/office/drawing/2014/main" id="{A3192A6F-A3FA-4D8F-A6E4-B93FBB45F75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491" y="1056"/>
                  <a:ext cx="0" cy="19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 type="triangle" w="med" len="med"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grpSp>
            <p:nvGrpSpPr>
              <p:cNvPr id="168003" name="Group 153">
                <a:extLst>
                  <a:ext uri="{FF2B5EF4-FFF2-40B4-BE49-F238E27FC236}">
                    <a16:creationId xmlns:a16="http://schemas.microsoft.com/office/drawing/2014/main" id="{6246B9A7-F944-4630-A84F-9C099E77BFE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112" y="1056"/>
                <a:ext cx="96" cy="192"/>
                <a:chOff x="1395" y="1056"/>
                <a:chExt cx="96" cy="192"/>
              </a:xfrm>
            </p:grpSpPr>
            <p:sp>
              <p:nvSpPr>
                <p:cNvPr id="168019" name="Line 154">
                  <a:extLst>
                    <a:ext uri="{FF2B5EF4-FFF2-40B4-BE49-F238E27FC236}">
                      <a16:creationId xmlns:a16="http://schemas.microsoft.com/office/drawing/2014/main" id="{D33F4B4F-2A83-4D1B-8A7D-5962DF83A9E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395" y="1056"/>
                  <a:ext cx="0" cy="19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68020" name="Line 155">
                  <a:extLst>
                    <a:ext uri="{FF2B5EF4-FFF2-40B4-BE49-F238E27FC236}">
                      <a16:creationId xmlns:a16="http://schemas.microsoft.com/office/drawing/2014/main" id="{AB78DF83-E44A-4D80-AF30-BE79F11A2B8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491" y="1056"/>
                  <a:ext cx="0" cy="19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 type="triangle" w="med" len="med"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grpSp>
            <p:nvGrpSpPr>
              <p:cNvPr id="168004" name="Group 156">
                <a:extLst>
                  <a:ext uri="{FF2B5EF4-FFF2-40B4-BE49-F238E27FC236}">
                    <a16:creationId xmlns:a16="http://schemas.microsoft.com/office/drawing/2014/main" id="{309441F4-4884-4C9E-9435-509438F53B2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28" y="1056"/>
                <a:ext cx="96" cy="192"/>
                <a:chOff x="1395" y="1056"/>
                <a:chExt cx="96" cy="192"/>
              </a:xfrm>
            </p:grpSpPr>
            <p:sp>
              <p:nvSpPr>
                <p:cNvPr id="168017" name="Line 157">
                  <a:extLst>
                    <a:ext uri="{FF2B5EF4-FFF2-40B4-BE49-F238E27FC236}">
                      <a16:creationId xmlns:a16="http://schemas.microsoft.com/office/drawing/2014/main" id="{A67C7C6D-0D4E-4BBD-8D4B-DB9EFF53213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395" y="1056"/>
                  <a:ext cx="0" cy="19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68018" name="Line 158">
                  <a:extLst>
                    <a:ext uri="{FF2B5EF4-FFF2-40B4-BE49-F238E27FC236}">
                      <a16:creationId xmlns:a16="http://schemas.microsoft.com/office/drawing/2014/main" id="{B2C670E5-2806-47AA-AFAE-09D7154A929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491" y="1056"/>
                  <a:ext cx="0" cy="19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 type="triangle" w="med" len="med"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grpSp>
            <p:nvGrpSpPr>
              <p:cNvPr id="168005" name="Group 159">
                <a:extLst>
                  <a:ext uri="{FF2B5EF4-FFF2-40B4-BE49-F238E27FC236}">
                    <a16:creationId xmlns:a16="http://schemas.microsoft.com/office/drawing/2014/main" id="{4BE94BD6-C539-4921-8F65-C35DE4FB518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00" y="1056"/>
                <a:ext cx="96" cy="192"/>
                <a:chOff x="1395" y="1056"/>
                <a:chExt cx="96" cy="192"/>
              </a:xfrm>
            </p:grpSpPr>
            <p:sp>
              <p:nvSpPr>
                <p:cNvPr id="168015" name="Line 160">
                  <a:extLst>
                    <a:ext uri="{FF2B5EF4-FFF2-40B4-BE49-F238E27FC236}">
                      <a16:creationId xmlns:a16="http://schemas.microsoft.com/office/drawing/2014/main" id="{45FB90FD-16A4-4905-988D-36BF6960809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395" y="1056"/>
                  <a:ext cx="0" cy="19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68016" name="Line 161">
                  <a:extLst>
                    <a:ext uri="{FF2B5EF4-FFF2-40B4-BE49-F238E27FC236}">
                      <a16:creationId xmlns:a16="http://schemas.microsoft.com/office/drawing/2014/main" id="{77807D0D-1D38-4563-A09B-1A18B5CB9AA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491" y="1056"/>
                  <a:ext cx="0" cy="19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 type="triangle" w="med" len="med"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grpSp>
            <p:nvGrpSpPr>
              <p:cNvPr id="168006" name="Group 162">
                <a:extLst>
                  <a:ext uri="{FF2B5EF4-FFF2-40B4-BE49-F238E27FC236}">
                    <a16:creationId xmlns:a16="http://schemas.microsoft.com/office/drawing/2014/main" id="{A104CA24-7C3C-498F-B281-A65102581C4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688" y="1056"/>
                <a:ext cx="96" cy="192"/>
                <a:chOff x="1395" y="1056"/>
                <a:chExt cx="96" cy="192"/>
              </a:xfrm>
            </p:grpSpPr>
            <p:sp>
              <p:nvSpPr>
                <p:cNvPr id="168013" name="Line 163">
                  <a:extLst>
                    <a:ext uri="{FF2B5EF4-FFF2-40B4-BE49-F238E27FC236}">
                      <a16:creationId xmlns:a16="http://schemas.microsoft.com/office/drawing/2014/main" id="{4FAFB11F-29BE-4DDA-8794-2B6900BF4B6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395" y="1056"/>
                  <a:ext cx="0" cy="19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68014" name="Line 164">
                  <a:extLst>
                    <a:ext uri="{FF2B5EF4-FFF2-40B4-BE49-F238E27FC236}">
                      <a16:creationId xmlns:a16="http://schemas.microsoft.com/office/drawing/2014/main" id="{444FB7CB-4EE5-49FC-8B1E-FCF3E196FE2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491" y="1056"/>
                  <a:ext cx="0" cy="19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 type="triangle" w="med" len="med"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grpSp>
            <p:nvGrpSpPr>
              <p:cNvPr id="168007" name="Group 165">
                <a:extLst>
                  <a:ext uri="{FF2B5EF4-FFF2-40B4-BE49-F238E27FC236}">
                    <a16:creationId xmlns:a16="http://schemas.microsoft.com/office/drawing/2014/main" id="{F9774781-28AE-4AFC-9380-DC36500FCE1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072" y="1056"/>
                <a:ext cx="96" cy="192"/>
                <a:chOff x="1395" y="1056"/>
                <a:chExt cx="96" cy="192"/>
              </a:xfrm>
            </p:grpSpPr>
            <p:sp>
              <p:nvSpPr>
                <p:cNvPr id="168011" name="Line 166">
                  <a:extLst>
                    <a:ext uri="{FF2B5EF4-FFF2-40B4-BE49-F238E27FC236}">
                      <a16:creationId xmlns:a16="http://schemas.microsoft.com/office/drawing/2014/main" id="{5F3062B3-61FC-496C-9B8A-EA67D1AFCA5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395" y="1056"/>
                  <a:ext cx="0" cy="19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68012" name="Line 167">
                  <a:extLst>
                    <a:ext uri="{FF2B5EF4-FFF2-40B4-BE49-F238E27FC236}">
                      <a16:creationId xmlns:a16="http://schemas.microsoft.com/office/drawing/2014/main" id="{7350C4AD-98A6-4EA2-B7FD-24883E640C6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491" y="1056"/>
                  <a:ext cx="0" cy="19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 type="triangle" w="med" len="med"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grpSp>
            <p:nvGrpSpPr>
              <p:cNvPr id="168008" name="Group 168">
                <a:extLst>
                  <a:ext uri="{FF2B5EF4-FFF2-40B4-BE49-F238E27FC236}">
                    <a16:creationId xmlns:a16="http://schemas.microsoft.com/office/drawing/2014/main" id="{8A8936AB-56BC-4FC9-A4F3-7C7E4D058CF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104" y="1056"/>
                <a:ext cx="96" cy="192"/>
                <a:chOff x="1395" y="1056"/>
                <a:chExt cx="96" cy="192"/>
              </a:xfrm>
            </p:grpSpPr>
            <p:sp>
              <p:nvSpPr>
                <p:cNvPr id="168009" name="Line 169">
                  <a:extLst>
                    <a:ext uri="{FF2B5EF4-FFF2-40B4-BE49-F238E27FC236}">
                      <a16:creationId xmlns:a16="http://schemas.microsoft.com/office/drawing/2014/main" id="{E2018F43-E542-49AF-BE6A-70CDEF617DF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395" y="1056"/>
                  <a:ext cx="0" cy="19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68010" name="Line 170">
                  <a:extLst>
                    <a:ext uri="{FF2B5EF4-FFF2-40B4-BE49-F238E27FC236}">
                      <a16:creationId xmlns:a16="http://schemas.microsoft.com/office/drawing/2014/main" id="{6F089235-42BE-406D-B2F3-E90E8B097D3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491" y="1056"/>
                  <a:ext cx="0" cy="19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 type="triangle" w="med" len="med"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</p:grpSp>
        <p:grpSp>
          <p:nvGrpSpPr>
            <p:cNvPr id="167976" name="Group 171">
              <a:extLst>
                <a:ext uri="{FF2B5EF4-FFF2-40B4-BE49-F238E27FC236}">
                  <a16:creationId xmlns:a16="http://schemas.microsoft.com/office/drawing/2014/main" id="{B586F91A-29BB-4659-8E73-403B2D1E3FA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52" y="3312"/>
              <a:ext cx="96" cy="192"/>
              <a:chOff x="1395" y="1056"/>
              <a:chExt cx="96" cy="192"/>
            </a:xfrm>
          </p:grpSpPr>
          <p:sp>
            <p:nvSpPr>
              <p:cNvPr id="167985" name="Line 172">
                <a:extLst>
                  <a:ext uri="{FF2B5EF4-FFF2-40B4-BE49-F238E27FC236}">
                    <a16:creationId xmlns:a16="http://schemas.microsoft.com/office/drawing/2014/main" id="{08E6376B-63E0-4AF6-B5F1-1E4293795C7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95" y="1056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67986" name="Line 173">
                <a:extLst>
                  <a:ext uri="{FF2B5EF4-FFF2-40B4-BE49-F238E27FC236}">
                    <a16:creationId xmlns:a16="http://schemas.microsoft.com/office/drawing/2014/main" id="{5C5347C3-9D13-44C7-9070-46B67D3E864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91" y="1056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  <p:sp>
          <p:nvSpPr>
            <p:cNvPr id="167977" name="Rectangle 200">
              <a:extLst>
                <a:ext uri="{FF2B5EF4-FFF2-40B4-BE49-F238E27FC236}">
                  <a16:creationId xmlns:a16="http://schemas.microsoft.com/office/drawing/2014/main" id="{B69152A0-EC0A-4E72-A6AC-29EDB43CD9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4" y="3264"/>
              <a:ext cx="288" cy="288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93000"/>
                </a:lnSpc>
                <a:spcBef>
                  <a:spcPts val="8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defRPr sz="32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93000"/>
                </a:lnSpc>
                <a:spcBef>
                  <a:spcPts val="7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93000"/>
                </a:lnSpc>
                <a:spcBef>
                  <a:spcPts val="6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93000"/>
                </a:lnSpc>
                <a:spcBef>
                  <a:spcPts val="5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93000"/>
                </a:lnSpc>
                <a:spcBef>
                  <a:spcPts val="5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en-US" altLang="en-US" sz="2400">
                <a:solidFill>
                  <a:schemeClr val="bg1"/>
                </a:solidFill>
              </a:endParaRPr>
            </a:p>
          </p:txBody>
        </p:sp>
        <p:sp>
          <p:nvSpPr>
            <p:cNvPr id="167978" name="Rectangle 201">
              <a:extLst>
                <a:ext uri="{FF2B5EF4-FFF2-40B4-BE49-F238E27FC236}">
                  <a16:creationId xmlns:a16="http://schemas.microsoft.com/office/drawing/2014/main" id="{10A91C79-E959-4DDD-B405-AB85A2D6A9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08" y="3264"/>
              <a:ext cx="288" cy="288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93000"/>
                </a:lnSpc>
                <a:spcBef>
                  <a:spcPts val="8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defRPr sz="32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93000"/>
                </a:lnSpc>
                <a:spcBef>
                  <a:spcPts val="7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93000"/>
                </a:lnSpc>
                <a:spcBef>
                  <a:spcPts val="6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93000"/>
                </a:lnSpc>
                <a:spcBef>
                  <a:spcPts val="5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93000"/>
                </a:lnSpc>
                <a:spcBef>
                  <a:spcPts val="5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en-US" altLang="en-US" sz="2400">
                <a:solidFill>
                  <a:schemeClr val="bg1"/>
                </a:solidFill>
              </a:endParaRPr>
            </a:p>
          </p:txBody>
        </p:sp>
        <p:sp>
          <p:nvSpPr>
            <p:cNvPr id="167979" name="Rectangle 203">
              <a:extLst>
                <a:ext uri="{FF2B5EF4-FFF2-40B4-BE49-F238E27FC236}">
                  <a16:creationId xmlns:a16="http://schemas.microsoft.com/office/drawing/2014/main" id="{F051995B-81BA-44C0-A0FC-2A27C6A0EA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0" y="3264"/>
              <a:ext cx="288" cy="288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93000"/>
                </a:lnSpc>
                <a:spcBef>
                  <a:spcPts val="8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defRPr sz="32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93000"/>
                </a:lnSpc>
                <a:spcBef>
                  <a:spcPts val="7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93000"/>
                </a:lnSpc>
                <a:spcBef>
                  <a:spcPts val="6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93000"/>
                </a:lnSpc>
                <a:spcBef>
                  <a:spcPts val="5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93000"/>
                </a:lnSpc>
                <a:spcBef>
                  <a:spcPts val="5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en-US" altLang="en-US" sz="2400">
                <a:solidFill>
                  <a:schemeClr val="bg1"/>
                </a:solidFill>
              </a:endParaRPr>
            </a:p>
          </p:txBody>
        </p:sp>
        <p:sp>
          <p:nvSpPr>
            <p:cNvPr id="167980" name="Rectangle 204">
              <a:extLst>
                <a:ext uri="{FF2B5EF4-FFF2-40B4-BE49-F238E27FC236}">
                  <a16:creationId xmlns:a16="http://schemas.microsoft.com/office/drawing/2014/main" id="{02F094F7-B108-4FA2-971D-C33F9B2A04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2" y="3264"/>
              <a:ext cx="288" cy="288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93000"/>
                </a:lnSpc>
                <a:spcBef>
                  <a:spcPts val="8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defRPr sz="32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93000"/>
                </a:lnSpc>
                <a:spcBef>
                  <a:spcPts val="7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93000"/>
                </a:lnSpc>
                <a:spcBef>
                  <a:spcPts val="6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93000"/>
                </a:lnSpc>
                <a:spcBef>
                  <a:spcPts val="5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93000"/>
                </a:lnSpc>
                <a:spcBef>
                  <a:spcPts val="5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en-US" altLang="en-US" sz="2400">
                <a:solidFill>
                  <a:schemeClr val="bg1"/>
                </a:solidFill>
              </a:endParaRPr>
            </a:p>
          </p:txBody>
        </p:sp>
        <p:sp>
          <p:nvSpPr>
            <p:cNvPr id="167981" name="Line 206">
              <a:extLst>
                <a:ext uri="{FF2B5EF4-FFF2-40B4-BE49-F238E27FC236}">
                  <a16:creationId xmlns:a16="http://schemas.microsoft.com/office/drawing/2014/main" id="{A0450AAF-EEDA-4B74-A68F-B517E850842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40" y="3312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67982" name="Line 207">
              <a:extLst>
                <a:ext uri="{FF2B5EF4-FFF2-40B4-BE49-F238E27FC236}">
                  <a16:creationId xmlns:a16="http://schemas.microsoft.com/office/drawing/2014/main" id="{E5A1323C-FE1A-47B3-A40A-2DE2DE9F925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28" y="3312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67983" name="Line 208">
              <a:extLst>
                <a:ext uri="{FF2B5EF4-FFF2-40B4-BE49-F238E27FC236}">
                  <a16:creationId xmlns:a16="http://schemas.microsoft.com/office/drawing/2014/main" id="{786E347A-4B06-480B-855F-4C0B9B5D30C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16" y="3312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67984" name="Line 209">
              <a:extLst>
                <a:ext uri="{FF2B5EF4-FFF2-40B4-BE49-F238E27FC236}">
                  <a16:creationId xmlns:a16="http://schemas.microsoft.com/office/drawing/2014/main" id="{B929407E-41A8-4F0D-8271-3B659F6C241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04" y="3312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167948" name="Group 220">
            <a:extLst>
              <a:ext uri="{FF2B5EF4-FFF2-40B4-BE49-F238E27FC236}">
                <a16:creationId xmlns:a16="http://schemas.microsoft.com/office/drawing/2014/main" id="{D7BC8E55-46A6-46B2-B388-C48437E96E82}"/>
              </a:ext>
            </a:extLst>
          </p:cNvPr>
          <p:cNvGrpSpPr>
            <a:grpSpLocks/>
          </p:cNvGrpSpPr>
          <p:nvPr/>
        </p:nvGrpSpPr>
        <p:grpSpPr bwMode="auto">
          <a:xfrm>
            <a:off x="169863" y="1468993"/>
            <a:ext cx="5316538" cy="431800"/>
            <a:chOff x="96" y="1152"/>
            <a:chExt cx="3349" cy="272"/>
          </a:xfrm>
        </p:grpSpPr>
        <p:sp>
          <p:nvSpPr>
            <p:cNvPr id="167968" name="Text Box 213">
              <a:extLst>
                <a:ext uri="{FF2B5EF4-FFF2-40B4-BE49-F238E27FC236}">
                  <a16:creationId xmlns:a16="http://schemas.microsoft.com/office/drawing/2014/main" id="{61A89144-5A9C-4A29-8A6B-B9E2AD9CE2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" y="1152"/>
              <a:ext cx="319" cy="2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3000"/>
                </a:lnSpc>
                <a:spcBef>
                  <a:spcPts val="8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defRPr sz="32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93000"/>
                </a:lnSpc>
                <a:spcBef>
                  <a:spcPts val="7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93000"/>
                </a:lnSpc>
                <a:spcBef>
                  <a:spcPts val="6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93000"/>
                </a:lnSpc>
                <a:spcBef>
                  <a:spcPts val="5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93000"/>
                </a:lnSpc>
                <a:spcBef>
                  <a:spcPts val="5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en-US" altLang="en-US" sz="2400">
                  <a:solidFill>
                    <a:schemeClr val="tx1"/>
                  </a:solidFill>
                </a:rPr>
                <a:t>1</a:t>
              </a:r>
              <a:r>
                <a:rPr lang="en-US" altLang="en-US" sz="2400" i="1">
                  <a:solidFill>
                    <a:schemeClr val="tx1"/>
                  </a:solidFill>
                </a:rPr>
                <a:t>s</a:t>
              </a:r>
            </a:p>
          </p:txBody>
        </p:sp>
        <p:sp>
          <p:nvSpPr>
            <p:cNvPr id="167969" name="Text Box 214">
              <a:extLst>
                <a:ext uri="{FF2B5EF4-FFF2-40B4-BE49-F238E27FC236}">
                  <a16:creationId xmlns:a16="http://schemas.microsoft.com/office/drawing/2014/main" id="{F5E98557-2336-4BC8-A197-3EDB43853D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7" y="1152"/>
              <a:ext cx="319" cy="2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3000"/>
                </a:lnSpc>
                <a:spcBef>
                  <a:spcPts val="8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defRPr sz="32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93000"/>
                </a:lnSpc>
                <a:spcBef>
                  <a:spcPts val="7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93000"/>
                </a:lnSpc>
                <a:spcBef>
                  <a:spcPts val="6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93000"/>
                </a:lnSpc>
                <a:spcBef>
                  <a:spcPts val="5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93000"/>
                </a:lnSpc>
                <a:spcBef>
                  <a:spcPts val="5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en-US" altLang="en-US" sz="2400">
                  <a:solidFill>
                    <a:schemeClr val="tx1"/>
                  </a:solidFill>
                </a:rPr>
                <a:t>2</a:t>
              </a:r>
              <a:r>
                <a:rPr lang="en-US" altLang="en-US" sz="2400" i="1">
                  <a:solidFill>
                    <a:schemeClr val="tx1"/>
                  </a:solidFill>
                </a:rPr>
                <a:t>s</a:t>
              </a:r>
            </a:p>
          </p:txBody>
        </p:sp>
        <p:sp>
          <p:nvSpPr>
            <p:cNvPr id="167970" name="Text Box 215">
              <a:extLst>
                <a:ext uri="{FF2B5EF4-FFF2-40B4-BE49-F238E27FC236}">
                  <a16:creationId xmlns:a16="http://schemas.microsoft.com/office/drawing/2014/main" id="{12E44196-CCCA-4A5E-863B-DD4FDE0B04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33" y="1152"/>
              <a:ext cx="330" cy="2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3000"/>
                </a:lnSpc>
                <a:spcBef>
                  <a:spcPts val="8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defRPr sz="32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93000"/>
                </a:lnSpc>
                <a:spcBef>
                  <a:spcPts val="7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93000"/>
                </a:lnSpc>
                <a:spcBef>
                  <a:spcPts val="6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93000"/>
                </a:lnSpc>
                <a:spcBef>
                  <a:spcPts val="5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93000"/>
                </a:lnSpc>
                <a:spcBef>
                  <a:spcPts val="5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en-US" altLang="en-US" sz="2400">
                  <a:solidFill>
                    <a:schemeClr val="tx1"/>
                  </a:solidFill>
                </a:rPr>
                <a:t>2</a:t>
              </a:r>
              <a:r>
                <a:rPr lang="en-US" altLang="en-US" sz="2400" i="1">
                  <a:solidFill>
                    <a:schemeClr val="tx1"/>
                  </a:solidFill>
                </a:rPr>
                <a:t>p</a:t>
              </a:r>
            </a:p>
          </p:txBody>
        </p:sp>
        <p:sp>
          <p:nvSpPr>
            <p:cNvPr id="167971" name="Text Box 216">
              <a:extLst>
                <a:ext uri="{FF2B5EF4-FFF2-40B4-BE49-F238E27FC236}">
                  <a16:creationId xmlns:a16="http://schemas.microsoft.com/office/drawing/2014/main" id="{8C16E52B-E21B-401A-B402-E3FFDB5070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82" y="1152"/>
              <a:ext cx="319" cy="2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3000"/>
                </a:lnSpc>
                <a:spcBef>
                  <a:spcPts val="8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defRPr sz="32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93000"/>
                </a:lnSpc>
                <a:spcBef>
                  <a:spcPts val="7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93000"/>
                </a:lnSpc>
                <a:spcBef>
                  <a:spcPts val="6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93000"/>
                </a:lnSpc>
                <a:spcBef>
                  <a:spcPts val="5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93000"/>
                </a:lnSpc>
                <a:spcBef>
                  <a:spcPts val="5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en-US" altLang="en-US" sz="2400">
                  <a:solidFill>
                    <a:schemeClr val="tx1"/>
                  </a:solidFill>
                </a:rPr>
                <a:t>3</a:t>
              </a:r>
              <a:r>
                <a:rPr lang="en-US" altLang="en-US" sz="2400" i="1">
                  <a:solidFill>
                    <a:schemeClr val="tx1"/>
                  </a:solidFill>
                </a:rPr>
                <a:t>s</a:t>
              </a:r>
            </a:p>
          </p:txBody>
        </p:sp>
        <p:sp>
          <p:nvSpPr>
            <p:cNvPr id="167972" name="Text Box 218">
              <a:extLst>
                <a:ext uri="{FF2B5EF4-FFF2-40B4-BE49-F238E27FC236}">
                  <a16:creationId xmlns:a16="http://schemas.microsoft.com/office/drawing/2014/main" id="{1B4CF099-9B8F-402E-919B-0EAD317FB4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65" y="1152"/>
              <a:ext cx="330" cy="2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3000"/>
                </a:lnSpc>
                <a:spcBef>
                  <a:spcPts val="8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defRPr sz="32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93000"/>
                </a:lnSpc>
                <a:spcBef>
                  <a:spcPts val="7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93000"/>
                </a:lnSpc>
                <a:spcBef>
                  <a:spcPts val="6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93000"/>
                </a:lnSpc>
                <a:spcBef>
                  <a:spcPts val="5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93000"/>
                </a:lnSpc>
                <a:spcBef>
                  <a:spcPts val="5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en-US" altLang="en-US" sz="2400">
                  <a:solidFill>
                    <a:schemeClr val="tx1"/>
                  </a:solidFill>
                </a:rPr>
                <a:t>3</a:t>
              </a:r>
              <a:r>
                <a:rPr lang="en-US" altLang="en-US" sz="2400" i="1">
                  <a:solidFill>
                    <a:schemeClr val="tx1"/>
                  </a:solidFill>
                </a:rPr>
                <a:t>p</a:t>
              </a:r>
            </a:p>
          </p:txBody>
        </p:sp>
        <p:sp>
          <p:nvSpPr>
            <p:cNvPr id="167973" name="Text Box 219">
              <a:extLst>
                <a:ext uri="{FF2B5EF4-FFF2-40B4-BE49-F238E27FC236}">
                  <a16:creationId xmlns:a16="http://schemas.microsoft.com/office/drawing/2014/main" id="{0AFC03A5-7362-4191-BF60-2458722FBF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26" y="1152"/>
              <a:ext cx="319" cy="2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3000"/>
                </a:lnSpc>
                <a:spcBef>
                  <a:spcPts val="8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defRPr sz="32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93000"/>
                </a:lnSpc>
                <a:spcBef>
                  <a:spcPts val="7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93000"/>
                </a:lnSpc>
                <a:spcBef>
                  <a:spcPts val="6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93000"/>
                </a:lnSpc>
                <a:spcBef>
                  <a:spcPts val="5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93000"/>
                </a:lnSpc>
                <a:spcBef>
                  <a:spcPts val="5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en-US" altLang="en-US" sz="2400">
                  <a:solidFill>
                    <a:schemeClr val="tx1"/>
                  </a:solidFill>
                </a:rPr>
                <a:t>4</a:t>
              </a:r>
              <a:r>
                <a:rPr lang="en-US" altLang="en-US" sz="2400" i="1">
                  <a:solidFill>
                    <a:schemeClr val="tx1"/>
                  </a:solidFill>
                </a:rPr>
                <a:t>s</a:t>
              </a:r>
            </a:p>
          </p:txBody>
        </p:sp>
      </p:grpSp>
      <p:grpSp>
        <p:nvGrpSpPr>
          <p:cNvPr id="167949" name="Group 238">
            <a:extLst>
              <a:ext uri="{FF2B5EF4-FFF2-40B4-BE49-F238E27FC236}">
                <a16:creationId xmlns:a16="http://schemas.microsoft.com/office/drawing/2014/main" id="{A3861ED9-5D7F-4030-B266-F41D3441E05D}"/>
              </a:ext>
            </a:extLst>
          </p:cNvPr>
          <p:cNvGrpSpPr>
            <a:grpSpLocks/>
          </p:cNvGrpSpPr>
          <p:nvPr/>
        </p:nvGrpSpPr>
        <p:grpSpPr bwMode="auto">
          <a:xfrm>
            <a:off x="0" y="3581400"/>
            <a:ext cx="8686800" cy="450850"/>
            <a:chOff x="0" y="2535"/>
            <a:chExt cx="5472" cy="284"/>
          </a:xfrm>
        </p:grpSpPr>
        <p:grpSp>
          <p:nvGrpSpPr>
            <p:cNvPr id="167959" name="Group 221">
              <a:extLst>
                <a:ext uri="{FF2B5EF4-FFF2-40B4-BE49-F238E27FC236}">
                  <a16:creationId xmlns:a16="http://schemas.microsoft.com/office/drawing/2014/main" id="{E1B874F6-E999-4CB3-9563-B00EC56F40D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2544"/>
              <a:ext cx="3349" cy="272"/>
              <a:chOff x="96" y="1152"/>
              <a:chExt cx="3349" cy="272"/>
            </a:xfrm>
          </p:grpSpPr>
          <p:sp>
            <p:nvSpPr>
              <p:cNvPr id="167962" name="Text Box 222">
                <a:extLst>
                  <a:ext uri="{FF2B5EF4-FFF2-40B4-BE49-F238E27FC236}">
                    <a16:creationId xmlns:a16="http://schemas.microsoft.com/office/drawing/2014/main" id="{D889AC79-3203-4858-A121-C7E6DC45D91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6" y="1152"/>
                <a:ext cx="319" cy="2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93000"/>
                  </a:lnSpc>
                  <a:spcBef>
                    <a:spcPts val="8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•"/>
                  <a:defRPr sz="32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lnSpc>
                    <a:spcPct val="93000"/>
                  </a:lnSpc>
                  <a:spcBef>
                    <a:spcPts val="7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–"/>
                  <a:defRPr sz="28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lnSpc>
                    <a:spcPct val="93000"/>
                  </a:lnSpc>
                  <a:spcBef>
                    <a:spcPts val="6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•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lnSpc>
                    <a:spcPct val="93000"/>
                  </a:lnSpc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–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lnSpc>
                    <a:spcPct val="93000"/>
                  </a:lnSpc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 typeface="Arial" panose="020B0604020202020204" pitchFamily="34" charset="0"/>
                  <a:buNone/>
                </a:pPr>
                <a:r>
                  <a:rPr lang="en-US" altLang="en-US" sz="2400">
                    <a:solidFill>
                      <a:schemeClr val="tx1"/>
                    </a:solidFill>
                  </a:rPr>
                  <a:t>1</a:t>
                </a:r>
                <a:r>
                  <a:rPr lang="en-US" altLang="en-US" sz="2400" i="1">
                    <a:solidFill>
                      <a:schemeClr val="tx1"/>
                    </a:solidFill>
                  </a:rPr>
                  <a:t>s</a:t>
                </a:r>
              </a:p>
            </p:txBody>
          </p:sp>
          <p:sp>
            <p:nvSpPr>
              <p:cNvPr id="167963" name="Text Box 223">
                <a:extLst>
                  <a:ext uri="{FF2B5EF4-FFF2-40B4-BE49-F238E27FC236}">
                    <a16:creationId xmlns:a16="http://schemas.microsoft.com/office/drawing/2014/main" id="{2806AC69-2D35-47C5-A9D2-2844524A7F4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97" y="1152"/>
                <a:ext cx="319" cy="2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93000"/>
                  </a:lnSpc>
                  <a:spcBef>
                    <a:spcPts val="8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•"/>
                  <a:defRPr sz="32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lnSpc>
                    <a:spcPct val="93000"/>
                  </a:lnSpc>
                  <a:spcBef>
                    <a:spcPts val="7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–"/>
                  <a:defRPr sz="28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lnSpc>
                    <a:spcPct val="93000"/>
                  </a:lnSpc>
                  <a:spcBef>
                    <a:spcPts val="6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•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lnSpc>
                    <a:spcPct val="93000"/>
                  </a:lnSpc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–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lnSpc>
                    <a:spcPct val="93000"/>
                  </a:lnSpc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 typeface="Arial" panose="020B0604020202020204" pitchFamily="34" charset="0"/>
                  <a:buNone/>
                </a:pPr>
                <a:r>
                  <a:rPr lang="en-US" altLang="en-US" sz="2400">
                    <a:solidFill>
                      <a:schemeClr val="tx1"/>
                    </a:solidFill>
                  </a:rPr>
                  <a:t>2</a:t>
                </a:r>
                <a:r>
                  <a:rPr lang="en-US" altLang="en-US" sz="2400" i="1">
                    <a:solidFill>
                      <a:schemeClr val="tx1"/>
                    </a:solidFill>
                  </a:rPr>
                  <a:t>s</a:t>
                </a:r>
              </a:p>
            </p:txBody>
          </p:sp>
          <p:sp>
            <p:nvSpPr>
              <p:cNvPr id="167964" name="Text Box 224">
                <a:extLst>
                  <a:ext uri="{FF2B5EF4-FFF2-40B4-BE49-F238E27FC236}">
                    <a16:creationId xmlns:a16="http://schemas.microsoft.com/office/drawing/2014/main" id="{62A96A77-F12D-4090-B026-A3940B6A1B6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33" y="1152"/>
                <a:ext cx="330" cy="2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93000"/>
                  </a:lnSpc>
                  <a:spcBef>
                    <a:spcPts val="8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•"/>
                  <a:defRPr sz="32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lnSpc>
                    <a:spcPct val="93000"/>
                  </a:lnSpc>
                  <a:spcBef>
                    <a:spcPts val="7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–"/>
                  <a:defRPr sz="28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lnSpc>
                    <a:spcPct val="93000"/>
                  </a:lnSpc>
                  <a:spcBef>
                    <a:spcPts val="6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•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lnSpc>
                    <a:spcPct val="93000"/>
                  </a:lnSpc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–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lnSpc>
                    <a:spcPct val="93000"/>
                  </a:lnSpc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 typeface="Arial" panose="020B0604020202020204" pitchFamily="34" charset="0"/>
                  <a:buNone/>
                </a:pPr>
                <a:r>
                  <a:rPr lang="en-US" altLang="en-US" sz="2400">
                    <a:solidFill>
                      <a:schemeClr val="tx1"/>
                    </a:solidFill>
                  </a:rPr>
                  <a:t>2</a:t>
                </a:r>
                <a:r>
                  <a:rPr lang="en-US" altLang="en-US" sz="2400" i="1">
                    <a:solidFill>
                      <a:schemeClr val="tx1"/>
                    </a:solidFill>
                  </a:rPr>
                  <a:t>p</a:t>
                </a:r>
              </a:p>
            </p:txBody>
          </p:sp>
          <p:sp>
            <p:nvSpPr>
              <p:cNvPr id="167965" name="Text Box 225">
                <a:extLst>
                  <a:ext uri="{FF2B5EF4-FFF2-40B4-BE49-F238E27FC236}">
                    <a16:creationId xmlns:a16="http://schemas.microsoft.com/office/drawing/2014/main" id="{79A0E347-9A33-4001-BC62-0A5E410D0C7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82" y="1152"/>
                <a:ext cx="319" cy="2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93000"/>
                  </a:lnSpc>
                  <a:spcBef>
                    <a:spcPts val="8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•"/>
                  <a:defRPr sz="32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lnSpc>
                    <a:spcPct val="93000"/>
                  </a:lnSpc>
                  <a:spcBef>
                    <a:spcPts val="7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–"/>
                  <a:defRPr sz="28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lnSpc>
                    <a:spcPct val="93000"/>
                  </a:lnSpc>
                  <a:spcBef>
                    <a:spcPts val="6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•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lnSpc>
                    <a:spcPct val="93000"/>
                  </a:lnSpc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–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lnSpc>
                    <a:spcPct val="93000"/>
                  </a:lnSpc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 typeface="Arial" panose="020B0604020202020204" pitchFamily="34" charset="0"/>
                  <a:buNone/>
                </a:pPr>
                <a:r>
                  <a:rPr lang="en-US" altLang="en-US" sz="2400">
                    <a:solidFill>
                      <a:schemeClr val="tx1"/>
                    </a:solidFill>
                  </a:rPr>
                  <a:t>3</a:t>
                </a:r>
                <a:r>
                  <a:rPr lang="en-US" altLang="en-US" sz="2400" i="1">
                    <a:solidFill>
                      <a:schemeClr val="tx1"/>
                    </a:solidFill>
                  </a:rPr>
                  <a:t>s</a:t>
                </a:r>
              </a:p>
            </p:txBody>
          </p:sp>
          <p:sp>
            <p:nvSpPr>
              <p:cNvPr id="167966" name="Text Box 226">
                <a:extLst>
                  <a:ext uri="{FF2B5EF4-FFF2-40B4-BE49-F238E27FC236}">
                    <a16:creationId xmlns:a16="http://schemas.microsoft.com/office/drawing/2014/main" id="{0EAE567D-B1C9-4D09-9A48-EF4C7B3DA2F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65" y="1152"/>
                <a:ext cx="330" cy="2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93000"/>
                  </a:lnSpc>
                  <a:spcBef>
                    <a:spcPts val="8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•"/>
                  <a:defRPr sz="32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lnSpc>
                    <a:spcPct val="93000"/>
                  </a:lnSpc>
                  <a:spcBef>
                    <a:spcPts val="7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–"/>
                  <a:defRPr sz="28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lnSpc>
                    <a:spcPct val="93000"/>
                  </a:lnSpc>
                  <a:spcBef>
                    <a:spcPts val="6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•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lnSpc>
                    <a:spcPct val="93000"/>
                  </a:lnSpc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–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lnSpc>
                    <a:spcPct val="93000"/>
                  </a:lnSpc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 typeface="Arial" panose="020B0604020202020204" pitchFamily="34" charset="0"/>
                  <a:buNone/>
                </a:pPr>
                <a:r>
                  <a:rPr lang="en-US" altLang="en-US" sz="2400">
                    <a:solidFill>
                      <a:schemeClr val="tx1"/>
                    </a:solidFill>
                  </a:rPr>
                  <a:t>3</a:t>
                </a:r>
                <a:r>
                  <a:rPr lang="en-US" altLang="en-US" sz="2400" i="1">
                    <a:solidFill>
                      <a:schemeClr val="tx1"/>
                    </a:solidFill>
                  </a:rPr>
                  <a:t>p</a:t>
                </a:r>
              </a:p>
            </p:txBody>
          </p:sp>
          <p:sp>
            <p:nvSpPr>
              <p:cNvPr id="167967" name="Text Box 227">
                <a:extLst>
                  <a:ext uri="{FF2B5EF4-FFF2-40B4-BE49-F238E27FC236}">
                    <a16:creationId xmlns:a16="http://schemas.microsoft.com/office/drawing/2014/main" id="{25F568E1-8EBA-4BC7-80B2-1CA141DBF86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26" y="1152"/>
                <a:ext cx="319" cy="2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93000"/>
                  </a:lnSpc>
                  <a:spcBef>
                    <a:spcPts val="8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•"/>
                  <a:defRPr sz="32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lnSpc>
                    <a:spcPct val="93000"/>
                  </a:lnSpc>
                  <a:spcBef>
                    <a:spcPts val="7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–"/>
                  <a:defRPr sz="28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lnSpc>
                    <a:spcPct val="93000"/>
                  </a:lnSpc>
                  <a:spcBef>
                    <a:spcPts val="6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•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lnSpc>
                    <a:spcPct val="93000"/>
                  </a:lnSpc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–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lnSpc>
                    <a:spcPct val="93000"/>
                  </a:lnSpc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 typeface="Arial" panose="020B0604020202020204" pitchFamily="34" charset="0"/>
                  <a:buNone/>
                </a:pPr>
                <a:r>
                  <a:rPr lang="en-US" altLang="en-US" sz="2400">
                    <a:solidFill>
                      <a:schemeClr val="tx1"/>
                    </a:solidFill>
                  </a:rPr>
                  <a:t>4</a:t>
                </a:r>
                <a:r>
                  <a:rPr lang="en-US" altLang="en-US" sz="2400" i="1">
                    <a:solidFill>
                      <a:schemeClr val="tx1"/>
                    </a:solidFill>
                  </a:rPr>
                  <a:t>s</a:t>
                </a:r>
              </a:p>
            </p:txBody>
          </p:sp>
        </p:grpSp>
        <p:sp>
          <p:nvSpPr>
            <p:cNvPr id="167960" name="Text Box 236">
              <a:extLst>
                <a:ext uri="{FF2B5EF4-FFF2-40B4-BE49-F238E27FC236}">
                  <a16:creationId xmlns:a16="http://schemas.microsoft.com/office/drawing/2014/main" id="{C94FE528-5850-48FA-A3E5-C85C7BA87E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39" y="2547"/>
              <a:ext cx="330" cy="2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3000"/>
                </a:lnSpc>
                <a:spcBef>
                  <a:spcPts val="8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defRPr sz="32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93000"/>
                </a:lnSpc>
                <a:spcBef>
                  <a:spcPts val="7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93000"/>
                </a:lnSpc>
                <a:spcBef>
                  <a:spcPts val="6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93000"/>
                </a:lnSpc>
                <a:spcBef>
                  <a:spcPts val="5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93000"/>
                </a:lnSpc>
                <a:spcBef>
                  <a:spcPts val="5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en-US" altLang="en-US" sz="2400">
                  <a:solidFill>
                    <a:schemeClr val="tx1"/>
                  </a:solidFill>
                </a:rPr>
                <a:t>3</a:t>
              </a:r>
              <a:r>
                <a:rPr lang="en-US" altLang="en-US" sz="2400" i="1">
                  <a:solidFill>
                    <a:schemeClr val="tx1"/>
                  </a:solidFill>
                </a:rPr>
                <a:t>d</a:t>
              </a:r>
            </a:p>
          </p:txBody>
        </p:sp>
        <p:sp>
          <p:nvSpPr>
            <p:cNvPr id="167961" name="Text Box 237">
              <a:extLst>
                <a:ext uri="{FF2B5EF4-FFF2-40B4-BE49-F238E27FC236}">
                  <a16:creationId xmlns:a16="http://schemas.microsoft.com/office/drawing/2014/main" id="{CFD4E2FF-E853-4719-B473-D4108902D7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42" y="2535"/>
              <a:ext cx="330" cy="2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3000"/>
                </a:lnSpc>
                <a:spcBef>
                  <a:spcPts val="8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defRPr sz="32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93000"/>
                </a:lnSpc>
                <a:spcBef>
                  <a:spcPts val="7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93000"/>
                </a:lnSpc>
                <a:spcBef>
                  <a:spcPts val="6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93000"/>
                </a:lnSpc>
                <a:spcBef>
                  <a:spcPts val="5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93000"/>
                </a:lnSpc>
                <a:spcBef>
                  <a:spcPts val="5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en-US" altLang="en-US" sz="2400">
                  <a:solidFill>
                    <a:schemeClr val="tx1"/>
                  </a:solidFill>
                </a:rPr>
                <a:t>4</a:t>
              </a:r>
              <a:r>
                <a:rPr lang="en-US" altLang="en-US" sz="2400" i="1">
                  <a:solidFill>
                    <a:schemeClr val="tx1"/>
                  </a:solidFill>
                </a:rPr>
                <a:t>p</a:t>
              </a:r>
            </a:p>
          </p:txBody>
        </p:sp>
      </p:grpSp>
      <p:grpSp>
        <p:nvGrpSpPr>
          <p:cNvPr id="167950" name="Group 240">
            <a:extLst>
              <a:ext uri="{FF2B5EF4-FFF2-40B4-BE49-F238E27FC236}">
                <a16:creationId xmlns:a16="http://schemas.microsoft.com/office/drawing/2014/main" id="{FAD0ACF8-C117-4461-8ED3-AE9AF1CC9C57}"/>
              </a:ext>
            </a:extLst>
          </p:cNvPr>
          <p:cNvGrpSpPr>
            <a:grpSpLocks/>
          </p:cNvGrpSpPr>
          <p:nvPr/>
        </p:nvGrpSpPr>
        <p:grpSpPr bwMode="auto">
          <a:xfrm>
            <a:off x="169863" y="5715000"/>
            <a:ext cx="6754812" cy="444500"/>
            <a:chOff x="107" y="3784"/>
            <a:chExt cx="4255" cy="280"/>
          </a:xfrm>
        </p:grpSpPr>
        <p:grpSp>
          <p:nvGrpSpPr>
            <p:cNvPr id="167951" name="Group 228">
              <a:extLst>
                <a:ext uri="{FF2B5EF4-FFF2-40B4-BE49-F238E27FC236}">
                  <a16:creationId xmlns:a16="http://schemas.microsoft.com/office/drawing/2014/main" id="{D04225F0-B824-4868-8E06-D2E3EB8B1DF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7" y="3792"/>
              <a:ext cx="3349" cy="272"/>
              <a:chOff x="96" y="1152"/>
              <a:chExt cx="3349" cy="272"/>
            </a:xfrm>
          </p:grpSpPr>
          <p:sp>
            <p:nvSpPr>
              <p:cNvPr id="167953" name="Text Box 229">
                <a:extLst>
                  <a:ext uri="{FF2B5EF4-FFF2-40B4-BE49-F238E27FC236}">
                    <a16:creationId xmlns:a16="http://schemas.microsoft.com/office/drawing/2014/main" id="{3EA39070-C048-44AF-A350-B74DFF0B2C8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6" y="1152"/>
                <a:ext cx="319" cy="2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93000"/>
                  </a:lnSpc>
                  <a:spcBef>
                    <a:spcPts val="8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•"/>
                  <a:defRPr sz="32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lnSpc>
                    <a:spcPct val="93000"/>
                  </a:lnSpc>
                  <a:spcBef>
                    <a:spcPts val="7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–"/>
                  <a:defRPr sz="28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lnSpc>
                    <a:spcPct val="93000"/>
                  </a:lnSpc>
                  <a:spcBef>
                    <a:spcPts val="6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•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lnSpc>
                    <a:spcPct val="93000"/>
                  </a:lnSpc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–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lnSpc>
                    <a:spcPct val="93000"/>
                  </a:lnSpc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 typeface="Arial" panose="020B0604020202020204" pitchFamily="34" charset="0"/>
                  <a:buNone/>
                </a:pPr>
                <a:r>
                  <a:rPr lang="en-US" altLang="en-US" sz="2400">
                    <a:solidFill>
                      <a:schemeClr val="tx1"/>
                    </a:solidFill>
                  </a:rPr>
                  <a:t>1</a:t>
                </a:r>
                <a:r>
                  <a:rPr lang="en-US" altLang="en-US" sz="2400" i="1">
                    <a:solidFill>
                      <a:schemeClr val="tx1"/>
                    </a:solidFill>
                  </a:rPr>
                  <a:t>s</a:t>
                </a:r>
              </a:p>
            </p:txBody>
          </p:sp>
          <p:sp>
            <p:nvSpPr>
              <p:cNvPr id="167954" name="Text Box 230">
                <a:extLst>
                  <a:ext uri="{FF2B5EF4-FFF2-40B4-BE49-F238E27FC236}">
                    <a16:creationId xmlns:a16="http://schemas.microsoft.com/office/drawing/2014/main" id="{C07E7B7D-700A-4CFB-8698-5A3F5285607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97" y="1152"/>
                <a:ext cx="319" cy="2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93000"/>
                  </a:lnSpc>
                  <a:spcBef>
                    <a:spcPts val="8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•"/>
                  <a:defRPr sz="32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lnSpc>
                    <a:spcPct val="93000"/>
                  </a:lnSpc>
                  <a:spcBef>
                    <a:spcPts val="7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–"/>
                  <a:defRPr sz="28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lnSpc>
                    <a:spcPct val="93000"/>
                  </a:lnSpc>
                  <a:spcBef>
                    <a:spcPts val="6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•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lnSpc>
                    <a:spcPct val="93000"/>
                  </a:lnSpc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–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lnSpc>
                    <a:spcPct val="93000"/>
                  </a:lnSpc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 typeface="Arial" panose="020B0604020202020204" pitchFamily="34" charset="0"/>
                  <a:buNone/>
                </a:pPr>
                <a:r>
                  <a:rPr lang="en-US" altLang="en-US" sz="2400">
                    <a:solidFill>
                      <a:schemeClr val="tx1"/>
                    </a:solidFill>
                  </a:rPr>
                  <a:t>2</a:t>
                </a:r>
                <a:r>
                  <a:rPr lang="en-US" altLang="en-US" sz="2400" i="1">
                    <a:solidFill>
                      <a:schemeClr val="tx1"/>
                    </a:solidFill>
                  </a:rPr>
                  <a:t>s</a:t>
                </a:r>
              </a:p>
            </p:txBody>
          </p:sp>
          <p:sp>
            <p:nvSpPr>
              <p:cNvPr id="167955" name="Text Box 231">
                <a:extLst>
                  <a:ext uri="{FF2B5EF4-FFF2-40B4-BE49-F238E27FC236}">
                    <a16:creationId xmlns:a16="http://schemas.microsoft.com/office/drawing/2014/main" id="{E9D03C64-9844-449F-8D1B-2544A701078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33" y="1152"/>
                <a:ext cx="330" cy="2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93000"/>
                  </a:lnSpc>
                  <a:spcBef>
                    <a:spcPts val="8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•"/>
                  <a:defRPr sz="32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lnSpc>
                    <a:spcPct val="93000"/>
                  </a:lnSpc>
                  <a:spcBef>
                    <a:spcPts val="7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–"/>
                  <a:defRPr sz="28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lnSpc>
                    <a:spcPct val="93000"/>
                  </a:lnSpc>
                  <a:spcBef>
                    <a:spcPts val="6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•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lnSpc>
                    <a:spcPct val="93000"/>
                  </a:lnSpc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–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lnSpc>
                    <a:spcPct val="93000"/>
                  </a:lnSpc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 typeface="Arial" panose="020B0604020202020204" pitchFamily="34" charset="0"/>
                  <a:buNone/>
                </a:pPr>
                <a:r>
                  <a:rPr lang="en-US" altLang="en-US" sz="2400">
                    <a:solidFill>
                      <a:schemeClr val="tx1"/>
                    </a:solidFill>
                  </a:rPr>
                  <a:t>2</a:t>
                </a:r>
                <a:r>
                  <a:rPr lang="en-US" altLang="en-US" sz="2400" i="1">
                    <a:solidFill>
                      <a:schemeClr val="tx1"/>
                    </a:solidFill>
                  </a:rPr>
                  <a:t>p</a:t>
                </a:r>
              </a:p>
            </p:txBody>
          </p:sp>
          <p:sp>
            <p:nvSpPr>
              <p:cNvPr id="167956" name="Text Box 232">
                <a:extLst>
                  <a:ext uri="{FF2B5EF4-FFF2-40B4-BE49-F238E27FC236}">
                    <a16:creationId xmlns:a16="http://schemas.microsoft.com/office/drawing/2014/main" id="{10EBB9E4-0926-4BBE-BB82-E3122944211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82" y="1152"/>
                <a:ext cx="319" cy="2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93000"/>
                  </a:lnSpc>
                  <a:spcBef>
                    <a:spcPts val="8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•"/>
                  <a:defRPr sz="32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lnSpc>
                    <a:spcPct val="93000"/>
                  </a:lnSpc>
                  <a:spcBef>
                    <a:spcPts val="7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–"/>
                  <a:defRPr sz="28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lnSpc>
                    <a:spcPct val="93000"/>
                  </a:lnSpc>
                  <a:spcBef>
                    <a:spcPts val="6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•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lnSpc>
                    <a:spcPct val="93000"/>
                  </a:lnSpc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–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lnSpc>
                    <a:spcPct val="93000"/>
                  </a:lnSpc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 typeface="Arial" panose="020B0604020202020204" pitchFamily="34" charset="0"/>
                  <a:buNone/>
                </a:pPr>
                <a:r>
                  <a:rPr lang="en-US" altLang="en-US" sz="2400">
                    <a:solidFill>
                      <a:schemeClr val="tx1"/>
                    </a:solidFill>
                  </a:rPr>
                  <a:t>3</a:t>
                </a:r>
                <a:r>
                  <a:rPr lang="en-US" altLang="en-US" sz="2400" i="1">
                    <a:solidFill>
                      <a:schemeClr val="tx1"/>
                    </a:solidFill>
                  </a:rPr>
                  <a:t>s</a:t>
                </a:r>
              </a:p>
            </p:txBody>
          </p:sp>
          <p:sp>
            <p:nvSpPr>
              <p:cNvPr id="167957" name="Text Box 233">
                <a:extLst>
                  <a:ext uri="{FF2B5EF4-FFF2-40B4-BE49-F238E27FC236}">
                    <a16:creationId xmlns:a16="http://schemas.microsoft.com/office/drawing/2014/main" id="{62CD0F4B-66DF-4BE7-892E-AE7550F5634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65" y="1152"/>
                <a:ext cx="330" cy="2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93000"/>
                  </a:lnSpc>
                  <a:spcBef>
                    <a:spcPts val="8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•"/>
                  <a:defRPr sz="32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lnSpc>
                    <a:spcPct val="93000"/>
                  </a:lnSpc>
                  <a:spcBef>
                    <a:spcPts val="7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–"/>
                  <a:defRPr sz="28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lnSpc>
                    <a:spcPct val="93000"/>
                  </a:lnSpc>
                  <a:spcBef>
                    <a:spcPts val="6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•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lnSpc>
                    <a:spcPct val="93000"/>
                  </a:lnSpc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–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lnSpc>
                    <a:spcPct val="93000"/>
                  </a:lnSpc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 typeface="Arial" panose="020B0604020202020204" pitchFamily="34" charset="0"/>
                  <a:buNone/>
                </a:pPr>
                <a:r>
                  <a:rPr lang="en-US" altLang="en-US" sz="2400">
                    <a:solidFill>
                      <a:schemeClr val="tx1"/>
                    </a:solidFill>
                  </a:rPr>
                  <a:t>3</a:t>
                </a:r>
                <a:r>
                  <a:rPr lang="en-US" altLang="en-US" sz="2400" i="1">
                    <a:solidFill>
                      <a:schemeClr val="tx1"/>
                    </a:solidFill>
                  </a:rPr>
                  <a:t>p</a:t>
                </a:r>
              </a:p>
            </p:txBody>
          </p:sp>
          <p:sp>
            <p:nvSpPr>
              <p:cNvPr id="167958" name="Text Box 234">
                <a:extLst>
                  <a:ext uri="{FF2B5EF4-FFF2-40B4-BE49-F238E27FC236}">
                    <a16:creationId xmlns:a16="http://schemas.microsoft.com/office/drawing/2014/main" id="{62006BF3-D2FF-491A-89FC-76D2A95EDA7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26" y="1152"/>
                <a:ext cx="319" cy="2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93000"/>
                  </a:lnSpc>
                  <a:spcBef>
                    <a:spcPts val="8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•"/>
                  <a:defRPr sz="32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lnSpc>
                    <a:spcPct val="93000"/>
                  </a:lnSpc>
                  <a:spcBef>
                    <a:spcPts val="7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–"/>
                  <a:defRPr sz="28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lnSpc>
                    <a:spcPct val="93000"/>
                  </a:lnSpc>
                  <a:spcBef>
                    <a:spcPts val="6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•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lnSpc>
                    <a:spcPct val="93000"/>
                  </a:lnSpc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–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lnSpc>
                    <a:spcPct val="93000"/>
                  </a:lnSpc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 typeface="Arial" panose="020B0604020202020204" pitchFamily="34" charset="0"/>
                  <a:buNone/>
                </a:pPr>
                <a:r>
                  <a:rPr lang="en-US" altLang="en-US" sz="2400">
                    <a:solidFill>
                      <a:schemeClr val="tx1"/>
                    </a:solidFill>
                  </a:rPr>
                  <a:t>4</a:t>
                </a:r>
                <a:r>
                  <a:rPr lang="en-US" altLang="en-US" sz="2400" i="1">
                    <a:solidFill>
                      <a:schemeClr val="tx1"/>
                    </a:solidFill>
                  </a:rPr>
                  <a:t>s</a:t>
                </a:r>
              </a:p>
            </p:txBody>
          </p:sp>
        </p:grpSp>
        <p:sp>
          <p:nvSpPr>
            <p:cNvPr id="167952" name="Text Box 239">
              <a:extLst>
                <a:ext uri="{FF2B5EF4-FFF2-40B4-BE49-F238E27FC236}">
                  <a16:creationId xmlns:a16="http://schemas.microsoft.com/office/drawing/2014/main" id="{21C4AF2F-950A-4B36-97E3-876D48390A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32" y="3784"/>
              <a:ext cx="330" cy="2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3000"/>
                </a:lnSpc>
                <a:spcBef>
                  <a:spcPts val="8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defRPr sz="32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93000"/>
                </a:lnSpc>
                <a:spcBef>
                  <a:spcPts val="7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93000"/>
                </a:lnSpc>
                <a:spcBef>
                  <a:spcPts val="6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93000"/>
                </a:lnSpc>
                <a:spcBef>
                  <a:spcPts val="5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93000"/>
                </a:lnSpc>
                <a:spcBef>
                  <a:spcPts val="5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en-US" altLang="en-US" sz="2400">
                  <a:solidFill>
                    <a:schemeClr val="tx1"/>
                  </a:solidFill>
                </a:rPr>
                <a:t>3</a:t>
              </a:r>
              <a:r>
                <a:rPr lang="en-US" altLang="en-US" sz="2400" i="1">
                  <a:solidFill>
                    <a:schemeClr val="tx1"/>
                  </a:solidFill>
                </a:rPr>
                <a:t>d</a:t>
              </a:r>
            </a:p>
          </p:txBody>
        </p:sp>
      </p:grpSp>
      <p:sp>
        <p:nvSpPr>
          <p:cNvPr id="194" name="Rectangle 193"/>
          <p:cNvSpPr/>
          <p:nvPr/>
        </p:nvSpPr>
        <p:spPr bwMode="auto">
          <a:xfrm>
            <a:off x="2438399" y="99416"/>
            <a:ext cx="1905001" cy="830263"/>
          </a:xfrm>
          <a:prstGeom prst="rect">
            <a:avLst/>
          </a:prstGeom>
          <a:noFill/>
          <a:ln w="57150" cap="flat" cmpd="sng" algn="ctr">
            <a:solidFill>
              <a:srgbClr val="FF33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57200" rtl="0" eaLnBrk="0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sp>
        <p:nvSpPr>
          <p:cNvPr id="195" name="Rectangle 194"/>
          <p:cNvSpPr/>
          <p:nvPr/>
        </p:nvSpPr>
        <p:spPr bwMode="auto">
          <a:xfrm>
            <a:off x="4799641" y="87014"/>
            <a:ext cx="1939297" cy="830263"/>
          </a:xfrm>
          <a:prstGeom prst="rect">
            <a:avLst/>
          </a:prstGeom>
          <a:noFill/>
          <a:ln w="57150" cap="flat" cmpd="sng" algn="ctr">
            <a:solidFill>
              <a:srgbClr val="FF33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57200" rtl="0" eaLnBrk="0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sp>
        <p:nvSpPr>
          <p:cNvPr id="196" name="Rectangle 195"/>
          <p:cNvSpPr/>
          <p:nvPr/>
        </p:nvSpPr>
        <p:spPr bwMode="auto">
          <a:xfrm>
            <a:off x="2038350" y="1912799"/>
            <a:ext cx="4243388" cy="468015"/>
          </a:xfrm>
          <a:prstGeom prst="rect">
            <a:avLst/>
          </a:prstGeom>
          <a:noFill/>
          <a:ln w="57150" cap="flat" cmpd="sng" algn="ctr">
            <a:solidFill>
              <a:srgbClr val="FF33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57200" rtl="0" eaLnBrk="0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sp>
        <p:nvSpPr>
          <p:cNvPr id="197" name="Rectangle 196"/>
          <p:cNvSpPr/>
          <p:nvPr/>
        </p:nvSpPr>
        <p:spPr bwMode="auto">
          <a:xfrm>
            <a:off x="0" y="1923317"/>
            <a:ext cx="9036496" cy="935772"/>
          </a:xfrm>
          <a:prstGeom prst="rect">
            <a:avLst/>
          </a:prstGeom>
          <a:noFill/>
          <a:ln w="57150" cap="flat" cmpd="sng" algn="ctr">
            <a:solidFill>
              <a:srgbClr val="FF33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57200" rtl="0" eaLnBrk="0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sp>
        <p:nvSpPr>
          <p:cNvPr id="199" name="Rectangle 198"/>
          <p:cNvSpPr/>
          <p:nvPr/>
        </p:nvSpPr>
        <p:spPr bwMode="auto">
          <a:xfrm>
            <a:off x="0" y="4543245"/>
            <a:ext cx="4442842" cy="533400"/>
          </a:xfrm>
          <a:prstGeom prst="rect">
            <a:avLst/>
          </a:prstGeom>
          <a:noFill/>
          <a:ln w="57150" cap="flat" cmpd="sng" algn="ctr">
            <a:solidFill>
              <a:srgbClr val="FF33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57200" rtl="0" eaLnBrk="0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sp>
        <p:nvSpPr>
          <p:cNvPr id="200" name="Rectangle 199"/>
          <p:cNvSpPr/>
          <p:nvPr/>
        </p:nvSpPr>
        <p:spPr bwMode="auto">
          <a:xfrm>
            <a:off x="5486400" y="5076645"/>
            <a:ext cx="2395538" cy="533400"/>
          </a:xfrm>
          <a:prstGeom prst="rect">
            <a:avLst/>
          </a:prstGeom>
          <a:noFill/>
          <a:ln w="57150" cap="flat" cmpd="sng" algn="ctr">
            <a:solidFill>
              <a:srgbClr val="FF33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57200" rtl="0" eaLnBrk="0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48310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" grpId="0" animBg="1"/>
      <p:bldP spid="195" grpId="0" animBg="1"/>
      <p:bldP spid="196" grpId="0" animBg="1"/>
      <p:bldP spid="197" grpId="0" animBg="1"/>
      <p:bldP spid="199" grpId="0" animBg="1"/>
      <p:bldP spid="200" grpId="0" animBg="1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Copyright McGraw-Hill 2009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D6064032-2175-4BFD-B464-2D85159D59A8}" type="slidenum">
              <a:rPr lang="en-GB" altLang="en-US" smtClean="0"/>
              <a:pPr>
                <a:defRPr/>
              </a:pPr>
              <a:t>88</a:t>
            </a:fld>
            <a:endParaRPr lang="en-GB" alt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11E447E-3EEA-4BF0-A97F-4A17C4167526}"/>
              </a:ext>
            </a:extLst>
          </p:cNvPr>
          <p:cNvSpPr txBox="1">
            <a:spLocks noChangeArrowheads="1"/>
          </p:cNvSpPr>
          <p:nvPr/>
        </p:nvSpPr>
        <p:spPr>
          <a:xfrm>
            <a:off x="685800" y="463550"/>
            <a:ext cx="7772400" cy="1435100"/>
          </a:xfrm>
          <a:prstGeom prst="rect">
            <a:avLst/>
          </a:prstGeom>
        </p:spPr>
        <p:txBody>
          <a:bodyPr/>
          <a:lstStyle>
            <a:lvl1pPr algn="ctr" defTabSz="457200" rtl="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4400">
                <a:solidFill>
                  <a:srgbClr val="000000"/>
                </a:solidFill>
                <a:latin typeface="+mj-lt"/>
                <a:ea typeface="+mj-ea"/>
                <a:cs typeface="+mj-cs"/>
              </a:defRPr>
            </a:lvl1pPr>
            <a:lvl2pPr algn="ctr" defTabSz="457200" rtl="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4400">
                <a:solidFill>
                  <a:srgbClr val="000000"/>
                </a:solidFill>
                <a:latin typeface="Arial" charset="0"/>
              </a:defRPr>
            </a:lvl2pPr>
            <a:lvl3pPr algn="ctr" defTabSz="457200" rtl="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4400">
                <a:solidFill>
                  <a:srgbClr val="000000"/>
                </a:solidFill>
                <a:latin typeface="Arial" charset="0"/>
              </a:defRPr>
            </a:lvl3pPr>
            <a:lvl4pPr algn="ctr" defTabSz="457200" rtl="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4400">
                <a:solidFill>
                  <a:srgbClr val="000000"/>
                </a:solidFill>
                <a:latin typeface="Arial" charset="0"/>
              </a:defRPr>
            </a:lvl4pPr>
            <a:lvl5pPr algn="ctr" defTabSz="457200" rtl="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4400">
                <a:solidFill>
                  <a:srgbClr val="000000"/>
                </a:solidFill>
                <a:latin typeface="Arial" charset="0"/>
              </a:defRPr>
            </a:lvl5pPr>
            <a:lvl6pPr marL="457200" algn="ctr" defTabSz="457200" rtl="0" fontAlgn="base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defRPr sz="4400">
                <a:solidFill>
                  <a:srgbClr val="000000"/>
                </a:solidFill>
                <a:latin typeface="Arial" charset="0"/>
              </a:defRPr>
            </a:lvl6pPr>
            <a:lvl7pPr marL="914400" algn="ctr" defTabSz="457200" rtl="0" fontAlgn="base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defRPr sz="4400">
                <a:solidFill>
                  <a:srgbClr val="000000"/>
                </a:solidFill>
                <a:latin typeface="Arial" charset="0"/>
              </a:defRPr>
            </a:lvl7pPr>
            <a:lvl8pPr marL="1371600" algn="ctr" defTabSz="457200" rtl="0" fontAlgn="base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defRPr sz="4400">
                <a:solidFill>
                  <a:srgbClr val="000000"/>
                </a:solidFill>
                <a:latin typeface="Arial" charset="0"/>
              </a:defRPr>
            </a:lvl8pPr>
            <a:lvl9pPr marL="1828800" algn="ctr" defTabSz="457200" rtl="0" fontAlgn="base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defRPr sz="4400">
                <a:solidFill>
                  <a:srgbClr val="000000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en-US" kern="0" dirty="0"/>
              <a:t>Electron Configurations and Magnetic properties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AC44C2A0-6C16-4739-8085-66A47EC32590}"/>
              </a:ext>
            </a:extLst>
          </p:cNvPr>
          <p:cNvSpPr txBox="1">
            <a:spLocks noChangeArrowheads="1"/>
          </p:cNvSpPr>
          <p:nvPr/>
        </p:nvSpPr>
        <p:spPr>
          <a:xfrm>
            <a:off x="685800" y="1981200"/>
            <a:ext cx="7772400" cy="4114800"/>
          </a:xfrm>
          <a:prstGeom prst="rect">
            <a:avLst/>
          </a:prstGeom>
        </p:spPr>
        <p:txBody>
          <a:bodyPr/>
          <a:lstStyle>
            <a:lvl1pPr marL="341313" indent="-341313" algn="l" defTabSz="457200" rtl="0" eaLnBrk="0" fontAlgn="base" hangingPunct="0">
              <a:lnSpc>
                <a:spcPct val="93000"/>
              </a:lnSpc>
              <a:spcBef>
                <a:spcPts val="8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741363" indent="-284163" algn="l" defTabSz="457200" rtl="0" eaLnBrk="0" fontAlgn="base" hangingPunct="0">
              <a:lnSpc>
                <a:spcPct val="93000"/>
              </a:lnSpc>
              <a:spcBef>
                <a:spcPts val="7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+mn-lt"/>
              </a:defRPr>
            </a:lvl2pPr>
            <a:lvl3pPr marL="1143000" indent="-228600" algn="l" defTabSz="457200" rtl="0" eaLnBrk="0" fontAlgn="base" hangingPunct="0">
              <a:lnSpc>
                <a:spcPct val="93000"/>
              </a:lnSpc>
              <a:spcBef>
                <a:spcPts val="6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+mn-lt"/>
              </a:defRPr>
            </a:lvl3pPr>
            <a:lvl4pPr marL="1600200" indent="-228600" algn="l" defTabSz="457200" rtl="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+mn-lt"/>
              </a:defRPr>
            </a:lvl4pPr>
            <a:lvl5pPr marL="2057400" indent="-228600" algn="l" defTabSz="457200" rtl="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+mn-lt"/>
              </a:defRPr>
            </a:lvl5pPr>
            <a:lvl6pPr marL="2514600" indent="-228600" algn="l" defTabSz="457200" rtl="0" fontAlgn="base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buChar char="»"/>
              <a:defRPr sz="2000">
                <a:solidFill>
                  <a:srgbClr val="000000"/>
                </a:solidFill>
                <a:latin typeface="+mn-lt"/>
              </a:defRPr>
            </a:lvl6pPr>
            <a:lvl7pPr marL="2971800" indent="-228600" algn="l" defTabSz="457200" rtl="0" fontAlgn="base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buChar char="»"/>
              <a:defRPr sz="2000">
                <a:solidFill>
                  <a:srgbClr val="000000"/>
                </a:solidFill>
                <a:latin typeface="+mn-lt"/>
              </a:defRPr>
            </a:lvl7pPr>
            <a:lvl8pPr marL="3429000" indent="-228600" algn="l" defTabSz="457200" rtl="0" fontAlgn="base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buChar char="»"/>
              <a:defRPr sz="2000">
                <a:solidFill>
                  <a:srgbClr val="000000"/>
                </a:solidFill>
                <a:latin typeface="+mn-lt"/>
              </a:defRPr>
            </a:lvl8pPr>
            <a:lvl9pPr marL="3886200" indent="-228600" algn="l" defTabSz="457200" rtl="0" fontAlgn="base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buChar char="»"/>
              <a:defRPr sz="2000">
                <a:solidFill>
                  <a:srgbClr val="000000"/>
                </a:solidFill>
                <a:latin typeface="+mn-lt"/>
              </a:defRPr>
            </a:lvl9pPr>
          </a:lstStyle>
          <a:p>
            <a:pPr eaLnBrk="1" hangingPunct="1">
              <a:lnSpc>
                <a:spcPct val="100000"/>
              </a:lnSpc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en-US" kern="0" dirty="0"/>
              <a:t>Materials can be diamagnetic, paramagnetic and ferromagnetic</a:t>
            </a:r>
          </a:p>
          <a:p>
            <a:pPr eaLnBrk="1" hangingPunct="1">
              <a:lnSpc>
                <a:spcPct val="100000"/>
              </a:lnSpc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en-US" kern="0" dirty="0"/>
              <a:t>Diamagnetic (normally weak): repulsion to external magnetic field</a:t>
            </a:r>
          </a:p>
          <a:p>
            <a:pPr eaLnBrk="1" hangingPunct="1">
              <a:lnSpc>
                <a:spcPct val="100000"/>
              </a:lnSpc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en-US" kern="0" dirty="0"/>
              <a:t>Paramagnetic (stronger): attraction/temporal</a:t>
            </a:r>
          </a:p>
          <a:p>
            <a:pPr eaLnBrk="1" hangingPunct="1">
              <a:lnSpc>
                <a:spcPct val="100000"/>
              </a:lnSpc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en-US" kern="0" dirty="0"/>
              <a:t>Ferromagnetic (strong): attraction/sustained</a:t>
            </a:r>
          </a:p>
          <a:p>
            <a:pPr eaLnBrk="1" hangingPunct="1">
              <a:lnSpc>
                <a:spcPct val="100000"/>
              </a:lnSpc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GB" altLang="en-US" kern="0" dirty="0"/>
          </a:p>
          <a:p>
            <a:pPr eaLnBrk="1" hangingPunct="1">
              <a:lnSpc>
                <a:spcPct val="100000"/>
              </a:lnSpc>
              <a:buFont typeface="Arial" panose="020B0604020202020204" pitchFamily="34" charset="0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GB" altLang="en-US" kern="0" dirty="0"/>
          </a:p>
        </p:txBody>
      </p:sp>
    </p:spTree>
    <p:extLst>
      <p:ext uri="{BB962C8B-B14F-4D97-AF65-F5344CB8AC3E}">
        <p14:creationId xmlns:p14="http://schemas.microsoft.com/office/powerpoint/2010/main" val="1018889640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618" name="Picture 2" descr="06-32Figure_ILL">
            <a:extLst>
              <a:ext uri="{FF2B5EF4-FFF2-40B4-BE49-F238E27FC236}">
                <a16:creationId xmlns:a16="http://schemas.microsoft.com/office/drawing/2014/main" id="{8F685868-399D-4E1B-BE93-43294652CE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151"/>
          <a:stretch>
            <a:fillRect/>
          </a:stretch>
        </p:blipFill>
        <p:spPr bwMode="auto">
          <a:xfrm>
            <a:off x="917575" y="993775"/>
            <a:ext cx="7310438" cy="5073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1619" name="Rectangle 3">
            <a:extLst>
              <a:ext uri="{FF2B5EF4-FFF2-40B4-BE49-F238E27FC236}">
                <a16:creationId xmlns:a16="http://schemas.microsoft.com/office/drawing/2014/main" id="{07FBBA3E-9EBE-4F42-8860-C6C2A0BB8E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6554788"/>
            <a:ext cx="3275013" cy="214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en-US" sz="800">
                <a:solidFill>
                  <a:schemeClr val="tx1"/>
                </a:solidFill>
              </a:rPr>
              <a:t>Copyright </a:t>
            </a:r>
            <a:r>
              <a:rPr lang="en-US" altLang="en-US" sz="800">
                <a:solidFill>
                  <a:schemeClr val="tx1"/>
                </a:solidFill>
                <a:cs typeface="Arial" panose="020B0604020202020204" pitchFamily="34" charset="0"/>
              </a:rPr>
              <a:t>© </a:t>
            </a:r>
            <a:r>
              <a:rPr lang="en-US" altLang="en-US" sz="800">
                <a:solidFill>
                  <a:schemeClr val="tx1"/>
                </a:solidFill>
              </a:rPr>
              <a:t>2006 Pearson Benjamin Cummings. 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4050360480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Copyright McGraw-Hill 2009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D6064032-2175-4BFD-B464-2D85159D59A8}" type="slidenum">
              <a:rPr lang="en-GB" altLang="en-US" smtClean="0"/>
              <a:pPr>
                <a:defRPr/>
              </a:pPr>
              <a:t>90</a:t>
            </a:fld>
            <a:endParaRPr lang="en-GB" alt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11E447E-3EEA-4BF0-A97F-4A17C4167526}"/>
              </a:ext>
            </a:extLst>
          </p:cNvPr>
          <p:cNvSpPr txBox="1">
            <a:spLocks noChangeArrowheads="1"/>
          </p:cNvSpPr>
          <p:nvPr/>
        </p:nvSpPr>
        <p:spPr>
          <a:xfrm>
            <a:off x="685800" y="463550"/>
            <a:ext cx="7772400" cy="1435100"/>
          </a:xfrm>
          <a:prstGeom prst="rect">
            <a:avLst/>
          </a:prstGeom>
        </p:spPr>
        <p:txBody>
          <a:bodyPr/>
          <a:lstStyle>
            <a:lvl1pPr algn="ctr" defTabSz="457200" rtl="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4400">
                <a:solidFill>
                  <a:srgbClr val="000000"/>
                </a:solidFill>
                <a:latin typeface="+mj-lt"/>
                <a:ea typeface="+mj-ea"/>
                <a:cs typeface="+mj-cs"/>
              </a:defRPr>
            </a:lvl1pPr>
            <a:lvl2pPr algn="ctr" defTabSz="457200" rtl="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4400">
                <a:solidFill>
                  <a:srgbClr val="000000"/>
                </a:solidFill>
                <a:latin typeface="Arial" charset="0"/>
              </a:defRPr>
            </a:lvl2pPr>
            <a:lvl3pPr algn="ctr" defTabSz="457200" rtl="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4400">
                <a:solidFill>
                  <a:srgbClr val="000000"/>
                </a:solidFill>
                <a:latin typeface="Arial" charset="0"/>
              </a:defRPr>
            </a:lvl3pPr>
            <a:lvl4pPr algn="ctr" defTabSz="457200" rtl="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4400">
                <a:solidFill>
                  <a:srgbClr val="000000"/>
                </a:solidFill>
                <a:latin typeface="Arial" charset="0"/>
              </a:defRPr>
            </a:lvl4pPr>
            <a:lvl5pPr algn="ctr" defTabSz="457200" rtl="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4400">
                <a:solidFill>
                  <a:srgbClr val="000000"/>
                </a:solidFill>
                <a:latin typeface="Arial" charset="0"/>
              </a:defRPr>
            </a:lvl5pPr>
            <a:lvl6pPr marL="457200" algn="ctr" defTabSz="457200" rtl="0" fontAlgn="base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defRPr sz="4400">
                <a:solidFill>
                  <a:srgbClr val="000000"/>
                </a:solidFill>
                <a:latin typeface="Arial" charset="0"/>
              </a:defRPr>
            </a:lvl6pPr>
            <a:lvl7pPr marL="914400" algn="ctr" defTabSz="457200" rtl="0" fontAlgn="base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defRPr sz="4400">
                <a:solidFill>
                  <a:srgbClr val="000000"/>
                </a:solidFill>
                <a:latin typeface="Arial" charset="0"/>
              </a:defRPr>
            </a:lvl7pPr>
            <a:lvl8pPr marL="1371600" algn="ctr" defTabSz="457200" rtl="0" fontAlgn="base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defRPr sz="4400">
                <a:solidFill>
                  <a:srgbClr val="000000"/>
                </a:solidFill>
                <a:latin typeface="Arial" charset="0"/>
              </a:defRPr>
            </a:lvl8pPr>
            <a:lvl9pPr marL="1828800" algn="ctr" defTabSz="457200" rtl="0" fontAlgn="base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defRPr sz="4400">
                <a:solidFill>
                  <a:srgbClr val="000000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en-US" kern="0" dirty="0"/>
              <a:t>Electron Configurations and Magnetic properties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AC44C2A0-6C16-4739-8085-66A47EC32590}"/>
              </a:ext>
            </a:extLst>
          </p:cNvPr>
          <p:cNvSpPr txBox="1">
            <a:spLocks noChangeArrowheads="1"/>
          </p:cNvSpPr>
          <p:nvPr/>
        </p:nvSpPr>
        <p:spPr>
          <a:xfrm>
            <a:off x="685800" y="1981200"/>
            <a:ext cx="7772400" cy="4114800"/>
          </a:xfrm>
          <a:prstGeom prst="rect">
            <a:avLst/>
          </a:prstGeom>
        </p:spPr>
        <p:txBody>
          <a:bodyPr/>
          <a:lstStyle>
            <a:lvl1pPr marL="341313" indent="-341313" algn="l" defTabSz="457200" rtl="0" eaLnBrk="0" fontAlgn="base" hangingPunct="0">
              <a:lnSpc>
                <a:spcPct val="93000"/>
              </a:lnSpc>
              <a:spcBef>
                <a:spcPts val="8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741363" indent="-284163" algn="l" defTabSz="457200" rtl="0" eaLnBrk="0" fontAlgn="base" hangingPunct="0">
              <a:lnSpc>
                <a:spcPct val="93000"/>
              </a:lnSpc>
              <a:spcBef>
                <a:spcPts val="7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+mn-lt"/>
              </a:defRPr>
            </a:lvl2pPr>
            <a:lvl3pPr marL="1143000" indent="-228600" algn="l" defTabSz="457200" rtl="0" eaLnBrk="0" fontAlgn="base" hangingPunct="0">
              <a:lnSpc>
                <a:spcPct val="93000"/>
              </a:lnSpc>
              <a:spcBef>
                <a:spcPts val="6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+mn-lt"/>
              </a:defRPr>
            </a:lvl3pPr>
            <a:lvl4pPr marL="1600200" indent="-228600" algn="l" defTabSz="457200" rtl="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+mn-lt"/>
              </a:defRPr>
            </a:lvl4pPr>
            <a:lvl5pPr marL="2057400" indent="-228600" algn="l" defTabSz="457200" rtl="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+mn-lt"/>
              </a:defRPr>
            </a:lvl5pPr>
            <a:lvl6pPr marL="2514600" indent="-228600" algn="l" defTabSz="457200" rtl="0" fontAlgn="base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buChar char="»"/>
              <a:defRPr sz="2000">
                <a:solidFill>
                  <a:srgbClr val="000000"/>
                </a:solidFill>
                <a:latin typeface="+mn-lt"/>
              </a:defRPr>
            </a:lvl6pPr>
            <a:lvl7pPr marL="2971800" indent="-228600" algn="l" defTabSz="457200" rtl="0" fontAlgn="base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buChar char="»"/>
              <a:defRPr sz="2000">
                <a:solidFill>
                  <a:srgbClr val="000000"/>
                </a:solidFill>
                <a:latin typeface="+mn-lt"/>
              </a:defRPr>
            </a:lvl7pPr>
            <a:lvl8pPr marL="3429000" indent="-228600" algn="l" defTabSz="457200" rtl="0" fontAlgn="base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buChar char="»"/>
              <a:defRPr sz="2000">
                <a:solidFill>
                  <a:srgbClr val="000000"/>
                </a:solidFill>
                <a:latin typeface="+mn-lt"/>
              </a:defRPr>
            </a:lvl8pPr>
            <a:lvl9pPr marL="3886200" indent="-228600" algn="l" defTabSz="457200" rtl="0" fontAlgn="base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buChar char="»"/>
              <a:defRPr sz="2000">
                <a:solidFill>
                  <a:srgbClr val="000000"/>
                </a:solidFill>
                <a:latin typeface="+mn-lt"/>
              </a:defRPr>
            </a:lvl9pPr>
          </a:lstStyle>
          <a:p>
            <a:pPr eaLnBrk="1" hangingPunct="1">
              <a:lnSpc>
                <a:spcPct val="100000"/>
              </a:lnSpc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en-US" kern="0" dirty="0"/>
              <a:t>Unpaired electrons produce a net total magnetic moment</a:t>
            </a:r>
          </a:p>
          <a:p>
            <a:pPr eaLnBrk="1" hangingPunct="1">
              <a:lnSpc>
                <a:spcPct val="100000"/>
              </a:lnSpc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en-US" kern="0" dirty="0"/>
              <a:t>The presence of unpaired electrons is related to magnetic properties</a:t>
            </a:r>
          </a:p>
          <a:p>
            <a:pPr eaLnBrk="1" hangingPunct="1">
              <a:lnSpc>
                <a:spcPct val="100000"/>
              </a:lnSpc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en-US" kern="0" dirty="0"/>
              <a:t>BUT: electron configurations are related to ATOMS (NOT combinations of atoms, or even materials). </a:t>
            </a:r>
          </a:p>
          <a:p>
            <a:pPr eaLnBrk="1" hangingPunct="1">
              <a:lnSpc>
                <a:spcPct val="100000"/>
              </a:lnSpc>
              <a:buFont typeface="Arial" panose="020B0604020202020204" pitchFamily="34" charset="0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GB" altLang="en-US" kern="0" dirty="0"/>
          </a:p>
        </p:txBody>
      </p:sp>
    </p:spTree>
    <p:extLst>
      <p:ext uri="{BB962C8B-B14F-4D97-AF65-F5344CB8AC3E}">
        <p14:creationId xmlns:p14="http://schemas.microsoft.com/office/powerpoint/2010/main" val="2377501087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8" name="Footer Placeholder 2">
            <a:extLst>
              <a:ext uri="{FF2B5EF4-FFF2-40B4-BE49-F238E27FC236}">
                <a16:creationId xmlns:a16="http://schemas.microsoft.com/office/drawing/2014/main" id="{420BE1CD-AADA-4075-B85E-B731942DA5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3000"/>
              </a:lnSpc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GB" altLang="en-US" sz="1400"/>
              <a:t>Copyright McGraw-Hill 2009</a:t>
            </a:r>
          </a:p>
        </p:txBody>
      </p:sp>
      <p:sp>
        <p:nvSpPr>
          <p:cNvPr id="167939" name="Slide Number Placeholder 3">
            <a:extLst>
              <a:ext uri="{FF2B5EF4-FFF2-40B4-BE49-F238E27FC236}">
                <a16:creationId xmlns:a16="http://schemas.microsoft.com/office/drawing/2014/main" id="{AB79A312-CBA0-46EC-B792-4D55B973BA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3000"/>
              </a:lnSpc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fld id="{BE7A782F-01FC-4918-B3B2-ACB975EBB6FF}" type="slidenum">
              <a:rPr lang="en-GB" altLang="en-US" sz="1400"/>
              <a:pPr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t>91</a:t>
            </a:fld>
            <a:endParaRPr lang="en-GB" altLang="en-US" sz="1400"/>
          </a:p>
        </p:txBody>
      </p:sp>
      <p:sp>
        <p:nvSpPr>
          <p:cNvPr id="167940" name="Rectangle 4">
            <a:extLst>
              <a:ext uri="{FF2B5EF4-FFF2-40B4-BE49-F238E27FC236}">
                <a16:creationId xmlns:a16="http://schemas.microsoft.com/office/drawing/2014/main" id="{9317980A-548F-4995-A392-52529BC065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228600"/>
            <a:ext cx="777648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3000"/>
              </a:lnSpc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buNone/>
            </a:pPr>
            <a:r>
              <a:rPr lang="en-GB" altLang="en-US" sz="2400" i="1" dirty="0">
                <a:solidFill>
                  <a:schemeClr val="tx1"/>
                </a:solidFill>
              </a:rPr>
              <a:t>Z</a:t>
            </a:r>
            <a:r>
              <a:rPr lang="en-GB" altLang="en-US" sz="2400" dirty="0">
                <a:solidFill>
                  <a:schemeClr val="tx1"/>
                </a:solidFill>
              </a:rPr>
              <a:t> = 20  1</a:t>
            </a:r>
            <a:r>
              <a:rPr lang="en-GB" altLang="en-US" sz="2400" i="1" dirty="0">
                <a:solidFill>
                  <a:schemeClr val="tx1"/>
                </a:solidFill>
              </a:rPr>
              <a:t>s</a:t>
            </a:r>
            <a:r>
              <a:rPr lang="en-GB" altLang="en-US" sz="2400" baseline="30000" dirty="0">
                <a:solidFill>
                  <a:schemeClr val="tx1"/>
                </a:solidFill>
              </a:rPr>
              <a:t>2 </a:t>
            </a:r>
            <a:r>
              <a:rPr lang="en-GB" altLang="en-US" sz="2400" dirty="0">
                <a:solidFill>
                  <a:schemeClr val="tx1"/>
                </a:solidFill>
              </a:rPr>
              <a:t>2</a:t>
            </a:r>
            <a:r>
              <a:rPr lang="en-GB" altLang="en-US" sz="2400" i="1" dirty="0">
                <a:solidFill>
                  <a:schemeClr val="tx1"/>
                </a:solidFill>
              </a:rPr>
              <a:t>s</a:t>
            </a:r>
            <a:r>
              <a:rPr lang="en-GB" altLang="en-US" sz="2400" baseline="30000" dirty="0">
                <a:solidFill>
                  <a:schemeClr val="tx1"/>
                </a:solidFill>
              </a:rPr>
              <a:t>2 </a:t>
            </a:r>
            <a:r>
              <a:rPr lang="en-GB" altLang="en-US" sz="2400" dirty="0">
                <a:solidFill>
                  <a:schemeClr val="tx1"/>
                </a:solidFill>
              </a:rPr>
              <a:t>2</a:t>
            </a:r>
            <a:r>
              <a:rPr lang="en-GB" altLang="en-US" sz="2400" i="1" dirty="0">
                <a:solidFill>
                  <a:schemeClr val="tx1"/>
                </a:solidFill>
              </a:rPr>
              <a:t>p</a:t>
            </a:r>
            <a:r>
              <a:rPr lang="en-GB" altLang="en-US" sz="2400" i="1" baseline="-25000" dirty="0">
                <a:solidFill>
                  <a:schemeClr val="tx1"/>
                </a:solidFill>
              </a:rPr>
              <a:t>x</a:t>
            </a:r>
            <a:r>
              <a:rPr lang="en-GB" altLang="en-US" sz="2400" baseline="30000" dirty="0">
                <a:solidFill>
                  <a:schemeClr val="tx1"/>
                </a:solidFill>
              </a:rPr>
              <a:t>2</a:t>
            </a:r>
            <a:r>
              <a:rPr lang="en-GB" altLang="en-US" sz="2400" dirty="0">
                <a:solidFill>
                  <a:schemeClr val="tx1"/>
                </a:solidFill>
              </a:rPr>
              <a:t> 2</a:t>
            </a:r>
            <a:r>
              <a:rPr lang="en-GB" altLang="en-US" sz="2400" i="1" dirty="0">
                <a:solidFill>
                  <a:schemeClr val="tx1"/>
                </a:solidFill>
              </a:rPr>
              <a:t>p</a:t>
            </a:r>
            <a:r>
              <a:rPr lang="en-GB" altLang="en-US" sz="2400" i="1" baseline="-25000" dirty="0">
                <a:solidFill>
                  <a:schemeClr val="tx1"/>
                </a:solidFill>
              </a:rPr>
              <a:t>y</a:t>
            </a:r>
            <a:r>
              <a:rPr lang="en-GB" altLang="en-US" sz="2400" baseline="30000" dirty="0">
                <a:solidFill>
                  <a:schemeClr val="tx1"/>
                </a:solidFill>
              </a:rPr>
              <a:t>2 </a:t>
            </a:r>
            <a:r>
              <a:rPr lang="en-GB" altLang="en-US" sz="2400" dirty="0">
                <a:solidFill>
                  <a:schemeClr val="tx1"/>
                </a:solidFill>
              </a:rPr>
              <a:t>2</a:t>
            </a:r>
            <a:r>
              <a:rPr lang="en-GB" altLang="en-US" sz="2400" i="1" dirty="0">
                <a:solidFill>
                  <a:schemeClr val="tx1"/>
                </a:solidFill>
              </a:rPr>
              <a:t>p</a:t>
            </a:r>
            <a:r>
              <a:rPr lang="en-GB" altLang="en-US" sz="2400" i="1" baseline="-25000" dirty="0">
                <a:solidFill>
                  <a:schemeClr val="tx1"/>
                </a:solidFill>
              </a:rPr>
              <a:t>z</a:t>
            </a:r>
            <a:r>
              <a:rPr lang="en-GB" altLang="en-US" sz="2400" baseline="30000" dirty="0">
                <a:solidFill>
                  <a:schemeClr val="tx1"/>
                </a:solidFill>
              </a:rPr>
              <a:t>2 </a:t>
            </a:r>
            <a:r>
              <a:rPr lang="en-GB" altLang="en-US" sz="2400" dirty="0">
                <a:solidFill>
                  <a:schemeClr val="tx1"/>
                </a:solidFill>
              </a:rPr>
              <a:t>3</a:t>
            </a:r>
            <a:r>
              <a:rPr lang="en-GB" altLang="en-US" sz="2400" i="1" dirty="0">
                <a:solidFill>
                  <a:schemeClr val="tx1"/>
                </a:solidFill>
              </a:rPr>
              <a:t>s</a:t>
            </a:r>
            <a:r>
              <a:rPr lang="en-GB" altLang="en-US" sz="2400" baseline="30000" dirty="0">
                <a:solidFill>
                  <a:schemeClr val="tx1"/>
                </a:solidFill>
              </a:rPr>
              <a:t>2 </a:t>
            </a:r>
            <a:r>
              <a:rPr lang="en-GB" altLang="en-US" sz="2400" dirty="0">
                <a:solidFill>
                  <a:schemeClr val="tx1"/>
                </a:solidFill>
              </a:rPr>
              <a:t>3</a:t>
            </a:r>
            <a:r>
              <a:rPr lang="en-GB" altLang="en-US" sz="2400" i="1" dirty="0">
                <a:solidFill>
                  <a:schemeClr val="tx1"/>
                </a:solidFill>
              </a:rPr>
              <a:t>p</a:t>
            </a:r>
            <a:r>
              <a:rPr lang="en-GB" altLang="en-US" sz="2400" i="1" baseline="-25000" dirty="0">
                <a:solidFill>
                  <a:schemeClr val="tx1"/>
                </a:solidFill>
              </a:rPr>
              <a:t>x</a:t>
            </a:r>
            <a:r>
              <a:rPr lang="en-GB" altLang="en-US" sz="2400" baseline="30000" dirty="0">
                <a:solidFill>
                  <a:schemeClr val="tx1"/>
                </a:solidFill>
              </a:rPr>
              <a:t>2</a:t>
            </a:r>
            <a:r>
              <a:rPr lang="en-GB" altLang="en-US" sz="2400" dirty="0">
                <a:solidFill>
                  <a:schemeClr val="tx1"/>
                </a:solidFill>
              </a:rPr>
              <a:t> 3</a:t>
            </a:r>
            <a:r>
              <a:rPr lang="en-GB" altLang="en-US" sz="2400" i="1" dirty="0">
                <a:solidFill>
                  <a:schemeClr val="tx1"/>
                </a:solidFill>
              </a:rPr>
              <a:t>p</a:t>
            </a:r>
            <a:r>
              <a:rPr lang="en-GB" altLang="en-US" sz="2400" i="1" baseline="-25000" dirty="0">
                <a:solidFill>
                  <a:schemeClr val="tx1"/>
                </a:solidFill>
              </a:rPr>
              <a:t>y</a:t>
            </a:r>
            <a:r>
              <a:rPr lang="en-GB" altLang="en-US" sz="2400" baseline="30000" dirty="0">
                <a:solidFill>
                  <a:schemeClr val="tx1"/>
                </a:solidFill>
              </a:rPr>
              <a:t>2 </a:t>
            </a:r>
            <a:r>
              <a:rPr lang="en-GB" altLang="en-US" sz="2400" dirty="0">
                <a:solidFill>
                  <a:schemeClr val="tx1"/>
                </a:solidFill>
              </a:rPr>
              <a:t>3</a:t>
            </a:r>
            <a:r>
              <a:rPr lang="en-GB" altLang="en-US" sz="2400" i="1" dirty="0">
                <a:solidFill>
                  <a:schemeClr val="tx1"/>
                </a:solidFill>
              </a:rPr>
              <a:t>p</a:t>
            </a:r>
            <a:r>
              <a:rPr lang="en-GB" altLang="en-US" sz="2400" i="1" baseline="-25000" dirty="0">
                <a:solidFill>
                  <a:schemeClr val="tx1"/>
                </a:solidFill>
              </a:rPr>
              <a:t>z</a:t>
            </a:r>
            <a:r>
              <a:rPr lang="en-GB" altLang="en-US" sz="2400" baseline="30000" dirty="0">
                <a:solidFill>
                  <a:schemeClr val="tx1"/>
                </a:solidFill>
              </a:rPr>
              <a:t>2 </a:t>
            </a:r>
            <a:r>
              <a:rPr lang="en-GB" altLang="en-US" sz="2400" dirty="0">
                <a:solidFill>
                  <a:schemeClr val="tx1"/>
                </a:solidFill>
              </a:rPr>
              <a:t>4</a:t>
            </a:r>
            <a:r>
              <a:rPr lang="en-GB" altLang="en-US" sz="2400" i="1" dirty="0">
                <a:solidFill>
                  <a:schemeClr val="tx1"/>
                </a:solidFill>
              </a:rPr>
              <a:t>s</a:t>
            </a:r>
            <a:r>
              <a:rPr lang="en-GB" altLang="en-US" sz="2400" baseline="30000" dirty="0">
                <a:solidFill>
                  <a:schemeClr val="tx1"/>
                </a:solidFill>
              </a:rPr>
              <a:t>2</a:t>
            </a:r>
            <a:r>
              <a:rPr lang="en-GB" altLang="en-US" sz="2400" dirty="0">
                <a:solidFill>
                  <a:schemeClr val="tx1"/>
                </a:solidFill>
              </a:rPr>
              <a:t>  (Ca) </a:t>
            </a:r>
          </a:p>
        </p:txBody>
      </p:sp>
      <p:sp>
        <p:nvSpPr>
          <p:cNvPr id="167941" name="Rectangle 5">
            <a:extLst>
              <a:ext uri="{FF2B5EF4-FFF2-40B4-BE49-F238E27FC236}">
                <a16:creationId xmlns:a16="http://schemas.microsoft.com/office/drawing/2014/main" id="{2D1A358E-8841-40A1-835B-0DE0FFC162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1" y="1926491"/>
            <a:ext cx="9116943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3000"/>
              </a:lnSpc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buNone/>
            </a:pPr>
            <a:r>
              <a:rPr lang="en-GB" altLang="en-US" sz="2400" i="1" dirty="0">
                <a:solidFill>
                  <a:schemeClr val="tx1"/>
                </a:solidFill>
              </a:rPr>
              <a:t>Z</a:t>
            </a:r>
            <a:r>
              <a:rPr lang="en-GB" altLang="en-US" sz="2400" dirty="0">
                <a:solidFill>
                  <a:schemeClr val="tx1"/>
                </a:solidFill>
              </a:rPr>
              <a:t> = 35  1</a:t>
            </a:r>
            <a:r>
              <a:rPr lang="en-GB" altLang="en-US" sz="2400" i="1" dirty="0">
                <a:solidFill>
                  <a:schemeClr val="tx1"/>
                </a:solidFill>
              </a:rPr>
              <a:t>s</a:t>
            </a:r>
            <a:r>
              <a:rPr lang="en-GB" altLang="en-US" sz="2400" baseline="30000" dirty="0">
                <a:solidFill>
                  <a:schemeClr val="tx1"/>
                </a:solidFill>
              </a:rPr>
              <a:t>2</a:t>
            </a:r>
            <a:r>
              <a:rPr lang="en-GB" altLang="en-US" sz="2400" dirty="0">
                <a:solidFill>
                  <a:schemeClr val="tx1"/>
                </a:solidFill>
              </a:rPr>
              <a:t>2</a:t>
            </a:r>
            <a:r>
              <a:rPr lang="en-GB" altLang="en-US" sz="2400" i="1" dirty="0">
                <a:solidFill>
                  <a:schemeClr val="tx1"/>
                </a:solidFill>
              </a:rPr>
              <a:t>s</a:t>
            </a:r>
            <a:r>
              <a:rPr lang="en-GB" altLang="en-US" sz="2400" baseline="30000" dirty="0">
                <a:solidFill>
                  <a:schemeClr val="tx1"/>
                </a:solidFill>
              </a:rPr>
              <a:t>2 </a:t>
            </a:r>
            <a:r>
              <a:rPr lang="en-GB" altLang="en-US" sz="2400" dirty="0">
                <a:solidFill>
                  <a:schemeClr val="tx1"/>
                </a:solidFill>
              </a:rPr>
              <a:t>2</a:t>
            </a:r>
            <a:r>
              <a:rPr lang="en-GB" altLang="en-US" sz="2400" i="1" dirty="0">
                <a:solidFill>
                  <a:schemeClr val="tx1"/>
                </a:solidFill>
              </a:rPr>
              <a:t>p</a:t>
            </a:r>
            <a:r>
              <a:rPr lang="en-GB" altLang="en-US" sz="2400" i="1" baseline="-25000" dirty="0">
                <a:solidFill>
                  <a:schemeClr val="tx1"/>
                </a:solidFill>
              </a:rPr>
              <a:t>x</a:t>
            </a:r>
            <a:r>
              <a:rPr lang="en-GB" altLang="en-US" sz="2400" baseline="30000" dirty="0">
                <a:solidFill>
                  <a:schemeClr val="tx1"/>
                </a:solidFill>
              </a:rPr>
              <a:t>2</a:t>
            </a:r>
            <a:r>
              <a:rPr lang="en-GB" altLang="en-US" sz="2400" dirty="0">
                <a:solidFill>
                  <a:schemeClr val="tx1"/>
                </a:solidFill>
              </a:rPr>
              <a:t> 2</a:t>
            </a:r>
            <a:r>
              <a:rPr lang="en-GB" altLang="en-US" sz="2400" i="1" dirty="0">
                <a:solidFill>
                  <a:schemeClr val="tx1"/>
                </a:solidFill>
              </a:rPr>
              <a:t>p</a:t>
            </a:r>
            <a:r>
              <a:rPr lang="en-GB" altLang="en-US" sz="2400" i="1" baseline="-25000" dirty="0">
                <a:solidFill>
                  <a:schemeClr val="tx1"/>
                </a:solidFill>
              </a:rPr>
              <a:t>y</a:t>
            </a:r>
            <a:r>
              <a:rPr lang="en-GB" altLang="en-US" sz="2400" baseline="30000" dirty="0">
                <a:solidFill>
                  <a:schemeClr val="tx1"/>
                </a:solidFill>
              </a:rPr>
              <a:t>2 </a:t>
            </a:r>
            <a:r>
              <a:rPr lang="en-GB" altLang="en-US" sz="2400" dirty="0">
                <a:solidFill>
                  <a:schemeClr val="tx1"/>
                </a:solidFill>
              </a:rPr>
              <a:t>2</a:t>
            </a:r>
            <a:r>
              <a:rPr lang="en-GB" altLang="en-US" sz="2400" i="1" dirty="0">
                <a:solidFill>
                  <a:schemeClr val="tx1"/>
                </a:solidFill>
              </a:rPr>
              <a:t>p</a:t>
            </a:r>
            <a:r>
              <a:rPr lang="en-GB" altLang="en-US" sz="2400" i="1" baseline="-25000" dirty="0">
                <a:solidFill>
                  <a:schemeClr val="tx1"/>
                </a:solidFill>
              </a:rPr>
              <a:t>z</a:t>
            </a:r>
            <a:r>
              <a:rPr lang="en-GB" altLang="en-US" sz="2400" baseline="30000" dirty="0">
                <a:solidFill>
                  <a:schemeClr val="tx1"/>
                </a:solidFill>
              </a:rPr>
              <a:t>2 </a:t>
            </a:r>
            <a:r>
              <a:rPr lang="en-GB" altLang="en-US" sz="2400" dirty="0">
                <a:solidFill>
                  <a:schemeClr val="tx1"/>
                </a:solidFill>
              </a:rPr>
              <a:t>3</a:t>
            </a:r>
            <a:r>
              <a:rPr lang="en-GB" altLang="en-US" sz="2400" i="1" dirty="0">
                <a:solidFill>
                  <a:schemeClr val="tx1"/>
                </a:solidFill>
              </a:rPr>
              <a:t>s</a:t>
            </a:r>
            <a:r>
              <a:rPr lang="en-GB" altLang="en-US" sz="2400" baseline="30000" dirty="0">
                <a:solidFill>
                  <a:schemeClr val="tx1"/>
                </a:solidFill>
              </a:rPr>
              <a:t>2 </a:t>
            </a:r>
            <a:r>
              <a:rPr lang="en-GB" altLang="en-US" sz="2400" dirty="0">
                <a:solidFill>
                  <a:schemeClr val="tx1"/>
                </a:solidFill>
              </a:rPr>
              <a:t>3</a:t>
            </a:r>
            <a:r>
              <a:rPr lang="en-GB" altLang="en-US" sz="2400" i="1" dirty="0">
                <a:solidFill>
                  <a:schemeClr val="tx1"/>
                </a:solidFill>
              </a:rPr>
              <a:t>p</a:t>
            </a:r>
            <a:r>
              <a:rPr lang="en-GB" altLang="en-US" sz="2400" i="1" baseline="-25000" dirty="0">
                <a:solidFill>
                  <a:schemeClr val="tx1"/>
                </a:solidFill>
              </a:rPr>
              <a:t>x</a:t>
            </a:r>
            <a:r>
              <a:rPr lang="en-GB" altLang="en-US" sz="2400" baseline="30000" dirty="0">
                <a:solidFill>
                  <a:schemeClr val="tx1"/>
                </a:solidFill>
              </a:rPr>
              <a:t>2</a:t>
            </a:r>
            <a:r>
              <a:rPr lang="en-GB" altLang="en-US" sz="2400" dirty="0">
                <a:solidFill>
                  <a:schemeClr val="tx1"/>
                </a:solidFill>
              </a:rPr>
              <a:t> 3</a:t>
            </a:r>
            <a:r>
              <a:rPr lang="en-GB" altLang="en-US" sz="2400" i="1" dirty="0">
                <a:solidFill>
                  <a:schemeClr val="tx1"/>
                </a:solidFill>
              </a:rPr>
              <a:t>p</a:t>
            </a:r>
            <a:r>
              <a:rPr lang="en-GB" altLang="en-US" sz="2400" i="1" baseline="-25000" dirty="0">
                <a:solidFill>
                  <a:schemeClr val="tx1"/>
                </a:solidFill>
              </a:rPr>
              <a:t>y</a:t>
            </a:r>
            <a:r>
              <a:rPr lang="en-GB" altLang="en-US" sz="2400" baseline="30000" dirty="0">
                <a:solidFill>
                  <a:schemeClr val="tx1"/>
                </a:solidFill>
              </a:rPr>
              <a:t>2 </a:t>
            </a:r>
            <a:r>
              <a:rPr lang="en-GB" altLang="en-US" sz="2400" dirty="0">
                <a:solidFill>
                  <a:schemeClr val="tx1"/>
                </a:solidFill>
              </a:rPr>
              <a:t>3</a:t>
            </a:r>
            <a:r>
              <a:rPr lang="en-GB" altLang="en-US" sz="2400" i="1" dirty="0">
                <a:solidFill>
                  <a:schemeClr val="tx1"/>
                </a:solidFill>
              </a:rPr>
              <a:t>p</a:t>
            </a:r>
            <a:r>
              <a:rPr lang="en-GB" altLang="en-US" sz="2400" i="1" baseline="-25000" dirty="0">
                <a:solidFill>
                  <a:schemeClr val="tx1"/>
                </a:solidFill>
              </a:rPr>
              <a:t>z</a:t>
            </a:r>
            <a:r>
              <a:rPr lang="en-GB" altLang="en-US" sz="2400" baseline="30000" dirty="0">
                <a:solidFill>
                  <a:schemeClr val="tx1"/>
                </a:solidFill>
              </a:rPr>
              <a:t>2 </a:t>
            </a:r>
            <a:r>
              <a:rPr lang="en-GB" altLang="en-US" sz="2400" dirty="0">
                <a:solidFill>
                  <a:schemeClr val="tx1"/>
                </a:solidFill>
              </a:rPr>
              <a:t>4</a:t>
            </a:r>
            <a:r>
              <a:rPr lang="en-GB" altLang="en-US" sz="2400" i="1" dirty="0">
                <a:solidFill>
                  <a:schemeClr val="tx1"/>
                </a:solidFill>
              </a:rPr>
              <a:t>s</a:t>
            </a:r>
            <a:r>
              <a:rPr lang="en-GB" altLang="en-US" sz="2400" baseline="30000" dirty="0">
                <a:solidFill>
                  <a:schemeClr val="tx1"/>
                </a:solidFill>
              </a:rPr>
              <a:t>2 </a:t>
            </a:r>
            <a:r>
              <a:rPr lang="en-GB" altLang="en-US" sz="2400" dirty="0">
                <a:solidFill>
                  <a:schemeClr val="tx1"/>
                </a:solidFill>
              </a:rPr>
              <a:t>3d</a:t>
            </a:r>
            <a:r>
              <a:rPr lang="en-GB" altLang="en-US" sz="2400" baseline="-25000" dirty="0">
                <a:solidFill>
                  <a:schemeClr val="tx1"/>
                </a:solidFill>
              </a:rPr>
              <a:t>xy</a:t>
            </a:r>
            <a:r>
              <a:rPr lang="en-GB" altLang="en-US" sz="2400" baseline="30000" dirty="0">
                <a:solidFill>
                  <a:schemeClr val="tx1"/>
                </a:solidFill>
              </a:rPr>
              <a:t>2</a:t>
            </a:r>
            <a:r>
              <a:rPr lang="en-GB" altLang="en-US" sz="2400" dirty="0">
                <a:solidFill>
                  <a:schemeClr val="tx1"/>
                </a:solidFill>
              </a:rPr>
              <a:t> 3d</a:t>
            </a:r>
            <a:r>
              <a:rPr lang="en-GB" altLang="en-US" sz="2400" baseline="-25000" dirty="0">
                <a:solidFill>
                  <a:schemeClr val="tx1"/>
                </a:solidFill>
              </a:rPr>
              <a:t>xz</a:t>
            </a:r>
            <a:r>
              <a:rPr lang="en-GB" altLang="en-US" sz="2400" baseline="30000" dirty="0">
                <a:solidFill>
                  <a:schemeClr val="tx1"/>
                </a:solidFill>
              </a:rPr>
              <a:t>2 </a:t>
            </a:r>
            <a:r>
              <a:rPr lang="en-GB" altLang="en-US" sz="2400" dirty="0">
                <a:solidFill>
                  <a:schemeClr val="tx1"/>
                </a:solidFill>
              </a:rPr>
              <a:t>3d</a:t>
            </a:r>
            <a:r>
              <a:rPr lang="en-GB" altLang="en-US" sz="2400" baseline="-25000" dirty="0">
                <a:solidFill>
                  <a:schemeClr val="tx1"/>
                </a:solidFill>
              </a:rPr>
              <a:t>yz</a:t>
            </a:r>
            <a:r>
              <a:rPr lang="en-GB" altLang="en-US" sz="2400" baseline="30000" dirty="0">
                <a:solidFill>
                  <a:schemeClr val="tx1"/>
                </a:solidFill>
              </a:rPr>
              <a:t>2 </a:t>
            </a:r>
            <a:r>
              <a:rPr lang="en-GB" altLang="en-US" sz="2400" dirty="0">
                <a:solidFill>
                  <a:schemeClr val="tx1"/>
                </a:solidFill>
              </a:rPr>
              <a:t>3d</a:t>
            </a:r>
            <a:r>
              <a:rPr lang="en-GB" altLang="en-US" sz="2400" baseline="-25000" dirty="0">
                <a:solidFill>
                  <a:schemeClr val="tx1"/>
                </a:solidFill>
              </a:rPr>
              <a:t>(x</a:t>
            </a:r>
            <a:r>
              <a:rPr lang="en-GB" altLang="en-US" sz="2400" baseline="-10000" dirty="0">
                <a:solidFill>
                  <a:schemeClr val="tx1"/>
                </a:solidFill>
              </a:rPr>
              <a:t>2</a:t>
            </a:r>
            <a:r>
              <a:rPr lang="en-GB" altLang="en-US" sz="2400" baseline="-25000" dirty="0">
                <a:solidFill>
                  <a:schemeClr val="tx1"/>
                </a:solidFill>
              </a:rPr>
              <a:t>-y</a:t>
            </a:r>
            <a:r>
              <a:rPr lang="en-GB" altLang="en-US" sz="2400" baseline="-10000" dirty="0">
                <a:solidFill>
                  <a:schemeClr val="tx1"/>
                </a:solidFill>
              </a:rPr>
              <a:t>2</a:t>
            </a:r>
            <a:r>
              <a:rPr lang="en-GB" altLang="en-US" sz="2400" baseline="-25000" dirty="0">
                <a:solidFill>
                  <a:schemeClr val="tx1"/>
                </a:solidFill>
              </a:rPr>
              <a:t>)</a:t>
            </a:r>
            <a:r>
              <a:rPr lang="en-GB" altLang="en-US" sz="2400" baseline="30000" dirty="0">
                <a:solidFill>
                  <a:schemeClr val="tx1"/>
                </a:solidFill>
              </a:rPr>
              <a:t>2 </a:t>
            </a:r>
            <a:r>
              <a:rPr lang="en-GB" altLang="en-US" sz="2400" dirty="0">
                <a:solidFill>
                  <a:schemeClr val="tx1"/>
                </a:solidFill>
              </a:rPr>
              <a:t>3d</a:t>
            </a:r>
            <a:r>
              <a:rPr lang="en-GB" altLang="en-US" sz="2400" baseline="-25000" dirty="0">
                <a:solidFill>
                  <a:schemeClr val="tx1"/>
                </a:solidFill>
              </a:rPr>
              <a:t>(z</a:t>
            </a:r>
            <a:r>
              <a:rPr lang="en-GB" altLang="en-US" sz="2400" baseline="-10000" dirty="0">
                <a:solidFill>
                  <a:schemeClr val="tx1"/>
                </a:solidFill>
              </a:rPr>
              <a:t>2</a:t>
            </a:r>
            <a:r>
              <a:rPr lang="en-GB" altLang="en-US" sz="2400" baseline="-25000" dirty="0">
                <a:solidFill>
                  <a:schemeClr val="tx1"/>
                </a:solidFill>
              </a:rPr>
              <a:t>)</a:t>
            </a:r>
            <a:r>
              <a:rPr lang="en-GB" altLang="en-US" sz="2400" baseline="30000" dirty="0">
                <a:solidFill>
                  <a:schemeClr val="tx1"/>
                </a:solidFill>
              </a:rPr>
              <a:t>2 </a:t>
            </a:r>
            <a:r>
              <a:rPr lang="en-GB" altLang="en-US" sz="2400" dirty="0">
                <a:solidFill>
                  <a:schemeClr val="tx1"/>
                </a:solidFill>
              </a:rPr>
              <a:t>4</a:t>
            </a:r>
            <a:r>
              <a:rPr lang="en-GB" altLang="en-US" sz="2400" i="1" dirty="0">
                <a:solidFill>
                  <a:schemeClr val="tx1"/>
                </a:solidFill>
              </a:rPr>
              <a:t>p</a:t>
            </a:r>
            <a:r>
              <a:rPr lang="en-GB" altLang="en-US" sz="2400" i="1" baseline="-25000" dirty="0">
                <a:solidFill>
                  <a:schemeClr val="tx1"/>
                </a:solidFill>
              </a:rPr>
              <a:t>x</a:t>
            </a:r>
            <a:r>
              <a:rPr lang="en-GB" altLang="en-US" sz="2400" baseline="30000" dirty="0">
                <a:solidFill>
                  <a:schemeClr val="tx1"/>
                </a:solidFill>
              </a:rPr>
              <a:t>2</a:t>
            </a:r>
            <a:r>
              <a:rPr lang="en-GB" altLang="en-US" sz="2400" dirty="0">
                <a:solidFill>
                  <a:schemeClr val="tx1"/>
                </a:solidFill>
              </a:rPr>
              <a:t> 4</a:t>
            </a:r>
            <a:r>
              <a:rPr lang="en-GB" altLang="en-US" sz="2400" i="1" dirty="0">
                <a:solidFill>
                  <a:schemeClr val="tx1"/>
                </a:solidFill>
              </a:rPr>
              <a:t>p</a:t>
            </a:r>
            <a:r>
              <a:rPr lang="en-GB" altLang="en-US" sz="2400" i="1" baseline="-25000" dirty="0">
                <a:solidFill>
                  <a:schemeClr val="tx1"/>
                </a:solidFill>
              </a:rPr>
              <a:t>y</a:t>
            </a:r>
            <a:r>
              <a:rPr lang="en-GB" altLang="en-US" sz="2400" baseline="30000" dirty="0">
                <a:solidFill>
                  <a:schemeClr val="tx1"/>
                </a:solidFill>
              </a:rPr>
              <a:t>2 </a:t>
            </a:r>
            <a:r>
              <a:rPr lang="en-GB" altLang="en-US" sz="2400" dirty="0">
                <a:solidFill>
                  <a:schemeClr val="tx1"/>
                </a:solidFill>
              </a:rPr>
              <a:t>4</a:t>
            </a:r>
            <a:r>
              <a:rPr lang="en-GB" altLang="en-US" sz="2400" i="1" dirty="0">
                <a:solidFill>
                  <a:schemeClr val="tx1"/>
                </a:solidFill>
              </a:rPr>
              <a:t>p</a:t>
            </a:r>
            <a:r>
              <a:rPr lang="en-GB" altLang="en-US" sz="2400" i="1" baseline="-25000" dirty="0">
                <a:solidFill>
                  <a:schemeClr val="tx1"/>
                </a:solidFill>
              </a:rPr>
              <a:t>z</a:t>
            </a:r>
            <a:r>
              <a:rPr lang="en-GB" altLang="en-US" sz="2400" baseline="30000" dirty="0">
                <a:solidFill>
                  <a:schemeClr val="tx1"/>
                </a:solidFill>
              </a:rPr>
              <a:t>1</a:t>
            </a:r>
            <a:r>
              <a:rPr lang="en-GB" altLang="en-US" sz="2400" dirty="0">
                <a:solidFill>
                  <a:schemeClr val="tx1"/>
                </a:solidFill>
              </a:rPr>
              <a:t>  (Br) </a:t>
            </a:r>
          </a:p>
        </p:txBody>
      </p:sp>
      <p:sp>
        <p:nvSpPr>
          <p:cNvPr id="167942" name="Rectangle 6">
            <a:extLst>
              <a:ext uri="{FF2B5EF4-FFF2-40B4-BE49-F238E27FC236}">
                <a16:creationId xmlns:a16="http://schemas.microsoft.com/office/drawing/2014/main" id="{B3F0CEC1-8533-4367-8389-B77571DB3C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961" y="4098606"/>
            <a:ext cx="8349577" cy="9335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3000"/>
              </a:lnSpc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buNone/>
            </a:pPr>
            <a:r>
              <a:rPr lang="en-GB" altLang="en-US" sz="2400" i="1" dirty="0">
                <a:solidFill>
                  <a:schemeClr val="tx1"/>
                </a:solidFill>
              </a:rPr>
              <a:t>Z</a:t>
            </a:r>
            <a:r>
              <a:rPr lang="en-GB" altLang="en-US" sz="2400" dirty="0">
                <a:solidFill>
                  <a:schemeClr val="tx1"/>
                </a:solidFill>
              </a:rPr>
              <a:t> = 26  1</a:t>
            </a:r>
            <a:r>
              <a:rPr lang="en-GB" altLang="en-US" sz="2400" i="1" dirty="0">
                <a:solidFill>
                  <a:schemeClr val="tx1"/>
                </a:solidFill>
              </a:rPr>
              <a:t>s</a:t>
            </a:r>
            <a:r>
              <a:rPr lang="en-GB" altLang="en-US" sz="2400" baseline="30000" dirty="0">
                <a:solidFill>
                  <a:schemeClr val="tx1"/>
                </a:solidFill>
              </a:rPr>
              <a:t>2</a:t>
            </a:r>
            <a:r>
              <a:rPr lang="en-GB" altLang="en-US" sz="2400" dirty="0">
                <a:solidFill>
                  <a:schemeClr val="tx1"/>
                </a:solidFill>
              </a:rPr>
              <a:t>2</a:t>
            </a:r>
            <a:r>
              <a:rPr lang="en-GB" altLang="en-US" sz="2400" i="1" dirty="0">
                <a:solidFill>
                  <a:schemeClr val="tx1"/>
                </a:solidFill>
              </a:rPr>
              <a:t>s</a:t>
            </a:r>
            <a:r>
              <a:rPr lang="en-GB" altLang="en-US" sz="2400" baseline="30000" dirty="0">
                <a:solidFill>
                  <a:schemeClr val="tx1"/>
                </a:solidFill>
              </a:rPr>
              <a:t>2</a:t>
            </a:r>
            <a:r>
              <a:rPr lang="en-GB" altLang="en-US" sz="2400" dirty="0">
                <a:solidFill>
                  <a:schemeClr val="tx1"/>
                </a:solidFill>
              </a:rPr>
              <a:t> 2</a:t>
            </a:r>
            <a:r>
              <a:rPr lang="en-GB" altLang="en-US" sz="2400" i="1" dirty="0">
                <a:solidFill>
                  <a:schemeClr val="tx1"/>
                </a:solidFill>
              </a:rPr>
              <a:t>p</a:t>
            </a:r>
            <a:r>
              <a:rPr lang="en-GB" altLang="en-US" sz="2400" i="1" baseline="-25000" dirty="0">
                <a:solidFill>
                  <a:schemeClr val="tx1"/>
                </a:solidFill>
              </a:rPr>
              <a:t>x</a:t>
            </a:r>
            <a:r>
              <a:rPr lang="en-GB" altLang="en-US" sz="2400" baseline="30000" dirty="0">
                <a:solidFill>
                  <a:schemeClr val="tx1"/>
                </a:solidFill>
              </a:rPr>
              <a:t>2</a:t>
            </a:r>
            <a:r>
              <a:rPr lang="en-GB" altLang="en-US" sz="2400" dirty="0">
                <a:solidFill>
                  <a:schemeClr val="tx1"/>
                </a:solidFill>
              </a:rPr>
              <a:t> 2</a:t>
            </a:r>
            <a:r>
              <a:rPr lang="en-GB" altLang="en-US" sz="2400" i="1" dirty="0">
                <a:solidFill>
                  <a:schemeClr val="tx1"/>
                </a:solidFill>
              </a:rPr>
              <a:t>p</a:t>
            </a:r>
            <a:r>
              <a:rPr lang="en-GB" altLang="en-US" sz="2400" i="1" baseline="-25000" dirty="0">
                <a:solidFill>
                  <a:schemeClr val="tx1"/>
                </a:solidFill>
              </a:rPr>
              <a:t>y</a:t>
            </a:r>
            <a:r>
              <a:rPr lang="en-GB" altLang="en-US" sz="2400" baseline="30000" dirty="0">
                <a:solidFill>
                  <a:schemeClr val="tx1"/>
                </a:solidFill>
              </a:rPr>
              <a:t>2 </a:t>
            </a:r>
            <a:r>
              <a:rPr lang="en-GB" altLang="en-US" sz="2400" dirty="0">
                <a:solidFill>
                  <a:schemeClr val="tx1"/>
                </a:solidFill>
              </a:rPr>
              <a:t>2</a:t>
            </a:r>
            <a:r>
              <a:rPr lang="en-GB" altLang="en-US" sz="2400" i="1" dirty="0">
                <a:solidFill>
                  <a:schemeClr val="tx1"/>
                </a:solidFill>
              </a:rPr>
              <a:t>p</a:t>
            </a:r>
            <a:r>
              <a:rPr lang="en-GB" altLang="en-US" sz="2400" i="1" baseline="-25000" dirty="0">
                <a:solidFill>
                  <a:schemeClr val="tx1"/>
                </a:solidFill>
              </a:rPr>
              <a:t>z</a:t>
            </a:r>
            <a:r>
              <a:rPr lang="en-GB" altLang="en-US" sz="2400" baseline="30000" dirty="0">
                <a:solidFill>
                  <a:schemeClr val="tx1"/>
                </a:solidFill>
              </a:rPr>
              <a:t>2 </a:t>
            </a:r>
            <a:r>
              <a:rPr lang="en-GB" altLang="en-US" sz="2400" dirty="0">
                <a:solidFill>
                  <a:schemeClr val="tx1"/>
                </a:solidFill>
              </a:rPr>
              <a:t>3</a:t>
            </a:r>
            <a:r>
              <a:rPr lang="en-GB" altLang="en-US" sz="2400" i="1" dirty="0">
                <a:solidFill>
                  <a:schemeClr val="tx1"/>
                </a:solidFill>
              </a:rPr>
              <a:t>s</a:t>
            </a:r>
            <a:r>
              <a:rPr lang="en-GB" altLang="en-US" sz="2400" baseline="30000" dirty="0">
                <a:solidFill>
                  <a:schemeClr val="tx1"/>
                </a:solidFill>
              </a:rPr>
              <a:t>2</a:t>
            </a:r>
            <a:r>
              <a:rPr lang="en-GB" altLang="en-US" sz="2400" dirty="0">
                <a:solidFill>
                  <a:schemeClr val="tx1"/>
                </a:solidFill>
              </a:rPr>
              <a:t> 3</a:t>
            </a:r>
            <a:r>
              <a:rPr lang="en-GB" altLang="en-US" sz="2400" i="1" dirty="0">
                <a:solidFill>
                  <a:schemeClr val="tx1"/>
                </a:solidFill>
              </a:rPr>
              <a:t>p</a:t>
            </a:r>
            <a:r>
              <a:rPr lang="en-GB" altLang="en-US" sz="2400" i="1" baseline="-25000" dirty="0">
                <a:solidFill>
                  <a:schemeClr val="tx1"/>
                </a:solidFill>
              </a:rPr>
              <a:t>x</a:t>
            </a:r>
            <a:r>
              <a:rPr lang="en-GB" altLang="en-US" sz="2400" baseline="30000" dirty="0">
                <a:solidFill>
                  <a:schemeClr val="tx1"/>
                </a:solidFill>
              </a:rPr>
              <a:t>2</a:t>
            </a:r>
            <a:r>
              <a:rPr lang="en-GB" altLang="en-US" sz="2400" dirty="0">
                <a:solidFill>
                  <a:schemeClr val="tx1"/>
                </a:solidFill>
              </a:rPr>
              <a:t> 3</a:t>
            </a:r>
            <a:r>
              <a:rPr lang="en-GB" altLang="en-US" sz="2400" i="1" dirty="0">
                <a:solidFill>
                  <a:schemeClr val="tx1"/>
                </a:solidFill>
              </a:rPr>
              <a:t>p</a:t>
            </a:r>
            <a:r>
              <a:rPr lang="en-GB" altLang="en-US" sz="2400" i="1" baseline="-25000" dirty="0">
                <a:solidFill>
                  <a:schemeClr val="tx1"/>
                </a:solidFill>
              </a:rPr>
              <a:t>y</a:t>
            </a:r>
            <a:r>
              <a:rPr lang="en-GB" altLang="en-US" sz="2400" baseline="30000" dirty="0">
                <a:solidFill>
                  <a:schemeClr val="tx1"/>
                </a:solidFill>
              </a:rPr>
              <a:t>2 </a:t>
            </a:r>
            <a:r>
              <a:rPr lang="en-GB" altLang="en-US" sz="2400" dirty="0">
                <a:solidFill>
                  <a:schemeClr val="tx1"/>
                </a:solidFill>
              </a:rPr>
              <a:t>3</a:t>
            </a:r>
            <a:r>
              <a:rPr lang="en-GB" altLang="en-US" sz="2400" i="1" dirty="0">
                <a:solidFill>
                  <a:schemeClr val="tx1"/>
                </a:solidFill>
              </a:rPr>
              <a:t>p</a:t>
            </a:r>
            <a:r>
              <a:rPr lang="en-GB" altLang="en-US" sz="2400" i="1" baseline="-25000" dirty="0">
                <a:solidFill>
                  <a:schemeClr val="tx1"/>
                </a:solidFill>
              </a:rPr>
              <a:t>z</a:t>
            </a:r>
            <a:r>
              <a:rPr lang="en-GB" altLang="en-US" sz="2400" baseline="30000" dirty="0">
                <a:solidFill>
                  <a:schemeClr val="tx1"/>
                </a:solidFill>
              </a:rPr>
              <a:t>2 </a:t>
            </a:r>
            <a:r>
              <a:rPr lang="en-GB" altLang="en-US" sz="2400" dirty="0">
                <a:solidFill>
                  <a:schemeClr val="tx1"/>
                </a:solidFill>
              </a:rPr>
              <a:t>4</a:t>
            </a:r>
            <a:r>
              <a:rPr lang="en-GB" altLang="en-US" sz="2400" i="1" dirty="0">
                <a:solidFill>
                  <a:schemeClr val="tx1"/>
                </a:solidFill>
              </a:rPr>
              <a:t>s</a:t>
            </a:r>
            <a:r>
              <a:rPr lang="en-GB" altLang="en-US" sz="2400" baseline="30000" dirty="0">
                <a:solidFill>
                  <a:schemeClr val="tx1"/>
                </a:solidFill>
              </a:rPr>
              <a:t>2</a:t>
            </a:r>
            <a:r>
              <a:rPr lang="en-GB" altLang="en-US" sz="2400" dirty="0">
                <a:solidFill>
                  <a:schemeClr val="tx1"/>
                </a:solidFill>
              </a:rPr>
              <a:t> </a:t>
            </a:r>
          </a:p>
          <a:p>
            <a:pPr eaLnBrk="1" hangingPunct="1">
              <a:lnSpc>
                <a:spcPct val="100000"/>
              </a:lnSpc>
              <a:buNone/>
            </a:pPr>
            <a:r>
              <a:rPr lang="en-GB" altLang="en-US" sz="2400" dirty="0">
                <a:solidFill>
                  <a:schemeClr val="tx1"/>
                </a:solidFill>
              </a:rPr>
              <a:t>3d</a:t>
            </a:r>
            <a:r>
              <a:rPr lang="en-GB" altLang="en-US" sz="2400" baseline="-25000" dirty="0">
                <a:solidFill>
                  <a:schemeClr val="tx1"/>
                </a:solidFill>
              </a:rPr>
              <a:t>xy</a:t>
            </a:r>
            <a:r>
              <a:rPr lang="en-GB" altLang="en-US" sz="2400" baseline="30000" dirty="0">
                <a:solidFill>
                  <a:schemeClr val="tx1"/>
                </a:solidFill>
              </a:rPr>
              <a:t>2</a:t>
            </a:r>
            <a:r>
              <a:rPr lang="en-GB" altLang="en-US" sz="2400" dirty="0">
                <a:solidFill>
                  <a:schemeClr val="tx1"/>
                </a:solidFill>
              </a:rPr>
              <a:t> 3d</a:t>
            </a:r>
            <a:r>
              <a:rPr lang="en-GB" altLang="en-US" sz="2400" baseline="-25000" dirty="0">
                <a:solidFill>
                  <a:schemeClr val="tx1"/>
                </a:solidFill>
              </a:rPr>
              <a:t>xz</a:t>
            </a:r>
            <a:r>
              <a:rPr lang="en-GB" altLang="en-US" sz="2400" baseline="30000" dirty="0">
                <a:solidFill>
                  <a:schemeClr val="tx1"/>
                </a:solidFill>
              </a:rPr>
              <a:t>1 </a:t>
            </a:r>
            <a:r>
              <a:rPr lang="en-GB" altLang="en-US" sz="2400" dirty="0">
                <a:solidFill>
                  <a:schemeClr val="tx1"/>
                </a:solidFill>
              </a:rPr>
              <a:t>3d</a:t>
            </a:r>
            <a:r>
              <a:rPr lang="en-GB" altLang="en-US" sz="2400" baseline="-25000" dirty="0">
                <a:solidFill>
                  <a:schemeClr val="tx1"/>
                </a:solidFill>
              </a:rPr>
              <a:t>yz</a:t>
            </a:r>
            <a:r>
              <a:rPr lang="en-GB" altLang="en-US" sz="2400" baseline="30000" dirty="0">
                <a:solidFill>
                  <a:schemeClr val="tx1"/>
                </a:solidFill>
              </a:rPr>
              <a:t>1 </a:t>
            </a:r>
            <a:r>
              <a:rPr lang="en-GB" altLang="en-US" sz="2400" dirty="0">
                <a:solidFill>
                  <a:schemeClr val="tx1"/>
                </a:solidFill>
              </a:rPr>
              <a:t>3d</a:t>
            </a:r>
            <a:r>
              <a:rPr lang="en-GB" altLang="en-US" sz="2400" baseline="-25000" dirty="0">
                <a:solidFill>
                  <a:schemeClr val="tx1"/>
                </a:solidFill>
              </a:rPr>
              <a:t>(x</a:t>
            </a:r>
            <a:r>
              <a:rPr lang="en-GB" altLang="en-US" sz="2400" baseline="-10000" dirty="0">
                <a:solidFill>
                  <a:schemeClr val="tx1"/>
                </a:solidFill>
              </a:rPr>
              <a:t>2</a:t>
            </a:r>
            <a:r>
              <a:rPr lang="en-GB" altLang="en-US" sz="2400" baseline="-25000" dirty="0">
                <a:solidFill>
                  <a:schemeClr val="tx1"/>
                </a:solidFill>
              </a:rPr>
              <a:t>-y</a:t>
            </a:r>
            <a:r>
              <a:rPr lang="en-GB" altLang="en-US" sz="2400" baseline="-10000" dirty="0">
                <a:solidFill>
                  <a:schemeClr val="tx1"/>
                </a:solidFill>
              </a:rPr>
              <a:t>2</a:t>
            </a:r>
            <a:r>
              <a:rPr lang="en-GB" altLang="en-US" sz="2400" baseline="-25000" dirty="0">
                <a:solidFill>
                  <a:schemeClr val="tx1"/>
                </a:solidFill>
              </a:rPr>
              <a:t>)</a:t>
            </a:r>
            <a:r>
              <a:rPr lang="en-GB" altLang="en-US" sz="2400" baseline="30000" dirty="0">
                <a:solidFill>
                  <a:schemeClr val="tx1"/>
                </a:solidFill>
              </a:rPr>
              <a:t>1 </a:t>
            </a:r>
            <a:r>
              <a:rPr lang="en-GB" altLang="en-US" sz="2400" dirty="0">
                <a:solidFill>
                  <a:schemeClr val="tx1"/>
                </a:solidFill>
              </a:rPr>
              <a:t>3d</a:t>
            </a:r>
            <a:r>
              <a:rPr lang="en-GB" altLang="en-US" sz="2400" baseline="-25000" dirty="0">
                <a:solidFill>
                  <a:schemeClr val="tx1"/>
                </a:solidFill>
              </a:rPr>
              <a:t>(z</a:t>
            </a:r>
            <a:r>
              <a:rPr lang="en-GB" altLang="en-US" sz="2400" baseline="-10000" dirty="0">
                <a:solidFill>
                  <a:schemeClr val="tx1"/>
                </a:solidFill>
              </a:rPr>
              <a:t>2</a:t>
            </a:r>
            <a:r>
              <a:rPr lang="en-GB" altLang="en-US" sz="2400" baseline="-25000" dirty="0">
                <a:solidFill>
                  <a:schemeClr val="tx1"/>
                </a:solidFill>
              </a:rPr>
              <a:t>)</a:t>
            </a:r>
            <a:r>
              <a:rPr lang="en-GB" altLang="en-US" sz="2400" baseline="30000" dirty="0">
                <a:solidFill>
                  <a:schemeClr val="tx1"/>
                </a:solidFill>
              </a:rPr>
              <a:t>1</a:t>
            </a:r>
            <a:r>
              <a:rPr lang="en-GB" altLang="en-US" sz="2400" dirty="0">
                <a:solidFill>
                  <a:schemeClr val="tx1"/>
                </a:solidFill>
              </a:rPr>
              <a:t>  (Fe) </a:t>
            </a:r>
          </a:p>
        </p:txBody>
      </p:sp>
      <p:grpSp>
        <p:nvGrpSpPr>
          <p:cNvPr id="167943" name="Group 93">
            <a:extLst>
              <a:ext uri="{FF2B5EF4-FFF2-40B4-BE49-F238E27FC236}">
                <a16:creationId xmlns:a16="http://schemas.microsoft.com/office/drawing/2014/main" id="{7C64119C-02C5-4230-8F9E-6D7FC50C8BDB}"/>
              </a:ext>
            </a:extLst>
          </p:cNvPr>
          <p:cNvGrpSpPr>
            <a:grpSpLocks/>
          </p:cNvGrpSpPr>
          <p:nvPr/>
        </p:nvGrpSpPr>
        <p:grpSpPr bwMode="auto">
          <a:xfrm>
            <a:off x="228600" y="914400"/>
            <a:ext cx="5181600" cy="457200"/>
            <a:chOff x="0" y="1008"/>
            <a:chExt cx="3264" cy="288"/>
          </a:xfrm>
        </p:grpSpPr>
        <p:sp>
          <p:nvSpPr>
            <p:cNvPr id="168094" name="Rectangle 94">
              <a:extLst>
                <a:ext uri="{FF2B5EF4-FFF2-40B4-BE49-F238E27FC236}">
                  <a16:creationId xmlns:a16="http://schemas.microsoft.com/office/drawing/2014/main" id="{697083F0-8A8E-483A-8804-76D4482444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008"/>
              <a:ext cx="288" cy="288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93000"/>
                </a:lnSpc>
                <a:spcBef>
                  <a:spcPts val="8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defRPr sz="32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93000"/>
                </a:lnSpc>
                <a:spcBef>
                  <a:spcPts val="7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93000"/>
                </a:lnSpc>
                <a:spcBef>
                  <a:spcPts val="6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93000"/>
                </a:lnSpc>
                <a:spcBef>
                  <a:spcPts val="5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93000"/>
                </a:lnSpc>
                <a:spcBef>
                  <a:spcPts val="5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en-US" altLang="en-US" sz="2400">
                <a:solidFill>
                  <a:schemeClr val="bg1"/>
                </a:solidFill>
              </a:endParaRPr>
            </a:p>
          </p:txBody>
        </p:sp>
        <p:sp>
          <p:nvSpPr>
            <p:cNvPr id="168095" name="Rectangle 95">
              <a:extLst>
                <a:ext uri="{FF2B5EF4-FFF2-40B4-BE49-F238E27FC236}">
                  <a16:creationId xmlns:a16="http://schemas.microsoft.com/office/drawing/2014/main" id="{29675E5D-9A54-4275-A57C-B62DF6CB52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" y="1008"/>
              <a:ext cx="288" cy="288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93000"/>
                </a:lnSpc>
                <a:spcBef>
                  <a:spcPts val="8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defRPr sz="32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93000"/>
                </a:lnSpc>
                <a:spcBef>
                  <a:spcPts val="7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93000"/>
                </a:lnSpc>
                <a:spcBef>
                  <a:spcPts val="6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93000"/>
                </a:lnSpc>
                <a:spcBef>
                  <a:spcPts val="5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93000"/>
                </a:lnSpc>
                <a:spcBef>
                  <a:spcPts val="5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en-US" altLang="en-US" sz="2400">
                <a:solidFill>
                  <a:schemeClr val="bg1"/>
                </a:solidFill>
              </a:endParaRPr>
            </a:p>
          </p:txBody>
        </p:sp>
        <p:sp>
          <p:nvSpPr>
            <p:cNvPr id="168096" name="Rectangle 96">
              <a:extLst>
                <a:ext uri="{FF2B5EF4-FFF2-40B4-BE49-F238E27FC236}">
                  <a16:creationId xmlns:a16="http://schemas.microsoft.com/office/drawing/2014/main" id="{56E94F0D-C406-4E83-9D24-BD12905D82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59" y="1008"/>
              <a:ext cx="288" cy="288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93000"/>
                </a:lnSpc>
                <a:spcBef>
                  <a:spcPts val="8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defRPr sz="32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93000"/>
                </a:lnSpc>
                <a:spcBef>
                  <a:spcPts val="7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93000"/>
                </a:lnSpc>
                <a:spcBef>
                  <a:spcPts val="6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93000"/>
                </a:lnSpc>
                <a:spcBef>
                  <a:spcPts val="5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93000"/>
                </a:lnSpc>
                <a:spcBef>
                  <a:spcPts val="5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en-US" altLang="en-US" sz="2400">
                <a:solidFill>
                  <a:schemeClr val="bg1"/>
                </a:solidFill>
              </a:endParaRPr>
            </a:p>
          </p:txBody>
        </p:sp>
        <p:sp>
          <p:nvSpPr>
            <p:cNvPr id="168097" name="Rectangle 97">
              <a:extLst>
                <a:ext uri="{FF2B5EF4-FFF2-40B4-BE49-F238E27FC236}">
                  <a16:creationId xmlns:a16="http://schemas.microsoft.com/office/drawing/2014/main" id="{09602DC1-59D4-41C0-BF5B-58D0074560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92" y="1008"/>
              <a:ext cx="288" cy="288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93000"/>
                </a:lnSpc>
                <a:spcBef>
                  <a:spcPts val="8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defRPr sz="32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93000"/>
                </a:lnSpc>
                <a:spcBef>
                  <a:spcPts val="7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93000"/>
                </a:lnSpc>
                <a:spcBef>
                  <a:spcPts val="6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93000"/>
                </a:lnSpc>
                <a:spcBef>
                  <a:spcPts val="5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93000"/>
                </a:lnSpc>
                <a:spcBef>
                  <a:spcPts val="5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en-US" altLang="en-US" sz="2400">
                <a:solidFill>
                  <a:schemeClr val="bg1"/>
                </a:solidFill>
              </a:endParaRPr>
            </a:p>
          </p:txBody>
        </p:sp>
        <p:sp>
          <p:nvSpPr>
            <p:cNvPr id="168098" name="Rectangle 98">
              <a:extLst>
                <a:ext uri="{FF2B5EF4-FFF2-40B4-BE49-F238E27FC236}">
                  <a16:creationId xmlns:a16="http://schemas.microsoft.com/office/drawing/2014/main" id="{ED1B7B60-378F-412F-9E9E-82F2C77D4B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04" y="1008"/>
              <a:ext cx="288" cy="288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93000"/>
                </a:lnSpc>
                <a:spcBef>
                  <a:spcPts val="8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defRPr sz="32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93000"/>
                </a:lnSpc>
                <a:spcBef>
                  <a:spcPts val="7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93000"/>
                </a:lnSpc>
                <a:spcBef>
                  <a:spcPts val="6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93000"/>
                </a:lnSpc>
                <a:spcBef>
                  <a:spcPts val="5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93000"/>
                </a:lnSpc>
                <a:spcBef>
                  <a:spcPts val="5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en-US" altLang="en-US" sz="2400">
                <a:solidFill>
                  <a:schemeClr val="bg1"/>
                </a:solidFill>
              </a:endParaRPr>
            </a:p>
          </p:txBody>
        </p:sp>
        <p:sp>
          <p:nvSpPr>
            <p:cNvPr id="168099" name="Rectangle 99">
              <a:extLst>
                <a:ext uri="{FF2B5EF4-FFF2-40B4-BE49-F238E27FC236}">
                  <a16:creationId xmlns:a16="http://schemas.microsoft.com/office/drawing/2014/main" id="{374929D3-B080-40BA-A38E-EFC1567F52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8" y="1008"/>
              <a:ext cx="288" cy="288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93000"/>
                </a:lnSpc>
                <a:spcBef>
                  <a:spcPts val="8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defRPr sz="32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93000"/>
                </a:lnSpc>
                <a:spcBef>
                  <a:spcPts val="7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93000"/>
                </a:lnSpc>
                <a:spcBef>
                  <a:spcPts val="6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93000"/>
                </a:lnSpc>
                <a:spcBef>
                  <a:spcPts val="5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93000"/>
                </a:lnSpc>
                <a:spcBef>
                  <a:spcPts val="5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en-US" altLang="en-US" sz="2400">
                <a:solidFill>
                  <a:schemeClr val="bg1"/>
                </a:solidFill>
              </a:endParaRPr>
            </a:p>
          </p:txBody>
        </p:sp>
        <p:sp>
          <p:nvSpPr>
            <p:cNvPr id="168100" name="Rectangle 100">
              <a:extLst>
                <a:ext uri="{FF2B5EF4-FFF2-40B4-BE49-F238E27FC236}">
                  <a16:creationId xmlns:a16="http://schemas.microsoft.com/office/drawing/2014/main" id="{C7308EF8-3875-4382-920B-F247668B7D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6" y="1008"/>
              <a:ext cx="288" cy="288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93000"/>
                </a:lnSpc>
                <a:spcBef>
                  <a:spcPts val="8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defRPr sz="32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93000"/>
                </a:lnSpc>
                <a:spcBef>
                  <a:spcPts val="7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93000"/>
                </a:lnSpc>
                <a:spcBef>
                  <a:spcPts val="6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93000"/>
                </a:lnSpc>
                <a:spcBef>
                  <a:spcPts val="5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93000"/>
                </a:lnSpc>
                <a:spcBef>
                  <a:spcPts val="5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en-US" altLang="en-US" sz="2400">
                <a:solidFill>
                  <a:schemeClr val="bg1"/>
                </a:solidFill>
              </a:endParaRPr>
            </a:p>
          </p:txBody>
        </p:sp>
        <p:sp>
          <p:nvSpPr>
            <p:cNvPr id="168101" name="Rectangle 101">
              <a:extLst>
                <a:ext uri="{FF2B5EF4-FFF2-40B4-BE49-F238E27FC236}">
                  <a16:creationId xmlns:a16="http://schemas.microsoft.com/office/drawing/2014/main" id="{117D1771-7C3A-4F32-B59C-829AEB6A63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6" y="1008"/>
              <a:ext cx="288" cy="288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93000"/>
                </a:lnSpc>
                <a:spcBef>
                  <a:spcPts val="8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defRPr sz="32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93000"/>
                </a:lnSpc>
                <a:spcBef>
                  <a:spcPts val="7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93000"/>
                </a:lnSpc>
                <a:spcBef>
                  <a:spcPts val="6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93000"/>
                </a:lnSpc>
                <a:spcBef>
                  <a:spcPts val="5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93000"/>
                </a:lnSpc>
                <a:spcBef>
                  <a:spcPts val="5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en-US" altLang="en-US" sz="2400">
                <a:solidFill>
                  <a:schemeClr val="bg1"/>
                </a:solidFill>
              </a:endParaRPr>
            </a:p>
          </p:txBody>
        </p:sp>
        <p:sp>
          <p:nvSpPr>
            <p:cNvPr id="168102" name="Rectangle 102">
              <a:extLst>
                <a:ext uri="{FF2B5EF4-FFF2-40B4-BE49-F238E27FC236}">
                  <a16:creationId xmlns:a16="http://schemas.microsoft.com/office/drawing/2014/main" id="{956D3FFE-8C73-47C5-94B5-97A7B63B23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0" y="1008"/>
              <a:ext cx="288" cy="288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93000"/>
                </a:lnSpc>
                <a:spcBef>
                  <a:spcPts val="8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defRPr sz="32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93000"/>
                </a:lnSpc>
                <a:spcBef>
                  <a:spcPts val="7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93000"/>
                </a:lnSpc>
                <a:spcBef>
                  <a:spcPts val="6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93000"/>
                </a:lnSpc>
                <a:spcBef>
                  <a:spcPts val="5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93000"/>
                </a:lnSpc>
                <a:spcBef>
                  <a:spcPts val="5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en-US" altLang="en-US" sz="2400">
                <a:solidFill>
                  <a:schemeClr val="bg1"/>
                </a:solidFill>
              </a:endParaRPr>
            </a:p>
          </p:txBody>
        </p:sp>
        <p:sp>
          <p:nvSpPr>
            <p:cNvPr id="168103" name="Rectangle 103">
              <a:extLst>
                <a:ext uri="{FF2B5EF4-FFF2-40B4-BE49-F238E27FC236}">
                  <a16:creationId xmlns:a16="http://schemas.microsoft.com/office/drawing/2014/main" id="{AD823355-AD22-4631-A4D0-EB72EB991C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6" y="1008"/>
              <a:ext cx="288" cy="288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93000"/>
                </a:lnSpc>
                <a:spcBef>
                  <a:spcPts val="8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defRPr sz="32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93000"/>
                </a:lnSpc>
                <a:spcBef>
                  <a:spcPts val="7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93000"/>
                </a:lnSpc>
                <a:spcBef>
                  <a:spcPts val="6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93000"/>
                </a:lnSpc>
                <a:spcBef>
                  <a:spcPts val="5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93000"/>
                </a:lnSpc>
                <a:spcBef>
                  <a:spcPts val="5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en-US" altLang="en-US" sz="2400">
                <a:solidFill>
                  <a:schemeClr val="bg1"/>
                </a:solidFill>
              </a:endParaRPr>
            </a:p>
          </p:txBody>
        </p:sp>
        <p:grpSp>
          <p:nvGrpSpPr>
            <p:cNvPr id="168104" name="Group 104">
              <a:extLst>
                <a:ext uri="{FF2B5EF4-FFF2-40B4-BE49-F238E27FC236}">
                  <a16:creationId xmlns:a16="http://schemas.microsoft.com/office/drawing/2014/main" id="{FC39B00F-FC25-4A26-83B4-E942B34FF4B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95" y="1056"/>
              <a:ext cx="96" cy="192"/>
              <a:chOff x="1395" y="1056"/>
              <a:chExt cx="96" cy="192"/>
            </a:xfrm>
          </p:grpSpPr>
          <p:sp>
            <p:nvSpPr>
              <p:cNvPr id="168130" name="Line 105">
                <a:extLst>
                  <a:ext uri="{FF2B5EF4-FFF2-40B4-BE49-F238E27FC236}">
                    <a16:creationId xmlns:a16="http://schemas.microsoft.com/office/drawing/2014/main" id="{ADC0AE42-4AAC-4C7A-B2FF-D8314041BB5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95" y="1056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68131" name="Line 106">
                <a:extLst>
                  <a:ext uri="{FF2B5EF4-FFF2-40B4-BE49-F238E27FC236}">
                    <a16:creationId xmlns:a16="http://schemas.microsoft.com/office/drawing/2014/main" id="{A4EC9B98-779E-4BAC-9B75-DFC4FD63603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91" y="1056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  <p:sp>
          <p:nvSpPr>
            <p:cNvPr id="168105" name="Line 107">
              <a:extLst>
                <a:ext uri="{FF2B5EF4-FFF2-40B4-BE49-F238E27FC236}">
                  <a16:creationId xmlns:a16="http://schemas.microsoft.com/office/drawing/2014/main" id="{D71EB960-70FA-45CC-9E9C-DDDE0B36D7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8" y="1056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68106" name="Line 108">
              <a:extLst>
                <a:ext uri="{FF2B5EF4-FFF2-40B4-BE49-F238E27FC236}">
                  <a16:creationId xmlns:a16="http://schemas.microsoft.com/office/drawing/2014/main" id="{D26A1B61-348A-4904-800C-E64B8E41BA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" y="1056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68107" name="Line 109">
              <a:extLst>
                <a:ext uri="{FF2B5EF4-FFF2-40B4-BE49-F238E27FC236}">
                  <a16:creationId xmlns:a16="http://schemas.microsoft.com/office/drawing/2014/main" id="{F5667CB1-13C5-47E8-827D-92E124295B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" y="1056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68108" name="Line 110">
              <a:extLst>
                <a:ext uri="{FF2B5EF4-FFF2-40B4-BE49-F238E27FC236}">
                  <a16:creationId xmlns:a16="http://schemas.microsoft.com/office/drawing/2014/main" id="{890D7D88-2DB4-4FFD-96F9-00E697FBAE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" y="1056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grpSp>
          <p:nvGrpSpPr>
            <p:cNvPr id="168109" name="Group 111">
              <a:extLst>
                <a:ext uri="{FF2B5EF4-FFF2-40B4-BE49-F238E27FC236}">
                  <a16:creationId xmlns:a16="http://schemas.microsoft.com/office/drawing/2014/main" id="{6B1D6196-AD14-4BD0-B14A-C71C876F608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16" y="1056"/>
              <a:ext cx="96" cy="192"/>
              <a:chOff x="1395" y="1056"/>
              <a:chExt cx="96" cy="192"/>
            </a:xfrm>
          </p:grpSpPr>
          <p:sp>
            <p:nvSpPr>
              <p:cNvPr id="168128" name="Line 112">
                <a:extLst>
                  <a:ext uri="{FF2B5EF4-FFF2-40B4-BE49-F238E27FC236}">
                    <a16:creationId xmlns:a16="http://schemas.microsoft.com/office/drawing/2014/main" id="{B0ED59AC-F761-42E8-BB31-F401E868CC5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95" y="1056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68129" name="Line 113">
                <a:extLst>
                  <a:ext uri="{FF2B5EF4-FFF2-40B4-BE49-F238E27FC236}">
                    <a16:creationId xmlns:a16="http://schemas.microsoft.com/office/drawing/2014/main" id="{21A39D59-78CC-42E9-9BED-C205F54C798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91" y="1056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  <p:grpSp>
          <p:nvGrpSpPr>
            <p:cNvPr id="168110" name="Group 114">
              <a:extLst>
                <a:ext uri="{FF2B5EF4-FFF2-40B4-BE49-F238E27FC236}">
                  <a16:creationId xmlns:a16="http://schemas.microsoft.com/office/drawing/2014/main" id="{B265F48D-2EC5-4BBE-85C7-DD4702D3AA2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12" y="1056"/>
              <a:ext cx="96" cy="192"/>
              <a:chOff x="1395" y="1056"/>
              <a:chExt cx="96" cy="192"/>
            </a:xfrm>
          </p:grpSpPr>
          <p:sp>
            <p:nvSpPr>
              <p:cNvPr id="168126" name="Line 115">
                <a:extLst>
                  <a:ext uri="{FF2B5EF4-FFF2-40B4-BE49-F238E27FC236}">
                    <a16:creationId xmlns:a16="http://schemas.microsoft.com/office/drawing/2014/main" id="{936A80DB-C0AD-42CC-AEC8-2C8485AD19F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95" y="1056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68127" name="Line 116">
                <a:extLst>
                  <a:ext uri="{FF2B5EF4-FFF2-40B4-BE49-F238E27FC236}">
                    <a16:creationId xmlns:a16="http://schemas.microsoft.com/office/drawing/2014/main" id="{588D73FD-BFB1-40FD-A316-55DA48FBD6C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91" y="1056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  <p:grpSp>
          <p:nvGrpSpPr>
            <p:cNvPr id="168111" name="Group 117">
              <a:extLst>
                <a:ext uri="{FF2B5EF4-FFF2-40B4-BE49-F238E27FC236}">
                  <a16:creationId xmlns:a16="http://schemas.microsoft.com/office/drawing/2014/main" id="{21795387-7FDB-4169-A8B0-A4C57B34B3C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28" y="1056"/>
              <a:ext cx="96" cy="192"/>
              <a:chOff x="1395" y="1056"/>
              <a:chExt cx="96" cy="192"/>
            </a:xfrm>
          </p:grpSpPr>
          <p:sp>
            <p:nvSpPr>
              <p:cNvPr id="168124" name="Line 118">
                <a:extLst>
                  <a:ext uri="{FF2B5EF4-FFF2-40B4-BE49-F238E27FC236}">
                    <a16:creationId xmlns:a16="http://schemas.microsoft.com/office/drawing/2014/main" id="{54AC8813-E9A6-4278-BF32-DDA3A7D292C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95" y="1056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68125" name="Line 119">
                <a:extLst>
                  <a:ext uri="{FF2B5EF4-FFF2-40B4-BE49-F238E27FC236}">
                    <a16:creationId xmlns:a16="http://schemas.microsoft.com/office/drawing/2014/main" id="{6E9EEC53-48A2-4795-81BF-C840F97F727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91" y="1056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  <p:grpSp>
          <p:nvGrpSpPr>
            <p:cNvPr id="168112" name="Group 120">
              <a:extLst>
                <a:ext uri="{FF2B5EF4-FFF2-40B4-BE49-F238E27FC236}">
                  <a16:creationId xmlns:a16="http://schemas.microsoft.com/office/drawing/2014/main" id="{79962283-BD7F-4738-A012-4E198BB1972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00" y="1056"/>
              <a:ext cx="96" cy="192"/>
              <a:chOff x="1395" y="1056"/>
              <a:chExt cx="96" cy="192"/>
            </a:xfrm>
          </p:grpSpPr>
          <p:sp>
            <p:nvSpPr>
              <p:cNvPr id="168122" name="Line 121">
                <a:extLst>
                  <a:ext uri="{FF2B5EF4-FFF2-40B4-BE49-F238E27FC236}">
                    <a16:creationId xmlns:a16="http://schemas.microsoft.com/office/drawing/2014/main" id="{469FE02B-3194-40EF-9EFA-D703F48B5C5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95" y="1056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68123" name="Line 122">
                <a:extLst>
                  <a:ext uri="{FF2B5EF4-FFF2-40B4-BE49-F238E27FC236}">
                    <a16:creationId xmlns:a16="http://schemas.microsoft.com/office/drawing/2014/main" id="{81A29470-1412-4E52-9B87-08759BBB020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91" y="1056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  <p:grpSp>
          <p:nvGrpSpPr>
            <p:cNvPr id="168113" name="Group 123">
              <a:extLst>
                <a:ext uri="{FF2B5EF4-FFF2-40B4-BE49-F238E27FC236}">
                  <a16:creationId xmlns:a16="http://schemas.microsoft.com/office/drawing/2014/main" id="{C3B4DAF1-23CA-4BAE-999E-261986809D8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88" y="1056"/>
              <a:ext cx="96" cy="192"/>
              <a:chOff x="1395" y="1056"/>
              <a:chExt cx="96" cy="192"/>
            </a:xfrm>
          </p:grpSpPr>
          <p:sp>
            <p:nvSpPr>
              <p:cNvPr id="168120" name="Line 124">
                <a:extLst>
                  <a:ext uri="{FF2B5EF4-FFF2-40B4-BE49-F238E27FC236}">
                    <a16:creationId xmlns:a16="http://schemas.microsoft.com/office/drawing/2014/main" id="{3E231D13-82AA-4802-91F4-09DA6995770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95" y="1056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68121" name="Line 125">
                <a:extLst>
                  <a:ext uri="{FF2B5EF4-FFF2-40B4-BE49-F238E27FC236}">
                    <a16:creationId xmlns:a16="http://schemas.microsoft.com/office/drawing/2014/main" id="{E6FB6016-972F-45B6-B3D8-DAC99A23D5B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91" y="1056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  <p:grpSp>
          <p:nvGrpSpPr>
            <p:cNvPr id="168114" name="Group 126">
              <a:extLst>
                <a:ext uri="{FF2B5EF4-FFF2-40B4-BE49-F238E27FC236}">
                  <a16:creationId xmlns:a16="http://schemas.microsoft.com/office/drawing/2014/main" id="{3EA244E3-2BC6-4769-A972-6CA7B7C0B6A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72" y="1056"/>
              <a:ext cx="96" cy="192"/>
              <a:chOff x="1395" y="1056"/>
              <a:chExt cx="96" cy="192"/>
            </a:xfrm>
          </p:grpSpPr>
          <p:sp>
            <p:nvSpPr>
              <p:cNvPr id="168118" name="Line 127">
                <a:extLst>
                  <a:ext uri="{FF2B5EF4-FFF2-40B4-BE49-F238E27FC236}">
                    <a16:creationId xmlns:a16="http://schemas.microsoft.com/office/drawing/2014/main" id="{AB941C63-684D-4061-ADD6-9971845354E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95" y="1056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68119" name="Line 128">
                <a:extLst>
                  <a:ext uri="{FF2B5EF4-FFF2-40B4-BE49-F238E27FC236}">
                    <a16:creationId xmlns:a16="http://schemas.microsoft.com/office/drawing/2014/main" id="{23918308-AD58-4398-9030-DB48CE3CEBA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91" y="1056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  <p:grpSp>
          <p:nvGrpSpPr>
            <p:cNvPr id="168115" name="Group 129">
              <a:extLst>
                <a:ext uri="{FF2B5EF4-FFF2-40B4-BE49-F238E27FC236}">
                  <a16:creationId xmlns:a16="http://schemas.microsoft.com/office/drawing/2014/main" id="{B954A7FF-0ECA-49EA-A041-DA72A2F261F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04" y="1056"/>
              <a:ext cx="96" cy="192"/>
              <a:chOff x="1395" y="1056"/>
              <a:chExt cx="96" cy="192"/>
            </a:xfrm>
          </p:grpSpPr>
          <p:sp>
            <p:nvSpPr>
              <p:cNvPr id="168116" name="Line 130">
                <a:extLst>
                  <a:ext uri="{FF2B5EF4-FFF2-40B4-BE49-F238E27FC236}">
                    <a16:creationId xmlns:a16="http://schemas.microsoft.com/office/drawing/2014/main" id="{FF686E37-CB3F-4B65-A743-F1D55AB3B77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95" y="1056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68117" name="Line 131">
                <a:extLst>
                  <a:ext uri="{FF2B5EF4-FFF2-40B4-BE49-F238E27FC236}">
                    <a16:creationId xmlns:a16="http://schemas.microsoft.com/office/drawing/2014/main" id="{86359B74-460A-46C6-9D75-54020134700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91" y="1056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</p:grpSp>
      <p:grpSp>
        <p:nvGrpSpPr>
          <p:cNvPr id="167944" name="Group 198">
            <a:extLst>
              <a:ext uri="{FF2B5EF4-FFF2-40B4-BE49-F238E27FC236}">
                <a16:creationId xmlns:a16="http://schemas.microsoft.com/office/drawing/2014/main" id="{935A28B1-F504-4933-BBAB-FA14354B8F70}"/>
              </a:ext>
            </a:extLst>
          </p:cNvPr>
          <p:cNvGrpSpPr>
            <a:grpSpLocks/>
          </p:cNvGrpSpPr>
          <p:nvPr/>
        </p:nvGrpSpPr>
        <p:grpSpPr bwMode="auto">
          <a:xfrm>
            <a:off x="33338" y="2971800"/>
            <a:ext cx="9067800" cy="457200"/>
            <a:chOff x="0" y="1008"/>
            <a:chExt cx="5712" cy="288"/>
          </a:xfrm>
        </p:grpSpPr>
        <p:sp>
          <p:nvSpPr>
            <p:cNvPr id="168025" name="Rectangle 17">
              <a:extLst>
                <a:ext uri="{FF2B5EF4-FFF2-40B4-BE49-F238E27FC236}">
                  <a16:creationId xmlns:a16="http://schemas.microsoft.com/office/drawing/2014/main" id="{62BE016A-660B-4B08-A4BD-1ECB16D208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0" y="1008"/>
              <a:ext cx="288" cy="288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93000"/>
                </a:lnSpc>
                <a:spcBef>
                  <a:spcPts val="8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defRPr sz="32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93000"/>
                </a:lnSpc>
                <a:spcBef>
                  <a:spcPts val="7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93000"/>
                </a:lnSpc>
                <a:spcBef>
                  <a:spcPts val="6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93000"/>
                </a:lnSpc>
                <a:spcBef>
                  <a:spcPts val="5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93000"/>
                </a:lnSpc>
                <a:spcBef>
                  <a:spcPts val="5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en-US" altLang="en-US" sz="2400">
                <a:solidFill>
                  <a:schemeClr val="bg1"/>
                </a:solidFill>
              </a:endParaRPr>
            </a:p>
          </p:txBody>
        </p:sp>
        <p:sp>
          <p:nvSpPr>
            <p:cNvPr id="168026" name="Rectangle 18">
              <a:extLst>
                <a:ext uri="{FF2B5EF4-FFF2-40B4-BE49-F238E27FC236}">
                  <a16:creationId xmlns:a16="http://schemas.microsoft.com/office/drawing/2014/main" id="{B3FD2C86-CE13-4F13-BA79-B78FF196B7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1008"/>
              <a:ext cx="288" cy="288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93000"/>
                </a:lnSpc>
                <a:spcBef>
                  <a:spcPts val="8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defRPr sz="32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93000"/>
                </a:lnSpc>
                <a:spcBef>
                  <a:spcPts val="7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93000"/>
                </a:lnSpc>
                <a:spcBef>
                  <a:spcPts val="6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93000"/>
                </a:lnSpc>
                <a:spcBef>
                  <a:spcPts val="5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93000"/>
                </a:lnSpc>
                <a:spcBef>
                  <a:spcPts val="5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en-US" altLang="en-US" sz="2400">
                <a:solidFill>
                  <a:schemeClr val="bg1"/>
                </a:solidFill>
              </a:endParaRPr>
            </a:p>
          </p:txBody>
        </p:sp>
        <p:sp>
          <p:nvSpPr>
            <p:cNvPr id="168027" name="Rectangle 19">
              <a:extLst>
                <a:ext uri="{FF2B5EF4-FFF2-40B4-BE49-F238E27FC236}">
                  <a16:creationId xmlns:a16="http://schemas.microsoft.com/office/drawing/2014/main" id="{244F36E1-D541-49BD-9F14-5A217AAE52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6" y="1008"/>
              <a:ext cx="288" cy="288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93000"/>
                </a:lnSpc>
                <a:spcBef>
                  <a:spcPts val="8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defRPr sz="32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93000"/>
                </a:lnSpc>
                <a:spcBef>
                  <a:spcPts val="7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93000"/>
                </a:lnSpc>
                <a:spcBef>
                  <a:spcPts val="6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93000"/>
                </a:lnSpc>
                <a:spcBef>
                  <a:spcPts val="5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93000"/>
                </a:lnSpc>
                <a:spcBef>
                  <a:spcPts val="5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en-US" altLang="en-US" sz="2400">
                <a:solidFill>
                  <a:schemeClr val="bg1"/>
                </a:solidFill>
              </a:endParaRPr>
            </a:p>
          </p:txBody>
        </p:sp>
        <p:sp>
          <p:nvSpPr>
            <p:cNvPr id="168028" name="Rectangle 20">
              <a:extLst>
                <a:ext uri="{FF2B5EF4-FFF2-40B4-BE49-F238E27FC236}">
                  <a16:creationId xmlns:a16="http://schemas.microsoft.com/office/drawing/2014/main" id="{0F51CE86-80E3-4CD7-A9ED-71382DC1DE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8" y="1008"/>
              <a:ext cx="288" cy="288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93000"/>
                </a:lnSpc>
                <a:spcBef>
                  <a:spcPts val="8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defRPr sz="32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93000"/>
                </a:lnSpc>
                <a:spcBef>
                  <a:spcPts val="7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93000"/>
                </a:lnSpc>
                <a:spcBef>
                  <a:spcPts val="6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93000"/>
                </a:lnSpc>
                <a:spcBef>
                  <a:spcPts val="5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93000"/>
                </a:lnSpc>
                <a:spcBef>
                  <a:spcPts val="5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en-US" altLang="en-US" sz="2400">
                <a:solidFill>
                  <a:schemeClr val="bg1"/>
                </a:solidFill>
              </a:endParaRPr>
            </a:p>
          </p:txBody>
        </p:sp>
        <p:sp>
          <p:nvSpPr>
            <p:cNvPr id="168029" name="Rectangle 33">
              <a:extLst>
                <a:ext uri="{FF2B5EF4-FFF2-40B4-BE49-F238E27FC236}">
                  <a16:creationId xmlns:a16="http://schemas.microsoft.com/office/drawing/2014/main" id="{6D495C03-3FDB-487C-94B5-C5B67557A8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2" y="1008"/>
              <a:ext cx="288" cy="288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93000"/>
                </a:lnSpc>
                <a:spcBef>
                  <a:spcPts val="8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defRPr sz="32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93000"/>
                </a:lnSpc>
                <a:spcBef>
                  <a:spcPts val="7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93000"/>
                </a:lnSpc>
                <a:spcBef>
                  <a:spcPts val="6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93000"/>
                </a:lnSpc>
                <a:spcBef>
                  <a:spcPts val="5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93000"/>
                </a:lnSpc>
                <a:spcBef>
                  <a:spcPts val="5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en-US" altLang="en-US" sz="2400">
                <a:solidFill>
                  <a:schemeClr val="bg1"/>
                </a:solidFill>
              </a:endParaRPr>
            </a:p>
          </p:txBody>
        </p:sp>
        <p:sp>
          <p:nvSpPr>
            <p:cNvPr id="168030" name="Rectangle 34">
              <a:extLst>
                <a:ext uri="{FF2B5EF4-FFF2-40B4-BE49-F238E27FC236}">
                  <a16:creationId xmlns:a16="http://schemas.microsoft.com/office/drawing/2014/main" id="{1AEA00A5-8247-43EE-9A5E-E568490BF4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1008"/>
              <a:ext cx="288" cy="288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93000"/>
                </a:lnSpc>
                <a:spcBef>
                  <a:spcPts val="8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defRPr sz="32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93000"/>
                </a:lnSpc>
                <a:spcBef>
                  <a:spcPts val="7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93000"/>
                </a:lnSpc>
                <a:spcBef>
                  <a:spcPts val="6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93000"/>
                </a:lnSpc>
                <a:spcBef>
                  <a:spcPts val="5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93000"/>
                </a:lnSpc>
                <a:spcBef>
                  <a:spcPts val="5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en-US" altLang="en-US" sz="2400">
                <a:solidFill>
                  <a:schemeClr val="bg1"/>
                </a:solidFill>
              </a:endParaRPr>
            </a:p>
          </p:txBody>
        </p:sp>
        <p:sp>
          <p:nvSpPr>
            <p:cNvPr id="168031" name="Rectangle 35">
              <a:extLst>
                <a:ext uri="{FF2B5EF4-FFF2-40B4-BE49-F238E27FC236}">
                  <a16:creationId xmlns:a16="http://schemas.microsoft.com/office/drawing/2014/main" id="{25293BD5-EA3E-491C-9B14-638B16DE49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4" y="1008"/>
              <a:ext cx="288" cy="288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93000"/>
                </a:lnSpc>
                <a:spcBef>
                  <a:spcPts val="8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defRPr sz="32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93000"/>
                </a:lnSpc>
                <a:spcBef>
                  <a:spcPts val="7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93000"/>
                </a:lnSpc>
                <a:spcBef>
                  <a:spcPts val="6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93000"/>
                </a:lnSpc>
                <a:spcBef>
                  <a:spcPts val="5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93000"/>
                </a:lnSpc>
                <a:spcBef>
                  <a:spcPts val="5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en-US" altLang="en-US" sz="2400">
                <a:solidFill>
                  <a:schemeClr val="bg1"/>
                </a:solidFill>
              </a:endParaRPr>
            </a:p>
          </p:txBody>
        </p:sp>
        <p:sp>
          <p:nvSpPr>
            <p:cNvPr id="168032" name="Rectangle 36">
              <a:extLst>
                <a:ext uri="{FF2B5EF4-FFF2-40B4-BE49-F238E27FC236}">
                  <a16:creationId xmlns:a16="http://schemas.microsoft.com/office/drawing/2014/main" id="{2CB9518E-9449-403E-BF68-C5E322566C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48" y="1008"/>
              <a:ext cx="288" cy="288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93000"/>
                </a:lnSpc>
                <a:spcBef>
                  <a:spcPts val="8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defRPr sz="32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93000"/>
                </a:lnSpc>
                <a:spcBef>
                  <a:spcPts val="7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93000"/>
                </a:lnSpc>
                <a:spcBef>
                  <a:spcPts val="6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93000"/>
                </a:lnSpc>
                <a:spcBef>
                  <a:spcPts val="5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93000"/>
                </a:lnSpc>
                <a:spcBef>
                  <a:spcPts val="5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en-US" altLang="en-US" sz="2400">
                <a:solidFill>
                  <a:schemeClr val="bg1"/>
                </a:solidFill>
              </a:endParaRPr>
            </a:p>
          </p:txBody>
        </p:sp>
        <p:grpSp>
          <p:nvGrpSpPr>
            <p:cNvPr id="168033" name="Group 77">
              <a:extLst>
                <a:ext uri="{FF2B5EF4-FFF2-40B4-BE49-F238E27FC236}">
                  <a16:creationId xmlns:a16="http://schemas.microsoft.com/office/drawing/2014/main" id="{0C7550F4-F546-4806-924C-06D4C8CF8F5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56" y="1056"/>
              <a:ext cx="96" cy="192"/>
              <a:chOff x="1395" y="1056"/>
              <a:chExt cx="96" cy="192"/>
            </a:xfrm>
          </p:grpSpPr>
          <p:sp>
            <p:nvSpPr>
              <p:cNvPr id="168092" name="Line 78">
                <a:extLst>
                  <a:ext uri="{FF2B5EF4-FFF2-40B4-BE49-F238E27FC236}">
                    <a16:creationId xmlns:a16="http://schemas.microsoft.com/office/drawing/2014/main" id="{FA521984-7D40-48BB-8512-55D6D445199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95" y="1056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68093" name="Line 79">
                <a:extLst>
                  <a:ext uri="{FF2B5EF4-FFF2-40B4-BE49-F238E27FC236}">
                    <a16:creationId xmlns:a16="http://schemas.microsoft.com/office/drawing/2014/main" id="{454F7A0A-F3DE-4711-988D-921F8091522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91" y="1056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  <p:grpSp>
          <p:nvGrpSpPr>
            <p:cNvPr id="168034" name="Group 83">
              <a:extLst>
                <a:ext uri="{FF2B5EF4-FFF2-40B4-BE49-F238E27FC236}">
                  <a16:creationId xmlns:a16="http://schemas.microsoft.com/office/drawing/2014/main" id="{2ACA239D-A715-40A0-9D6F-3624AF2C944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32" y="1056"/>
              <a:ext cx="96" cy="192"/>
              <a:chOff x="1395" y="1056"/>
              <a:chExt cx="96" cy="192"/>
            </a:xfrm>
          </p:grpSpPr>
          <p:sp>
            <p:nvSpPr>
              <p:cNvPr id="168090" name="Line 84">
                <a:extLst>
                  <a:ext uri="{FF2B5EF4-FFF2-40B4-BE49-F238E27FC236}">
                    <a16:creationId xmlns:a16="http://schemas.microsoft.com/office/drawing/2014/main" id="{59FEF64E-93BF-4C63-A9F1-51AE227B2C4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95" y="1056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68091" name="Line 85">
                <a:extLst>
                  <a:ext uri="{FF2B5EF4-FFF2-40B4-BE49-F238E27FC236}">
                    <a16:creationId xmlns:a16="http://schemas.microsoft.com/office/drawing/2014/main" id="{656BF37A-5F86-4CE7-A863-ED3BED973DE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91" y="1056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  <p:grpSp>
          <p:nvGrpSpPr>
            <p:cNvPr id="168035" name="Group 86">
              <a:extLst>
                <a:ext uri="{FF2B5EF4-FFF2-40B4-BE49-F238E27FC236}">
                  <a16:creationId xmlns:a16="http://schemas.microsoft.com/office/drawing/2014/main" id="{6E89BD05-E1EB-456D-97A4-E11E50CB48B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944" y="1056"/>
              <a:ext cx="96" cy="192"/>
              <a:chOff x="1395" y="1056"/>
              <a:chExt cx="96" cy="192"/>
            </a:xfrm>
          </p:grpSpPr>
          <p:sp>
            <p:nvSpPr>
              <p:cNvPr id="168088" name="Line 87">
                <a:extLst>
                  <a:ext uri="{FF2B5EF4-FFF2-40B4-BE49-F238E27FC236}">
                    <a16:creationId xmlns:a16="http://schemas.microsoft.com/office/drawing/2014/main" id="{4D864AD9-9E31-4E01-B1C7-A43703EC835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95" y="1056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68089" name="Line 88">
                <a:extLst>
                  <a:ext uri="{FF2B5EF4-FFF2-40B4-BE49-F238E27FC236}">
                    <a16:creationId xmlns:a16="http://schemas.microsoft.com/office/drawing/2014/main" id="{B21CF602-D68D-4DD0-886A-55F1E09FCAB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91" y="1056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  <p:grpSp>
          <p:nvGrpSpPr>
            <p:cNvPr id="168036" name="Group 92">
              <a:extLst>
                <a:ext uri="{FF2B5EF4-FFF2-40B4-BE49-F238E27FC236}">
                  <a16:creationId xmlns:a16="http://schemas.microsoft.com/office/drawing/2014/main" id="{09C65E68-3A28-4511-A1E6-0D9E1C92D98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1008"/>
              <a:ext cx="3264" cy="288"/>
              <a:chOff x="0" y="1008"/>
              <a:chExt cx="3264" cy="288"/>
            </a:xfrm>
          </p:grpSpPr>
          <p:sp>
            <p:nvSpPr>
              <p:cNvPr id="168050" name="Rectangle 7">
                <a:extLst>
                  <a:ext uri="{FF2B5EF4-FFF2-40B4-BE49-F238E27FC236}">
                    <a16:creationId xmlns:a16="http://schemas.microsoft.com/office/drawing/2014/main" id="{A4F5A269-6A2F-4691-9D59-6250BF8048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1008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93000"/>
                  </a:lnSpc>
                  <a:spcBef>
                    <a:spcPts val="8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•"/>
                  <a:defRPr sz="32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lnSpc>
                    <a:spcPct val="93000"/>
                  </a:lnSpc>
                  <a:spcBef>
                    <a:spcPts val="7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–"/>
                  <a:defRPr sz="28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lnSpc>
                    <a:spcPct val="93000"/>
                  </a:lnSpc>
                  <a:spcBef>
                    <a:spcPts val="6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•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lnSpc>
                    <a:spcPct val="93000"/>
                  </a:lnSpc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–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lnSpc>
                    <a:spcPct val="93000"/>
                  </a:lnSpc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 typeface="Arial" panose="020B0604020202020204" pitchFamily="34" charset="0"/>
                  <a:buNone/>
                </a:pPr>
                <a:endParaRPr lang="en-US" altLang="en-US" sz="2400">
                  <a:solidFill>
                    <a:schemeClr val="bg1"/>
                  </a:solidFill>
                </a:endParaRPr>
              </a:p>
            </p:txBody>
          </p:sp>
          <p:sp>
            <p:nvSpPr>
              <p:cNvPr id="168051" name="Rectangle 8">
                <a:extLst>
                  <a:ext uri="{FF2B5EF4-FFF2-40B4-BE49-F238E27FC236}">
                    <a16:creationId xmlns:a16="http://schemas.microsoft.com/office/drawing/2014/main" id="{2E8EFF91-B80D-4D29-BF37-331DB127F4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" y="1008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93000"/>
                  </a:lnSpc>
                  <a:spcBef>
                    <a:spcPts val="8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•"/>
                  <a:defRPr sz="32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lnSpc>
                    <a:spcPct val="93000"/>
                  </a:lnSpc>
                  <a:spcBef>
                    <a:spcPts val="7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–"/>
                  <a:defRPr sz="28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lnSpc>
                    <a:spcPct val="93000"/>
                  </a:lnSpc>
                  <a:spcBef>
                    <a:spcPts val="6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•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lnSpc>
                    <a:spcPct val="93000"/>
                  </a:lnSpc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–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lnSpc>
                    <a:spcPct val="93000"/>
                  </a:lnSpc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 typeface="Arial" panose="020B0604020202020204" pitchFamily="34" charset="0"/>
                  <a:buNone/>
                </a:pPr>
                <a:endParaRPr lang="en-US" altLang="en-US" sz="2400">
                  <a:solidFill>
                    <a:schemeClr val="bg1"/>
                  </a:solidFill>
                </a:endParaRPr>
              </a:p>
            </p:txBody>
          </p:sp>
          <p:sp>
            <p:nvSpPr>
              <p:cNvPr id="168052" name="Rectangle 9">
                <a:extLst>
                  <a:ext uri="{FF2B5EF4-FFF2-40B4-BE49-F238E27FC236}">
                    <a16:creationId xmlns:a16="http://schemas.microsoft.com/office/drawing/2014/main" id="{AECC51FE-4185-4F24-BD8B-D0222A28F8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59" y="1008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93000"/>
                  </a:lnSpc>
                  <a:spcBef>
                    <a:spcPts val="8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•"/>
                  <a:defRPr sz="32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lnSpc>
                    <a:spcPct val="93000"/>
                  </a:lnSpc>
                  <a:spcBef>
                    <a:spcPts val="7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–"/>
                  <a:defRPr sz="28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lnSpc>
                    <a:spcPct val="93000"/>
                  </a:lnSpc>
                  <a:spcBef>
                    <a:spcPts val="6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•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lnSpc>
                    <a:spcPct val="93000"/>
                  </a:lnSpc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–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lnSpc>
                    <a:spcPct val="93000"/>
                  </a:lnSpc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 typeface="Arial" panose="020B0604020202020204" pitchFamily="34" charset="0"/>
                  <a:buNone/>
                </a:pPr>
                <a:endParaRPr lang="en-US" altLang="en-US" sz="2400">
                  <a:solidFill>
                    <a:schemeClr val="bg1"/>
                  </a:solidFill>
                </a:endParaRPr>
              </a:p>
            </p:txBody>
          </p:sp>
          <p:sp>
            <p:nvSpPr>
              <p:cNvPr id="168053" name="Rectangle 10">
                <a:extLst>
                  <a:ext uri="{FF2B5EF4-FFF2-40B4-BE49-F238E27FC236}">
                    <a16:creationId xmlns:a16="http://schemas.microsoft.com/office/drawing/2014/main" id="{7414E8FC-B7D8-407A-9692-928E12B278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92" y="1008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93000"/>
                  </a:lnSpc>
                  <a:spcBef>
                    <a:spcPts val="8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•"/>
                  <a:defRPr sz="32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lnSpc>
                    <a:spcPct val="93000"/>
                  </a:lnSpc>
                  <a:spcBef>
                    <a:spcPts val="7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–"/>
                  <a:defRPr sz="28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lnSpc>
                    <a:spcPct val="93000"/>
                  </a:lnSpc>
                  <a:spcBef>
                    <a:spcPts val="6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•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lnSpc>
                    <a:spcPct val="93000"/>
                  </a:lnSpc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–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lnSpc>
                    <a:spcPct val="93000"/>
                  </a:lnSpc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 typeface="Arial" panose="020B0604020202020204" pitchFamily="34" charset="0"/>
                  <a:buNone/>
                </a:pPr>
                <a:endParaRPr lang="en-US" altLang="en-US" sz="2400">
                  <a:solidFill>
                    <a:schemeClr val="bg1"/>
                  </a:solidFill>
                </a:endParaRPr>
              </a:p>
            </p:txBody>
          </p:sp>
          <p:sp>
            <p:nvSpPr>
              <p:cNvPr id="168054" name="Rectangle 11">
                <a:extLst>
                  <a:ext uri="{FF2B5EF4-FFF2-40B4-BE49-F238E27FC236}">
                    <a16:creationId xmlns:a16="http://schemas.microsoft.com/office/drawing/2014/main" id="{A1F70391-9626-44D6-9DF0-3C650CCA62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04" y="1008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93000"/>
                  </a:lnSpc>
                  <a:spcBef>
                    <a:spcPts val="8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•"/>
                  <a:defRPr sz="32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lnSpc>
                    <a:spcPct val="93000"/>
                  </a:lnSpc>
                  <a:spcBef>
                    <a:spcPts val="7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–"/>
                  <a:defRPr sz="28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lnSpc>
                    <a:spcPct val="93000"/>
                  </a:lnSpc>
                  <a:spcBef>
                    <a:spcPts val="6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•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lnSpc>
                    <a:spcPct val="93000"/>
                  </a:lnSpc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–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lnSpc>
                    <a:spcPct val="93000"/>
                  </a:lnSpc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 typeface="Arial" panose="020B0604020202020204" pitchFamily="34" charset="0"/>
                  <a:buNone/>
                </a:pPr>
                <a:endParaRPr lang="en-US" altLang="en-US" sz="2400">
                  <a:solidFill>
                    <a:schemeClr val="bg1"/>
                  </a:solidFill>
                </a:endParaRPr>
              </a:p>
            </p:txBody>
          </p:sp>
          <p:sp>
            <p:nvSpPr>
              <p:cNvPr id="168055" name="Rectangle 12">
                <a:extLst>
                  <a:ext uri="{FF2B5EF4-FFF2-40B4-BE49-F238E27FC236}">
                    <a16:creationId xmlns:a16="http://schemas.microsoft.com/office/drawing/2014/main" id="{A97410A5-F6B1-4E22-89AF-98B3438D09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08" y="1008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93000"/>
                  </a:lnSpc>
                  <a:spcBef>
                    <a:spcPts val="8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•"/>
                  <a:defRPr sz="32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lnSpc>
                    <a:spcPct val="93000"/>
                  </a:lnSpc>
                  <a:spcBef>
                    <a:spcPts val="7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–"/>
                  <a:defRPr sz="28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lnSpc>
                    <a:spcPct val="93000"/>
                  </a:lnSpc>
                  <a:spcBef>
                    <a:spcPts val="6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•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lnSpc>
                    <a:spcPct val="93000"/>
                  </a:lnSpc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–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lnSpc>
                    <a:spcPct val="93000"/>
                  </a:lnSpc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 typeface="Arial" panose="020B0604020202020204" pitchFamily="34" charset="0"/>
                  <a:buNone/>
                </a:pPr>
                <a:endParaRPr lang="en-US" altLang="en-US" sz="2400">
                  <a:solidFill>
                    <a:schemeClr val="bg1"/>
                  </a:solidFill>
                </a:endParaRPr>
              </a:p>
            </p:txBody>
          </p:sp>
          <p:sp>
            <p:nvSpPr>
              <p:cNvPr id="168056" name="Rectangle 13">
                <a:extLst>
                  <a:ext uri="{FF2B5EF4-FFF2-40B4-BE49-F238E27FC236}">
                    <a16:creationId xmlns:a16="http://schemas.microsoft.com/office/drawing/2014/main" id="{567872A5-4A66-4E60-A565-BCA99CA1DE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96" y="1008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93000"/>
                  </a:lnSpc>
                  <a:spcBef>
                    <a:spcPts val="8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•"/>
                  <a:defRPr sz="32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lnSpc>
                    <a:spcPct val="93000"/>
                  </a:lnSpc>
                  <a:spcBef>
                    <a:spcPts val="7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–"/>
                  <a:defRPr sz="28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lnSpc>
                    <a:spcPct val="93000"/>
                  </a:lnSpc>
                  <a:spcBef>
                    <a:spcPts val="6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•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lnSpc>
                    <a:spcPct val="93000"/>
                  </a:lnSpc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–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lnSpc>
                    <a:spcPct val="93000"/>
                  </a:lnSpc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 typeface="Arial" panose="020B0604020202020204" pitchFamily="34" charset="0"/>
                  <a:buNone/>
                </a:pPr>
                <a:endParaRPr lang="en-US" altLang="en-US" sz="2400">
                  <a:solidFill>
                    <a:schemeClr val="bg1"/>
                  </a:solidFill>
                </a:endParaRPr>
              </a:p>
            </p:txBody>
          </p:sp>
          <p:sp>
            <p:nvSpPr>
              <p:cNvPr id="168057" name="Rectangle 14">
                <a:extLst>
                  <a:ext uri="{FF2B5EF4-FFF2-40B4-BE49-F238E27FC236}">
                    <a16:creationId xmlns:a16="http://schemas.microsoft.com/office/drawing/2014/main" id="{F24D1CC2-3F56-4915-A03F-6535994E06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16" y="1008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93000"/>
                  </a:lnSpc>
                  <a:spcBef>
                    <a:spcPts val="8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•"/>
                  <a:defRPr sz="32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lnSpc>
                    <a:spcPct val="93000"/>
                  </a:lnSpc>
                  <a:spcBef>
                    <a:spcPts val="7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–"/>
                  <a:defRPr sz="28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lnSpc>
                    <a:spcPct val="93000"/>
                  </a:lnSpc>
                  <a:spcBef>
                    <a:spcPts val="6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•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lnSpc>
                    <a:spcPct val="93000"/>
                  </a:lnSpc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–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lnSpc>
                    <a:spcPct val="93000"/>
                  </a:lnSpc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 typeface="Arial" panose="020B0604020202020204" pitchFamily="34" charset="0"/>
                  <a:buNone/>
                </a:pPr>
                <a:endParaRPr lang="en-US" altLang="en-US" sz="2400">
                  <a:solidFill>
                    <a:schemeClr val="bg1"/>
                  </a:solidFill>
                </a:endParaRPr>
              </a:p>
            </p:txBody>
          </p:sp>
          <p:sp>
            <p:nvSpPr>
              <p:cNvPr id="168058" name="Rectangle 15">
                <a:extLst>
                  <a:ext uri="{FF2B5EF4-FFF2-40B4-BE49-F238E27FC236}">
                    <a16:creationId xmlns:a16="http://schemas.microsoft.com/office/drawing/2014/main" id="{DFA9F3D6-A485-44C0-BEBE-27E272624D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0" y="1008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93000"/>
                  </a:lnSpc>
                  <a:spcBef>
                    <a:spcPts val="8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•"/>
                  <a:defRPr sz="32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lnSpc>
                    <a:spcPct val="93000"/>
                  </a:lnSpc>
                  <a:spcBef>
                    <a:spcPts val="7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–"/>
                  <a:defRPr sz="28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lnSpc>
                    <a:spcPct val="93000"/>
                  </a:lnSpc>
                  <a:spcBef>
                    <a:spcPts val="6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•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lnSpc>
                    <a:spcPct val="93000"/>
                  </a:lnSpc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–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lnSpc>
                    <a:spcPct val="93000"/>
                  </a:lnSpc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 typeface="Arial" panose="020B0604020202020204" pitchFamily="34" charset="0"/>
                  <a:buNone/>
                </a:pPr>
                <a:endParaRPr lang="en-US" altLang="en-US" sz="2400">
                  <a:solidFill>
                    <a:schemeClr val="bg1"/>
                  </a:solidFill>
                </a:endParaRPr>
              </a:p>
            </p:txBody>
          </p:sp>
          <p:sp>
            <p:nvSpPr>
              <p:cNvPr id="168059" name="Rectangle 16">
                <a:extLst>
                  <a:ext uri="{FF2B5EF4-FFF2-40B4-BE49-F238E27FC236}">
                    <a16:creationId xmlns:a16="http://schemas.microsoft.com/office/drawing/2014/main" id="{E4446530-1296-4DBA-AC9B-7959E16E5B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" y="1008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93000"/>
                  </a:lnSpc>
                  <a:spcBef>
                    <a:spcPts val="8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•"/>
                  <a:defRPr sz="32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lnSpc>
                    <a:spcPct val="93000"/>
                  </a:lnSpc>
                  <a:spcBef>
                    <a:spcPts val="7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–"/>
                  <a:defRPr sz="28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lnSpc>
                    <a:spcPct val="93000"/>
                  </a:lnSpc>
                  <a:spcBef>
                    <a:spcPts val="6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•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lnSpc>
                    <a:spcPct val="93000"/>
                  </a:lnSpc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–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lnSpc>
                    <a:spcPct val="93000"/>
                  </a:lnSpc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 typeface="Arial" panose="020B0604020202020204" pitchFamily="34" charset="0"/>
                  <a:buNone/>
                </a:pPr>
                <a:endParaRPr lang="en-US" altLang="en-US" sz="2400">
                  <a:solidFill>
                    <a:schemeClr val="bg1"/>
                  </a:solidFill>
                </a:endParaRPr>
              </a:p>
            </p:txBody>
          </p:sp>
          <p:grpSp>
            <p:nvGrpSpPr>
              <p:cNvPr id="168060" name="Group 61">
                <a:extLst>
                  <a:ext uri="{FF2B5EF4-FFF2-40B4-BE49-F238E27FC236}">
                    <a16:creationId xmlns:a16="http://schemas.microsoft.com/office/drawing/2014/main" id="{E0A1B4B6-BA0A-45B8-854A-94E955C620E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395" y="1056"/>
                <a:ext cx="96" cy="192"/>
                <a:chOff x="1395" y="1056"/>
                <a:chExt cx="96" cy="192"/>
              </a:xfrm>
            </p:grpSpPr>
            <p:sp>
              <p:nvSpPr>
                <p:cNvPr id="168086" name="Line 38">
                  <a:extLst>
                    <a:ext uri="{FF2B5EF4-FFF2-40B4-BE49-F238E27FC236}">
                      <a16:creationId xmlns:a16="http://schemas.microsoft.com/office/drawing/2014/main" id="{CB2FE0B5-FA0C-4FF5-B1C3-5DB10C3D2DB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395" y="1056"/>
                  <a:ext cx="0" cy="19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68087" name="Line 39">
                  <a:extLst>
                    <a:ext uri="{FF2B5EF4-FFF2-40B4-BE49-F238E27FC236}">
                      <a16:creationId xmlns:a16="http://schemas.microsoft.com/office/drawing/2014/main" id="{E129E4A7-F767-45A0-989D-805D83A6EDD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491" y="1056"/>
                  <a:ext cx="0" cy="19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 type="triangle" w="med" len="med"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sp>
            <p:nvSpPr>
              <p:cNvPr id="168061" name="Line 56">
                <a:extLst>
                  <a:ext uri="{FF2B5EF4-FFF2-40B4-BE49-F238E27FC236}">
                    <a16:creationId xmlns:a16="http://schemas.microsoft.com/office/drawing/2014/main" id="{2D7C3340-CB1A-4942-AEFA-5B121DCE049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28" y="1056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68062" name="Line 57">
                <a:extLst>
                  <a:ext uri="{FF2B5EF4-FFF2-40B4-BE49-F238E27FC236}">
                    <a16:creationId xmlns:a16="http://schemas.microsoft.com/office/drawing/2014/main" id="{7F37C695-E56D-4925-AC9D-409DAAD2F2B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2" y="1056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68063" name="Line 58">
                <a:extLst>
                  <a:ext uri="{FF2B5EF4-FFF2-40B4-BE49-F238E27FC236}">
                    <a16:creationId xmlns:a16="http://schemas.microsoft.com/office/drawing/2014/main" id="{C12D8423-205B-418A-B19E-351A53752AE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6" y="1056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68064" name="Line 59">
                <a:extLst>
                  <a:ext uri="{FF2B5EF4-FFF2-40B4-BE49-F238E27FC236}">
                    <a16:creationId xmlns:a16="http://schemas.microsoft.com/office/drawing/2014/main" id="{32056BFB-2B2D-44BF-9C6F-7020B07348B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2" y="1056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grpSp>
            <p:nvGrpSpPr>
              <p:cNvPr id="168065" name="Group 62">
                <a:extLst>
                  <a:ext uri="{FF2B5EF4-FFF2-40B4-BE49-F238E27FC236}">
                    <a16:creationId xmlns:a16="http://schemas.microsoft.com/office/drawing/2014/main" id="{65453ECE-E590-4EF2-BD0F-95979A6876F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16" y="1056"/>
                <a:ext cx="96" cy="192"/>
                <a:chOff x="1395" y="1056"/>
                <a:chExt cx="96" cy="192"/>
              </a:xfrm>
            </p:grpSpPr>
            <p:sp>
              <p:nvSpPr>
                <p:cNvPr id="168084" name="Line 63">
                  <a:extLst>
                    <a:ext uri="{FF2B5EF4-FFF2-40B4-BE49-F238E27FC236}">
                      <a16:creationId xmlns:a16="http://schemas.microsoft.com/office/drawing/2014/main" id="{7174EC4E-B4DB-4583-AFC8-E620F0892CB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395" y="1056"/>
                  <a:ext cx="0" cy="19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68085" name="Line 64">
                  <a:extLst>
                    <a:ext uri="{FF2B5EF4-FFF2-40B4-BE49-F238E27FC236}">
                      <a16:creationId xmlns:a16="http://schemas.microsoft.com/office/drawing/2014/main" id="{3D00DE61-9D8F-4195-91D0-8F8009B8BDE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491" y="1056"/>
                  <a:ext cx="0" cy="19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 type="triangle" w="med" len="med"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grpSp>
            <p:nvGrpSpPr>
              <p:cNvPr id="168066" name="Group 65">
                <a:extLst>
                  <a:ext uri="{FF2B5EF4-FFF2-40B4-BE49-F238E27FC236}">
                    <a16:creationId xmlns:a16="http://schemas.microsoft.com/office/drawing/2014/main" id="{BCA46C1C-B554-4753-B168-7D9F7011461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112" y="1056"/>
                <a:ext cx="96" cy="192"/>
                <a:chOff x="1395" y="1056"/>
                <a:chExt cx="96" cy="192"/>
              </a:xfrm>
            </p:grpSpPr>
            <p:sp>
              <p:nvSpPr>
                <p:cNvPr id="168082" name="Line 66">
                  <a:extLst>
                    <a:ext uri="{FF2B5EF4-FFF2-40B4-BE49-F238E27FC236}">
                      <a16:creationId xmlns:a16="http://schemas.microsoft.com/office/drawing/2014/main" id="{30353AED-9864-4B50-9ECF-0064BD1D6A2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395" y="1056"/>
                  <a:ext cx="0" cy="19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68083" name="Line 67">
                  <a:extLst>
                    <a:ext uri="{FF2B5EF4-FFF2-40B4-BE49-F238E27FC236}">
                      <a16:creationId xmlns:a16="http://schemas.microsoft.com/office/drawing/2014/main" id="{3ED91CF7-E71D-4C6B-8691-492F84B7EA9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491" y="1056"/>
                  <a:ext cx="0" cy="19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 type="triangle" w="med" len="med"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grpSp>
            <p:nvGrpSpPr>
              <p:cNvPr id="168067" name="Group 68">
                <a:extLst>
                  <a:ext uri="{FF2B5EF4-FFF2-40B4-BE49-F238E27FC236}">
                    <a16:creationId xmlns:a16="http://schemas.microsoft.com/office/drawing/2014/main" id="{1D37422B-40E6-4089-BDC8-EC120845E2E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28" y="1056"/>
                <a:ext cx="96" cy="192"/>
                <a:chOff x="1395" y="1056"/>
                <a:chExt cx="96" cy="192"/>
              </a:xfrm>
            </p:grpSpPr>
            <p:sp>
              <p:nvSpPr>
                <p:cNvPr id="168080" name="Line 69">
                  <a:extLst>
                    <a:ext uri="{FF2B5EF4-FFF2-40B4-BE49-F238E27FC236}">
                      <a16:creationId xmlns:a16="http://schemas.microsoft.com/office/drawing/2014/main" id="{24F75961-9B43-42EE-978A-1A4E3E3F833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395" y="1056"/>
                  <a:ext cx="0" cy="19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68081" name="Line 70">
                  <a:extLst>
                    <a:ext uri="{FF2B5EF4-FFF2-40B4-BE49-F238E27FC236}">
                      <a16:creationId xmlns:a16="http://schemas.microsoft.com/office/drawing/2014/main" id="{C38A913C-6B9B-4BB2-B191-E7E36CBEB30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491" y="1056"/>
                  <a:ext cx="0" cy="19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 type="triangle" w="med" len="med"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grpSp>
            <p:nvGrpSpPr>
              <p:cNvPr id="168068" name="Group 71">
                <a:extLst>
                  <a:ext uri="{FF2B5EF4-FFF2-40B4-BE49-F238E27FC236}">
                    <a16:creationId xmlns:a16="http://schemas.microsoft.com/office/drawing/2014/main" id="{BD5479BD-C3B5-443F-ABCF-55D5E61932C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00" y="1056"/>
                <a:ext cx="96" cy="192"/>
                <a:chOff x="1395" y="1056"/>
                <a:chExt cx="96" cy="192"/>
              </a:xfrm>
            </p:grpSpPr>
            <p:sp>
              <p:nvSpPr>
                <p:cNvPr id="168078" name="Line 72">
                  <a:extLst>
                    <a:ext uri="{FF2B5EF4-FFF2-40B4-BE49-F238E27FC236}">
                      <a16:creationId xmlns:a16="http://schemas.microsoft.com/office/drawing/2014/main" id="{689FED7D-9E3D-4B13-904C-20947686424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395" y="1056"/>
                  <a:ext cx="0" cy="19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68079" name="Line 73">
                  <a:extLst>
                    <a:ext uri="{FF2B5EF4-FFF2-40B4-BE49-F238E27FC236}">
                      <a16:creationId xmlns:a16="http://schemas.microsoft.com/office/drawing/2014/main" id="{86F55454-5501-4E22-AF80-EF2D77A58F1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491" y="1056"/>
                  <a:ext cx="0" cy="19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 type="triangle" w="med" len="med"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grpSp>
            <p:nvGrpSpPr>
              <p:cNvPr id="168069" name="Group 74">
                <a:extLst>
                  <a:ext uri="{FF2B5EF4-FFF2-40B4-BE49-F238E27FC236}">
                    <a16:creationId xmlns:a16="http://schemas.microsoft.com/office/drawing/2014/main" id="{38890F3D-A2C0-41B6-82B9-F54270D0FF8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688" y="1056"/>
                <a:ext cx="96" cy="192"/>
                <a:chOff x="1395" y="1056"/>
                <a:chExt cx="96" cy="192"/>
              </a:xfrm>
            </p:grpSpPr>
            <p:sp>
              <p:nvSpPr>
                <p:cNvPr id="168076" name="Line 75">
                  <a:extLst>
                    <a:ext uri="{FF2B5EF4-FFF2-40B4-BE49-F238E27FC236}">
                      <a16:creationId xmlns:a16="http://schemas.microsoft.com/office/drawing/2014/main" id="{40110A83-87A9-4F7E-A77E-CEC94837416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395" y="1056"/>
                  <a:ext cx="0" cy="19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68077" name="Line 76">
                  <a:extLst>
                    <a:ext uri="{FF2B5EF4-FFF2-40B4-BE49-F238E27FC236}">
                      <a16:creationId xmlns:a16="http://schemas.microsoft.com/office/drawing/2014/main" id="{C7B18990-C953-4163-8D03-951A68DB3C9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491" y="1056"/>
                  <a:ext cx="0" cy="19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 type="triangle" w="med" len="med"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grpSp>
            <p:nvGrpSpPr>
              <p:cNvPr id="168070" name="Group 80">
                <a:extLst>
                  <a:ext uri="{FF2B5EF4-FFF2-40B4-BE49-F238E27FC236}">
                    <a16:creationId xmlns:a16="http://schemas.microsoft.com/office/drawing/2014/main" id="{E607C973-932B-4B76-BB50-DF014C3076D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072" y="1056"/>
                <a:ext cx="96" cy="192"/>
                <a:chOff x="1395" y="1056"/>
                <a:chExt cx="96" cy="192"/>
              </a:xfrm>
            </p:grpSpPr>
            <p:sp>
              <p:nvSpPr>
                <p:cNvPr id="168074" name="Line 81">
                  <a:extLst>
                    <a:ext uri="{FF2B5EF4-FFF2-40B4-BE49-F238E27FC236}">
                      <a16:creationId xmlns:a16="http://schemas.microsoft.com/office/drawing/2014/main" id="{17D775CB-37CB-4F1D-90BB-9E39C1B2FE3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395" y="1056"/>
                  <a:ext cx="0" cy="19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68075" name="Line 82">
                  <a:extLst>
                    <a:ext uri="{FF2B5EF4-FFF2-40B4-BE49-F238E27FC236}">
                      <a16:creationId xmlns:a16="http://schemas.microsoft.com/office/drawing/2014/main" id="{654FE62F-3066-4B52-A451-2393F71AE7F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491" y="1056"/>
                  <a:ext cx="0" cy="19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 type="triangle" w="med" len="med"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grpSp>
            <p:nvGrpSpPr>
              <p:cNvPr id="168071" name="Group 89">
                <a:extLst>
                  <a:ext uri="{FF2B5EF4-FFF2-40B4-BE49-F238E27FC236}">
                    <a16:creationId xmlns:a16="http://schemas.microsoft.com/office/drawing/2014/main" id="{C85D909C-94EE-4785-8A70-EFFD81E62AB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104" y="1056"/>
                <a:ext cx="96" cy="192"/>
                <a:chOff x="1395" y="1056"/>
                <a:chExt cx="96" cy="192"/>
              </a:xfrm>
            </p:grpSpPr>
            <p:sp>
              <p:nvSpPr>
                <p:cNvPr id="168072" name="Line 90">
                  <a:extLst>
                    <a:ext uri="{FF2B5EF4-FFF2-40B4-BE49-F238E27FC236}">
                      <a16:creationId xmlns:a16="http://schemas.microsoft.com/office/drawing/2014/main" id="{65C34826-797F-433D-A339-67A381BC9A6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395" y="1056"/>
                  <a:ext cx="0" cy="19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68073" name="Line 91">
                  <a:extLst>
                    <a:ext uri="{FF2B5EF4-FFF2-40B4-BE49-F238E27FC236}">
                      <a16:creationId xmlns:a16="http://schemas.microsoft.com/office/drawing/2014/main" id="{1F7FA1F7-13ED-43AB-9CF6-CFC7D2D7900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491" y="1056"/>
                  <a:ext cx="0" cy="19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 type="triangle" w="med" len="med"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</p:grpSp>
        <p:grpSp>
          <p:nvGrpSpPr>
            <p:cNvPr id="168037" name="Group 174">
              <a:extLst>
                <a:ext uri="{FF2B5EF4-FFF2-40B4-BE49-F238E27FC236}">
                  <a16:creationId xmlns:a16="http://schemas.microsoft.com/office/drawing/2014/main" id="{621C757E-917D-42A7-BF11-EF2C724BCB5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44" y="1056"/>
              <a:ext cx="96" cy="192"/>
              <a:chOff x="1395" y="1056"/>
              <a:chExt cx="96" cy="192"/>
            </a:xfrm>
          </p:grpSpPr>
          <p:sp>
            <p:nvSpPr>
              <p:cNvPr id="168048" name="Line 175">
                <a:extLst>
                  <a:ext uri="{FF2B5EF4-FFF2-40B4-BE49-F238E27FC236}">
                    <a16:creationId xmlns:a16="http://schemas.microsoft.com/office/drawing/2014/main" id="{25ABE812-A43F-4666-8CA6-4253A08A3B7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95" y="1056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68049" name="Line 176">
                <a:extLst>
                  <a:ext uri="{FF2B5EF4-FFF2-40B4-BE49-F238E27FC236}">
                    <a16:creationId xmlns:a16="http://schemas.microsoft.com/office/drawing/2014/main" id="{CB4A31A6-15B4-40A3-8904-594E0BCBA54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91" y="1056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  <p:grpSp>
          <p:nvGrpSpPr>
            <p:cNvPr id="168038" name="Group 177">
              <a:extLst>
                <a:ext uri="{FF2B5EF4-FFF2-40B4-BE49-F238E27FC236}">
                  <a16:creationId xmlns:a16="http://schemas.microsoft.com/office/drawing/2014/main" id="{C94450D6-829D-4527-90CC-17A07A5DDF6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08" y="1056"/>
              <a:ext cx="96" cy="192"/>
              <a:chOff x="1395" y="1056"/>
              <a:chExt cx="96" cy="192"/>
            </a:xfrm>
          </p:grpSpPr>
          <p:sp>
            <p:nvSpPr>
              <p:cNvPr id="168046" name="Line 178">
                <a:extLst>
                  <a:ext uri="{FF2B5EF4-FFF2-40B4-BE49-F238E27FC236}">
                    <a16:creationId xmlns:a16="http://schemas.microsoft.com/office/drawing/2014/main" id="{05C9B5BB-3E51-48D2-AD60-7D7E4257E60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95" y="1056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68047" name="Line 179">
                <a:extLst>
                  <a:ext uri="{FF2B5EF4-FFF2-40B4-BE49-F238E27FC236}">
                    <a16:creationId xmlns:a16="http://schemas.microsoft.com/office/drawing/2014/main" id="{72DD8DEB-6CC2-44AE-AE29-E71B0BCCDE8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91" y="1056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  <p:grpSp>
          <p:nvGrpSpPr>
            <p:cNvPr id="168039" name="Group 180">
              <a:extLst>
                <a:ext uri="{FF2B5EF4-FFF2-40B4-BE49-F238E27FC236}">
                  <a16:creationId xmlns:a16="http://schemas.microsoft.com/office/drawing/2014/main" id="{066FFDC0-C4B9-4C89-ADB4-FCE214D9EF3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20" y="1056"/>
              <a:ext cx="96" cy="192"/>
              <a:chOff x="1395" y="1056"/>
              <a:chExt cx="96" cy="192"/>
            </a:xfrm>
          </p:grpSpPr>
          <p:sp>
            <p:nvSpPr>
              <p:cNvPr id="168044" name="Line 181">
                <a:extLst>
                  <a:ext uri="{FF2B5EF4-FFF2-40B4-BE49-F238E27FC236}">
                    <a16:creationId xmlns:a16="http://schemas.microsoft.com/office/drawing/2014/main" id="{E5707326-B190-42F4-B13A-4FDBF016787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95" y="1056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68045" name="Line 182">
                <a:extLst>
                  <a:ext uri="{FF2B5EF4-FFF2-40B4-BE49-F238E27FC236}">
                    <a16:creationId xmlns:a16="http://schemas.microsoft.com/office/drawing/2014/main" id="{F769136A-7ED3-4D69-9D80-698BCE921A7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91" y="1056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  <p:grpSp>
          <p:nvGrpSpPr>
            <p:cNvPr id="168040" name="Group 183">
              <a:extLst>
                <a:ext uri="{FF2B5EF4-FFF2-40B4-BE49-F238E27FC236}">
                  <a16:creationId xmlns:a16="http://schemas.microsoft.com/office/drawing/2014/main" id="{958ADA1A-7074-4D9C-A9FA-D07D2C1CC21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32" y="1056"/>
              <a:ext cx="96" cy="192"/>
              <a:chOff x="1395" y="1056"/>
              <a:chExt cx="96" cy="192"/>
            </a:xfrm>
          </p:grpSpPr>
          <p:sp>
            <p:nvSpPr>
              <p:cNvPr id="168042" name="Line 184">
                <a:extLst>
                  <a:ext uri="{FF2B5EF4-FFF2-40B4-BE49-F238E27FC236}">
                    <a16:creationId xmlns:a16="http://schemas.microsoft.com/office/drawing/2014/main" id="{1947B6C5-4F00-4EBE-ABD2-E63BF6B2939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95" y="1056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68043" name="Line 185">
                <a:extLst>
                  <a:ext uri="{FF2B5EF4-FFF2-40B4-BE49-F238E27FC236}">
                    <a16:creationId xmlns:a16="http://schemas.microsoft.com/office/drawing/2014/main" id="{EF791DF5-A173-4CC3-BBE2-0B985F0D505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91" y="1056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  <p:sp>
          <p:nvSpPr>
            <p:cNvPr id="168041" name="Line 189">
              <a:extLst>
                <a:ext uri="{FF2B5EF4-FFF2-40B4-BE49-F238E27FC236}">
                  <a16:creationId xmlns:a16="http://schemas.microsoft.com/office/drawing/2014/main" id="{A39C4530-1950-45F0-A608-021448FDCB9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20" y="1056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167947" name="Group 210">
            <a:extLst>
              <a:ext uri="{FF2B5EF4-FFF2-40B4-BE49-F238E27FC236}">
                <a16:creationId xmlns:a16="http://schemas.microsoft.com/office/drawing/2014/main" id="{D78D807A-E247-4C9B-B64E-CD8F209F8F60}"/>
              </a:ext>
            </a:extLst>
          </p:cNvPr>
          <p:cNvGrpSpPr>
            <a:grpSpLocks/>
          </p:cNvGrpSpPr>
          <p:nvPr/>
        </p:nvGrpSpPr>
        <p:grpSpPr bwMode="auto">
          <a:xfrm>
            <a:off x="228600" y="5105400"/>
            <a:ext cx="7620000" cy="457200"/>
            <a:chOff x="96" y="3264"/>
            <a:chExt cx="4800" cy="288"/>
          </a:xfrm>
        </p:grpSpPr>
        <p:sp>
          <p:nvSpPr>
            <p:cNvPr id="167974" name="Rectangle 199">
              <a:extLst>
                <a:ext uri="{FF2B5EF4-FFF2-40B4-BE49-F238E27FC236}">
                  <a16:creationId xmlns:a16="http://schemas.microsoft.com/office/drawing/2014/main" id="{38AA73BC-1026-4B96-AEDE-897E2CCFA0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6" y="3264"/>
              <a:ext cx="288" cy="288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93000"/>
                </a:lnSpc>
                <a:spcBef>
                  <a:spcPts val="8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defRPr sz="32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93000"/>
                </a:lnSpc>
                <a:spcBef>
                  <a:spcPts val="7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93000"/>
                </a:lnSpc>
                <a:spcBef>
                  <a:spcPts val="6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93000"/>
                </a:lnSpc>
                <a:spcBef>
                  <a:spcPts val="5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93000"/>
                </a:lnSpc>
                <a:spcBef>
                  <a:spcPts val="5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en-US" altLang="en-US" sz="2400">
                <a:solidFill>
                  <a:schemeClr val="bg1"/>
                </a:solidFill>
              </a:endParaRPr>
            </a:p>
          </p:txBody>
        </p:sp>
        <p:grpSp>
          <p:nvGrpSpPr>
            <p:cNvPr id="167975" name="Group 132">
              <a:extLst>
                <a:ext uri="{FF2B5EF4-FFF2-40B4-BE49-F238E27FC236}">
                  <a16:creationId xmlns:a16="http://schemas.microsoft.com/office/drawing/2014/main" id="{4A2302E7-A02A-40EA-8BC9-1A0ED3657DC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6" y="3264"/>
              <a:ext cx="3264" cy="288"/>
              <a:chOff x="0" y="1008"/>
              <a:chExt cx="3264" cy="288"/>
            </a:xfrm>
          </p:grpSpPr>
          <p:sp>
            <p:nvSpPr>
              <p:cNvPr id="167987" name="Rectangle 133">
                <a:extLst>
                  <a:ext uri="{FF2B5EF4-FFF2-40B4-BE49-F238E27FC236}">
                    <a16:creationId xmlns:a16="http://schemas.microsoft.com/office/drawing/2014/main" id="{14AECBB3-0B36-48EF-B454-796FEA8A7E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1008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93000"/>
                  </a:lnSpc>
                  <a:spcBef>
                    <a:spcPts val="8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•"/>
                  <a:defRPr sz="32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lnSpc>
                    <a:spcPct val="93000"/>
                  </a:lnSpc>
                  <a:spcBef>
                    <a:spcPts val="7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–"/>
                  <a:defRPr sz="28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lnSpc>
                    <a:spcPct val="93000"/>
                  </a:lnSpc>
                  <a:spcBef>
                    <a:spcPts val="6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•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lnSpc>
                    <a:spcPct val="93000"/>
                  </a:lnSpc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–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lnSpc>
                    <a:spcPct val="93000"/>
                  </a:lnSpc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 typeface="Arial" panose="020B0604020202020204" pitchFamily="34" charset="0"/>
                  <a:buNone/>
                </a:pPr>
                <a:endParaRPr lang="en-US" altLang="en-US" sz="2400">
                  <a:solidFill>
                    <a:schemeClr val="bg1"/>
                  </a:solidFill>
                </a:endParaRPr>
              </a:p>
            </p:txBody>
          </p:sp>
          <p:sp>
            <p:nvSpPr>
              <p:cNvPr id="167988" name="Rectangle 134">
                <a:extLst>
                  <a:ext uri="{FF2B5EF4-FFF2-40B4-BE49-F238E27FC236}">
                    <a16:creationId xmlns:a16="http://schemas.microsoft.com/office/drawing/2014/main" id="{4099C4CF-C1BD-4A21-A137-30BE2419A7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" y="1008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93000"/>
                  </a:lnSpc>
                  <a:spcBef>
                    <a:spcPts val="8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•"/>
                  <a:defRPr sz="32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lnSpc>
                    <a:spcPct val="93000"/>
                  </a:lnSpc>
                  <a:spcBef>
                    <a:spcPts val="7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–"/>
                  <a:defRPr sz="28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lnSpc>
                    <a:spcPct val="93000"/>
                  </a:lnSpc>
                  <a:spcBef>
                    <a:spcPts val="6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•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lnSpc>
                    <a:spcPct val="93000"/>
                  </a:lnSpc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–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lnSpc>
                    <a:spcPct val="93000"/>
                  </a:lnSpc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 typeface="Arial" panose="020B0604020202020204" pitchFamily="34" charset="0"/>
                  <a:buNone/>
                </a:pPr>
                <a:endParaRPr lang="en-US" altLang="en-US" sz="2400">
                  <a:solidFill>
                    <a:schemeClr val="bg1"/>
                  </a:solidFill>
                </a:endParaRPr>
              </a:p>
            </p:txBody>
          </p:sp>
          <p:sp>
            <p:nvSpPr>
              <p:cNvPr id="167989" name="Rectangle 135">
                <a:extLst>
                  <a:ext uri="{FF2B5EF4-FFF2-40B4-BE49-F238E27FC236}">
                    <a16:creationId xmlns:a16="http://schemas.microsoft.com/office/drawing/2014/main" id="{D428D42C-26C7-4404-9518-966404CFE9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59" y="1008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93000"/>
                  </a:lnSpc>
                  <a:spcBef>
                    <a:spcPts val="8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•"/>
                  <a:defRPr sz="32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lnSpc>
                    <a:spcPct val="93000"/>
                  </a:lnSpc>
                  <a:spcBef>
                    <a:spcPts val="7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–"/>
                  <a:defRPr sz="28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lnSpc>
                    <a:spcPct val="93000"/>
                  </a:lnSpc>
                  <a:spcBef>
                    <a:spcPts val="6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•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lnSpc>
                    <a:spcPct val="93000"/>
                  </a:lnSpc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–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lnSpc>
                    <a:spcPct val="93000"/>
                  </a:lnSpc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 typeface="Arial" panose="020B0604020202020204" pitchFamily="34" charset="0"/>
                  <a:buNone/>
                </a:pPr>
                <a:endParaRPr lang="en-US" altLang="en-US" sz="2400">
                  <a:solidFill>
                    <a:schemeClr val="bg1"/>
                  </a:solidFill>
                </a:endParaRPr>
              </a:p>
            </p:txBody>
          </p:sp>
          <p:sp>
            <p:nvSpPr>
              <p:cNvPr id="167990" name="Rectangle 136">
                <a:extLst>
                  <a:ext uri="{FF2B5EF4-FFF2-40B4-BE49-F238E27FC236}">
                    <a16:creationId xmlns:a16="http://schemas.microsoft.com/office/drawing/2014/main" id="{7F605A0B-CB59-4222-BE2A-E344DBB130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92" y="1008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93000"/>
                  </a:lnSpc>
                  <a:spcBef>
                    <a:spcPts val="8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•"/>
                  <a:defRPr sz="32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lnSpc>
                    <a:spcPct val="93000"/>
                  </a:lnSpc>
                  <a:spcBef>
                    <a:spcPts val="7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–"/>
                  <a:defRPr sz="28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lnSpc>
                    <a:spcPct val="93000"/>
                  </a:lnSpc>
                  <a:spcBef>
                    <a:spcPts val="6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•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lnSpc>
                    <a:spcPct val="93000"/>
                  </a:lnSpc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–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lnSpc>
                    <a:spcPct val="93000"/>
                  </a:lnSpc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 typeface="Arial" panose="020B0604020202020204" pitchFamily="34" charset="0"/>
                  <a:buNone/>
                </a:pPr>
                <a:endParaRPr lang="en-US" altLang="en-US" sz="2400">
                  <a:solidFill>
                    <a:schemeClr val="bg1"/>
                  </a:solidFill>
                </a:endParaRPr>
              </a:p>
            </p:txBody>
          </p:sp>
          <p:sp>
            <p:nvSpPr>
              <p:cNvPr id="167991" name="Rectangle 137">
                <a:extLst>
                  <a:ext uri="{FF2B5EF4-FFF2-40B4-BE49-F238E27FC236}">
                    <a16:creationId xmlns:a16="http://schemas.microsoft.com/office/drawing/2014/main" id="{7B1C08FD-2F11-4DFB-BE32-C5D3BC98ED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04" y="1008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93000"/>
                  </a:lnSpc>
                  <a:spcBef>
                    <a:spcPts val="8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•"/>
                  <a:defRPr sz="32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lnSpc>
                    <a:spcPct val="93000"/>
                  </a:lnSpc>
                  <a:spcBef>
                    <a:spcPts val="7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–"/>
                  <a:defRPr sz="28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lnSpc>
                    <a:spcPct val="93000"/>
                  </a:lnSpc>
                  <a:spcBef>
                    <a:spcPts val="6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•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lnSpc>
                    <a:spcPct val="93000"/>
                  </a:lnSpc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–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lnSpc>
                    <a:spcPct val="93000"/>
                  </a:lnSpc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 typeface="Arial" panose="020B0604020202020204" pitchFamily="34" charset="0"/>
                  <a:buNone/>
                </a:pPr>
                <a:endParaRPr lang="en-US" altLang="en-US" sz="2400">
                  <a:solidFill>
                    <a:schemeClr val="bg1"/>
                  </a:solidFill>
                </a:endParaRPr>
              </a:p>
            </p:txBody>
          </p:sp>
          <p:sp>
            <p:nvSpPr>
              <p:cNvPr id="167992" name="Rectangle 138">
                <a:extLst>
                  <a:ext uri="{FF2B5EF4-FFF2-40B4-BE49-F238E27FC236}">
                    <a16:creationId xmlns:a16="http://schemas.microsoft.com/office/drawing/2014/main" id="{3A671F98-B014-4B5E-8CC6-ADA4E9150B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08" y="1008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93000"/>
                  </a:lnSpc>
                  <a:spcBef>
                    <a:spcPts val="8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•"/>
                  <a:defRPr sz="32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lnSpc>
                    <a:spcPct val="93000"/>
                  </a:lnSpc>
                  <a:spcBef>
                    <a:spcPts val="7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–"/>
                  <a:defRPr sz="28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lnSpc>
                    <a:spcPct val="93000"/>
                  </a:lnSpc>
                  <a:spcBef>
                    <a:spcPts val="6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•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lnSpc>
                    <a:spcPct val="93000"/>
                  </a:lnSpc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–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lnSpc>
                    <a:spcPct val="93000"/>
                  </a:lnSpc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 typeface="Arial" panose="020B0604020202020204" pitchFamily="34" charset="0"/>
                  <a:buNone/>
                </a:pPr>
                <a:endParaRPr lang="en-US" altLang="en-US" sz="2400">
                  <a:solidFill>
                    <a:schemeClr val="bg1"/>
                  </a:solidFill>
                </a:endParaRPr>
              </a:p>
            </p:txBody>
          </p:sp>
          <p:sp>
            <p:nvSpPr>
              <p:cNvPr id="167993" name="Rectangle 139">
                <a:extLst>
                  <a:ext uri="{FF2B5EF4-FFF2-40B4-BE49-F238E27FC236}">
                    <a16:creationId xmlns:a16="http://schemas.microsoft.com/office/drawing/2014/main" id="{6BE09ECA-C93C-438A-9BB0-E88A443FC8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96" y="1008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93000"/>
                  </a:lnSpc>
                  <a:spcBef>
                    <a:spcPts val="8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•"/>
                  <a:defRPr sz="32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lnSpc>
                    <a:spcPct val="93000"/>
                  </a:lnSpc>
                  <a:spcBef>
                    <a:spcPts val="7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–"/>
                  <a:defRPr sz="28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lnSpc>
                    <a:spcPct val="93000"/>
                  </a:lnSpc>
                  <a:spcBef>
                    <a:spcPts val="6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•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lnSpc>
                    <a:spcPct val="93000"/>
                  </a:lnSpc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–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lnSpc>
                    <a:spcPct val="93000"/>
                  </a:lnSpc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 typeface="Arial" panose="020B0604020202020204" pitchFamily="34" charset="0"/>
                  <a:buNone/>
                </a:pPr>
                <a:endParaRPr lang="en-US" altLang="en-US" sz="2400">
                  <a:solidFill>
                    <a:schemeClr val="bg1"/>
                  </a:solidFill>
                </a:endParaRPr>
              </a:p>
            </p:txBody>
          </p:sp>
          <p:sp>
            <p:nvSpPr>
              <p:cNvPr id="167994" name="Rectangle 140">
                <a:extLst>
                  <a:ext uri="{FF2B5EF4-FFF2-40B4-BE49-F238E27FC236}">
                    <a16:creationId xmlns:a16="http://schemas.microsoft.com/office/drawing/2014/main" id="{7C639457-0685-4141-973B-CF6A517DC4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16" y="1008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93000"/>
                  </a:lnSpc>
                  <a:spcBef>
                    <a:spcPts val="8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•"/>
                  <a:defRPr sz="32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lnSpc>
                    <a:spcPct val="93000"/>
                  </a:lnSpc>
                  <a:spcBef>
                    <a:spcPts val="7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–"/>
                  <a:defRPr sz="28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lnSpc>
                    <a:spcPct val="93000"/>
                  </a:lnSpc>
                  <a:spcBef>
                    <a:spcPts val="6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•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lnSpc>
                    <a:spcPct val="93000"/>
                  </a:lnSpc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–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lnSpc>
                    <a:spcPct val="93000"/>
                  </a:lnSpc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 typeface="Arial" panose="020B0604020202020204" pitchFamily="34" charset="0"/>
                  <a:buNone/>
                </a:pPr>
                <a:endParaRPr lang="en-US" altLang="en-US" sz="2400">
                  <a:solidFill>
                    <a:schemeClr val="bg1"/>
                  </a:solidFill>
                </a:endParaRPr>
              </a:p>
            </p:txBody>
          </p:sp>
          <p:sp>
            <p:nvSpPr>
              <p:cNvPr id="167995" name="Rectangle 141">
                <a:extLst>
                  <a:ext uri="{FF2B5EF4-FFF2-40B4-BE49-F238E27FC236}">
                    <a16:creationId xmlns:a16="http://schemas.microsoft.com/office/drawing/2014/main" id="{7CCA53E8-BD69-4613-AA09-B949AC2A5A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0" y="1008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93000"/>
                  </a:lnSpc>
                  <a:spcBef>
                    <a:spcPts val="8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•"/>
                  <a:defRPr sz="32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lnSpc>
                    <a:spcPct val="93000"/>
                  </a:lnSpc>
                  <a:spcBef>
                    <a:spcPts val="7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–"/>
                  <a:defRPr sz="28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lnSpc>
                    <a:spcPct val="93000"/>
                  </a:lnSpc>
                  <a:spcBef>
                    <a:spcPts val="6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•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lnSpc>
                    <a:spcPct val="93000"/>
                  </a:lnSpc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–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lnSpc>
                    <a:spcPct val="93000"/>
                  </a:lnSpc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 typeface="Arial" panose="020B0604020202020204" pitchFamily="34" charset="0"/>
                  <a:buNone/>
                </a:pPr>
                <a:endParaRPr lang="en-US" altLang="en-US" sz="2400">
                  <a:solidFill>
                    <a:schemeClr val="bg1"/>
                  </a:solidFill>
                </a:endParaRPr>
              </a:p>
            </p:txBody>
          </p:sp>
          <p:sp>
            <p:nvSpPr>
              <p:cNvPr id="167996" name="Rectangle 142">
                <a:extLst>
                  <a:ext uri="{FF2B5EF4-FFF2-40B4-BE49-F238E27FC236}">
                    <a16:creationId xmlns:a16="http://schemas.microsoft.com/office/drawing/2014/main" id="{E570C49E-B11F-4F9C-94EF-E775938C71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" y="1008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93000"/>
                  </a:lnSpc>
                  <a:spcBef>
                    <a:spcPts val="8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•"/>
                  <a:defRPr sz="32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lnSpc>
                    <a:spcPct val="93000"/>
                  </a:lnSpc>
                  <a:spcBef>
                    <a:spcPts val="7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–"/>
                  <a:defRPr sz="28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lnSpc>
                    <a:spcPct val="93000"/>
                  </a:lnSpc>
                  <a:spcBef>
                    <a:spcPts val="6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•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lnSpc>
                    <a:spcPct val="93000"/>
                  </a:lnSpc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–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lnSpc>
                    <a:spcPct val="93000"/>
                  </a:lnSpc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 typeface="Arial" panose="020B0604020202020204" pitchFamily="34" charset="0"/>
                  <a:buNone/>
                </a:pPr>
                <a:endParaRPr lang="en-US" altLang="en-US" sz="2400">
                  <a:solidFill>
                    <a:schemeClr val="bg1"/>
                  </a:solidFill>
                </a:endParaRPr>
              </a:p>
            </p:txBody>
          </p:sp>
          <p:grpSp>
            <p:nvGrpSpPr>
              <p:cNvPr id="167997" name="Group 143">
                <a:extLst>
                  <a:ext uri="{FF2B5EF4-FFF2-40B4-BE49-F238E27FC236}">
                    <a16:creationId xmlns:a16="http://schemas.microsoft.com/office/drawing/2014/main" id="{12C6E6E6-6B35-4331-84B4-4EF2316CD62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395" y="1056"/>
                <a:ext cx="96" cy="192"/>
                <a:chOff x="1395" y="1056"/>
                <a:chExt cx="96" cy="192"/>
              </a:xfrm>
            </p:grpSpPr>
            <p:sp>
              <p:nvSpPr>
                <p:cNvPr id="168023" name="Line 144">
                  <a:extLst>
                    <a:ext uri="{FF2B5EF4-FFF2-40B4-BE49-F238E27FC236}">
                      <a16:creationId xmlns:a16="http://schemas.microsoft.com/office/drawing/2014/main" id="{5B47A3F2-8F08-4ABC-9A8A-14F3E449D1C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395" y="1056"/>
                  <a:ext cx="0" cy="19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68024" name="Line 145">
                  <a:extLst>
                    <a:ext uri="{FF2B5EF4-FFF2-40B4-BE49-F238E27FC236}">
                      <a16:creationId xmlns:a16="http://schemas.microsoft.com/office/drawing/2014/main" id="{A30995A8-1A37-4DC5-85A0-2F6842DE977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491" y="1056"/>
                  <a:ext cx="0" cy="19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 type="triangle" w="med" len="med"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sp>
            <p:nvSpPr>
              <p:cNvPr id="167998" name="Line 146">
                <a:extLst>
                  <a:ext uri="{FF2B5EF4-FFF2-40B4-BE49-F238E27FC236}">
                    <a16:creationId xmlns:a16="http://schemas.microsoft.com/office/drawing/2014/main" id="{7A3A5DDA-C259-4572-BECE-453C7B1E721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28" y="1056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67999" name="Line 147">
                <a:extLst>
                  <a:ext uri="{FF2B5EF4-FFF2-40B4-BE49-F238E27FC236}">
                    <a16:creationId xmlns:a16="http://schemas.microsoft.com/office/drawing/2014/main" id="{0002B9FC-7BFD-42A9-8C34-77B3AB0E16C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2" y="1056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68000" name="Line 148">
                <a:extLst>
                  <a:ext uri="{FF2B5EF4-FFF2-40B4-BE49-F238E27FC236}">
                    <a16:creationId xmlns:a16="http://schemas.microsoft.com/office/drawing/2014/main" id="{AB7F0C79-324E-4D29-98F3-BB53555B3E5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6" y="1056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68001" name="Line 149">
                <a:extLst>
                  <a:ext uri="{FF2B5EF4-FFF2-40B4-BE49-F238E27FC236}">
                    <a16:creationId xmlns:a16="http://schemas.microsoft.com/office/drawing/2014/main" id="{8D5BCA67-B3E1-4C06-8129-63F352099AE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2" y="1056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grpSp>
            <p:nvGrpSpPr>
              <p:cNvPr id="168002" name="Group 150">
                <a:extLst>
                  <a:ext uri="{FF2B5EF4-FFF2-40B4-BE49-F238E27FC236}">
                    <a16:creationId xmlns:a16="http://schemas.microsoft.com/office/drawing/2014/main" id="{68511E02-95AA-49FC-A283-214CB28287D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16" y="1056"/>
                <a:ext cx="96" cy="192"/>
                <a:chOff x="1395" y="1056"/>
                <a:chExt cx="96" cy="192"/>
              </a:xfrm>
            </p:grpSpPr>
            <p:sp>
              <p:nvSpPr>
                <p:cNvPr id="168021" name="Line 151">
                  <a:extLst>
                    <a:ext uri="{FF2B5EF4-FFF2-40B4-BE49-F238E27FC236}">
                      <a16:creationId xmlns:a16="http://schemas.microsoft.com/office/drawing/2014/main" id="{5915D2CF-4712-4C6F-8909-C3DB729B982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395" y="1056"/>
                  <a:ext cx="0" cy="19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68022" name="Line 152">
                  <a:extLst>
                    <a:ext uri="{FF2B5EF4-FFF2-40B4-BE49-F238E27FC236}">
                      <a16:creationId xmlns:a16="http://schemas.microsoft.com/office/drawing/2014/main" id="{A3192A6F-A3FA-4D8F-A6E4-B93FBB45F75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491" y="1056"/>
                  <a:ext cx="0" cy="19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 type="triangle" w="med" len="med"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grpSp>
            <p:nvGrpSpPr>
              <p:cNvPr id="168003" name="Group 153">
                <a:extLst>
                  <a:ext uri="{FF2B5EF4-FFF2-40B4-BE49-F238E27FC236}">
                    <a16:creationId xmlns:a16="http://schemas.microsoft.com/office/drawing/2014/main" id="{6246B9A7-F944-4630-A84F-9C099E77BFE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112" y="1056"/>
                <a:ext cx="96" cy="192"/>
                <a:chOff x="1395" y="1056"/>
                <a:chExt cx="96" cy="192"/>
              </a:xfrm>
            </p:grpSpPr>
            <p:sp>
              <p:nvSpPr>
                <p:cNvPr id="168019" name="Line 154">
                  <a:extLst>
                    <a:ext uri="{FF2B5EF4-FFF2-40B4-BE49-F238E27FC236}">
                      <a16:creationId xmlns:a16="http://schemas.microsoft.com/office/drawing/2014/main" id="{D33F4B4F-2A83-4D1B-8A7D-5962DF83A9E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395" y="1056"/>
                  <a:ext cx="0" cy="19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68020" name="Line 155">
                  <a:extLst>
                    <a:ext uri="{FF2B5EF4-FFF2-40B4-BE49-F238E27FC236}">
                      <a16:creationId xmlns:a16="http://schemas.microsoft.com/office/drawing/2014/main" id="{AB78DF83-E44A-4D80-AF30-BE79F11A2B8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491" y="1056"/>
                  <a:ext cx="0" cy="19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 type="triangle" w="med" len="med"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grpSp>
            <p:nvGrpSpPr>
              <p:cNvPr id="168004" name="Group 156">
                <a:extLst>
                  <a:ext uri="{FF2B5EF4-FFF2-40B4-BE49-F238E27FC236}">
                    <a16:creationId xmlns:a16="http://schemas.microsoft.com/office/drawing/2014/main" id="{309441F4-4884-4C9E-9435-509438F53B2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28" y="1056"/>
                <a:ext cx="96" cy="192"/>
                <a:chOff x="1395" y="1056"/>
                <a:chExt cx="96" cy="192"/>
              </a:xfrm>
            </p:grpSpPr>
            <p:sp>
              <p:nvSpPr>
                <p:cNvPr id="168017" name="Line 157">
                  <a:extLst>
                    <a:ext uri="{FF2B5EF4-FFF2-40B4-BE49-F238E27FC236}">
                      <a16:creationId xmlns:a16="http://schemas.microsoft.com/office/drawing/2014/main" id="{A67C7C6D-0D4E-4BBD-8D4B-DB9EFF53213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395" y="1056"/>
                  <a:ext cx="0" cy="19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68018" name="Line 158">
                  <a:extLst>
                    <a:ext uri="{FF2B5EF4-FFF2-40B4-BE49-F238E27FC236}">
                      <a16:creationId xmlns:a16="http://schemas.microsoft.com/office/drawing/2014/main" id="{B2C670E5-2806-47AA-AFAE-09D7154A929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491" y="1056"/>
                  <a:ext cx="0" cy="19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 type="triangle" w="med" len="med"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grpSp>
            <p:nvGrpSpPr>
              <p:cNvPr id="168005" name="Group 159">
                <a:extLst>
                  <a:ext uri="{FF2B5EF4-FFF2-40B4-BE49-F238E27FC236}">
                    <a16:creationId xmlns:a16="http://schemas.microsoft.com/office/drawing/2014/main" id="{4BE94BD6-C539-4921-8F65-C35DE4FB518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00" y="1056"/>
                <a:ext cx="96" cy="192"/>
                <a:chOff x="1395" y="1056"/>
                <a:chExt cx="96" cy="192"/>
              </a:xfrm>
            </p:grpSpPr>
            <p:sp>
              <p:nvSpPr>
                <p:cNvPr id="168015" name="Line 160">
                  <a:extLst>
                    <a:ext uri="{FF2B5EF4-FFF2-40B4-BE49-F238E27FC236}">
                      <a16:creationId xmlns:a16="http://schemas.microsoft.com/office/drawing/2014/main" id="{45FB90FD-16A4-4905-988D-36BF6960809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395" y="1056"/>
                  <a:ext cx="0" cy="19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68016" name="Line 161">
                  <a:extLst>
                    <a:ext uri="{FF2B5EF4-FFF2-40B4-BE49-F238E27FC236}">
                      <a16:creationId xmlns:a16="http://schemas.microsoft.com/office/drawing/2014/main" id="{77807D0D-1D38-4563-A09B-1A18B5CB9AA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491" y="1056"/>
                  <a:ext cx="0" cy="19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 type="triangle" w="med" len="med"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grpSp>
            <p:nvGrpSpPr>
              <p:cNvPr id="168006" name="Group 162">
                <a:extLst>
                  <a:ext uri="{FF2B5EF4-FFF2-40B4-BE49-F238E27FC236}">
                    <a16:creationId xmlns:a16="http://schemas.microsoft.com/office/drawing/2014/main" id="{A104CA24-7C3C-498F-B281-A65102581C4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688" y="1056"/>
                <a:ext cx="96" cy="192"/>
                <a:chOff x="1395" y="1056"/>
                <a:chExt cx="96" cy="192"/>
              </a:xfrm>
            </p:grpSpPr>
            <p:sp>
              <p:nvSpPr>
                <p:cNvPr id="168013" name="Line 163">
                  <a:extLst>
                    <a:ext uri="{FF2B5EF4-FFF2-40B4-BE49-F238E27FC236}">
                      <a16:creationId xmlns:a16="http://schemas.microsoft.com/office/drawing/2014/main" id="{4FAFB11F-29BE-4DDA-8794-2B6900BF4B6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395" y="1056"/>
                  <a:ext cx="0" cy="19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68014" name="Line 164">
                  <a:extLst>
                    <a:ext uri="{FF2B5EF4-FFF2-40B4-BE49-F238E27FC236}">
                      <a16:creationId xmlns:a16="http://schemas.microsoft.com/office/drawing/2014/main" id="{444FB7CB-4EE5-49FC-8B1E-FCF3E196FE2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491" y="1056"/>
                  <a:ext cx="0" cy="19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 type="triangle" w="med" len="med"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grpSp>
            <p:nvGrpSpPr>
              <p:cNvPr id="168007" name="Group 165">
                <a:extLst>
                  <a:ext uri="{FF2B5EF4-FFF2-40B4-BE49-F238E27FC236}">
                    <a16:creationId xmlns:a16="http://schemas.microsoft.com/office/drawing/2014/main" id="{F9774781-28AE-4AFC-9380-DC36500FCE1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072" y="1056"/>
                <a:ext cx="96" cy="192"/>
                <a:chOff x="1395" y="1056"/>
                <a:chExt cx="96" cy="192"/>
              </a:xfrm>
            </p:grpSpPr>
            <p:sp>
              <p:nvSpPr>
                <p:cNvPr id="168011" name="Line 166">
                  <a:extLst>
                    <a:ext uri="{FF2B5EF4-FFF2-40B4-BE49-F238E27FC236}">
                      <a16:creationId xmlns:a16="http://schemas.microsoft.com/office/drawing/2014/main" id="{5F3062B3-61FC-496C-9B8A-EA67D1AFCA5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395" y="1056"/>
                  <a:ext cx="0" cy="19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68012" name="Line 167">
                  <a:extLst>
                    <a:ext uri="{FF2B5EF4-FFF2-40B4-BE49-F238E27FC236}">
                      <a16:creationId xmlns:a16="http://schemas.microsoft.com/office/drawing/2014/main" id="{7350C4AD-98A6-4EA2-B7FD-24883E640C6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491" y="1056"/>
                  <a:ext cx="0" cy="19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 type="triangle" w="med" len="med"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grpSp>
            <p:nvGrpSpPr>
              <p:cNvPr id="168008" name="Group 168">
                <a:extLst>
                  <a:ext uri="{FF2B5EF4-FFF2-40B4-BE49-F238E27FC236}">
                    <a16:creationId xmlns:a16="http://schemas.microsoft.com/office/drawing/2014/main" id="{8A8936AB-56BC-4FC9-A4F3-7C7E4D058CF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104" y="1056"/>
                <a:ext cx="96" cy="192"/>
                <a:chOff x="1395" y="1056"/>
                <a:chExt cx="96" cy="192"/>
              </a:xfrm>
            </p:grpSpPr>
            <p:sp>
              <p:nvSpPr>
                <p:cNvPr id="168009" name="Line 169">
                  <a:extLst>
                    <a:ext uri="{FF2B5EF4-FFF2-40B4-BE49-F238E27FC236}">
                      <a16:creationId xmlns:a16="http://schemas.microsoft.com/office/drawing/2014/main" id="{E2018F43-E542-49AF-BE6A-70CDEF617DF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395" y="1056"/>
                  <a:ext cx="0" cy="19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68010" name="Line 170">
                  <a:extLst>
                    <a:ext uri="{FF2B5EF4-FFF2-40B4-BE49-F238E27FC236}">
                      <a16:creationId xmlns:a16="http://schemas.microsoft.com/office/drawing/2014/main" id="{6F089235-42BE-406D-B2F3-E90E8B097D3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491" y="1056"/>
                  <a:ext cx="0" cy="19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 type="triangle" w="med" len="med"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</p:grpSp>
        <p:grpSp>
          <p:nvGrpSpPr>
            <p:cNvPr id="167976" name="Group 171">
              <a:extLst>
                <a:ext uri="{FF2B5EF4-FFF2-40B4-BE49-F238E27FC236}">
                  <a16:creationId xmlns:a16="http://schemas.microsoft.com/office/drawing/2014/main" id="{B586F91A-29BB-4659-8E73-403B2D1E3FA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52" y="3312"/>
              <a:ext cx="96" cy="192"/>
              <a:chOff x="1395" y="1056"/>
              <a:chExt cx="96" cy="192"/>
            </a:xfrm>
          </p:grpSpPr>
          <p:sp>
            <p:nvSpPr>
              <p:cNvPr id="167985" name="Line 172">
                <a:extLst>
                  <a:ext uri="{FF2B5EF4-FFF2-40B4-BE49-F238E27FC236}">
                    <a16:creationId xmlns:a16="http://schemas.microsoft.com/office/drawing/2014/main" id="{08E6376B-63E0-4AF6-B5F1-1E4293795C7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95" y="1056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67986" name="Line 173">
                <a:extLst>
                  <a:ext uri="{FF2B5EF4-FFF2-40B4-BE49-F238E27FC236}">
                    <a16:creationId xmlns:a16="http://schemas.microsoft.com/office/drawing/2014/main" id="{5C5347C3-9D13-44C7-9070-46B67D3E864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91" y="1056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  <p:sp>
          <p:nvSpPr>
            <p:cNvPr id="167977" name="Rectangle 200">
              <a:extLst>
                <a:ext uri="{FF2B5EF4-FFF2-40B4-BE49-F238E27FC236}">
                  <a16:creationId xmlns:a16="http://schemas.microsoft.com/office/drawing/2014/main" id="{B69152A0-EC0A-4E72-A6AC-29EDB43CD9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4" y="3264"/>
              <a:ext cx="288" cy="288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93000"/>
                </a:lnSpc>
                <a:spcBef>
                  <a:spcPts val="8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defRPr sz="32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93000"/>
                </a:lnSpc>
                <a:spcBef>
                  <a:spcPts val="7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93000"/>
                </a:lnSpc>
                <a:spcBef>
                  <a:spcPts val="6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93000"/>
                </a:lnSpc>
                <a:spcBef>
                  <a:spcPts val="5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93000"/>
                </a:lnSpc>
                <a:spcBef>
                  <a:spcPts val="5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en-US" altLang="en-US" sz="2400">
                <a:solidFill>
                  <a:schemeClr val="bg1"/>
                </a:solidFill>
              </a:endParaRPr>
            </a:p>
          </p:txBody>
        </p:sp>
        <p:sp>
          <p:nvSpPr>
            <p:cNvPr id="167978" name="Rectangle 201">
              <a:extLst>
                <a:ext uri="{FF2B5EF4-FFF2-40B4-BE49-F238E27FC236}">
                  <a16:creationId xmlns:a16="http://schemas.microsoft.com/office/drawing/2014/main" id="{10A91C79-E959-4DDD-B405-AB85A2D6A9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08" y="3264"/>
              <a:ext cx="288" cy="288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93000"/>
                </a:lnSpc>
                <a:spcBef>
                  <a:spcPts val="8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defRPr sz="32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93000"/>
                </a:lnSpc>
                <a:spcBef>
                  <a:spcPts val="7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93000"/>
                </a:lnSpc>
                <a:spcBef>
                  <a:spcPts val="6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93000"/>
                </a:lnSpc>
                <a:spcBef>
                  <a:spcPts val="5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93000"/>
                </a:lnSpc>
                <a:spcBef>
                  <a:spcPts val="5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en-US" altLang="en-US" sz="2400">
                <a:solidFill>
                  <a:schemeClr val="bg1"/>
                </a:solidFill>
              </a:endParaRPr>
            </a:p>
          </p:txBody>
        </p:sp>
        <p:sp>
          <p:nvSpPr>
            <p:cNvPr id="167979" name="Rectangle 203">
              <a:extLst>
                <a:ext uri="{FF2B5EF4-FFF2-40B4-BE49-F238E27FC236}">
                  <a16:creationId xmlns:a16="http://schemas.microsoft.com/office/drawing/2014/main" id="{F051995B-81BA-44C0-A0FC-2A27C6A0EA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0" y="3264"/>
              <a:ext cx="288" cy="288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93000"/>
                </a:lnSpc>
                <a:spcBef>
                  <a:spcPts val="8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defRPr sz="32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93000"/>
                </a:lnSpc>
                <a:spcBef>
                  <a:spcPts val="7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93000"/>
                </a:lnSpc>
                <a:spcBef>
                  <a:spcPts val="6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93000"/>
                </a:lnSpc>
                <a:spcBef>
                  <a:spcPts val="5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93000"/>
                </a:lnSpc>
                <a:spcBef>
                  <a:spcPts val="5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en-US" altLang="en-US" sz="2400">
                <a:solidFill>
                  <a:schemeClr val="bg1"/>
                </a:solidFill>
              </a:endParaRPr>
            </a:p>
          </p:txBody>
        </p:sp>
        <p:sp>
          <p:nvSpPr>
            <p:cNvPr id="167980" name="Rectangle 204">
              <a:extLst>
                <a:ext uri="{FF2B5EF4-FFF2-40B4-BE49-F238E27FC236}">
                  <a16:creationId xmlns:a16="http://schemas.microsoft.com/office/drawing/2014/main" id="{02F094F7-B108-4FA2-971D-C33F9B2A04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2" y="3264"/>
              <a:ext cx="288" cy="288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93000"/>
                </a:lnSpc>
                <a:spcBef>
                  <a:spcPts val="8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defRPr sz="32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93000"/>
                </a:lnSpc>
                <a:spcBef>
                  <a:spcPts val="7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93000"/>
                </a:lnSpc>
                <a:spcBef>
                  <a:spcPts val="6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93000"/>
                </a:lnSpc>
                <a:spcBef>
                  <a:spcPts val="5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93000"/>
                </a:lnSpc>
                <a:spcBef>
                  <a:spcPts val="5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en-US" altLang="en-US" sz="2400">
                <a:solidFill>
                  <a:schemeClr val="bg1"/>
                </a:solidFill>
              </a:endParaRPr>
            </a:p>
          </p:txBody>
        </p:sp>
        <p:sp>
          <p:nvSpPr>
            <p:cNvPr id="167981" name="Line 206">
              <a:extLst>
                <a:ext uri="{FF2B5EF4-FFF2-40B4-BE49-F238E27FC236}">
                  <a16:creationId xmlns:a16="http://schemas.microsoft.com/office/drawing/2014/main" id="{A0450AAF-EEDA-4B74-A68F-B517E850842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40" y="3312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67982" name="Line 207">
              <a:extLst>
                <a:ext uri="{FF2B5EF4-FFF2-40B4-BE49-F238E27FC236}">
                  <a16:creationId xmlns:a16="http://schemas.microsoft.com/office/drawing/2014/main" id="{E5A1323C-FE1A-47B3-A40A-2DE2DE9F925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28" y="3312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67983" name="Line 208">
              <a:extLst>
                <a:ext uri="{FF2B5EF4-FFF2-40B4-BE49-F238E27FC236}">
                  <a16:creationId xmlns:a16="http://schemas.microsoft.com/office/drawing/2014/main" id="{786E347A-4B06-480B-855F-4C0B9B5D30C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16" y="3312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67984" name="Line 209">
              <a:extLst>
                <a:ext uri="{FF2B5EF4-FFF2-40B4-BE49-F238E27FC236}">
                  <a16:creationId xmlns:a16="http://schemas.microsoft.com/office/drawing/2014/main" id="{B929407E-41A8-4F0D-8271-3B659F6C241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04" y="3312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167948" name="Group 220">
            <a:extLst>
              <a:ext uri="{FF2B5EF4-FFF2-40B4-BE49-F238E27FC236}">
                <a16:creationId xmlns:a16="http://schemas.microsoft.com/office/drawing/2014/main" id="{D7BC8E55-46A6-46B2-B388-C48437E96E82}"/>
              </a:ext>
            </a:extLst>
          </p:cNvPr>
          <p:cNvGrpSpPr>
            <a:grpSpLocks/>
          </p:cNvGrpSpPr>
          <p:nvPr/>
        </p:nvGrpSpPr>
        <p:grpSpPr bwMode="auto">
          <a:xfrm>
            <a:off x="169863" y="1468993"/>
            <a:ext cx="5316538" cy="431800"/>
            <a:chOff x="96" y="1152"/>
            <a:chExt cx="3349" cy="272"/>
          </a:xfrm>
        </p:grpSpPr>
        <p:sp>
          <p:nvSpPr>
            <p:cNvPr id="167968" name="Text Box 213">
              <a:extLst>
                <a:ext uri="{FF2B5EF4-FFF2-40B4-BE49-F238E27FC236}">
                  <a16:creationId xmlns:a16="http://schemas.microsoft.com/office/drawing/2014/main" id="{61A89144-5A9C-4A29-8A6B-B9E2AD9CE2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" y="1152"/>
              <a:ext cx="319" cy="2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3000"/>
                </a:lnSpc>
                <a:spcBef>
                  <a:spcPts val="8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defRPr sz="32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93000"/>
                </a:lnSpc>
                <a:spcBef>
                  <a:spcPts val="7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93000"/>
                </a:lnSpc>
                <a:spcBef>
                  <a:spcPts val="6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93000"/>
                </a:lnSpc>
                <a:spcBef>
                  <a:spcPts val="5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93000"/>
                </a:lnSpc>
                <a:spcBef>
                  <a:spcPts val="5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en-US" altLang="en-US" sz="2400">
                  <a:solidFill>
                    <a:schemeClr val="tx1"/>
                  </a:solidFill>
                </a:rPr>
                <a:t>1</a:t>
              </a:r>
              <a:r>
                <a:rPr lang="en-US" altLang="en-US" sz="2400" i="1">
                  <a:solidFill>
                    <a:schemeClr val="tx1"/>
                  </a:solidFill>
                </a:rPr>
                <a:t>s</a:t>
              </a:r>
            </a:p>
          </p:txBody>
        </p:sp>
        <p:sp>
          <p:nvSpPr>
            <p:cNvPr id="167969" name="Text Box 214">
              <a:extLst>
                <a:ext uri="{FF2B5EF4-FFF2-40B4-BE49-F238E27FC236}">
                  <a16:creationId xmlns:a16="http://schemas.microsoft.com/office/drawing/2014/main" id="{F5E98557-2336-4BC8-A197-3EDB43853D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7" y="1152"/>
              <a:ext cx="319" cy="2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3000"/>
                </a:lnSpc>
                <a:spcBef>
                  <a:spcPts val="8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defRPr sz="32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93000"/>
                </a:lnSpc>
                <a:spcBef>
                  <a:spcPts val="7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93000"/>
                </a:lnSpc>
                <a:spcBef>
                  <a:spcPts val="6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93000"/>
                </a:lnSpc>
                <a:spcBef>
                  <a:spcPts val="5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93000"/>
                </a:lnSpc>
                <a:spcBef>
                  <a:spcPts val="5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en-US" altLang="en-US" sz="2400">
                  <a:solidFill>
                    <a:schemeClr val="tx1"/>
                  </a:solidFill>
                </a:rPr>
                <a:t>2</a:t>
              </a:r>
              <a:r>
                <a:rPr lang="en-US" altLang="en-US" sz="2400" i="1">
                  <a:solidFill>
                    <a:schemeClr val="tx1"/>
                  </a:solidFill>
                </a:rPr>
                <a:t>s</a:t>
              </a:r>
            </a:p>
          </p:txBody>
        </p:sp>
        <p:sp>
          <p:nvSpPr>
            <p:cNvPr id="167970" name="Text Box 215">
              <a:extLst>
                <a:ext uri="{FF2B5EF4-FFF2-40B4-BE49-F238E27FC236}">
                  <a16:creationId xmlns:a16="http://schemas.microsoft.com/office/drawing/2014/main" id="{12E44196-CCCA-4A5E-863B-DD4FDE0B04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33" y="1152"/>
              <a:ext cx="330" cy="2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3000"/>
                </a:lnSpc>
                <a:spcBef>
                  <a:spcPts val="8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defRPr sz="32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93000"/>
                </a:lnSpc>
                <a:spcBef>
                  <a:spcPts val="7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93000"/>
                </a:lnSpc>
                <a:spcBef>
                  <a:spcPts val="6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93000"/>
                </a:lnSpc>
                <a:spcBef>
                  <a:spcPts val="5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93000"/>
                </a:lnSpc>
                <a:spcBef>
                  <a:spcPts val="5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en-US" altLang="en-US" sz="2400">
                  <a:solidFill>
                    <a:schemeClr val="tx1"/>
                  </a:solidFill>
                </a:rPr>
                <a:t>2</a:t>
              </a:r>
              <a:r>
                <a:rPr lang="en-US" altLang="en-US" sz="2400" i="1">
                  <a:solidFill>
                    <a:schemeClr val="tx1"/>
                  </a:solidFill>
                </a:rPr>
                <a:t>p</a:t>
              </a:r>
            </a:p>
          </p:txBody>
        </p:sp>
        <p:sp>
          <p:nvSpPr>
            <p:cNvPr id="167971" name="Text Box 216">
              <a:extLst>
                <a:ext uri="{FF2B5EF4-FFF2-40B4-BE49-F238E27FC236}">
                  <a16:creationId xmlns:a16="http://schemas.microsoft.com/office/drawing/2014/main" id="{8C16E52B-E21B-401A-B402-E3FFDB5070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82" y="1152"/>
              <a:ext cx="319" cy="2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3000"/>
                </a:lnSpc>
                <a:spcBef>
                  <a:spcPts val="8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defRPr sz="32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93000"/>
                </a:lnSpc>
                <a:spcBef>
                  <a:spcPts val="7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93000"/>
                </a:lnSpc>
                <a:spcBef>
                  <a:spcPts val="6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93000"/>
                </a:lnSpc>
                <a:spcBef>
                  <a:spcPts val="5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93000"/>
                </a:lnSpc>
                <a:spcBef>
                  <a:spcPts val="5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en-US" altLang="en-US" sz="2400">
                  <a:solidFill>
                    <a:schemeClr val="tx1"/>
                  </a:solidFill>
                </a:rPr>
                <a:t>3</a:t>
              </a:r>
              <a:r>
                <a:rPr lang="en-US" altLang="en-US" sz="2400" i="1">
                  <a:solidFill>
                    <a:schemeClr val="tx1"/>
                  </a:solidFill>
                </a:rPr>
                <a:t>s</a:t>
              </a:r>
            </a:p>
          </p:txBody>
        </p:sp>
        <p:sp>
          <p:nvSpPr>
            <p:cNvPr id="167972" name="Text Box 218">
              <a:extLst>
                <a:ext uri="{FF2B5EF4-FFF2-40B4-BE49-F238E27FC236}">
                  <a16:creationId xmlns:a16="http://schemas.microsoft.com/office/drawing/2014/main" id="{1B4CF099-9B8F-402E-919B-0EAD317FB4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65" y="1152"/>
              <a:ext cx="330" cy="2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3000"/>
                </a:lnSpc>
                <a:spcBef>
                  <a:spcPts val="8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defRPr sz="32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93000"/>
                </a:lnSpc>
                <a:spcBef>
                  <a:spcPts val="7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93000"/>
                </a:lnSpc>
                <a:spcBef>
                  <a:spcPts val="6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93000"/>
                </a:lnSpc>
                <a:spcBef>
                  <a:spcPts val="5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93000"/>
                </a:lnSpc>
                <a:spcBef>
                  <a:spcPts val="5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en-US" altLang="en-US" sz="2400">
                  <a:solidFill>
                    <a:schemeClr val="tx1"/>
                  </a:solidFill>
                </a:rPr>
                <a:t>3</a:t>
              </a:r>
              <a:r>
                <a:rPr lang="en-US" altLang="en-US" sz="2400" i="1">
                  <a:solidFill>
                    <a:schemeClr val="tx1"/>
                  </a:solidFill>
                </a:rPr>
                <a:t>p</a:t>
              </a:r>
            </a:p>
          </p:txBody>
        </p:sp>
        <p:sp>
          <p:nvSpPr>
            <p:cNvPr id="167973" name="Text Box 219">
              <a:extLst>
                <a:ext uri="{FF2B5EF4-FFF2-40B4-BE49-F238E27FC236}">
                  <a16:creationId xmlns:a16="http://schemas.microsoft.com/office/drawing/2014/main" id="{0AFC03A5-7362-4191-BF60-2458722FBF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26" y="1152"/>
              <a:ext cx="319" cy="2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3000"/>
                </a:lnSpc>
                <a:spcBef>
                  <a:spcPts val="8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defRPr sz="32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93000"/>
                </a:lnSpc>
                <a:spcBef>
                  <a:spcPts val="7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93000"/>
                </a:lnSpc>
                <a:spcBef>
                  <a:spcPts val="6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93000"/>
                </a:lnSpc>
                <a:spcBef>
                  <a:spcPts val="5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93000"/>
                </a:lnSpc>
                <a:spcBef>
                  <a:spcPts val="5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en-US" altLang="en-US" sz="2400">
                  <a:solidFill>
                    <a:schemeClr val="tx1"/>
                  </a:solidFill>
                </a:rPr>
                <a:t>4</a:t>
              </a:r>
              <a:r>
                <a:rPr lang="en-US" altLang="en-US" sz="2400" i="1">
                  <a:solidFill>
                    <a:schemeClr val="tx1"/>
                  </a:solidFill>
                </a:rPr>
                <a:t>s</a:t>
              </a:r>
            </a:p>
          </p:txBody>
        </p:sp>
      </p:grpSp>
      <p:grpSp>
        <p:nvGrpSpPr>
          <p:cNvPr id="167949" name="Group 238">
            <a:extLst>
              <a:ext uri="{FF2B5EF4-FFF2-40B4-BE49-F238E27FC236}">
                <a16:creationId xmlns:a16="http://schemas.microsoft.com/office/drawing/2014/main" id="{A3861ED9-5D7F-4030-B266-F41D3441E05D}"/>
              </a:ext>
            </a:extLst>
          </p:cNvPr>
          <p:cNvGrpSpPr>
            <a:grpSpLocks/>
          </p:cNvGrpSpPr>
          <p:nvPr/>
        </p:nvGrpSpPr>
        <p:grpSpPr bwMode="auto">
          <a:xfrm>
            <a:off x="0" y="3581400"/>
            <a:ext cx="8686800" cy="450850"/>
            <a:chOff x="0" y="2535"/>
            <a:chExt cx="5472" cy="284"/>
          </a:xfrm>
        </p:grpSpPr>
        <p:grpSp>
          <p:nvGrpSpPr>
            <p:cNvPr id="167959" name="Group 221">
              <a:extLst>
                <a:ext uri="{FF2B5EF4-FFF2-40B4-BE49-F238E27FC236}">
                  <a16:creationId xmlns:a16="http://schemas.microsoft.com/office/drawing/2014/main" id="{E1B874F6-E999-4CB3-9563-B00EC56F40D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2544"/>
              <a:ext cx="3349" cy="272"/>
              <a:chOff x="96" y="1152"/>
              <a:chExt cx="3349" cy="272"/>
            </a:xfrm>
          </p:grpSpPr>
          <p:sp>
            <p:nvSpPr>
              <p:cNvPr id="167962" name="Text Box 222">
                <a:extLst>
                  <a:ext uri="{FF2B5EF4-FFF2-40B4-BE49-F238E27FC236}">
                    <a16:creationId xmlns:a16="http://schemas.microsoft.com/office/drawing/2014/main" id="{D889AC79-3203-4858-A121-C7E6DC45D91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6" y="1152"/>
                <a:ext cx="319" cy="2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93000"/>
                  </a:lnSpc>
                  <a:spcBef>
                    <a:spcPts val="8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•"/>
                  <a:defRPr sz="32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lnSpc>
                    <a:spcPct val="93000"/>
                  </a:lnSpc>
                  <a:spcBef>
                    <a:spcPts val="7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–"/>
                  <a:defRPr sz="28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lnSpc>
                    <a:spcPct val="93000"/>
                  </a:lnSpc>
                  <a:spcBef>
                    <a:spcPts val="6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•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lnSpc>
                    <a:spcPct val="93000"/>
                  </a:lnSpc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–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lnSpc>
                    <a:spcPct val="93000"/>
                  </a:lnSpc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 typeface="Arial" panose="020B0604020202020204" pitchFamily="34" charset="0"/>
                  <a:buNone/>
                </a:pPr>
                <a:r>
                  <a:rPr lang="en-US" altLang="en-US" sz="2400">
                    <a:solidFill>
                      <a:schemeClr val="tx1"/>
                    </a:solidFill>
                  </a:rPr>
                  <a:t>1</a:t>
                </a:r>
                <a:r>
                  <a:rPr lang="en-US" altLang="en-US" sz="2400" i="1">
                    <a:solidFill>
                      <a:schemeClr val="tx1"/>
                    </a:solidFill>
                  </a:rPr>
                  <a:t>s</a:t>
                </a:r>
              </a:p>
            </p:txBody>
          </p:sp>
          <p:sp>
            <p:nvSpPr>
              <p:cNvPr id="167963" name="Text Box 223">
                <a:extLst>
                  <a:ext uri="{FF2B5EF4-FFF2-40B4-BE49-F238E27FC236}">
                    <a16:creationId xmlns:a16="http://schemas.microsoft.com/office/drawing/2014/main" id="{2806AC69-2D35-47C5-A9D2-2844524A7F4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97" y="1152"/>
                <a:ext cx="319" cy="2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93000"/>
                  </a:lnSpc>
                  <a:spcBef>
                    <a:spcPts val="8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•"/>
                  <a:defRPr sz="32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lnSpc>
                    <a:spcPct val="93000"/>
                  </a:lnSpc>
                  <a:spcBef>
                    <a:spcPts val="7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–"/>
                  <a:defRPr sz="28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lnSpc>
                    <a:spcPct val="93000"/>
                  </a:lnSpc>
                  <a:spcBef>
                    <a:spcPts val="6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•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lnSpc>
                    <a:spcPct val="93000"/>
                  </a:lnSpc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–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lnSpc>
                    <a:spcPct val="93000"/>
                  </a:lnSpc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 typeface="Arial" panose="020B0604020202020204" pitchFamily="34" charset="0"/>
                  <a:buNone/>
                </a:pPr>
                <a:r>
                  <a:rPr lang="en-US" altLang="en-US" sz="2400">
                    <a:solidFill>
                      <a:schemeClr val="tx1"/>
                    </a:solidFill>
                  </a:rPr>
                  <a:t>2</a:t>
                </a:r>
                <a:r>
                  <a:rPr lang="en-US" altLang="en-US" sz="2400" i="1">
                    <a:solidFill>
                      <a:schemeClr val="tx1"/>
                    </a:solidFill>
                  </a:rPr>
                  <a:t>s</a:t>
                </a:r>
              </a:p>
            </p:txBody>
          </p:sp>
          <p:sp>
            <p:nvSpPr>
              <p:cNvPr id="167964" name="Text Box 224">
                <a:extLst>
                  <a:ext uri="{FF2B5EF4-FFF2-40B4-BE49-F238E27FC236}">
                    <a16:creationId xmlns:a16="http://schemas.microsoft.com/office/drawing/2014/main" id="{62A96A77-F12D-4090-B026-A3940B6A1B6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33" y="1152"/>
                <a:ext cx="330" cy="2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93000"/>
                  </a:lnSpc>
                  <a:spcBef>
                    <a:spcPts val="8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•"/>
                  <a:defRPr sz="32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lnSpc>
                    <a:spcPct val="93000"/>
                  </a:lnSpc>
                  <a:spcBef>
                    <a:spcPts val="7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–"/>
                  <a:defRPr sz="28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lnSpc>
                    <a:spcPct val="93000"/>
                  </a:lnSpc>
                  <a:spcBef>
                    <a:spcPts val="6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•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lnSpc>
                    <a:spcPct val="93000"/>
                  </a:lnSpc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–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lnSpc>
                    <a:spcPct val="93000"/>
                  </a:lnSpc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 typeface="Arial" panose="020B0604020202020204" pitchFamily="34" charset="0"/>
                  <a:buNone/>
                </a:pPr>
                <a:r>
                  <a:rPr lang="en-US" altLang="en-US" sz="2400">
                    <a:solidFill>
                      <a:schemeClr val="tx1"/>
                    </a:solidFill>
                  </a:rPr>
                  <a:t>2</a:t>
                </a:r>
                <a:r>
                  <a:rPr lang="en-US" altLang="en-US" sz="2400" i="1">
                    <a:solidFill>
                      <a:schemeClr val="tx1"/>
                    </a:solidFill>
                  </a:rPr>
                  <a:t>p</a:t>
                </a:r>
              </a:p>
            </p:txBody>
          </p:sp>
          <p:sp>
            <p:nvSpPr>
              <p:cNvPr id="167965" name="Text Box 225">
                <a:extLst>
                  <a:ext uri="{FF2B5EF4-FFF2-40B4-BE49-F238E27FC236}">
                    <a16:creationId xmlns:a16="http://schemas.microsoft.com/office/drawing/2014/main" id="{79A0E347-9A33-4001-BC62-0A5E410D0C7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82" y="1152"/>
                <a:ext cx="319" cy="2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93000"/>
                  </a:lnSpc>
                  <a:spcBef>
                    <a:spcPts val="8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•"/>
                  <a:defRPr sz="32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lnSpc>
                    <a:spcPct val="93000"/>
                  </a:lnSpc>
                  <a:spcBef>
                    <a:spcPts val="7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–"/>
                  <a:defRPr sz="28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lnSpc>
                    <a:spcPct val="93000"/>
                  </a:lnSpc>
                  <a:spcBef>
                    <a:spcPts val="6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•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lnSpc>
                    <a:spcPct val="93000"/>
                  </a:lnSpc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–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lnSpc>
                    <a:spcPct val="93000"/>
                  </a:lnSpc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 typeface="Arial" panose="020B0604020202020204" pitchFamily="34" charset="0"/>
                  <a:buNone/>
                </a:pPr>
                <a:r>
                  <a:rPr lang="en-US" altLang="en-US" sz="2400">
                    <a:solidFill>
                      <a:schemeClr val="tx1"/>
                    </a:solidFill>
                  </a:rPr>
                  <a:t>3</a:t>
                </a:r>
                <a:r>
                  <a:rPr lang="en-US" altLang="en-US" sz="2400" i="1">
                    <a:solidFill>
                      <a:schemeClr val="tx1"/>
                    </a:solidFill>
                  </a:rPr>
                  <a:t>s</a:t>
                </a:r>
              </a:p>
            </p:txBody>
          </p:sp>
          <p:sp>
            <p:nvSpPr>
              <p:cNvPr id="167966" name="Text Box 226">
                <a:extLst>
                  <a:ext uri="{FF2B5EF4-FFF2-40B4-BE49-F238E27FC236}">
                    <a16:creationId xmlns:a16="http://schemas.microsoft.com/office/drawing/2014/main" id="{0EAE567D-B1C9-4D09-9A48-EF4C7B3DA2F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65" y="1152"/>
                <a:ext cx="330" cy="2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93000"/>
                  </a:lnSpc>
                  <a:spcBef>
                    <a:spcPts val="8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•"/>
                  <a:defRPr sz="32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lnSpc>
                    <a:spcPct val="93000"/>
                  </a:lnSpc>
                  <a:spcBef>
                    <a:spcPts val="7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–"/>
                  <a:defRPr sz="28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lnSpc>
                    <a:spcPct val="93000"/>
                  </a:lnSpc>
                  <a:spcBef>
                    <a:spcPts val="6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•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lnSpc>
                    <a:spcPct val="93000"/>
                  </a:lnSpc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–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lnSpc>
                    <a:spcPct val="93000"/>
                  </a:lnSpc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 typeface="Arial" panose="020B0604020202020204" pitchFamily="34" charset="0"/>
                  <a:buNone/>
                </a:pPr>
                <a:r>
                  <a:rPr lang="en-US" altLang="en-US" sz="2400">
                    <a:solidFill>
                      <a:schemeClr val="tx1"/>
                    </a:solidFill>
                  </a:rPr>
                  <a:t>3</a:t>
                </a:r>
                <a:r>
                  <a:rPr lang="en-US" altLang="en-US" sz="2400" i="1">
                    <a:solidFill>
                      <a:schemeClr val="tx1"/>
                    </a:solidFill>
                  </a:rPr>
                  <a:t>p</a:t>
                </a:r>
              </a:p>
            </p:txBody>
          </p:sp>
          <p:sp>
            <p:nvSpPr>
              <p:cNvPr id="167967" name="Text Box 227">
                <a:extLst>
                  <a:ext uri="{FF2B5EF4-FFF2-40B4-BE49-F238E27FC236}">
                    <a16:creationId xmlns:a16="http://schemas.microsoft.com/office/drawing/2014/main" id="{25F568E1-8EBA-4BC7-80B2-1CA141DBF86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26" y="1152"/>
                <a:ext cx="319" cy="2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93000"/>
                  </a:lnSpc>
                  <a:spcBef>
                    <a:spcPts val="8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•"/>
                  <a:defRPr sz="32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lnSpc>
                    <a:spcPct val="93000"/>
                  </a:lnSpc>
                  <a:spcBef>
                    <a:spcPts val="7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–"/>
                  <a:defRPr sz="28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lnSpc>
                    <a:spcPct val="93000"/>
                  </a:lnSpc>
                  <a:spcBef>
                    <a:spcPts val="6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•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lnSpc>
                    <a:spcPct val="93000"/>
                  </a:lnSpc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–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lnSpc>
                    <a:spcPct val="93000"/>
                  </a:lnSpc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 typeface="Arial" panose="020B0604020202020204" pitchFamily="34" charset="0"/>
                  <a:buNone/>
                </a:pPr>
                <a:r>
                  <a:rPr lang="en-US" altLang="en-US" sz="2400">
                    <a:solidFill>
                      <a:schemeClr val="tx1"/>
                    </a:solidFill>
                  </a:rPr>
                  <a:t>4</a:t>
                </a:r>
                <a:r>
                  <a:rPr lang="en-US" altLang="en-US" sz="2400" i="1">
                    <a:solidFill>
                      <a:schemeClr val="tx1"/>
                    </a:solidFill>
                  </a:rPr>
                  <a:t>s</a:t>
                </a:r>
              </a:p>
            </p:txBody>
          </p:sp>
        </p:grpSp>
        <p:sp>
          <p:nvSpPr>
            <p:cNvPr id="167960" name="Text Box 236">
              <a:extLst>
                <a:ext uri="{FF2B5EF4-FFF2-40B4-BE49-F238E27FC236}">
                  <a16:creationId xmlns:a16="http://schemas.microsoft.com/office/drawing/2014/main" id="{C94FE528-5850-48FA-A3E5-C85C7BA87E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39" y="2547"/>
              <a:ext cx="330" cy="2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3000"/>
                </a:lnSpc>
                <a:spcBef>
                  <a:spcPts val="8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defRPr sz="32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93000"/>
                </a:lnSpc>
                <a:spcBef>
                  <a:spcPts val="7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93000"/>
                </a:lnSpc>
                <a:spcBef>
                  <a:spcPts val="6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93000"/>
                </a:lnSpc>
                <a:spcBef>
                  <a:spcPts val="5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93000"/>
                </a:lnSpc>
                <a:spcBef>
                  <a:spcPts val="5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en-US" altLang="en-US" sz="2400">
                  <a:solidFill>
                    <a:schemeClr val="tx1"/>
                  </a:solidFill>
                </a:rPr>
                <a:t>3</a:t>
              </a:r>
              <a:r>
                <a:rPr lang="en-US" altLang="en-US" sz="2400" i="1">
                  <a:solidFill>
                    <a:schemeClr val="tx1"/>
                  </a:solidFill>
                </a:rPr>
                <a:t>d</a:t>
              </a:r>
            </a:p>
          </p:txBody>
        </p:sp>
        <p:sp>
          <p:nvSpPr>
            <p:cNvPr id="167961" name="Text Box 237">
              <a:extLst>
                <a:ext uri="{FF2B5EF4-FFF2-40B4-BE49-F238E27FC236}">
                  <a16:creationId xmlns:a16="http://schemas.microsoft.com/office/drawing/2014/main" id="{CFD4E2FF-E853-4719-B473-D4108902D7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42" y="2535"/>
              <a:ext cx="330" cy="2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3000"/>
                </a:lnSpc>
                <a:spcBef>
                  <a:spcPts val="8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defRPr sz="32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93000"/>
                </a:lnSpc>
                <a:spcBef>
                  <a:spcPts val="7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93000"/>
                </a:lnSpc>
                <a:spcBef>
                  <a:spcPts val="6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93000"/>
                </a:lnSpc>
                <a:spcBef>
                  <a:spcPts val="5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93000"/>
                </a:lnSpc>
                <a:spcBef>
                  <a:spcPts val="5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en-US" altLang="en-US" sz="2400">
                  <a:solidFill>
                    <a:schemeClr val="tx1"/>
                  </a:solidFill>
                </a:rPr>
                <a:t>4</a:t>
              </a:r>
              <a:r>
                <a:rPr lang="en-US" altLang="en-US" sz="2400" i="1">
                  <a:solidFill>
                    <a:schemeClr val="tx1"/>
                  </a:solidFill>
                </a:rPr>
                <a:t>p</a:t>
              </a:r>
            </a:p>
          </p:txBody>
        </p:sp>
      </p:grpSp>
      <p:grpSp>
        <p:nvGrpSpPr>
          <p:cNvPr id="167950" name="Group 240">
            <a:extLst>
              <a:ext uri="{FF2B5EF4-FFF2-40B4-BE49-F238E27FC236}">
                <a16:creationId xmlns:a16="http://schemas.microsoft.com/office/drawing/2014/main" id="{FAD0ACF8-C117-4461-8ED3-AE9AF1CC9C57}"/>
              </a:ext>
            </a:extLst>
          </p:cNvPr>
          <p:cNvGrpSpPr>
            <a:grpSpLocks/>
          </p:cNvGrpSpPr>
          <p:nvPr/>
        </p:nvGrpSpPr>
        <p:grpSpPr bwMode="auto">
          <a:xfrm>
            <a:off x="169863" y="5715000"/>
            <a:ext cx="6754812" cy="444500"/>
            <a:chOff x="107" y="3784"/>
            <a:chExt cx="4255" cy="280"/>
          </a:xfrm>
        </p:grpSpPr>
        <p:grpSp>
          <p:nvGrpSpPr>
            <p:cNvPr id="167951" name="Group 228">
              <a:extLst>
                <a:ext uri="{FF2B5EF4-FFF2-40B4-BE49-F238E27FC236}">
                  <a16:creationId xmlns:a16="http://schemas.microsoft.com/office/drawing/2014/main" id="{D04225F0-B824-4868-8E06-D2E3EB8B1DF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7" y="3792"/>
              <a:ext cx="3349" cy="272"/>
              <a:chOff x="96" y="1152"/>
              <a:chExt cx="3349" cy="272"/>
            </a:xfrm>
          </p:grpSpPr>
          <p:sp>
            <p:nvSpPr>
              <p:cNvPr id="167953" name="Text Box 229">
                <a:extLst>
                  <a:ext uri="{FF2B5EF4-FFF2-40B4-BE49-F238E27FC236}">
                    <a16:creationId xmlns:a16="http://schemas.microsoft.com/office/drawing/2014/main" id="{3EA39070-C048-44AF-A350-B74DFF0B2C8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6" y="1152"/>
                <a:ext cx="319" cy="2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93000"/>
                  </a:lnSpc>
                  <a:spcBef>
                    <a:spcPts val="8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•"/>
                  <a:defRPr sz="32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lnSpc>
                    <a:spcPct val="93000"/>
                  </a:lnSpc>
                  <a:spcBef>
                    <a:spcPts val="7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–"/>
                  <a:defRPr sz="28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lnSpc>
                    <a:spcPct val="93000"/>
                  </a:lnSpc>
                  <a:spcBef>
                    <a:spcPts val="6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•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lnSpc>
                    <a:spcPct val="93000"/>
                  </a:lnSpc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–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lnSpc>
                    <a:spcPct val="93000"/>
                  </a:lnSpc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 typeface="Arial" panose="020B0604020202020204" pitchFamily="34" charset="0"/>
                  <a:buNone/>
                </a:pPr>
                <a:r>
                  <a:rPr lang="en-US" altLang="en-US" sz="2400">
                    <a:solidFill>
                      <a:schemeClr val="tx1"/>
                    </a:solidFill>
                  </a:rPr>
                  <a:t>1</a:t>
                </a:r>
                <a:r>
                  <a:rPr lang="en-US" altLang="en-US" sz="2400" i="1">
                    <a:solidFill>
                      <a:schemeClr val="tx1"/>
                    </a:solidFill>
                  </a:rPr>
                  <a:t>s</a:t>
                </a:r>
              </a:p>
            </p:txBody>
          </p:sp>
          <p:sp>
            <p:nvSpPr>
              <p:cNvPr id="167954" name="Text Box 230">
                <a:extLst>
                  <a:ext uri="{FF2B5EF4-FFF2-40B4-BE49-F238E27FC236}">
                    <a16:creationId xmlns:a16="http://schemas.microsoft.com/office/drawing/2014/main" id="{C07E7B7D-700A-4CFB-8698-5A3F5285607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97" y="1152"/>
                <a:ext cx="319" cy="2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93000"/>
                  </a:lnSpc>
                  <a:spcBef>
                    <a:spcPts val="8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•"/>
                  <a:defRPr sz="32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lnSpc>
                    <a:spcPct val="93000"/>
                  </a:lnSpc>
                  <a:spcBef>
                    <a:spcPts val="7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–"/>
                  <a:defRPr sz="28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lnSpc>
                    <a:spcPct val="93000"/>
                  </a:lnSpc>
                  <a:spcBef>
                    <a:spcPts val="6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•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lnSpc>
                    <a:spcPct val="93000"/>
                  </a:lnSpc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–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lnSpc>
                    <a:spcPct val="93000"/>
                  </a:lnSpc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 typeface="Arial" panose="020B0604020202020204" pitchFamily="34" charset="0"/>
                  <a:buNone/>
                </a:pPr>
                <a:r>
                  <a:rPr lang="en-US" altLang="en-US" sz="2400">
                    <a:solidFill>
                      <a:schemeClr val="tx1"/>
                    </a:solidFill>
                  </a:rPr>
                  <a:t>2</a:t>
                </a:r>
                <a:r>
                  <a:rPr lang="en-US" altLang="en-US" sz="2400" i="1">
                    <a:solidFill>
                      <a:schemeClr val="tx1"/>
                    </a:solidFill>
                  </a:rPr>
                  <a:t>s</a:t>
                </a:r>
              </a:p>
            </p:txBody>
          </p:sp>
          <p:sp>
            <p:nvSpPr>
              <p:cNvPr id="167955" name="Text Box 231">
                <a:extLst>
                  <a:ext uri="{FF2B5EF4-FFF2-40B4-BE49-F238E27FC236}">
                    <a16:creationId xmlns:a16="http://schemas.microsoft.com/office/drawing/2014/main" id="{E9D03C64-9844-449F-8D1B-2544A701078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33" y="1152"/>
                <a:ext cx="330" cy="2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93000"/>
                  </a:lnSpc>
                  <a:spcBef>
                    <a:spcPts val="8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•"/>
                  <a:defRPr sz="32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lnSpc>
                    <a:spcPct val="93000"/>
                  </a:lnSpc>
                  <a:spcBef>
                    <a:spcPts val="7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–"/>
                  <a:defRPr sz="28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lnSpc>
                    <a:spcPct val="93000"/>
                  </a:lnSpc>
                  <a:spcBef>
                    <a:spcPts val="6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•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lnSpc>
                    <a:spcPct val="93000"/>
                  </a:lnSpc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–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lnSpc>
                    <a:spcPct val="93000"/>
                  </a:lnSpc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 typeface="Arial" panose="020B0604020202020204" pitchFamily="34" charset="0"/>
                  <a:buNone/>
                </a:pPr>
                <a:r>
                  <a:rPr lang="en-US" altLang="en-US" sz="2400">
                    <a:solidFill>
                      <a:schemeClr val="tx1"/>
                    </a:solidFill>
                  </a:rPr>
                  <a:t>2</a:t>
                </a:r>
                <a:r>
                  <a:rPr lang="en-US" altLang="en-US" sz="2400" i="1">
                    <a:solidFill>
                      <a:schemeClr val="tx1"/>
                    </a:solidFill>
                  </a:rPr>
                  <a:t>p</a:t>
                </a:r>
              </a:p>
            </p:txBody>
          </p:sp>
          <p:sp>
            <p:nvSpPr>
              <p:cNvPr id="167956" name="Text Box 232">
                <a:extLst>
                  <a:ext uri="{FF2B5EF4-FFF2-40B4-BE49-F238E27FC236}">
                    <a16:creationId xmlns:a16="http://schemas.microsoft.com/office/drawing/2014/main" id="{10EBB9E4-0926-4BBE-BB82-E3122944211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82" y="1152"/>
                <a:ext cx="319" cy="2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93000"/>
                  </a:lnSpc>
                  <a:spcBef>
                    <a:spcPts val="8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•"/>
                  <a:defRPr sz="32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lnSpc>
                    <a:spcPct val="93000"/>
                  </a:lnSpc>
                  <a:spcBef>
                    <a:spcPts val="7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–"/>
                  <a:defRPr sz="28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lnSpc>
                    <a:spcPct val="93000"/>
                  </a:lnSpc>
                  <a:spcBef>
                    <a:spcPts val="6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•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lnSpc>
                    <a:spcPct val="93000"/>
                  </a:lnSpc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–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lnSpc>
                    <a:spcPct val="93000"/>
                  </a:lnSpc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 typeface="Arial" panose="020B0604020202020204" pitchFamily="34" charset="0"/>
                  <a:buNone/>
                </a:pPr>
                <a:r>
                  <a:rPr lang="en-US" altLang="en-US" sz="2400">
                    <a:solidFill>
                      <a:schemeClr val="tx1"/>
                    </a:solidFill>
                  </a:rPr>
                  <a:t>3</a:t>
                </a:r>
                <a:r>
                  <a:rPr lang="en-US" altLang="en-US" sz="2400" i="1">
                    <a:solidFill>
                      <a:schemeClr val="tx1"/>
                    </a:solidFill>
                  </a:rPr>
                  <a:t>s</a:t>
                </a:r>
              </a:p>
            </p:txBody>
          </p:sp>
          <p:sp>
            <p:nvSpPr>
              <p:cNvPr id="167957" name="Text Box 233">
                <a:extLst>
                  <a:ext uri="{FF2B5EF4-FFF2-40B4-BE49-F238E27FC236}">
                    <a16:creationId xmlns:a16="http://schemas.microsoft.com/office/drawing/2014/main" id="{62CD0F4B-66DF-4BE7-892E-AE7550F5634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65" y="1152"/>
                <a:ext cx="330" cy="2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93000"/>
                  </a:lnSpc>
                  <a:spcBef>
                    <a:spcPts val="8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•"/>
                  <a:defRPr sz="32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lnSpc>
                    <a:spcPct val="93000"/>
                  </a:lnSpc>
                  <a:spcBef>
                    <a:spcPts val="7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–"/>
                  <a:defRPr sz="28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lnSpc>
                    <a:spcPct val="93000"/>
                  </a:lnSpc>
                  <a:spcBef>
                    <a:spcPts val="6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•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lnSpc>
                    <a:spcPct val="93000"/>
                  </a:lnSpc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–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lnSpc>
                    <a:spcPct val="93000"/>
                  </a:lnSpc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 typeface="Arial" panose="020B0604020202020204" pitchFamily="34" charset="0"/>
                  <a:buNone/>
                </a:pPr>
                <a:r>
                  <a:rPr lang="en-US" altLang="en-US" sz="2400">
                    <a:solidFill>
                      <a:schemeClr val="tx1"/>
                    </a:solidFill>
                  </a:rPr>
                  <a:t>3</a:t>
                </a:r>
                <a:r>
                  <a:rPr lang="en-US" altLang="en-US" sz="2400" i="1">
                    <a:solidFill>
                      <a:schemeClr val="tx1"/>
                    </a:solidFill>
                  </a:rPr>
                  <a:t>p</a:t>
                </a:r>
              </a:p>
            </p:txBody>
          </p:sp>
          <p:sp>
            <p:nvSpPr>
              <p:cNvPr id="167958" name="Text Box 234">
                <a:extLst>
                  <a:ext uri="{FF2B5EF4-FFF2-40B4-BE49-F238E27FC236}">
                    <a16:creationId xmlns:a16="http://schemas.microsoft.com/office/drawing/2014/main" id="{62006BF3-D2FF-491A-89FC-76D2A95EDA7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26" y="1152"/>
                <a:ext cx="319" cy="2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93000"/>
                  </a:lnSpc>
                  <a:spcBef>
                    <a:spcPts val="8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•"/>
                  <a:defRPr sz="32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lnSpc>
                    <a:spcPct val="93000"/>
                  </a:lnSpc>
                  <a:spcBef>
                    <a:spcPts val="7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–"/>
                  <a:defRPr sz="28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lnSpc>
                    <a:spcPct val="93000"/>
                  </a:lnSpc>
                  <a:spcBef>
                    <a:spcPts val="6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•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lnSpc>
                    <a:spcPct val="93000"/>
                  </a:lnSpc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–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lnSpc>
                    <a:spcPct val="93000"/>
                  </a:lnSpc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3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 typeface="Arial" panose="020B0604020202020204" pitchFamily="34" charset="0"/>
                  <a:buNone/>
                </a:pPr>
                <a:r>
                  <a:rPr lang="en-US" altLang="en-US" sz="2400">
                    <a:solidFill>
                      <a:schemeClr val="tx1"/>
                    </a:solidFill>
                  </a:rPr>
                  <a:t>4</a:t>
                </a:r>
                <a:r>
                  <a:rPr lang="en-US" altLang="en-US" sz="2400" i="1">
                    <a:solidFill>
                      <a:schemeClr val="tx1"/>
                    </a:solidFill>
                  </a:rPr>
                  <a:t>s</a:t>
                </a:r>
              </a:p>
            </p:txBody>
          </p:sp>
        </p:grpSp>
        <p:sp>
          <p:nvSpPr>
            <p:cNvPr id="167952" name="Text Box 239">
              <a:extLst>
                <a:ext uri="{FF2B5EF4-FFF2-40B4-BE49-F238E27FC236}">
                  <a16:creationId xmlns:a16="http://schemas.microsoft.com/office/drawing/2014/main" id="{21C4AF2F-950A-4B36-97E3-876D48390A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32" y="3784"/>
              <a:ext cx="330" cy="2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3000"/>
                </a:lnSpc>
                <a:spcBef>
                  <a:spcPts val="8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defRPr sz="32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93000"/>
                </a:lnSpc>
                <a:spcBef>
                  <a:spcPts val="7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93000"/>
                </a:lnSpc>
                <a:spcBef>
                  <a:spcPts val="6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93000"/>
                </a:lnSpc>
                <a:spcBef>
                  <a:spcPts val="5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93000"/>
                </a:lnSpc>
                <a:spcBef>
                  <a:spcPts val="500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457200" eaLnBrk="0" fontAlgn="base" hangingPunct="0">
                <a:lnSpc>
                  <a:spcPct val="93000"/>
                </a:lnSpc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en-US" altLang="en-US" sz="2400">
                  <a:solidFill>
                    <a:schemeClr val="tx1"/>
                  </a:solidFill>
                </a:rPr>
                <a:t>3</a:t>
              </a:r>
              <a:r>
                <a:rPr lang="en-US" altLang="en-US" sz="2400" i="1">
                  <a:solidFill>
                    <a:schemeClr val="tx1"/>
                  </a:solidFill>
                </a:rPr>
                <a:t>d</a:t>
              </a:r>
            </a:p>
          </p:txBody>
        </p:sp>
      </p:grpSp>
      <p:sp>
        <p:nvSpPr>
          <p:cNvPr id="199" name="Rectangle 198"/>
          <p:cNvSpPr/>
          <p:nvPr/>
        </p:nvSpPr>
        <p:spPr bwMode="auto">
          <a:xfrm>
            <a:off x="0" y="4543245"/>
            <a:ext cx="4442842" cy="533400"/>
          </a:xfrm>
          <a:prstGeom prst="rect">
            <a:avLst/>
          </a:prstGeom>
          <a:noFill/>
          <a:ln w="57150" cap="flat" cmpd="sng" algn="ctr">
            <a:solidFill>
              <a:srgbClr val="FF33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57200" rtl="0" eaLnBrk="0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sp>
        <p:nvSpPr>
          <p:cNvPr id="200" name="Rectangle 199"/>
          <p:cNvSpPr/>
          <p:nvPr/>
        </p:nvSpPr>
        <p:spPr bwMode="auto">
          <a:xfrm>
            <a:off x="5486400" y="5076645"/>
            <a:ext cx="2395538" cy="533400"/>
          </a:xfrm>
          <a:prstGeom prst="rect">
            <a:avLst/>
          </a:prstGeom>
          <a:noFill/>
          <a:ln w="57150" cap="flat" cmpd="sng" algn="ctr">
            <a:solidFill>
              <a:srgbClr val="FF33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57200" rtl="0" eaLnBrk="0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67622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9" grpId="0" animBg="1"/>
      <p:bldP spid="200" grpId="0" animBg="1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Footer Placeholder 4">
            <a:extLst>
              <a:ext uri="{FF2B5EF4-FFF2-40B4-BE49-F238E27FC236}">
                <a16:creationId xmlns:a16="http://schemas.microsoft.com/office/drawing/2014/main" id="{3CA89061-5480-4B00-9565-6B89D1932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3000"/>
              </a:lnSpc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GB" altLang="en-US" sz="1400"/>
              <a:t>Copyright McGraw-Hill 2009</a:t>
            </a:r>
          </a:p>
        </p:txBody>
      </p:sp>
      <p:sp>
        <p:nvSpPr>
          <p:cNvPr id="168963" name="Slide Number Placeholder 5">
            <a:extLst>
              <a:ext uri="{FF2B5EF4-FFF2-40B4-BE49-F238E27FC236}">
                <a16:creationId xmlns:a16="http://schemas.microsoft.com/office/drawing/2014/main" id="{2481BF4E-B4D7-4066-AFF8-DBDF08A68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3000"/>
              </a:lnSpc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fld id="{0FC310ED-8BA9-4420-902D-888473F1F27C}" type="slidenum">
              <a:rPr lang="en-GB" altLang="en-US" sz="1400"/>
              <a:pPr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t>92</a:t>
            </a:fld>
            <a:endParaRPr lang="en-GB" altLang="en-US" sz="1400"/>
          </a:p>
        </p:txBody>
      </p:sp>
      <p:sp>
        <p:nvSpPr>
          <p:cNvPr id="168964" name="Rectangle 1">
            <a:extLst>
              <a:ext uri="{FF2B5EF4-FFF2-40B4-BE49-F238E27FC236}">
                <a16:creationId xmlns:a16="http://schemas.microsoft.com/office/drawing/2014/main" id="{C11E447E-3EEA-4BF0-A97F-4A17C416752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463550"/>
            <a:ext cx="7772400" cy="1435100"/>
          </a:xfrm>
        </p:spPr>
        <p:txBody>
          <a:bodyPr/>
          <a:lstStyle/>
          <a:p>
            <a:pPr eaLnBrk="1" hangingPunct="1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en-US" dirty="0"/>
              <a:t>Electron Configurations and the Periodic Table</a:t>
            </a:r>
          </a:p>
        </p:txBody>
      </p:sp>
      <p:sp>
        <p:nvSpPr>
          <p:cNvPr id="168965" name="Rectangle 2">
            <a:extLst>
              <a:ext uri="{FF2B5EF4-FFF2-40B4-BE49-F238E27FC236}">
                <a16:creationId xmlns:a16="http://schemas.microsoft.com/office/drawing/2014/main" id="{AC44C2A0-6C16-4739-8085-66A47EC3259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7772400" cy="4114800"/>
          </a:xfrm>
        </p:spPr>
        <p:txBody>
          <a:bodyPr/>
          <a:lstStyle/>
          <a:p>
            <a:pPr eaLnBrk="1" hangingPunct="1">
              <a:lnSpc>
                <a:spcPct val="100000"/>
              </a:lnSpc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en-US" dirty="0"/>
              <a:t>Position on the periodic table indicates electron configuration </a:t>
            </a:r>
          </a:p>
          <a:p>
            <a:pPr eaLnBrk="1" hangingPunct="1">
              <a:lnSpc>
                <a:spcPct val="100000"/>
              </a:lnSpc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en-US" dirty="0"/>
              <a:t>What similarities are found within groups on the table? </a:t>
            </a:r>
          </a:p>
          <a:p>
            <a:pPr eaLnBrk="1" hangingPunct="1">
              <a:lnSpc>
                <a:spcPct val="100000"/>
              </a:lnSpc>
              <a:buFont typeface="Arial" panose="020B0604020202020204" pitchFamily="34" charset="0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GB" altLang="en-US"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0" name="Footer Placeholder 4">
            <a:extLst>
              <a:ext uri="{FF2B5EF4-FFF2-40B4-BE49-F238E27FC236}">
                <a16:creationId xmlns:a16="http://schemas.microsoft.com/office/drawing/2014/main" id="{F72EF63A-166E-4B6B-B729-CBCAF437F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3000"/>
              </a:lnSpc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GB" altLang="en-US" sz="1400"/>
              <a:t>Copyright McGraw-Hill 2009</a:t>
            </a:r>
          </a:p>
        </p:txBody>
      </p:sp>
      <p:sp>
        <p:nvSpPr>
          <p:cNvPr id="171011" name="Slide Number Placeholder 5">
            <a:extLst>
              <a:ext uri="{FF2B5EF4-FFF2-40B4-BE49-F238E27FC236}">
                <a16:creationId xmlns:a16="http://schemas.microsoft.com/office/drawing/2014/main" id="{2FD12E78-FC4F-454F-9001-5BBD9980B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3000"/>
              </a:lnSpc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fld id="{2B24CCE4-10CE-4805-A45C-20D06C9B5FC3}" type="slidenum">
              <a:rPr lang="en-GB" altLang="en-US" sz="1400"/>
              <a:pPr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t>93</a:t>
            </a:fld>
            <a:endParaRPr lang="en-GB" altLang="en-US" sz="1400"/>
          </a:p>
        </p:txBody>
      </p:sp>
      <p:pic>
        <p:nvPicPr>
          <p:cNvPr id="171012" name="Picture 1">
            <a:extLst>
              <a:ext uri="{FF2B5EF4-FFF2-40B4-BE49-F238E27FC236}">
                <a16:creationId xmlns:a16="http://schemas.microsoft.com/office/drawing/2014/main" id="{8811D1B9-E0A3-4AB1-A036-D36739E24C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27" r="131"/>
          <a:stretch>
            <a:fillRect/>
          </a:stretch>
        </p:blipFill>
        <p:spPr bwMode="auto">
          <a:xfrm>
            <a:off x="1143000" y="0"/>
            <a:ext cx="7010400" cy="620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6" name="Footer Placeholder 4">
            <a:extLst>
              <a:ext uri="{FF2B5EF4-FFF2-40B4-BE49-F238E27FC236}">
                <a16:creationId xmlns:a16="http://schemas.microsoft.com/office/drawing/2014/main" id="{EA921910-84D1-4CFF-9A69-5EC915414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3000"/>
              </a:lnSpc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GB" altLang="en-US" sz="1400"/>
              <a:t>Copyright McGraw-Hill 2009</a:t>
            </a:r>
          </a:p>
        </p:txBody>
      </p:sp>
      <p:sp>
        <p:nvSpPr>
          <p:cNvPr id="175107" name="Slide Number Placeholder 5">
            <a:extLst>
              <a:ext uri="{FF2B5EF4-FFF2-40B4-BE49-F238E27FC236}">
                <a16:creationId xmlns:a16="http://schemas.microsoft.com/office/drawing/2014/main" id="{5BE5B91D-5D82-457B-8C67-91E15AED2E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3000"/>
              </a:lnSpc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fld id="{8D579295-6436-4DF0-97F5-F5A5EB427AA5}" type="slidenum">
              <a:rPr lang="en-GB" altLang="en-US" sz="1400"/>
              <a:pPr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t>94</a:t>
            </a:fld>
            <a:endParaRPr lang="en-GB" altLang="en-US" sz="1400"/>
          </a:p>
        </p:txBody>
      </p:sp>
      <p:pic>
        <p:nvPicPr>
          <p:cNvPr id="175108" name="Picture 1">
            <a:extLst>
              <a:ext uri="{FF2B5EF4-FFF2-40B4-BE49-F238E27FC236}">
                <a16:creationId xmlns:a16="http://schemas.microsoft.com/office/drawing/2014/main" id="{70B13D55-45AF-4765-BFF3-82785F8C69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28"/>
          <a:stretch>
            <a:fillRect/>
          </a:stretch>
        </p:blipFill>
        <p:spPr bwMode="auto">
          <a:xfrm>
            <a:off x="685800" y="609600"/>
            <a:ext cx="7772400" cy="544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Footer Placeholder 4">
            <a:extLst>
              <a:ext uri="{FF2B5EF4-FFF2-40B4-BE49-F238E27FC236}">
                <a16:creationId xmlns:a16="http://schemas.microsoft.com/office/drawing/2014/main" id="{94C1EA4B-B659-429A-A6CB-406E249036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3000"/>
              </a:lnSpc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GB" altLang="en-US" sz="1400"/>
              <a:t>Copyright McGraw-Hill 2009</a:t>
            </a:r>
          </a:p>
        </p:txBody>
      </p:sp>
      <p:sp>
        <p:nvSpPr>
          <p:cNvPr id="173059" name="Slide Number Placeholder 5">
            <a:extLst>
              <a:ext uri="{FF2B5EF4-FFF2-40B4-BE49-F238E27FC236}">
                <a16:creationId xmlns:a16="http://schemas.microsoft.com/office/drawing/2014/main" id="{878B1231-5FDF-405C-979C-AED9F43CB3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3000"/>
              </a:lnSpc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fld id="{795FAA37-1D81-4A0D-8724-DCA2AA758FC8}" type="slidenum">
              <a:rPr lang="en-GB" altLang="en-US" sz="1400"/>
              <a:pPr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t>95</a:t>
            </a:fld>
            <a:endParaRPr lang="en-GB" altLang="en-US" sz="1400"/>
          </a:p>
        </p:txBody>
      </p:sp>
      <p:sp>
        <p:nvSpPr>
          <p:cNvPr id="173060" name="Rectangle 1">
            <a:extLst>
              <a:ext uri="{FF2B5EF4-FFF2-40B4-BE49-F238E27FC236}">
                <a16:creationId xmlns:a16="http://schemas.microsoft.com/office/drawing/2014/main" id="{88C81536-28C5-47F1-B86C-B398FFA32F0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463550"/>
            <a:ext cx="7772400" cy="1435100"/>
          </a:xfrm>
        </p:spPr>
        <p:txBody>
          <a:bodyPr/>
          <a:lstStyle/>
          <a:p>
            <a:pPr eaLnBrk="1" hangingPunct="1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en-US"/>
              <a:t>Electron Configurations and the Periodic Table </a:t>
            </a:r>
          </a:p>
        </p:txBody>
      </p:sp>
      <p:sp>
        <p:nvSpPr>
          <p:cNvPr id="173061" name="Rectangle 2">
            <a:extLst>
              <a:ext uri="{FF2B5EF4-FFF2-40B4-BE49-F238E27FC236}">
                <a16:creationId xmlns:a16="http://schemas.microsoft.com/office/drawing/2014/main" id="{6FAB4B09-C4B8-4C98-A665-BC7E4FF9948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7772400" cy="4114800"/>
          </a:xfrm>
        </p:spPr>
        <p:txBody>
          <a:bodyPr/>
          <a:lstStyle/>
          <a:p>
            <a:pPr eaLnBrk="1" hangingPunct="1">
              <a:lnSpc>
                <a:spcPct val="100000"/>
              </a:lnSpc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en-US" b="1" i="1"/>
              <a:t>Noble gas core configuration</a:t>
            </a:r>
            <a:r>
              <a:rPr lang="en-GB" altLang="en-US"/>
              <a:t> - can be used to represent all elements but H and He </a:t>
            </a:r>
          </a:p>
          <a:p>
            <a:pPr eaLnBrk="1" hangingPunct="1">
              <a:lnSpc>
                <a:spcPct val="100000"/>
              </a:lnSpc>
              <a:buFont typeface="Arial" panose="020B0604020202020204" pitchFamily="34" charset="0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en-US"/>
              <a:t>Example: </a:t>
            </a:r>
          </a:p>
          <a:p>
            <a:pPr eaLnBrk="1" hangingPunct="1">
              <a:lnSpc>
                <a:spcPct val="100000"/>
              </a:lnSpc>
              <a:buFont typeface="Arial" panose="020B0604020202020204" pitchFamily="34" charset="0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en-US"/>
              <a:t>	</a:t>
            </a:r>
            <a:r>
              <a:rPr lang="en-GB" altLang="en-US" i="1"/>
              <a:t>Z</a:t>
            </a:r>
            <a:r>
              <a:rPr lang="en-GB" altLang="en-US"/>
              <a:t> = 15  [</a:t>
            </a:r>
            <a:r>
              <a:rPr lang="en-GB" altLang="en-US">
                <a:solidFill>
                  <a:srgbClr val="0000FF"/>
                </a:solidFill>
              </a:rPr>
              <a:t>1</a:t>
            </a:r>
            <a:r>
              <a:rPr lang="en-GB" altLang="en-US" i="1">
                <a:solidFill>
                  <a:srgbClr val="0000FF"/>
                </a:solidFill>
              </a:rPr>
              <a:t>s</a:t>
            </a:r>
            <a:r>
              <a:rPr lang="en-GB" altLang="en-US" baseline="30000">
                <a:solidFill>
                  <a:srgbClr val="0000FF"/>
                </a:solidFill>
              </a:rPr>
              <a:t>2</a:t>
            </a:r>
            <a:r>
              <a:rPr lang="en-GB" altLang="en-US">
                <a:solidFill>
                  <a:srgbClr val="0000FF"/>
                </a:solidFill>
              </a:rPr>
              <a:t>2</a:t>
            </a:r>
            <a:r>
              <a:rPr lang="en-GB" altLang="en-US" i="1">
                <a:solidFill>
                  <a:srgbClr val="0000FF"/>
                </a:solidFill>
              </a:rPr>
              <a:t>s</a:t>
            </a:r>
            <a:r>
              <a:rPr lang="en-GB" altLang="en-US" baseline="30000">
                <a:solidFill>
                  <a:srgbClr val="0000FF"/>
                </a:solidFill>
              </a:rPr>
              <a:t>2</a:t>
            </a:r>
            <a:r>
              <a:rPr lang="en-GB" altLang="en-US">
                <a:solidFill>
                  <a:srgbClr val="0000FF"/>
                </a:solidFill>
              </a:rPr>
              <a:t>2</a:t>
            </a:r>
            <a:r>
              <a:rPr lang="en-GB" altLang="en-US" i="1">
                <a:solidFill>
                  <a:srgbClr val="0000FF"/>
                </a:solidFill>
              </a:rPr>
              <a:t>p</a:t>
            </a:r>
            <a:r>
              <a:rPr lang="en-GB" altLang="en-US" baseline="30000">
                <a:solidFill>
                  <a:srgbClr val="0000FF"/>
                </a:solidFill>
              </a:rPr>
              <a:t>6</a:t>
            </a:r>
            <a:r>
              <a:rPr lang="en-GB" altLang="en-US"/>
              <a:t>]3</a:t>
            </a:r>
            <a:r>
              <a:rPr lang="en-GB" altLang="en-US" i="1"/>
              <a:t>s</a:t>
            </a:r>
            <a:r>
              <a:rPr lang="en-GB" altLang="en-US" baseline="30000"/>
              <a:t>2</a:t>
            </a:r>
            <a:r>
              <a:rPr lang="en-GB" altLang="en-US"/>
              <a:t>3</a:t>
            </a:r>
            <a:r>
              <a:rPr lang="en-GB" altLang="en-US" i="1"/>
              <a:t>p</a:t>
            </a:r>
            <a:r>
              <a:rPr lang="en-GB" altLang="en-US" baseline="30000"/>
              <a:t>3</a:t>
            </a:r>
            <a:r>
              <a:rPr lang="en-GB" altLang="en-US"/>
              <a:t>  (P) </a:t>
            </a:r>
          </a:p>
          <a:p>
            <a:pPr eaLnBrk="1" hangingPunct="1">
              <a:lnSpc>
                <a:spcPct val="100000"/>
              </a:lnSpc>
              <a:buFont typeface="Arial" panose="020B0604020202020204" pitchFamily="34" charset="0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en-US"/>
              <a:t>			[</a:t>
            </a:r>
            <a:r>
              <a:rPr lang="en-GB" altLang="en-US">
                <a:solidFill>
                  <a:srgbClr val="0000FF"/>
                </a:solidFill>
              </a:rPr>
              <a:t>Ne</a:t>
            </a:r>
            <a:r>
              <a:rPr lang="en-GB" altLang="en-US"/>
              <a:t>] 3</a:t>
            </a:r>
            <a:r>
              <a:rPr lang="en-GB" altLang="en-US" i="1"/>
              <a:t>s</a:t>
            </a:r>
            <a:r>
              <a:rPr lang="en-GB" altLang="en-US" baseline="30000"/>
              <a:t>2</a:t>
            </a:r>
            <a:r>
              <a:rPr lang="en-GB" altLang="en-US"/>
              <a:t>3</a:t>
            </a:r>
            <a:r>
              <a:rPr lang="en-GB" altLang="en-US" i="1"/>
              <a:t>p</a:t>
            </a:r>
            <a:r>
              <a:rPr lang="en-GB" altLang="en-US" baseline="30000"/>
              <a:t>3   </a:t>
            </a:r>
            <a:r>
              <a:rPr lang="en-GB" altLang="en-US"/>
              <a:t>(P)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2">
            <a:extLst>
              <a:ext uri="{FF2B5EF4-FFF2-40B4-BE49-F238E27FC236}">
                <a16:creationId xmlns:a16="http://schemas.microsoft.com/office/drawing/2014/main" id="{70564B34-8740-4B1C-826E-4B91455F8DE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54" r="9902"/>
          <a:stretch/>
        </p:blipFill>
        <p:spPr bwMode="auto">
          <a:xfrm>
            <a:off x="0" y="775723"/>
            <a:ext cx="3275856" cy="58840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sp>
        <p:nvSpPr>
          <p:cNvPr id="163842" name="Footer Placeholder 4">
            <a:extLst>
              <a:ext uri="{FF2B5EF4-FFF2-40B4-BE49-F238E27FC236}">
                <a16:creationId xmlns:a16="http://schemas.microsoft.com/office/drawing/2014/main" id="{C9F83A81-4F25-4765-85A8-1935BE87DA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3000"/>
              </a:lnSpc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GB" altLang="en-US" sz="1400"/>
              <a:t>Copyright McGraw-Hill 2009</a:t>
            </a:r>
          </a:p>
        </p:txBody>
      </p:sp>
      <p:sp>
        <p:nvSpPr>
          <p:cNvPr id="163843" name="Slide Number Placeholder 5">
            <a:extLst>
              <a:ext uri="{FF2B5EF4-FFF2-40B4-BE49-F238E27FC236}">
                <a16:creationId xmlns:a16="http://schemas.microsoft.com/office/drawing/2014/main" id="{3D65232E-678C-441B-9553-74CB1360C8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3000"/>
              </a:lnSpc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fld id="{309D8AE3-A203-432A-B444-2EDF3AD824DA}" type="slidenum">
              <a:rPr lang="en-GB" altLang="en-US" sz="1400"/>
              <a:pPr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t>96</a:t>
            </a:fld>
            <a:endParaRPr lang="en-GB" altLang="en-US" sz="1400"/>
          </a:p>
        </p:txBody>
      </p:sp>
      <p:sp>
        <p:nvSpPr>
          <p:cNvPr id="163844" name="Rectangle 1">
            <a:extLst>
              <a:ext uri="{FF2B5EF4-FFF2-40B4-BE49-F238E27FC236}">
                <a16:creationId xmlns:a16="http://schemas.microsoft.com/office/drawing/2014/main" id="{43E802F3-61B8-416C-B8A2-9F0D891F3EC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5405" y="215049"/>
            <a:ext cx="9144000" cy="1143000"/>
          </a:xfrm>
        </p:spPr>
        <p:txBody>
          <a:bodyPr/>
          <a:lstStyle/>
          <a:p>
            <a:pPr eaLnBrk="1" hangingPunct="1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en-US" dirty="0"/>
              <a:t>The Diagonal Rule (</a:t>
            </a:r>
            <a:r>
              <a:rPr lang="en-GB" altLang="en-US" dirty="0" err="1"/>
              <a:t>Aufbau</a:t>
            </a:r>
            <a:r>
              <a:rPr lang="en-GB" altLang="en-US" dirty="0"/>
              <a:t> Principle) </a:t>
            </a:r>
          </a:p>
        </p:txBody>
      </p:sp>
      <p:sp>
        <p:nvSpPr>
          <p:cNvPr id="14" name="Rectangle 1">
            <a:extLst>
              <a:ext uri="{FF2B5EF4-FFF2-40B4-BE49-F238E27FC236}">
                <a16:creationId xmlns:a16="http://schemas.microsoft.com/office/drawing/2014/main" id="{43E802F3-61B8-416C-B8A2-9F0D891F3E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6839" y="731479"/>
            <a:ext cx="6304260" cy="360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0000" tIns="46800" rIns="90000" bIns="46800" numCol="1" anchor="ctr" anchorCtr="0" compatLnSpc="1">
            <a:prstTxWarp prst="textNoShape">
              <a:avLst/>
            </a:prstTxWarp>
          </a:bodyPr>
          <a:lstStyle>
            <a:lvl1pPr algn="ctr" defTabSz="457200" rtl="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4400" b="0" i="0" u="none">
                <a:solidFill>
                  <a:srgbClr val="000000"/>
                </a:solidFill>
                <a:latin typeface="+mj-lt"/>
                <a:ea typeface="+mj-ea"/>
                <a:cs typeface="+mj-cs"/>
              </a:defRPr>
            </a:lvl1pPr>
            <a:lvl2pPr algn="ctr" defTabSz="457200" rtl="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4400">
                <a:solidFill>
                  <a:srgbClr val="000000"/>
                </a:solidFill>
                <a:latin typeface="Arial" charset="0"/>
              </a:defRPr>
            </a:lvl2pPr>
            <a:lvl3pPr algn="ctr" defTabSz="457200" rtl="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4400">
                <a:solidFill>
                  <a:srgbClr val="000000"/>
                </a:solidFill>
                <a:latin typeface="Arial" charset="0"/>
              </a:defRPr>
            </a:lvl3pPr>
            <a:lvl4pPr algn="ctr" defTabSz="457200" rtl="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4400">
                <a:solidFill>
                  <a:srgbClr val="000000"/>
                </a:solidFill>
                <a:latin typeface="Arial" charset="0"/>
              </a:defRPr>
            </a:lvl4pPr>
            <a:lvl5pPr algn="ctr" defTabSz="457200" rtl="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4400">
                <a:solidFill>
                  <a:srgbClr val="000000"/>
                </a:solidFill>
                <a:latin typeface="Arial" charset="0"/>
              </a:defRPr>
            </a:lvl5pPr>
            <a:lvl6pPr marL="457200" algn="ctr" defTabSz="457200" rtl="0" fontAlgn="base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defRPr sz="4400">
                <a:solidFill>
                  <a:srgbClr val="000000"/>
                </a:solidFill>
                <a:latin typeface="Arial" charset="0"/>
              </a:defRPr>
            </a:lvl6pPr>
            <a:lvl7pPr marL="914400" algn="ctr" defTabSz="457200" rtl="0" fontAlgn="base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defRPr sz="4400">
                <a:solidFill>
                  <a:srgbClr val="000000"/>
                </a:solidFill>
                <a:latin typeface="Arial" charset="0"/>
              </a:defRPr>
            </a:lvl7pPr>
            <a:lvl8pPr marL="1371600" algn="ctr" defTabSz="457200" rtl="0" fontAlgn="base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defRPr sz="4400">
                <a:solidFill>
                  <a:srgbClr val="000000"/>
                </a:solidFill>
                <a:latin typeface="Arial" charset="0"/>
              </a:defRPr>
            </a:lvl8pPr>
            <a:lvl9pPr marL="1828800" algn="ctr" defTabSz="457200" rtl="0" fontAlgn="base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defRPr sz="4400">
                <a:solidFill>
                  <a:srgbClr val="000000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en-US" sz="2500" kern="0" dirty="0"/>
              <a:t>Careful: The </a:t>
            </a:r>
            <a:r>
              <a:rPr lang="en-GB" altLang="en-US" sz="2500" kern="0" dirty="0" err="1"/>
              <a:t>Aufbau</a:t>
            </a:r>
            <a:r>
              <a:rPr lang="en-GB" altLang="en-US" sz="2500" kern="0" dirty="0"/>
              <a:t> Principle only helps you write the electron configuration. It does not tell you which electron is lost when the atom forms a cation! For example for </a:t>
            </a:r>
            <a:r>
              <a:rPr lang="en-GB" altLang="en-US" sz="2500" kern="0" dirty="0" err="1"/>
              <a:t>Sc</a:t>
            </a:r>
            <a:r>
              <a:rPr lang="en-GB" altLang="en-US" sz="2500" kern="0" dirty="0"/>
              <a:t> (Z= 21):</a:t>
            </a:r>
          </a:p>
        </p:txBody>
      </p:sp>
      <p:sp>
        <p:nvSpPr>
          <p:cNvPr id="3" name="Rectangle 2"/>
          <p:cNvSpPr/>
          <p:nvPr/>
        </p:nvSpPr>
        <p:spPr>
          <a:xfrm>
            <a:off x="3789511" y="3789040"/>
            <a:ext cx="5359028" cy="22775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en-US" sz="2800" kern="0" dirty="0" err="1">
                <a:solidFill>
                  <a:schemeClr val="tx1"/>
                </a:solidFill>
              </a:rPr>
              <a:t>Sc</a:t>
            </a:r>
            <a:r>
              <a:rPr lang="en-US" altLang="en-US" sz="2800" kern="0" dirty="0">
                <a:solidFill>
                  <a:schemeClr val="tx1"/>
                </a:solidFill>
              </a:rPr>
              <a:t>  1s</a:t>
            </a:r>
            <a:r>
              <a:rPr lang="en-US" altLang="en-US" sz="2800" kern="0" baseline="30000" dirty="0">
                <a:solidFill>
                  <a:schemeClr val="tx1"/>
                </a:solidFill>
              </a:rPr>
              <a:t>2</a:t>
            </a:r>
            <a:r>
              <a:rPr lang="en-US" altLang="en-US" sz="2800" kern="0" dirty="0">
                <a:solidFill>
                  <a:schemeClr val="tx1"/>
                </a:solidFill>
              </a:rPr>
              <a:t> 2s</a:t>
            </a:r>
            <a:r>
              <a:rPr lang="en-US" altLang="en-US" sz="2800" kern="0" baseline="30000" dirty="0">
                <a:solidFill>
                  <a:schemeClr val="tx1"/>
                </a:solidFill>
              </a:rPr>
              <a:t>2</a:t>
            </a:r>
            <a:r>
              <a:rPr lang="en-US" altLang="en-US" sz="2800" kern="0" dirty="0">
                <a:solidFill>
                  <a:schemeClr val="tx1"/>
                </a:solidFill>
              </a:rPr>
              <a:t> 2p</a:t>
            </a:r>
            <a:r>
              <a:rPr lang="en-US" altLang="en-US" sz="2800" kern="0" baseline="30000" dirty="0">
                <a:solidFill>
                  <a:schemeClr val="tx1"/>
                </a:solidFill>
              </a:rPr>
              <a:t>6</a:t>
            </a:r>
            <a:r>
              <a:rPr lang="en-US" altLang="en-US" sz="2800" kern="0" dirty="0">
                <a:solidFill>
                  <a:schemeClr val="tx1"/>
                </a:solidFill>
              </a:rPr>
              <a:t> 3s</a:t>
            </a:r>
            <a:r>
              <a:rPr lang="en-US" altLang="en-US" sz="2800" kern="0" baseline="30000" dirty="0">
                <a:solidFill>
                  <a:schemeClr val="tx1"/>
                </a:solidFill>
              </a:rPr>
              <a:t>2</a:t>
            </a:r>
            <a:r>
              <a:rPr lang="en-US" altLang="en-US" sz="2800" kern="0" dirty="0">
                <a:solidFill>
                  <a:schemeClr val="tx1"/>
                </a:solidFill>
              </a:rPr>
              <a:t> 3p</a:t>
            </a:r>
            <a:r>
              <a:rPr lang="en-US" altLang="en-US" sz="2800" kern="0" baseline="30000" dirty="0">
                <a:solidFill>
                  <a:schemeClr val="tx1"/>
                </a:solidFill>
              </a:rPr>
              <a:t>6</a:t>
            </a:r>
            <a:r>
              <a:rPr lang="en-US" altLang="en-US" sz="2800" kern="0" dirty="0">
                <a:solidFill>
                  <a:schemeClr val="tx1"/>
                </a:solidFill>
              </a:rPr>
              <a:t> 3d</a:t>
            </a:r>
            <a:r>
              <a:rPr lang="en-US" altLang="en-US" sz="2800" kern="0" baseline="30000" dirty="0">
                <a:solidFill>
                  <a:schemeClr val="tx1"/>
                </a:solidFill>
              </a:rPr>
              <a:t>1</a:t>
            </a:r>
            <a:r>
              <a:rPr lang="en-US" altLang="en-US" sz="2800" kern="0" dirty="0">
                <a:solidFill>
                  <a:schemeClr val="tx1"/>
                </a:solidFill>
              </a:rPr>
              <a:t> 4s</a:t>
            </a:r>
            <a:r>
              <a:rPr lang="en-US" altLang="en-US" sz="2800" kern="0" baseline="30000" dirty="0">
                <a:solidFill>
                  <a:schemeClr val="tx1"/>
                </a:solidFill>
              </a:rPr>
              <a:t>2 </a:t>
            </a:r>
          </a:p>
          <a:p>
            <a:pPr eaLnBrk="1" hangingPunct="1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altLang="en-US" sz="1000" kern="0" dirty="0">
              <a:solidFill>
                <a:schemeClr val="tx1"/>
              </a:solidFill>
            </a:endParaRPr>
          </a:p>
          <a:p>
            <a:pPr eaLnBrk="1" hangingPunct="1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en-US" sz="2800" kern="0" dirty="0" err="1">
                <a:solidFill>
                  <a:schemeClr val="tx1"/>
                </a:solidFill>
              </a:rPr>
              <a:t>Sc</a:t>
            </a:r>
            <a:r>
              <a:rPr lang="en-US" altLang="en-US" sz="2800" kern="0" baseline="30000" dirty="0">
                <a:solidFill>
                  <a:schemeClr val="tx1"/>
                </a:solidFill>
              </a:rPr>
              <a:t>+</a:t>
            </a:r>
            <a:r>
              <a:rPr lang="en-US" altLang="en-US" sz="2800" kern="0" dirty="0">
                <a:solidFill>
                  <a:schemeClr val="tx1"/>
                </a:solidFill>
              </a:rPr>
              <a:t> 1s</a:t>
            </a:r>
            <a:r>
              <a:rPr lang="en-US" altLang="en-US" sz="2800" kern="0" baseline="30000" dirty="0">
                <a:solidFill>
                  <a:schemeClr val="tx1"/>
                </a:solidFill>
              </a:rPr>
              <a:t>2</a:t>
            </a:r>
            <a:r>
              <a:rPr lang="en-US" altLang="en-US" sz="2800" kern="0" dirty="0">
                <a:solidFill>
                  <a:schemeClr val="tx1"/>
                </a:solidFill>
              </a:rPr>
              <a:t> 2s</a:t>
            </a:r>
            <a:r>
              <a:rPr lang="en-US" altLang="en-US" sz="2800" kern="0" baseline="30000" dirty="0">
                <a:solidFill>
                  <a:schemeClr val="tx1"/>
                </a:solidFill>
              </a:rPr>
              <a:t>2</a:t>
            </a:r>
            <a:r>
              <a:rPr lang="en-US" altLang="en-US" sz="2800" kern="0" dirty="0">
                <a:solidFill>
                  <a:schemeClr val="tx1"/>
                </a:solidFill>
              </a:rPr>
              <a:t> 2p</a:t>
            </a:r>
            <a:r>
              <a:rPr lang="en-US" altLang="en-US" sz="2800" kern="0" baseline="30000" dirty="0">
                <a:solidFill>
                  <a:schemeClr val="tx1"/>
                </a:solidFill>
              </a:rPr>
              <a:t>6</a:t>
            </a:r>
            <a:r>
              <a:rPr lang="en-US" altLang="en-US" sz="2800" kern="0" dirty="0">
                <a:solidFill>
                  <a:schemeClr val="tx1"/>
                </a:solidFill>
              </a:rPr>
              <a:t> 3s</a:t>
            </a:r>
            <a:r>
              <a:rPr lang="en-US" altLang="en-US" sz="2800" kern="0" baseline="30000" dirty="0">
                <a:solidFill>
                  <a:schemeClr val="tx1"/>
                </a:solidFill>
              </a:rPr>
              <a:t>2</a:t>
            </a:r>
            <a:r>
              <a:rPr lang="en-US" altLang="en-US" sz="2800" kern="0" dirty="0">
                <a:solidFill>
                  <a:schemeClr val="tx1"/>
                </a:solidFill>
              </a:rPr>
              <a:t> 3p</a:t>
            </a:r>
            <a:r>
              <a:rPr lang="en-US" altLang="en-US" sz="2800" kern="0" baseline="30000" dirty="0">
                <a:solidFill>
                  <a:schemeClr val="tx1"/>
                </a:solidFill>
              </a:rPr>
              <a:t>6</a:t>
            </a:r>
            <a:r>
              <a:rPr lang="en-US" altLang="en-US" sz="2800" kern="0" dirty="0">
                <a:solidFill>
                  <a:schemeClr val="tx1"/>
                </a:solidFill>
              </a:rPr>
              <a:t> 3d</a:t>
            </a:r>
            <a:r>
              <a:rPr lang="en-US" altLang="en-US" sz="2800" kern="0" baseline="30000" dirty="0">
                <a:solidFill>
                  <a:schemeClr val="tx1"/>
                </a:solidFill>
              </a:rPr>
              <a:t>1</a:t>
            </a:r>
            <a:r>
              <a:rPr lang="en-US" altLang="en-US" sz="2800" kern="0" dirty="0">
                <a:solidFill>
                  <a:schemeClr val="tx1"/>
                </a:solidFill>
              </a:rPr>
              <a:t> 4s</a:t>
            </a:r>
            <a:r>
              <a:rPr lang="en-US" altLang="en-US" sz="2800" kern="0" baseline="30000" dirty="0">
                <a:solidFill>
                  <a:schemeClr val="tx1"/>
                </a:solidFill>
              </a:rPr>
              <a:t>1</a:t>
            </a:r>
          </a:p>
          <a:p>
            <a:pPr eaLnBrk="1" hangingPunct="1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altLang="en-US" sz="1000" kern="0" dirty="0">
              <a:solidFill>
                <a:schemeClr val="tx1"/>
              </a:solidFill>
            </a:endParaRPr>
          </a:p>
          <a:p>
            <a:pPr eaLnBrk="1" hangingPunct="1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en-US" sz="2800" kern="0" dirty="0">
                <a:solidFill>
                  <a:schemeClr val="tx1"/>
                </a:solidFill>
              </a:rPr>
              <a:t>Sc</a:t>
            </a:r>
            <a:r>
              <a:rPr lang="en-US" altLang="en-US" sz="2800" kern="0" baseline="30000" dirty="0">
                <a:solidFill>
                  <a:schemeClr val="tx1"/>
                </a:solidFill>
              </a:rPr>
              <a:t>2+ </a:t>
            </a:r>
            <a:r>
              <a:rPr lang="en-US" altLang="en-US" sz="2800" kern="0" dirty="0">
                <a:solidFill>
                  <a:schemeClr val="tx1"/>
                </a:solidFill>
              </a:rPr>
              <a:t>1s</a:t>
            </a:r>
            <a:r>
              <a:rPr lang="en-US" altLang="en-US" sz="2800" kern="0" baseline="30000" dirty="0">
                <a:solidFill>
                  <a:schemeClr val="tx1"/>
                </a:solidFill>
              </a:rPr>
              <a:t>2</a:t>
            </a:r>
            <a:r>
              <a:rPr lang="en-US" altLang="en-US" sz="2800" kern="0" dirty="0">
                <a:solidFill>
                  <a:schemeClr val="tx1"/>
                </a:solidFill>
              </a:rPr>
              <a:t> 2s</a:t>
            </a:r>
            <a:r>
              <a:rPr lang="en-US" altLang="en-US" sz="2800" kern="0" baseline="30000" dirty="0">
                <a:solidFill>
                  <a:schemeClr val="tx1"/>
                </a:solidFill>
              </a:rPr>
              <a:t>2</a:t>
            </a:r>
            <a:r>
              <a:rPr lang="en-US" altLang="en-US" sz="2800" kern="0" dirty="0">
                <a:solidFill>
                  <a:schemeClr val="tx1"/>
                </a:solidFill>
              </a:rPr>
              <a:t> 2p</a:t>
            </a:r>
            <a:r>
              <a:rPr lang="en-US" altLang="en-US" sz="2800" kern="0" baseline="30000" dirty="0">
                <a:solidFill>
                  <a:schemeClr val="tx1"/>
                </a:solidFill>
              </a:rPr>
              <a:t>6</a:t>
            </a:r>
            <a:r>
              <a:rPr lang="en-US" altLang="en-US" sz="2800" kern="0" dirty="0">
                <a:solidFill>
                  <a:schemeClr val="tx1"/>
                </a:solidFill>
              </a:rPr>
              <a:t> 3s</a:t>
            </a:r>
            <a:r>
              <a:rPr lang="en-US" altLang="en-US" sz="2800" kern="0" baseline="30000" dirty="0">
                <a:solidFill>
                  <a:schemeClr val="tx1"/>
                </a:solidFill>
              </a:rPr>
              <a:t>2</a:t>
            </a:r>
            <a:r>
              <a:rPr lang="en-US" altLang="en-US" sz="2800" kern="0" dirty="0">
                <a:solidFill>
                  <a:schemeClr val="tx1"/>
                </a:solidFill>
              </a:rPr>
              <a:t> 3p</a:t>
            </a:r>
            <a:r>
              <a:rPr lang="en-US" altLang="en-US" sz="2800" kern="0" baseline="30000" dirty="0">
                <a:solidFill>
                  <a:schemeClr val="tx1"/>
                </a:solidFill>
              </a:rPr>
              <a:t>6</a:t>
            </a:r>
            <a:r>
              <a:rPr lang="en-US" altLang="en-US" sz="2800" kern="0" dirty="0">
                <a:solidFill>
                  <a:schemeClr val="tx1"/>
                </a:solidFill>
              </a:rPr>
              <a:t> 3d</a:t>
            </a:r>
            <a:r>
              <a:rPr lang="en-US" altLang="en-US" sz="2800" kern="0" baseline="30000" dirty="0">
                <a:solidFill>
                  <a:schemeClr val="tx1"/>
                </a:solidFill>
              </a:rPr>
              <a:t>1</a:t>
            </a:r>
            <a:r>
              <a:rPr lang="en-US" altLang="en-US" sz="2800" kern="0" dirty="0">
                <a:solidFill>
                  <a:schemeClr val="tx1"/>
                </a:solidFill>
              </a:rPr>
              <a:t> 4s</a:t>
            </a:r>
            <a:r>
              <a:rPr lang="en-US" altLang="en-US" sz="2800" kern="0" baseline="30000" dirty="0">
                <a:solidFill>
                  <a:schemeClr val="tx1"/>
                </a:solidFill>
              </a:rPr>
              <a:t>0</a:t>
            </a:r>
            <a:endParaRPr lang="en-US" altLang="en-US" sz="2800" kern="0" dirty="0">
              <a:solidFill>
                <a:schemeClr val="tx1"/>
              </a:solidFill>
            </a:endParaRPr>
          </a:p>
          <a:p>
            <a:pPr eaLnBrk="1" hangingPunct="1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altLang="en-US" sz="1000" kern="0" dirty="0">
              <a:solidFill>
                <a:schemeClr val="tx1"/>
              </a:solidFill>
            </a:endParaRPr>
          </a:p>
          <a:p>
            <a:pPr eaLnBrk="1" hangingPunct="1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en-US" sz="2800" kern="0" dirty="0">
                <a:solidFill>
                  <a:schemeClr val="tx1"/>
                </a:solidFill>
              </a:rPr>
              <a:t>Sc</a:t>
            </a:r>
            <a:r>
              <a:rPr lang="en-US" altLang="en-US" sz="2800" kern="0" baseline="30000" dirty="0">
                <a:solidFill>
                  <a:schemeClr val="tx1"/>
                </a:solidFill>
              </a:rPr>
              <a:t>3+</a:t>
            </a:r>
            <a:r>
              <a:rPr lang="en-US" altLang="en-US" sz="2800" kern="0" dirty="0">
                <a:solidFill>
                  <a:schemeClr val="tx1"/>
                </a:solidFill>
              </a:rPr>
              <a:t> 1s</a:t>
            </a:r>
            <a:r>
              <a:rPr lang="en-US" altLang="en-US" sz="2800" kern="0" baseline="30000" dirty="0">
                <a:solidFill>
                  <a:schemeClr val="tx1"/>
                </a:solidFill>
              </a:rPr>
              <a:t>2</a:t>
            </a:r>
            <a:r>
              <a:rPr lang="en-US" altLang="en-US" sz="2800" kern="0" dirty="0">
                <a:solidFill>
                  <a:schemeClr val="tx1"/>
                </a:solidFill>
              </a:rPr>
              <a:t> 2s</a:t>
            </a:r>
            <a:r>
              <a:rPr lang="en-US" altLang="en-US" sz="2800" kern="0" baseline="30000" dirty="0">
                <a:solidFill>
                  <a:schemeClr val="tx1"/>
                </a:solidFill>
              </a:rPr>
              <a:t>2</a:t>
            </a:r>
            <a:r>
              <a:rPr lang="en-US" altLang="en-US" sz="2800" kern="0" dirty="0">
                <a:solidFill>
                  <a:schemeClr val="tx1"/>
                </a:solidFill>
              </a:rPr>
              <a:t> 2p</a:t>
            </a:r>
            <a:r>
              <a:rPr lang="en-US" altLang="en-US" sz="2800" kern="0" baseline="30000" dirty="0">
                <a:solidFill>
                  <a:schemeClr val="tx1"/>
                </a:solidFill>
              </a:rPr>
              <a:t>6</a:t>
            </a:r>
            <a:r>
              <a:rPr lang="en-US" altLang="en-US" sz="2800" kern="0" dirty="0">
                <a:solidFill>
                  <a:schemeClr val="tx1"/>
                </a:solidFill>
              </a:rPr>
              <a:t> 3s</a:t>
            </a:r>
            <a:r>
              <a:rPr lang="en-US" altLang="en-US" sz="2800" kern="0" baseline="30000" dirty="0">
                <a:solidFill>
                  <a:schemeClr val="tx1"/>
                </a:solidFill>
              </a:rPr>
              <a:t>2</a:t>
            </a:r>
            <a:r>
              <a:rPr lang="en-US" altLang="en-US" sz="2800" kern="0" dirty="0">
                <a:solidFill>
                  <a:schemeClr val="tx1"/>
                </a:solidFill>
              </a:rPr>
              <a:t> 3p</a:t>
            </a:r>
            <a:r>
              <a:rPr lang="en-US" altLang="en-US" sz="2800" kern="0" baseline="30000" dirty="0">
                <a:solidFill>
                  <a:schemeClr val="tx1"/>
                </a:solidFill>
              </a:rPr>
              <a:t>6</a:t>
            </a:r>
            <a:r>
              <a:rPr lang="en-US" altLang="en-US" sz="2800" kern="0" dirty="0">
                <a:solidFill>
                  <a:schemeClr val="tx1"/>
                </a:solidFill>
              </a:rPr>
              <a:t> 3d</a:t>
            </a:r>
            <a:r>
              <a:rPr lang="en-US" altLang="en-US" sz="2800" kern="0" baseline="30000" dirty="0">
                <a:solidFill>
                  <a:schemeClr val="tx1"/>
                </a:solidFill>
              </a:rPr>
              <a:t>0</a:t>
            </a:r>
            <a:r>
              <a:rPr lang="en-US" altLang="en-US" sz="2800" kern="0" dirty="0">
                <a:solidFill>
                  <a:schemeClr val="tx1"/>
                </a:solidFill>
              </a:rPr>
              <a:t> 4s</a:t>
            </a:r>
            <a:r>
              <a:rPr lang="en-US" altLang="en-US" sz="2800" kern="0" baseline="30000" dirty="0">
                <a:solidFill>
                  <a:schemeClr val="tx1"/>
                </a:solidFill>
              </a:rP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161517678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99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99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99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99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5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Footer Placeholder 4">
            <a:extLst>
              <a:ext uri="{FF2B5EF4-FFF2-40B4-BE49-F238E27FC236}">
                <a16:creationId xmlns:a16="http://schemas.microsoft.com/office/drawing/2014/main" id="{656A313C-833D-466B-B048-4524F6C743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3000"/>
              </a:lnSpc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GB" altLang="en-US" sz="1400"/>
              <a:t>Copyright McGraw-Hill 2009</a:t>
            </a:r>
          </a:p>
        </p:txBody>
      </p:sp>
      <p:sp>
        <p:nvSpPr>
          <p:cNvPr id="177155" name="Slide Number Placeholder 5">
            <a:extLst>
              <a:ext uri="{FF2B5EF4-FFF2-40B4-BE49-F238E27FC236}">
                <a16:creationId xmlns:a16="http://schemas.microsoft.com/office/drawing/2014/main" id="{11A30115-737D-4FB4-9946-8DCEB50D07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3000"/>
              </a:lnSpc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fld id="{B16422B9-23C4-4A4B-8B7C-11D08B5A9B7F}" type="slidenum">
              <a:rPr lang="en-GB" altLang="en-US" sz="1400"/>
              <a:pPr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t>97</a:t>
            </a:fld>
            <a:endParaRPr lang="en-GB" altLang="en-US" sz="1400"/>
          </a:p>
        </p:txBody>
      </p:sp>
      <p:sp>
        <p:nvSpPr>
          <p:cNvPr id="177156" name="Rectangle 1">
            <a:extLst>
              <a:ext uri="{FF2B5EF4-FFF2-40B4-BE49-F238E27FC236}">
                <a16:creationId xmlns:a16="http://schemas.microsoft.com/office/drawing/2014/main" id="{52668B88-5D81-4B00-8F6B-0084922EC45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7504" y="304800"/>
            <a:ext cx="9036496" cy="1143000"/>
          </a:xfrm>
        </p:spPr>
        <p:txBody>
          <a:bodyPr/>
          <a:lstStyle/>
          <a:p>
            <a:pPr eaLnBrk="1" hangingPunct="1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en-US" dirty="0"/>
              <a:t>Diagonal Rule: Too Good to Be True? </a:t>
            </a:r>
          </a:p>
        </p:txBody>
      </p:sp>
      <p:sp>
        <p:nvSpPr>
          <p:cNvPr id="177157" name="Rectangle 2">
            <a:extLst>
              <a:ext uri="{FF2B5EF4-FFF2-40B4-BE49-F238E27FC236}">
                <a16:creationId xmlns:a16="http://schemas.microsoft.com/office/drawing/2014/main" id="{A02B2BCB-6887-443A-ACAE-FB333D649C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676400"/>
            <a:ext cx="7772400" cy="4114800"/>
          </a:xfrm>
        </p:spPr>
        <p:txBody>
          <a:bodyPr/>
          <a:lstStyle/>
          <a:p>
            <a:pPr eaLnBrk="1" hangingPunct="1">
              <a:lnSpc>
                <a:spcPct val="100000"/>
              </a:lnSpc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en-US" dirty="0"/>
              <a:t>Not all elements follow the “order” of the diagonal rule </a:t>
            </a:r>
          </a:p>
          <a:p>
            <a:pPr eaLnBrk="1" hangingPunct="1">
              <a:lnSpc>
                <a:spcPct val="100000"/>
              </a:lnSpc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en-US" dirty="0"/>
              <a:t>Notable exceptions: Cu (</a:t>
            </a:r>
            <a:r>
              <a:rPr lang="en-GB" altLang="en-US" i="1" dirty="0"/>
              <a:t>Z</a:t>
            </a:r>
            <a:r>
              <a:rPr lang="en-GB" altLang="en-US" dirty="0"/>
              <a:t> = 29)  and  Cr (</a:t>
            </a:r>
            <a:r>
              <a:rPr lang="en-GB" altLang="en-US" i="1" dirty="0"/>
              <a:t>Z</a:t>
            </a:r>
            <a:r>
              <a:rPr lang="en-GB" altLang="en-US" dirty="0"/>
              <a:t> = 24) </a:t>
            </a:r>
          </a:p>
          <a:p>
            <a:pPr eaLnBrk="1" hangingPunct="1">
              <a:lnSpc>
                <a:spcPct val="100000"/>
              </a:lnSpc>
              <a:buFont typeface="Arial" panose="020B0604020202020204" pitchFamily="34" charset="0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en-US" dirty="0"/>
              <a:t>			Cu = </a:t>
            </a:r>
            <a:r>
              <a:rPr lang="en-GB" altLang="en-US" dirty="0">
                <a:solidFill>
                  <a:srgbClr val="0000FF"/>
                </a:solidFill>
              </a:rPr>
              <a:t>[</a:t>
            </a:r>
            <a:r>
              <a:rPr lang="en-GB" altLang="en-US" dirty="0" err="1">
                <a:solidFill>
                  <a:srgbClr val="0000FF"/>
                </a:solidFill>
              </a:rPr>
              <a:t>Ar</a:t>
            </a:r>
            <a:r>
              <a:rPr lang="en-GB" altLang="en-US" dirty="0">
                <a:solidFill>
                  <a:srgbClr val="0000FF"/>
                </a:solidFill>
              </a:rPr>
              <a:t>]</a:t>
            </a:r>
            <a:r>
              <a:rPr lang="en-GB" altLang="en-US" dirty="0"/>
              <a:t>4</a:t>
            </a:r>
            <a:r>
              <a:rPr lang="en-GB" altLang="en-US" i="1" dirty="0"/>
              <a:t>s</a:t>
            </a:r>
            <a:r>
              <a:rPr lang="en-GB" altLang="en-US" baseline="30000" dirty="0"/>
              <a:t>1</a:t>
            </a:r>
            <a:r>
              <a:rPr lang="en-GB" altLang="en-US" dirty="0"/>
              <a:t>3</a:t>
            </a:r>
            <a:r>
              <a:rPr lang="en-GB" altLang="en-US" i="1" dirty="0"/>
              <a:t>d</a:t>
            </a:r>
            <a:r>
              <a:rPr lang="en-GB" altLang="en-US" baseline="30000" dirty="0"/>
              <a:t>10</a:t>
            </a:r>
          </a:p>
          <a:p>
            <a:pPr eaLnBrk="1" hangingPunct="1">
              <a:lnSpc>
                <a:spcPct val="100000"/>
              </a:lnSpc>
              <a:buFont typeface="Arial" panose="020B0604020202020204" pitchFamily="34" charset="0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en-US" dirty="0"/>
              <a:t>			Cr = </a:t>
            </a:r>
            <a:r>
              <a:rPr lang="en-GB" altLang="en-US" dirty="0">
                <a:solidFill>
                  <a:srgbClr val="0000FF"/>
                </a:solidFill>
              </a:rPr>
              <a:t>[</a:t>
            </a:r>
            <a:r>
              <a:rPr lang="en-GB" altLang="en-US" dirty="0" err="1">
                <a:solidFill>
                  <a:srgbClr val="0000FF"/>
                </a:solidFill>
              </a:rPr>
              <a:t>Ar</a:t>
            </a:r>
            <a:r>
              <a:rPr lang="en-GB" altLang="en-US" dirty="0">
                <a:solidFill>
                  <a:srgbClr val="0000FF"/>
                </a:solidFill>
              </a:rPr>
              <a:t>]</a:t>
            </a:r>
            <a:r>
              <a:rPr lang="en-GB" altLang="en-US" dirty="0"/>
              <a:t>4</a:t>
            </a:r>
            <a:r>
              <a:rPr lang="en-GB" altLang="en-US" i="1" dirty="0"/>
              <a:t>s</a:t>
            </a:r>
            <a:r>
              <a:rPr lang="en-GB" altLang="en-US" baseline="30000" dirty="0"/>
              <a:t>1</a:t>
            </a:r>
            <a:r>
              <a:rPr lang="en-GB" altLang="en-US" dirty="0"/>
              <a:t>3</a:t>
            </a:r>
            <a:r>
              <a:rPr lang="en-GB" altLang="en-US" i="1" dirty="0"/>
              <a:t>d</a:t>
            </a:r>
            <a:r>
              <a:rPr lang="en-GB" altLang="en-US" baseline="30000" dirty="0"/>
              <a:t>5</a:t>
            </a:r>
          </a:p>
          <a:p>
            <a:pPr eaLnBrk="1" hangingPunct="1">
              <a:lnSpc>
                <a:spcPct val="100000"/>
              </a:lnSpc>
              <a:buFont typeface="Arial" panose="020B0604020202020204" pitchFamily="34" charset="0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en-US" dirty="0"/>
              <a:t>	</a:t>
            </a:r>
            <a:r>
              <a:rPr lang="en-GB" altLang="en-US" sz="2400" dirty="0"/>
              <a:t>Reason: slightly greater stability associated with filled and half-filled </a:t>
            </a:r>
            <a:r>
              <a:rPr lang="en-GB" altLang="en-US" sz="2400" i="1" dirty="0"/>
              <a:t>d</a:t>
            </a:r>
            <a:r>
              <a:rPr lang="en-GB" altLang="en-US" sz="2400" dirty="0"/>
              <a:t> subshells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Footer Placeholder 4">
            <a:extLst>
              <a:ext uri="{FF2B5EF4-FFF2-40B4-BE49-F238E27FC236}">
                <a16:creationId xmlns:a16="http://schemas.microsoft.com/office/drawing/2014/main" id="{656A313C-833D-466B-B048-4524F6C743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04048" y="5301208"/>
            <a:ext cx="2894013" cy="4556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3000"/>
              </a:lnSpc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GB" altLang="en-US" sz="1400" dirty="0"/>
              <a:t>https://eic.rsc.org/feature/the-trouble-with-the-aufbau-principle/2000133.article</a:t>
            </a:r>
          </a:p>
        </p:txBody>
      </p:sp>
      <p:sp>
        <p:nvSpPr>
          <p:cNvPr id="177155" name="Slide Number Placeholder 5">
            <a:extLst>
              <a:ext uri="{FF2B5EF4-FFF2-40B4-BE49-F238E27FC236}">
                <a16:creationId xmlns:a16="http://schemas.microsoft.com/office/drawing/2014/main" id="{11A30115-737D-4FB4-9946-8DCEB50D07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3000"/>
              </a:lnSpc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fld id="{B16422B9-23C4-4A4B-8B7C-11D08B5A9B7F}" type="slidenum">
              <a:rPr lang="en-GB" altLang="en-US" sz="1400"/>
              <a:pPr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t>98</a:t>
            </a:fld>
            <a:endParaRPr lang="en-GB" altLang="en-US" sz="1400"/>
          </a:p>
        </p:txBody>
      </p:sp>
      <p:sp>
        <p:nvSpPr>
          <p:cNvPr id="177156" name="Rectangle 1">
            <a:extLst>
              <a:ext uri="{FF2B5EF4-FFF2-40B4-BE49-F238E27FC236}">
                <a16:creationId xmlns:a16="http://schemas.microsoft.com/office/drawing/2014/main" id="{52668B88-5D81-4B00-8F6B-0084922EC45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7504" y="304800"/>
            <a:ext cx="9036496" cy="1143000"/>
          </a:xfrm>
        </p:spPr>
        <p:txBody>
          <a:bodyPr/>
          <a:lstStyle/>
          <a:p>
            <a:pPr eaLnBrk="1" hangingPunct="1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en-US" dirty="0"/>
              <a:t>Exceptions to the </a:t>
            </a:r>
            <a:r>
              <a:rPr lang="en-GB" altLang="en-US" dirty="0" err="1"/>
              <a:t>Aufbau</a:t>
            </a:r>
            <a:r>
              <a:rPr lang="en-GB" altLang="en-US" dirty="0"/>
              <a:t> principle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4532663"/>
              </p:ext>
            </p:extLst>
          </p:nvPr>
        </p:nvGraphicFramePr>
        <p:xfrm>
          <a:off x="251519" y="1268754"/>
          <a:ext cx="4320480" cy="5160545"/>
        </p:xfrm>
        <a:graphic>
          <a:graphicData uri="http://schemas.openxmlformats.org/drawingml/2006/table">
            <a:tbl>
              <a:tblPr/>
              <a:tblGrid>
                <a:gridCol w="2160240">
                  <a:extLst>
                    <a:ext uri="{9D8B030D-6E8A-4147-A177-3AD203B41FA5}">
                      <a16:colId xmlns:a16="http://schemas.microsoft.com/office/drawing/2014/main" val="2496700761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802207468"/>
                    </a:ext>
                  </a:extLst>
                </a:gridCol>
              </a:tblGrid>
              <a:tr h="219348"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rgbClr val="FF0000"/>
                          </a:solidFill>
                          <a:effectLst/>
                        </a:rPr>
                        <a:t>Chromium (Cr)</a:t>
                      </a:r>
                    </a:p>
                  </a:txBody>
                  <a:tcPr marL="26333" marR="26333" marT="39499" marB="52666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solidFill>
                            <a:srgbClr val="FF0000"/>
                          </a:solidFill>
                          <a:effectLst/>
                        </a:rPr>
                        <a:t>[Ar] 3d</a:t>
                      </a:r>
                      <a:r>
                        <a:rPr lang="en-US" sz="2000" baseline="30000">
                          <a:solidFill>
                            <a:srgbClr val="FF0000"/>
                          </a:solidFill>
                          <a:effectLst/>
                        </a:rPr>
                        <a:t>5</a:t>
                      </a:r>
                      <a:r>
                        <a:rPr lang="en-US" sz="2000">
                          <a:solidFill>
                            <a:srgbClr val="FF0000"/>
                          </a:solidFill>
                          <a:effectLst/>
                        </a:rPr>
                        <a:t> 4s</a:t>
                      </a:r>
                      <a:r>
                        <a:rPr lang="en-US" sz="2000" baseline="30000">
                          <a:solidFill>
                            <a:srgbClr val="FF0000"/>
                          </a:solidFill>
                          <a:effectLst/>
                        </a:rPr>
                        <a:t>1</a:t>
                      </a:r>
                      <a:endParaRPr lang="en-US" sz="200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marL="26333" marR="26333" marT="39499" marB="52666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7620" cap="flat" cmpd="sng" algn="ctr">
                      <a:solidFill>
                        <a:srgbClr val="D1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4156445"/>
                  </a:ext>
                </a:extLst>
              </a:tr>
              <a:tr h="219348"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rgbClr val="FF0000"/>
                          </a:solidFill>
                          <a:effectLst/>
                        </a:rPr>
                        <a:t>Copper (Cu)</a:t>
                      </a:r>
                    </a:p>
                  </a:txBody>
                  <a:tcPr marL="26333" marR="26333" marT="39499" marB="52666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rgbClr val="FF0000"/>
                          </a:solidFill>
                          <a:effectLst/>
                        </a:rPr>
                        <a:t>[</a:t>
                      </a:r>
                      <a:r>
                        <a:rPr lang="en-US" sz="2000" dirty="0" err="1">
                          <a:solidFill>
                            <a:srgbClr val="FF0000"/>
                          </a:solidFill>
                          <a:effectLst/>
                        </a:rPr>
                        <a:t>Ar</a:t>
                      </a:r>
                      <a:r>
                        <a:rPr lang="en-US" sz="2000" dirty="0">
                          <a:solidFill>
                            <a:srgbClr val="FF0000"/>
                          </a:solidFill>
                          <a:effectLst/>
                        </a:rPr>
                        <a:t>] 3d</a:t>
                      </a:r>
                      <a:r>
                        <a:rPr lang="en-US" sz="2000" baseline="30000" dirty="0">
                          <a:solidFill>
                            <a:srgbClr val="FF0000"/>
                          </a:solidFill>
                          <a:effectLst/>
                        </a:rPr>
                        <a:t>10</a:t>
                      </a:r>
                      <a:r>
                        <a:rPr lang="en-US" sz="2000" dirty="0">
                          <a:solidFill>
                            <a:srgbClr val="FF0000"/>
                          </a:solidFill>
                          <a:effectLst/>
                        </a:rPr>
                        <a:t> 4s</a:t>
                      </a:r>
                      <a:r>
                        <a:rPr lang="en-US" sz="2000" baseline="30000" dirty="0">
                          <a:solidFill>
                            <a:srgbClr val="FF0000"/>
                          </a:solidFill>
                          <a:effectLst/>
                        </a:rPr>
                        <a:t>1</a:t>
                      </a:r>
                      <a:endParaRPr lang="en-US" sz="2000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marL="26333" marR="26333" marT="39499" marB="52666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7620" cap="flat" cmpd="sng" algn="ctr">
                      <a:solidFill>
                        <a:srgbClr val="D1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8966631"/>
                  </a:ext>
                </a:extLst>
              </a:tr>
              <a:tr h="219348">
                <a:tc>
                  <a:txBody>
                    <a:bodyPr/>
                    <a:lstStyle/>
                    <a:p>
                      <a:r>
                        <a:rPr lang="en-US" sz="2000" dirty="0">
                          <a:effectLst/>
                        </a:rPr>
                        <a:t>Niobium (</a:t>
                      </a:r>
                      <a:r>
                        <a:rPr lang="en-US" sz="2000" dirty="0" err="1">
                          <a:effectLst/>
                        </a:rPr>
                        <a:t>Nb</a:t>
                      </a:r>
                      <a:r>
                        <a:rPr lang="en-US" sz="2000" dirty="0">
                          <a:effectLst/>
                        </a:rPr>
                        <a:t>)</a:t>
                      </a:r>
                    </a:p>
                  </a:txBody>
                  <a:tcPr marL="26333" marR="26333" marT="39499" marB="52666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effectLst/>
                        </a:rPr>
                        <a:t>[Kr] 4d</a:t>
                      </a:r>
                      <a:r>
                        <a:rPr lang="en-US" sz="2000" baseline="30000">
                          <a:effectLst/>
                        </a:rPr>
                        <a:t>4</a:t>
                      </a:r>
                      <a:r>
                        <a:rPr lang="en-US" sz="2000">
                          <a:effectLst/>
                        </a:rPr>
                        <a:t> 5s</a:t>
                      </a:r>
                      <a:r>
                        <a:rPr lang="en-US" sz="2000" baseline="30000">
                          <a:effectLst/>
                        </a:rPr>
                        <a:t>1</a:t>
                      </a:r>
                      <a:endParaRPr lang="en-US" sz="2000">
                        <a:effectLst/>
                      </a:endParaRPr>
                    </a:p>
                  </a:txBody>
                  <a:tcPr marL="26333" marR="26333" marT="39499" marB="52666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7620" cap="flat" cmpd="sng" algn="ctr">
                      <a:solidFill>
                        <a:srgbClr val="D1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6935030"/>
                  </a:ext>
                </a:extLst>
              </a:tr>
              <a:tr h="219348"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rgbClr val="FF0000"/>
                          </a:solidFill>
                          <a:effectLst/>
                        </a:rPr>
                        <a:t>Molybdenum (Mo)</a:t>
                      </a:r>
                    </a:p>
                  </a:txBody>
                  <a:tcPr marL="26333" marR="26333" marT="39499" marB="52666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rgbClr val="FF0000"/>
                          </a:solidFill>
                          <a:effectLst/>
                        </a:rPr>
                        <a:t>[Kr] 4d</a:t>
                      </a:r>
                      <a:r>
                        <a:rPr lang="en-US" sz="2000" baseline="30000" dirty="0">
                          <a:solidFill>
                            <a:srgbClr val="FF0000"/>
                          </a:solidFill>
                          <a:effectLst/>
                        </a:rPr>
                        <a:t>5</a:t>
                      </a:r>
                      <a:r>
                        <a:rPr lang="en-US" sz="2000" dirty="0">
                          <a:solidFill>
                            <a:srgbClr val="FF0000"/>
                          </a:solidFill>
                          <a:effectLst/>
                        </a:rPr>
                        <a:t> 5s</a:t>
                      </a:r>
                      <a:r>
                        <a:rPr lang="en-US" sz="2000" baseline="30000" dirty="0">
                          <a:solidFill>
                            <a:srgbClr val="FF0000"/>
                          </a:solidFill>
                          <a:effectLst/>
                        </a:rPr>
                        <a:t>1</a:t>
                      </a:r>
                      <a:endParaRPr lang="en-US" sz="2000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marL="26333" marR="26333" marT="39499" marB="52666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7620" cap="flat" cmpd="sng" algn="ctr">
                      <a:solidFill>
                        <a:srgbClr val="D1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3324120"/>
                  </a:ext>
                </a:extLst>
              </a:tr>
              <a:tr h="219348">
                <a:tc>
                  <a:txBody>
                    <a:bodyPr/>
                    <a:lstStyle/>
                    <a:p>
                      <a:r>
                        <a:rPr lang="en-US" sz="2000" dirty="0">
                          <a:effectLst/>
                        </a:rPr>
                        <a:t>Ruthenium (Ru)</a:t>
                      </a:r>
                    </a:p>
                  </a:txBody>
                  <a:tcPr marL="26333" marR="26333" marT="39499" marB="52666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effectLst/>
                        </a:rPr>
                        <a:t>[Kr] 4d</a:t>
                      </a:r>
                      <a:r>
                        <a:rPr lang="en-US" sz="2000" baseline="30000">
                          <a:effectLst/>
                        </a:rPr>
                        <a:t>7</a:t>
                      </a:r>
                      <a:r>
                        <a:rPr lang="en-US" sz="2000">
                          <a:effectLst/>
                        </a:rPr>
                        <a:t> 5s</a:t>
                      </a:r>
                      <a:r>
                        <a:rPr lang="en-US" sz="2000" baseline="30000">
                          <a:effectLst/>
                        </a:rPr>
                        <a:t>1</a:t>
                      </a:r>
                      <a:endParaRPr lang="en-US" sz="2000">
                        <a:effectLst/>
                      </a:endParaRPr>
                    </a:p>
                  </a:txBody>
                  <a:tcPr marL="26333" marR="26333" marT="39499" marB="52666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7620" cap="flat" cmpd="sng" algn="ctr">
                      <a:solidFill>
                        <a:srgbClr val="D1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775449"/>
                  </a:ext>
                </a:extLst>
              </a:tr>
              <a:tr h="219348">
                <a:tc>
                  <a:txBody>
                    <a:bodyPr/>
                    <a:lstStyle/>
                    <a:p>
                      <a:r>
                        <a:rPr lang="en-US" sz="2000" dirty="0">
                          <a:effectLst/>
                        </a:rPr>
                        <a:t>Rhodium (Rh)</a:t>
                      </a:r>
                    </a:p>
                  </a:txBody>
                  <a:tcPr marL="26333" marR="26333" marT="39499" marB="52666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effectLst/>
                        </a:rPr>
                        <a:t>[Kr] 4d</a:t>
                      </a:r>
                      <a:r>
                        <a:rPr lang="en-US" sz="2000" baseline="30000">
                          <a:effectLst/>
                        </a:rPr>
                        <a:t>8</a:t>
                      </a:r>
                      <a:r>
                        <a:rPr lang="en-US" sz="2000">
                          <a:effectLst/>
                        </a:rPr>
                        <a:t> 5s</a:t>
                      </a:r>
                      <a:r>
                        <a:rPr lang="en-US" sz="2000" baseline="30000">
                          <a:effectLst/>
                        </a:rPr>
                        <a:t>1</a:t>
                      </a:r>
                      <a:endParaRPr lang="en-US" sz="2000">
                        <a:effectLst/>
                      </a:endParaRPr>
                    </a:p>
                  </a:txBody>
                  <a:tcPr marL="26333" marR="26333" marT="39499" marB="52666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7620" cap="flat" cmpd="sng" algn="ctr">
                      <a:solidFill>
                        <a:srgbClr val="D1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0179154"/>
                  </a:ext>
                </a:extLst>
              </a:tr>
              <a:tr h="219348"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rgbClr val="FF0000"/>
                          </a:solidFill>
                          <a:effectLst/>
                        </a:rPr>
                        <a:t>Palladium (</a:t>
                      </a:r>
                      <a:r>
                        <a:rPr lang="en-US" sz="2000" dirty="0" err="1">
                          <a:solidFill>
                            <a:srgbClr val="FF0000"/>
                          </a:solidFill>
                          <a:effectLst/>
                        </a:rPr>
                        <a:t>Pd</a:t>
                      </a:r>
                      <a:r>
                        <a:rPr lang="en-US" sz="2000" dirty="0">
                          <a:solidFill>
                            <a:srgbClr val="FF0000"/>
                          </a:solidFill>
                          <a:effectLst/>
                        </a:rPr>
                        <a:t>)</a:t>
                      </a:r>
                    </a:p>
                  </a:txBody>
                  <a:tcPr marL="26333" marR="26333" marT="39499" marB="52666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solidFill>
                            <a:srgbClr val="FF0000"/>
                          </a:solidFill>
                          <a:effectLst/>
                        </a:rPr>
                        <a:t>[Kr] 4d</a:t>
                      </a:r>
                      <a:r>
                        <a:rPr lang="en-US" sz="2000" baseline="30000">
                          <a:solidFill>
                            <a:srgbClr val="FF0000"/>
                          </a:solidFill>
                          <a:effectLst/>
                        </a:rPr>
                        <a:t>10</a:t>
                      </a:r>
                      <a:r>
                        <a:rPr lang="en-US" sz="2000">
                          <a:solidFill>
                            <a:srgbClr val="FF0000"/>
                          </a:solidFill>
                          <a:effectLst/>
                        </a:rPr>
                        <a:t> 5s</a:t>
                      </a:r>
                      <a:r>
                        <a:rPr lang="en-US" sz="2000" baseline="30000">
                          <a:solidFill>
                            <a:srgbClr val="FF0000"/>
                          </a:solidFill>
                          <a:effectLst/>
                        </a:rPr>
                        <a:t>0</a:t>
                      </a:r>
                      <a:endParaRPr lang="en-US" sz="200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marL="26333" marR="26333" marT="39499" marB="52666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7620" cap="flat" cmpd="sng" algn="ctr">
                      <a:solidFill>
                        <a:srgbClr val="D1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5737208"/>
                  </a:ext>
                </a:extLst>
              </a:tr>
              <a:tr h="219348"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rgbClr val="FF0000"/>
                          </a:solidFill>
                          <a:effectLst/>
                        </a:rPr>
                        <a:t>Silver (Ag)</a:t>
                      </a:r>
                    </a:p>
                  </a:txBody>
                  <a:tcPr marL="26333" marR="26333" marT="39499" marB="52666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rgbClr val="FF0000"/>
                          </a:solidFill>
                          <a:effectLst/>
                        </a:rPr>
                        <a:t>[Kr] 4d</a:t>
                      </a:r>
                      <a:r>
                        <a:rPr lang="en-US" sz="2000" baseline="30000" dirty="0">
                          <a:solidFill>
                            <a:srgbClr val="FF0000"/>
                          </a:solidFill>
                          <a:effectLst/>
                        </a:rPr>
                        <a:t>10</a:t>
                      </a:r>
                      <a:r>
                        <a:rPr lang="en-US" sz="2000" dirty="0">
                          <a:solidFill>
                            <a:srgbClr val="FF0000"/>
                          </a:solidFill>
                          <a:effectLst/>
                        </a:rPr>
                        <a:t> 5s</a:t>
                      </a:r>
                      <a:r>
                        <a:rPr lang="en-US" sz="2000" baseline="30000" dirty="0">
                          <a:solidFill>
                            <a:srgbClr val="FF0000"/>
                          </a:solidFill>
                          <a:effectLst/>
                        </a:rPr>
                        <a:t>1</a:t>
                      </a:r>
                      <a:endParaRPr lang="en-US" sz="2000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marL="26333" marR="26333" marT="39499" marB="52666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7620" cap="flat" cmpd="sng" algn="ctr">
                      <a:solidFill>
                        <a:srgbClr val="D1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1157114"/>
                  </a:ext>
                </a:extLst>
              </a:tr>
              <a:tr h="219348">
                <a:tc>
                  <a:txBody>
                    <a:bodyPr/>
                    <a:lstStyle/>
                    <a:p>
                      <a:r>
                        <a:rPr lang="en-US" sz="2000" dirty="0">
                          <a:effectLst/>
                        </a:rPr>
                        <a:t>Lanthanum (La)</a:t>
                      </a:r>
                    </a:p>
                  </a:txBody>
                  <a:tcPr marL="26333" marR="26333" marT="39499" marB="52666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effectLst/>
                        </a:rPr>
                        <a:t>[Xe] 5d</a:t>
                      </a:r>
                      <a:r>
                        <a:rPr lang="en-US" sz="2000" baseline="30000">
                          <a:effectLst/>
                        </a:rPr>
                        <a:t>1</a:t>
                      </a:r>
                      <a:r>
                        <a:rPr lang="en-US" sz="2000">
                          <a:effectLst/>
                        </a:rPr>
                        <a:t> 6s</a:t>
                      </a:r>
                      <a:r>
                        <a:rPr lang="en-US" sz="2000" baseline="30000">
                          <a:effectLst/>
                        </a:rPr>
                        <a:t>2</a:t>
                      </a:r>
                      <a:endParaRPr lang="en-US" sz="2000">
                        <a:effectLst/>
                      </a:endParaRPr>
                    </a:p>
                  </a:txBody>
                  <a:tcPr marL="26333" marR="26333" marT="39499" marB="52666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7620" cap="flat" cmpd="sng" algn="ctr">
                      <a:solidFill>
                        <a:srgbClr val="D1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2336428"/>
                  </a:ext>
                </a:extLst>
              </a:tr>
              <a:tr h="219348">
                <a:tc>
                  <a:txBody>
                    <a:bodyPr/>
                    <a:lstStyle/>
                    <a:p>
                      <a:r>
                        <a:rPr lang="en-US" sz="2000" dirty="0">
                          <a:effectLst/>
                        </a:rPr>
                        <a:t>Cerium (Ce)</a:t>
                      </a:r>
                    </a:p>
                  </a:txBody>
                  <a:tcPr marL="26333" marR="26333" marT="39499" marB="52666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effectLst/>
                        </a:rPr>
                        <a:t>[Xe] 4f</a:t>
                      </a:r>
                      <a:r>
                        <a:rPr lang="en-US" sz="2000" baseline="30000">
                          <a:effectLst/>
                        </a:rPr>
                        <a:t>1</a:t>
                      </a:r>
                      <a:r>
                        <a:rPr lang="en-US" sz="2000">
                          <a:effectLst/>
                        </a:rPr>
                        <a:t> 5d</a:t>
                      </a:r>
                      <a:r>
                        <a:rPr lang="en-US" sz="2000" baseline="30000">
                          <a:effectLst/>
                        </a:rPr>
                        <a:t>1</a:t>
                      </a:r>
                      <a:r>
                        <a:rPr lang="en-US" sz="2000">
                          <a:effectLst/>
                        </a:rPr>
                        <a:t> 6s</a:t>
                      </a:r>
                      <a:r>
                        <a:rPr lang="en-US" sz="2000" baseline="30000">
                          <a:effectLst/>
                        </a:rPr>
                        <a:t>2</a:t>
                      </a:r>
                      <a:endParaRPr lang="en-US" sz="2000">
                        <a:effectLst/>
                      </a:endParaRPr>
                    </a:p>
                  </a:txBody>
                  <a:tcPr marL="26333" marR="26333" marT="39499" marB="52666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7620" cap="flat" cmpd="sng" algn="ctr">
                      <a:solidFill>
                        <a:srgbClr val="D1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375988"/>
                  </a:ext>
                </a:extLst>
              </a:tr>
              <a:tr h="219348"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rgbClr val="FF0000"/>
                          </a:solidFill>
                          <a:effectLst/>
                        </a:rPr>
                        <a:t>Gadolinium (</a:t>
                      </a:r>
                      <a:r>
                        <a:rPr lang="en-US" sz="2000" dirty="0" err="1">
                          <a:solidFill>
                            <a:srgbClr val="FF0000"/>
                          </a:solidFill>
                          <a:effectLst/>
                        </a:rPr>
                        <a:t>Gd</a:t>
                      </a:r>
                      <a:r>
                        <a:rPr lang="en-US" sz="2000" dirty="0">
                          <a:solidFill>
                            <a:srgbClr val="FF0000"/>
                          </a:solidFill>
                          <a:effectLst/>
                        </a:rPr>
                        <a:t>)</a:t>
                      </a:r>
                    </a:p>
                  </a:txBody>
                  <a:tcPr marL="26333" marR="26333" marT="39499" marB="52666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solidFill>
                            <a:srgbClr val="FF0000"/>
                          </a:solidFill>
                          <a:effectLst/>
                        </a:rPr>
                        <a:t>[Xe] 4f</a:t>
                      </a:r>
                      <a:r>
                        <a:rPr lang="en-US" sz="2000" baseline="30000">
                          <a:solidFill>
                            <a:srgbClr val="FF0000"/>
                          </a:solidFill>
                          <a:effectLst/>
                        </a:rPr>
                        <a:t>7</a:t>
                      </a:r>
                      <a:r>
                        <a:rPr lang="en-US" sz="2000">
                          <a:solidFill>
                            <a:srgbClr val="FF0000"/>
                          </a:solidFill>
                          <a:effectLst/>
                        </a:rPr>
                        <a:t> 5d</a:t>
                      </a:r>
                      <a:r>
                        <a:rPr lang="en-US" sz="2000" baseline="30000">
                          <a:solidFill>
                            <a:srgbClr val="FF0000"/>
                          </a:solidFill>
                          <a:effectLst/>
                        </a:rPr>
                        <a:t>1</a:t>
                      </a:r>
                      <a:r>
                        <a:rPr lang="en-US" sz="2000">
                          <a:solidFill>
                            <a:srgbClr val="FF0000"/>
                          </a:solidFill>
                          <a:effectLst/>
                        </a:rPr>
                        <a:t> 6s</a:t>
                      </a:r>
                      <a:r>
                        <a:rPr lang="en-US" sz="2000" baseline="30000">
                          <a:solidFill>
                            <a:srgbClr val="FF0000"/>
                          </a:solidFill>
                          <a:effectLst/>
                        </a:rPr>
                        <a:t>2</a:t>
                      </a:r>
                      <a:endParaRPr lang="en-US" sz="200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marL="26333" marR="26333" marT="39499" marB="52666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7620" cap="flat" cmpd="sng" algn="ctr">
                      <a:solidFill>
                        <a:srgbClr val="D1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6550985"/>
                  </a:ext>
                </a:extLst>
              </a:tr>
              <a:tr h="219348"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rgbClr val="FF0000"/>
                          </a:solidFill>
                          <a:effectLst/>
                        </a:rPr>
                        <a:t>Platinum (Pt)</a:t>
                      </a:r>
                    </a:p>
                  </a:txBody>
                  <a:tcPr marL="26333" marR="26333" marT="39499" marB="52666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rgbClr val="FF0000"/>
                          </a:solidFill>
                          <a:effectLst/>
                        </a:rPr>
                        <a:t>[</a:t>
                      </a:r>
                      <a:r>
                        <a:rPr lang="en-US" sz="2000" dirty="0" err="1">
                          <a:solidFill>
                            <a:srgbClr val="FF0000"/>
                          </a:solidFill>
                          <a:effectLst/>
                        </a:rPr>
                        <a:t>Xe</a:t>
                      </a:r>
                      <a:r>
                        <a:rPr lang="en-US" sz="2000" dirty="0">
                          <a:solidFill>
                            <a:srgbClr val="FF0000"/>
                          </a:solidFill>
                          <a:effectLst/>
                        </a:rPr>
                        <a:t>] 4f</a:t>
                      </a:r>
                      <a:r>
                        <a:rPr lang="en-US" sz="2000" baseline="30000" dirty="0">
                          <a:solidFill>
                            <a:srgbClr val="FF0000"/>
                          </a:solidFill>
                          <a:effectLst/>
                        </a:rPr>
                        <a:t>14 </a:t>
                      </a:r>
                      <a:r>
                        <a:rPr lang="en-US" sz="2000" dirty="0">
                          <a:solidFill>
                            <a:srgbClr val="FF0000"/>
                          </a:solidFill>
                          <a:effectLst/>
                        </a:rPr>
                        <a:t>5d</a:t>
                      </a:r>
                      <a:r>
                        <a:rPr lang="en-US" sz="2000" baseline="30000" dirty="0">
                          <a:solidFill>
                            <a:srgbClr val="FF0000"/>
                          </a:solidFill>
                          <a:effectLst/>
                        </a:rPr>
                        <a:t>9</a:t>
                      </a:r>
                      <a:r>
                        <a:rPr lang="en-US" sz="2000" dirty="0">
                          <a:solidFill>
                            <a:srgbClr val="FF0000"/>
                          </a:solidFill>
                          <a:effectLst/>
                        </a:rPr>
                        <a:t> 6s</a:t>
                      </a:r>
                      <a:r>
                        <a:rPr lang="en-US" sz="2000" baseline="30000" dirty="0">
                          <a:solidFill>
                            <a:srgbClr val="FF0000"/>
                          </a:solidFill>
                          <a:effectLst/>
                        </a:rPr>
                        <a:t>1</a:t>
                      </a:r>
                      <a:endParaRPr lang="en-US" sz="2000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marL="26333" marR="26333" marT="39499" marB="52666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7620" cap="flat" cmpd="sng" algn="ctr">
                      <a:solidFill>
                        <a:srgbClr val="D1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4769476"/>
                  </a:ext>
                </a:extLst>
              </a:tr>
              <a:tr h="219348"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rgbClr val="FF0000"/>
                          </a:solidFill>
                          <a:effectLst/>
                        </a:rPr>
                        <a:t>Gold (Au)</a:t>
                      </a:r>
                    </a:p>
                  </a:txBody>
                  <a:tcPr marL="26333" marR="26333" marT="39499" marB="52666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rgbClr val="FF0000"/>
                          </a:solidFill>
                          <a:effectLst/>
                        </a:rPr>
                        <a:t>[</a:t>
                      </a:r>
                      <a:r>
                        <a:rPr lang="en-US" sz="2000" dirty="0" err="1">
                          <a:solidFill>
                            <a:srgbClr val="FF0000"/>
                          </a:solidFill>
                          <a:effectLst/>
                        </a:rPr>
                        <a:t>Xe</a:t>
                      </a:r>
                      <a:r>
                        <a:rPr lang="en-US" sz="2000" dirty="0">
                          <a:solidFill>
                            <a:srgbClr val="FF0000"/>
                          </a:solidFill>
                          <a:effectLst/>
                        </a:rPr>
                        <a:t>] 4f</a:t>
                      </a:r>
                      <a:r>
                        <a:rPr lang="en-US" sz="2000" baseline="30000" dirty="0">
                          <a:solidFill>
                            <a:srgbClr val="FF0000"/>
                          </a:solidFill>
                          <a:effectLst/>
                        </a:rPr>
                        <a:t>14 </a:t>
                      </a:r>
                      <a:r>
                        <a:rPr lang="en-US" sz="2000" dirty="0">
                          <a:solidFill>
                            <a:srgbClr val="FF0000"/>
                          </a:solidFill>
                          <a:effectLst/>
                        </a:rPr>
                        <a:t>5d</a:t>
                      </a:r>
                      <a:r>
                        <a:rPr lang="en-US" sz="2000" baseline="30000" dirty="0">
                          <a:solidFill>
                            <a:srgbClr val="FF0000"/>
                          </a:solidFill>
                          <a:effectLst/>
                        </a:rPr>
                        <a:t>10</a:t>
                      </a:r>
                      <a:r>
                        <a:rPr lang="en-US" sz="2000" dirty="0">
                          <a:solidFill>
                            <a:srgbClr val="FF0000"/>
                          </a:solidFill>
                          <a:effectLst/>
                        </a:rPr>
                        <a:t> 6s</a:t>
                      </a:r>
                      <a:r>
                        <a:rPr lang="en-US" sz="2000" baseline="30000" dirty="0">
                          <a:solidFill>
                            <a:srgbClr val="FF0000"/>
                          </a:solidFill>
                          <a:effectLst/>
                        </a:rPr>
                        <a:t>1</a:t>
                      </a:r>
                      <a:endParaRPr lang="en-US" sz="2000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marL="26333" marR="26333" marT="39499" marB="52666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7620" cap="flat" cmpd="sng" algn="ctr">
                      <a:solidFill>
                        <a:srgbClr val="D1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7237955"/>
                  </a:ext>
                </a:extLst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8850160"/>
              </p:ext>
            </p:extLst>
          </p:nvPr>
        </p:nvGraphicFramePr>
        <p:xfrm>
          <a:off x="4839468" y="1268754"/>
          <a:ext cx="4032448" cy="2381790"/>
        </p:xfrm>
        <a:graphic>
          <a:graphicData uri="http://schemas.openxmlformats.org/drawingml/2006/table">
            <a:tbl>
              <a:tblPr/>
              <a:tblGrid>
                <a:gridCol w="2016224">
                  <a:extLst>
                    <a:ext uri="{9D8B030D-6E8A-4147-A177-3AD203B41FA5}">
                      <a16:colId xmlns:a16="http://schemas.microsoft.com/office/drawing/2014/main" val="3323266781"/>
                    </a:ext>
                  </a:extLst>
                </a:gridCol>
                <a:gridCol w="2016224">
                  <a:extLst>
                    <a:ext uri="{9D8B030D-6E8A-4147-A177-3AD203B41FA5}">
                      <a16:colId xmlns:a16="http://schemas.microsoft.com/office/drawing/2014/main" val="1336293609"/>
                    </a:ext>
                  </a:extLst>
                </a:gridCol>
              </a:tblGrid>
              <a:tr h="219348">
                <a:tc>
                  <a:txBody>
                    <a:bodyPr/>
                    <a:lstStyle/>
                    <a:p>
                      <a:r>
                        <a:rPr lang="en-US" sz="2000" dirty="0">
                          <a:effectLst/>
                        </a:rPr>
                        <a:t>Actinium (Ac)</a:t>
                      </a:r>
                    </a:p>
                  </a:txBody>
                  <a:tcPr marL="26333" marR="26333" marT="39499" marB="52666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effectLst/>
                        </a:rPr>
                        <a:t>[Rn] 6d</a:t>
                      </a:r>
                      <a:r>
                        <a:rPr lang="en-US" sz="2000" baseline="30000">
                          <a:effectLst/>
                        </a:rPr>
                        <a:t>1</a:t>
                      </a:r>
                      <a:r>
                        <a:rPr lang="en-US" sz="2000">
                          <a:effectLst/>
                        </a:rPr>
                        <a:t> 7s</a:t>
                      </a:r>
                      <a:r>
                        <a:rPr lang="en-US" sz="2000" baseline="30000">
                          <a:effectLst/>
                        </a:rPr>
                        <a:t>2</a:t>
                      </a:r>
                      <a:endParaRPr lang="en-US" sz="2000">
                        <a:effectLst/>
                      </a:endParaRPr>
                    </a:p>
                  </a:txBody>
                  <a:tcPr marL="26333" marR="26333" marT="39499" marB="52666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7620" cap="flat" cmpd="sng" algn="ctr">
                      <a:solidFill>
                        <a:srgbClr val="D1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0138040"/>
                  </a:ext>
                </a:extLst>
              </a:tr>
              <a:tr h="219348">
                <a:tc>
                  <a:txBody>
                    <a:bodyPr/>
                    <a:lstStyle/>
                    <a:p>
                      <a:r>
                        <a:rPr lang="en-US" sz="2000" dirty="0">
                          <a:effectLst/>
                        </a:rPr>
                        <a:t>Thorium (</a:t>
                      </a:r>
                      <a:r>
                        <a:rPr lang="en-US" sz="2000" dirty="0" err="1">
                          <a:effectLst/>
                        </a:rPr>
                        <a:t>Th</a:t>
                      </a:r>
                      <a:r>
                        <a:rPr lang="en-US" sz="2000" dirty="0">
                          <a:effectLst/>
                        </a:rPr>
                        <a:t>)</a:t>
                      </a:r>
                    </a:p>
                  </a:txBody>
                  <a:tcPr marL="26333" marR="26333" marT="39499" marB="52666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effectLst/>
                        </a:rPr>
                        <a:t>[Rn] 6d</a:t>
                      </a:r>
                      <a:r>
                        <a:rPr lang="en-US" sz="2000" baseline="30000" dirty="0">
                          <a:effectLst/>
                        </a:rPr>
                        <a:t>2</a:t>
                      </a:r>
                      <a:r>
                        <a:rPr lang="en-US" sz="2000" dirty="0">
                          <a:effectLst/>
                        </a:rPr>
                        <a:t> 7s</a:t>
                      </a:r>
                      <a:r>
                        <a:rPr lang="en-US" sz="2000" baseline="30000" dirty="0">
                          <a:effectLst/>
                        </a:rPr>
                        <a:t>2</a:t>
                      </a:r>
                      <a:endParaRPr lang="en-US" sz="2000" dirty="0">
                        <a:effectLst/>
                      </a:endParaRPr>
                    </a:p>
                  </a:txBody>
                  <a:tcPr marL="26333" marR="26333" marT="39499" marB="52666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7620" cap="flat" cmpd="sng" algn="ctr">
                      <a:solidFill>
                        <a:srgbClr val="D1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8649590"/>
                  </a:ext>
                </a:extLst>
              </a:tr>
              <a:tr h="219348">
                <a:tc>
                  <a:txBody>
                    <a:bodyPr/>
                    <a:lstStyle/>
                    <a:p>
                      <a:r>
                        <a:rPr lang="en-US" sz="2000" dirty="0">
                          <a:effectLst/>
                        </a:rPr>
                        <a:t>Protactinium (Pa)</a:t>
                      </a:r>
                    </a:p>
                  </a:txBody>
                  <a:tcPr marL="26333" marR="26333" marT="39499" marB="52666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effectLst/>
                        </a:rPr>
                        <a:t>[Rn] 5f</a:t>
                      </a:r>
                      <a:r>
                        <a:rPr lang="en-US" sz="2000" baseline="30000" dirty="0">
                          <a:effectLst/>
                        </a:rPr>
                        <a:t>2</a:t>
                      </a:r>
                      <a:r>
                        <a:rPr lang="en-US" sz="2000" dirty="0">
                          <a:effectLst/>
                        </a:rPr>
                        <a:t> 6d</a:t>
                      </a:r>
                      <a:r>
                        <a:rPr lang="en-US" sz="2000" baseline="30000" dirty="0">
                          <a:effectLst/>
                        </a:rPr>
                        <a:t>1</a:t>
                      </a:r>
                      <a:r>
                        <a:rPr lang="en-US" sz="2000" dirty="0">
                          <a:effectLst/>
                        </a:rPr>
                        <a:t> 7s</a:t>
                      </a:r>
                      <a:r>
                        <a:rPr lang="en-US" sz="2000" baseline="30000" dirty="0">
                          <a:effectLst/>
                        </a:rPr>
                        <a:t>2</a:t>
                      </a:r>
                      <a:endParaRPr lang="en-US" sz="2000" dirty="0">
                        <a:effectLst/>
                      </a:endParaRPr>
                    </a:p>
                  </a:txBody>
                  <a:tcPr marL="26333" marR="26333" marT="39499" marB="52666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7620" cap="flat" cmpd="sng" algn="ctr">
                      <a:solidFill>
                        <a:srgbClr val="D1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1246996"/>
                  </a:ext>
                </a:extLst>
              </a:tr>
              <a:tr h="219348">
                <a:tc>
                  <a:txBody>
                    <a:bodyPr/>
                    <a:lstStyle/>
                    <a:p>
                      <a:r>
                        <a:rPr lang="en-US" sz="2000" dirty="0">
                          <a:effectLst/>
                        </a:rPr>
                        <a:t>Uranium (U)</a:t>
                      </a:r>
                    </a:p>
                  </a:txBody>
                  <a:tcPr marL="26333" marR="26333" marT="39499" marB="52666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effectLst/>
                        </a:rPr>
                        <a:t>[Rn] 5f</a:t>
                      </a:r>
                      <a:r>
                        <a:rPr lang="en-US" sz="2000" baseline="30000" dirty="0">
                          <a:effectLst/>
                        </a:rPr>
                        <a:t>3</a:t>
                      </a:r>
                      <a:r>
                        <a:rPr lang="en-US" sz="2000" dirty="0">
                          <a:effectLst/>
                        </a:rPr>
                        <a:t> 6d</a:t>
                      </a:r>
                      <a:r>
                        <a:rPr lang="en-US" sz="2000" baseline="30000" dirty="0">
                          <a:effectLst/>
                        </a:rPr>
                        <a:t>1</a:t>
                      </a:r>
                      <a:r>
                        <a:rPr lang="en-US" sz="2000" dirty="0">
                          <a:effectLst/>
                        </a:rPr>
                        <a:t> 7s</a:t>
                      </a:r>
                      <a:r>
                        <a:rPr lang="en-US" sz="2000" baseline="30000" dirty="0">
                          <a:effectLst/>
                        </a:rPr>
                        <a:t>2</a:t>
                      </a:r>
                      <a:endParaRPr lang="en-US" sz="2000" dirty="0">
                        <a:effectLst/>
                      </a:endParaRPr>
                    </a:p>
                  </a:txBody>
                  <a:tcPr marL="26333" marR="26333" marT="39499" marB="52666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7620" cap="flat" cmpd="sng" algn="ctr">
                      <a:solidFill>
                        <a:srgbClr val="D1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4269421"/>
                  </a:ext>
                </a:extLst>
              </a:tr>
              <a:tr h="219348">
                <a:tc>
                  <a:txBody>
                    <a:bodyPr/>
                    <a:lstStyle/>
                    <a:p>
                      <a:r>
                        <a:rPr lang="en-US" sz="2000" dirty="0">
                          <a:effectLst/>
                        </a:rPr>
                        <a:t>Neptunium (Np)</a:t>
                      </a:r>
                    </a:p>
                  </a:txBody>
                  <a:tcPr marL="26333" marR="26333" marT="39499" marB="52666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effectLst/>
                        </a:rPr>
                        <a:t>[Rn] 5f</a:t>
                      </a:r>
                      <a:r>
                        <a:rPr lang="en-US" sz="2000" baseline="30000" dirty="0">
                          <a:effectLst/>
                        </a:rPr>
                        <a:t>4</a:t>
                      </a:r>
                      <a:r>
                        <a:rPr lang="en-US" sz="2000" dirty="0">
                          <a:effectLst/>
                        </a:rPr>
                        <a:t> 6d</a:t>
                      </a:r>
                      <a:r>
                        <a:rPr lang="en-US" sz="2000" baseline="30000" dirty="0">
                          <a:effectLst/>
                        </a:rPr>
                        <a:t>1</a:t>
                      </a:r>
                      <a:r>
                        <a:rPr lang="en-US" sz="2000" dirty="0">
                          <a:effectLst/>
                        </a:rPr>
                        <a:t> 7s</a:t>
                      </a:r>
                      <a:r>
                        <a:rPr lang="en-US" sz="2000" baseline="30000" dirty="0">
                          <a:effectLst/>
                        </a:rPr>
                        <a:t>2</a:t>
                      </a:r>
                      <a:endParaRPr lang="en-US" sz="2000" dirty="0">
                        <a:effectLst/>
                      </a:endParaRPr>
                    </a:p>
                  </a:txBody>
                  <a:tcPr marL="26333" marR="26333" marT="39499" marB="52666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7620" cap="flat" cmpd="sng" algn="ctr">
                      <a:solidFill>
                        <a:srgbClr val="D1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6165029"/>
                  </a:ext>
                </a:extLst>
              </a:tr>
              <a:tr h="219348"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rgbClr val="FF0000"/>
                          </a:solidFill>
                          <a:effectLst/>
                        </a:rPr>
                        <a:t>Curium (Cm)</a:t>
                      </a:r>
                    </a:p>
                  </a:txBody>
                  <a:tcPr marL="26333" marR="26333" marT="39499" marB="52666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rgbClr val="FF0000"/>
                          </a:solidFill>
                          <a:effectLst/>
                        </a:rPr>
                        <a:t>[Rn] 5f</a:t>
                      </a:r>
                      <a:r>
                        <a:rPr lang="en-US" sz="2000" baseline="30000" dirty="0">
                          <a:solidFill>
                            <a:srgbClr val="FF0000"/>
                          </a:solidFill>
                          <a:effectLst/>
                        </a:rPr>
                        <a:t>7</a:t>
                      </a:r>
                      <a:r>
                        <a:rPr lang="en-US" sz="2000" dirty="0">
                          <a:solidFill>
                            <a:srgbClr val="FF0000"/>
                          </a:solidFill>
                          <a:effectLst/>
                        </a:rPr>
                        <a:t> 6d</a:t>
                      </a:r>
                      <a:r>
                        <a:rPr lang="en-US" sz="2000" baseline="30000" dirty="0">
                          <a:solidFill>
                            <a:srgbClr val="FF0000"/>
                          </a:solidFill>
                          <a:effectLst/>
                        </a:rPr>
                        <a:t>1</a:t>
                      </a:r>
                      <a:r>
                        <a:rPr lang="en-US" sz="2000" dirty="0">
                          <a:solidFill>
                            <a:srgbClr val="FF0000"/>
                          </a:solidFill>
                          <a:effectLst/>
                        </a:rPr>
                        <a:t> 7s</a:t>
                      </a:r>
                      <a:r>
                        <a:rPr lang="en-US" sz="2000" baseline="30000" dirty="0">
                          <a:solidFill>
                            <a:srgbClr val="FF0000"/>
                          </a:solidFill>
                          <a:effectLst/>
                        </a:rPr>
                        <a:t>2</a:t>
                      </a:r>
                      <a:endParaRPr lang="en-US" sz="2000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marL="26333" marR="26333" marT="39499" marB="52666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7620" cap="flat" cmpd="sng" algn="ctr">
                      <a:solidFill>
                        <a:srgbClr val="D1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CC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4456376"/>
                  </a:ext>
                </a:extLst>
              </a:tr>
            </a:tbl>
          </a:graphicData>
        </a:graphic>
      </p:graphicFrame>
      <p:sp>
        <p:nvSpPr>
          <p:cNvPr id="9" name="Rectangle 1">
            <a:extLst>
              <a:ext uri="{FF2B5EF4-FFF2-40B4-BE49-F238E27FC236}">
                <a16:creationId xmlns:a16="http://schemas.microsoft.com/office/drawing/2014/main" id="{52668B88-5D81-4B00-8F6B-0084922EC4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19065" y="3849026"/>
            <a:ext cx="4317431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0000" tIns="46800" rIns="90000" bIns="46800" numCol="1" anchor="ctr" anchorCtr="0" compatLnSpc="1">
            <a:prstTxWarp prst="textNoShape">
              <a:avLst/>
            </a:prstTxWarp>
          </a:bodyPr>
          <a:lstStyle>
            <a:lvl1pPr algn="ctr" defTabSz="457200" rtl="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4400" b="0" i="0" u="none">
                <a:solidFill>
                  <a:srgbClr val="000000"/>
                </a:solidFill>
                <a:latin typeface="+mj-lt"/>
                <a:ea typeface="+mj-ea"/>
                <a:cs typeface="+mj-cs"/>
              </a:defRPr>
            </a:lvl1pPr>
            <a:lvl2pPr algn="ctr" defTabSz="457200" rtl="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4400">
                <a:solidFill>
                  <a:srgbClr val="000000"/>
                </a:solidFill>
                <a:latin typeface="Arial" charset="0"/>
              </a:defRPr>
            </a:lvl2pPr>
            <a:lvl3pPr algn="ctr" defTabSz="457200" rtl="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4400">
                <a:solidFill>
                  <a:srgbClr val="000000"/>
                </a:solidFill>
                <a:latin typeface="Arial" charset="0"/>
              </a:defRPr>
            </a:lvl3pPr>
            <a:lvl4pPr algn="ctr" defTabSz="457200" rtl="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4400">
                <a:solidFill>
                  <a:srgbClr val="000000"/>
                </a:solidFill>
                <a:latin typeface="Arial" charset="0"/>
              </a:defRPr>
            </a:lvl4pPr>
            <a:lvl5pPr algn="ctr" defTabSz="457200" rtl="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4400">
                <a:solidFill>
                  <a:srgbClr val="000000"/>
                </a:solidFill>
                <a:latin typeface="Arial" charset="0"/>
              </a:defRPr>
            </a:lvl5pPr>
            <a:lvl6pPr marL="457200" algn="ctr" defTabSz="457200" rtl="0" fontAlgn="base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defRPr sz="4400">
                <a:solidFill>
                  <a:srgbClr val="000000"/>
                </a:solidFill>
                <a:latin typeface="Arial" charset="0"/>
              </a:defRPr>
            </a:lvl6pPr>
            <a:lvl7pPr marL="914400" algn="ctr" defTabSz="457200" rtl="0" fontAlgn="base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defRPr sz="4400">
                <a:solidFill>
                  <a:srgbClr val="000000"/>
                </a:solidFill>
                <a:latin typeface="Arial" charset="0"/>
              </a:defRPr>
            </a:lvl7pPr>
            <a:lvl8pPr marL="1371600" algn="ctr" defTabSz="457200" rtl="0" fontAlgn="base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defRPr sz="4400">
                <a:solidFill>
                  <a:srgbClr val="000000"/>
                </a:solidFill>
                <a:latin typeface="Arial" charset="0"/>
              </a:defRPr>
            </a:lvl8pPr>
            <a:lvl9pPr marL="1828800" algn="ctr" defTabSz="457200" rtl="0" fontAlgn="base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defRPr sz="4400">
                <a:solidFill>
                  <a:srgbClr val="000000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en-US" sz="2500" kern="0" dirty="0">
                <a:solidFill>
                  <a:srgbClr val="FF0000"/>
                </a:solidFill>
              </a:rPr>
              <a:t>In red: half or full d/f subshell</a:t>
            </a:r>
          </a:p>
        </p:txBody>
      </p:sp>
    </p:spTree>
    <p:extLst>
      <p:ext uri="{BB962C8B-B14F-4D97-AF65-F5344CB8AC3E}">
        <p14:creationId xmlns:p14="http://schemas.microsoft.com/office/powerpoint/2010/main" val="240060275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PPRESENTATIONGUID" val="141f4824-8426-4197-85b7-a29753feef59"/>
  <p:tag name="WASPOLLED" val="A10BD7DFB1B74A20BD6DB85ECDDC1D28"/>
  <p:tag name="TPVERSION" val="8"/>
  <p:tag name="TPFULLVERSION" val="8.2.4.6"/>
  <p:tag name="PPTVERSION" val="16"/>
  <p:tag name="TPOS" val="2"/>
  <p:tag name="TPLASTSAVEVERSION" val="6.2 PC"/>
  <p:tag name="MMPROD_NEXTUNIQUEID" val="10009"/>
  <p:tag name="MMPROD_UIDATA" val="&lt;database version=&quot;11.0&quot;&gt;&lt;object type=&quot;1&quot; unique_id=&quot;10001&quot;&gt;&lt;object type=&quot;2&quot; unique_id=&quot;10002&quot;&gt;&lt;object type=&quot;3&quot; unique_id=&quot;10003&quot;&gt;&lt;property id=&quot;20148&quot; value=&quot;5&quot;/&gt;&lt;property id=&quot;20300&quot; value=&quot;Slide 1 - &amp;quot;QXU4001 Molecules to Materials&amp;quot;&quot;/&gt;&lt;property id=&quot;20307&quot; value=&quot;330&quot;/&gt;&lt;/object&gt;&lt;object type=&quot;3&quot; unique_id=&quot;10004&quot;&gt;&lt;property id=&quot;20148&quot; value=&quot;5&quot;/&gt;&lt;property id=&quot;20300&quot; value=&quot;Slide 2 - &amp;quot;Suggested Reading List:&amp;quot;&quot;/&gt;&lt;property id=&quot;20307&quot; value=&quot;389&quot;/&gt;&lt;/object&gt;&lt;object type=&quot;3&quot; unique_id=&quot;10005&quot;&gt;&lt;property id=&quot;20148&quot; value=&quot;5&quot;/&gt;&lt;property id=&quot;20300&quot; value=&quot;Slide 3 - &amp;quot;Rotation 1 – Slides 1:  Atoms to Materials…&amp;quot;&quot;/&gt;&lt;property id=&quot;20307&quot; value=&quot;335&quot;/&gt;&lt;/object&gt;&lt;object type=&quot;3&quot; unique_id=&quot;10006&quot;&gt;&lt;property id=&quot;20148&quot; value=&quot;5&quot;/&gt;&lt;property id=&quot;20300&quot; value=&quot;Slide 4&quot;/&gt;&lt;property id=&quot;20307&quot; value=&quot;380&quot;/&gt;&lt;/object&gt;&lt;object type=&quot;3&quot; unique_id=&quot;10007&quot;&gt;&lt;property id=&quot;20148&quot; value=&quot;5&quot;/&gt;&lt;property id=&quot;20300&quot; value=&quot;Slide 5&quot;/&gt;&lt;property id=&quot;20307&quot; value=&quot;360&quot;/&gt;&lt;/object&gt;&lt;object type=&quot;3&quot; unique_id=&quot;10008&quot;&gt;&lt;property id=&quot;20148&quot; value=&quot;5&quot;/&gt;&lt;property id=&quot;20300&quot; value=&quot;Slide 6&quot;/&gt;&lt;property id=&quot;20307&quot; value=&quot;368&quot;/&gt;&lt;/object&gt;&lt;object type=&quot;3&quot; unique_id=&quot;10009&quot;&gt;&lt;property id=&quot;20148&quot; value=&quot;5&quot;/&gt;&lt;property id=&quot;20300&quot; value=&quot;Slide 7 - &amp;quot;Quantum Theory&amp;quot;&quot;/&gt;&lt;property id=&quot;20307&quot; value=&quot;263&quot;/&gt;&lt;/object&gt;&lt;object type=&quot;3&quot; unique_id=&quot;10010&quot;&gt;&lt;property id=&quot;20148&quot; value=&quot;5&quot;/&gt;&lt;property id=&quot;20300&quot; value=&quot;Slide 9 - &amp;quot;The Nature of Light &amp;quot;&quot;/&gt;&lt;property id=&quot;20307&quot; value=&quot;257&quot;/&gt;&lt;/object&gt;&lt;object type=&quot;3&quot; unique_id=&quot;10011&quot;&gt;&lt;property id=&quot;20148&quot; value=&quot;5&quot;/&gt;&lt;property id=&quot;20300&quot; value=&quot;Slide 10 - &amp;quot;Electromagnetic Spectrum &amp;quot;&quot;/&gt;&lt;property id=&quot;20307&quot; value=&quot;258&quot;/&gt;&lt;/object&gt;&lt;object type=&quot;3&quot; unique_id=&quot;10012&quot;&gt;&lt;property id=&quot;20148&quot; value=&quot;5&quot;/&gt;&lt;property id=&quot;20300&quot; value=&quot;Slide 11 - &amp;quot;Wave Characteristics &amp;quot;&quot;/&gt;&lt;property id=&quot;20307&quot; value=&quot;259&quot;/&gt;&lt;/object&gt;&lt;object type=&quot;3&quot; unique_id=&quot;10013&quot;&gt;&lt;property id=&quot;20148&quot; value=&quot;5&quot;/&gt;&lt;property id=&quot;20300&quot; value=&quot;Slide 12&quot;/&gt;&lt;property id=&quot;20307&quot; value=&quot;317&quot;/&gt;&lt;/object&gt;&lt;object type=&quot;3&quot; unique_id=&quot;10014&quot;&gt;&lt;property id=&quot;20148&quot; value=&quot;5&quot;/&gt;&lt;property id=&quot;20300&quot; value=&quot;Slide 13&quot;/&gt;&lt;property id=&quot;20307&quot; value=&quot;386&quot;/&gt;&lt;/object&gt;&lt;object type=&quot;3&quot; unique_id=&quot;10015&quot;&gt;&lt;property id=&quot;20148&quot; value=&quot;5&quot;/&gt;&lt;property id=&quot;20300&quot; value=&quot;Slide 14&quot;/&gt;&lt;property id=&quot;20307&quot; value=&quot;387&quot;/&gt;&lt;/object&gt;&lt;object type=&quot;3&quot; unique_id=&quot;10016&quot;&gt;&lt;property id=&quot;20148&quot; value=&quot;5&quot;/&gt;&lt;property id=&quot;20300&quot; value=&quot;Slide 15&quot;/&gt;&lt;property id=&quot;20307&quot; value=&quot;385&quot;/&gt;&lt;/object&gt;&lt;object type=&quot;3&quot; unique_id=&quot;10017&quot;&gt;&lt;property id=&quot;20148&quot; value=&quot;5&quot;/&gt;&lt;property id=&quot;20300&quot; value=&quot;Slide 17 - &amp;quot;Wave Characteristics&amp;quot;&quot;/&gt;&lt;property id=&quot;20307&quot; value=&quot;260&quot;/&gt;&lt;/object&gt;&lt;object type=&quot;3&quot; unique_id=&quot;10019&quot;&gt;&lt;property id=&quot;20148&quot; value=&quot;5&quot;/&gt;&lt;property id=&quot;20300&quot; value=&quot;Slide 18 - &amp;quot;Wave Calculation &amp;quot;&quot;/&gt;&lt;property id=&quot;20307&quot; value=&quot;375&quot;/&gt;&lt;/object&gt;&lt;object type=&quot;3&quot; unique_id=&quot;10021&quot;&gt;&lt;property id=&quot;20148&quot; value=&quot;5&quot;/&gt;&lt;property id=&quot;20300&quot; value=&quot;Slide 19&quot;/&gt;&lt;property id=&quot;20307&quot; value=&quot;376&quot;/&gt;&lt;/object&gt;&lt;object type=&quot;3&quot; unique_id=&quot;10022&quot;&gt;&lt;property id=&quot;20148&quot; value=&quot;5&quot;/&gt;&lt;property id=&quot;20300&quot; value=&quot;Slide 20 - &amp;quot;Waves vs Particles&amp;quot;&quot;/&gt;&lt;property id=&quot;20307&quot; value=&quot;336&quot;/&gt;&lt;/object&gt;&lt;object type=&quot;3&quot; unique_id=&quot;10023&quot;&gt;&lt;property id=&quot;20148&quot; value=&quot;5&quot;/&gt;&lt;property id=&quot;20300&quot; value=&quot;Slide 21 - &amp;quot;Photoelectric Effect &amp;quot;&quot;/&gt;&lt;property id=&quot;20307&quot; value=&quot;265&quot;/&gt;&lt;/object&gt;&lt;object type=&quot;3&quot; unique_id=&quot;10024&quot;&gt;&lt;property id=&quot;20148&quot; value=&quot;5&quot;/&gt;&lt;property id=&quot;20300&quot; value=&quot;Slide 22 - &amp;quot;Quantum Theory &amp;quot;&quot;/&gt;&lt;property id=&quot;20307&quot; value=&quot;264&quot;/&gt;&lt;/object&gt;&lt;object type=&quot;3&quot; unique_id=&quot;10025&quot;&gt;&lt;property id=&quot;20148&quot; value=&quot;5&quot;/&gt;&lt;property id=&quot;20300&quot; value=&quot;Slide 23&quot;/&gt;&lt;property id=&quot;20307&quot; value=&quot;266&quot;/&gt;&lt;/object&gt;&lt;object type=&quot;3&quot; unique_id=&quot;10027&quot;&gt;&lt;property id=&quot;20148&quot; value=&quot;5&quot;/&gt;&lt;property id=&quot;20300&quot; value=&quot;Slide 24&quot;/&gt;&lt;property id=&quot;20307&quot; value=&quot;269&quot;/&gt;&lt;/object&gt;&lt;object type=&quot;3&quot; unique_id=&quot;10029&quot;&gt;&lt;property id=&quot;20148&quot; value=&quot;5&quot;/&gt;&lt;property id=&quot;20300&quot; value=&quot;Slide 25&quot;/&gt;&lt;property id=&quot;20307&quot; value=&quot;319&quot;/&gt;&lt;/object&gt;&lt;object type=&quot;3&quot; unique_id=&quot;10030&quot;&gt;&lt;property id=&quot;20148&quot; value=&quot;5&quot;/&gt;&lt;property id=&quot;20300&quot; value=&quot;Slide 26 - &amp;quot;Photoelectric Effect&amp;quot;&quot;/&gt;&lt;property id=&quot;20307&quot; value=&quot;268&quot;/&gt;&lt;/object&gt;&lt;object type=&quot;3&quot; unique_id=&quot;10031&quot;&gt;&lt;property id=&quot;20148&quot; value=&quot;5&quot;/&gt;&lt;property id=&quot;20300&quot; value=&quot;Slide 27 - &amp;quot;Atomic Line Spectra&amp;quot;&quot;/&gt;&lt;property id=&quot;20307&quot; value=&quot;271&quot;/&gt;&lt;/object&gt;&lt;object type=&quot;3&quot; unique_id=&quot;10032&quot;&gt;&lt;property id=&quot;20148&quot; value=&quot;5&quot;/&gt;&lt;property id=&quot;20300&quot; value=&quot;Slide 28 - &amp;quot;Atomic Line Spectra&amp;quot;&quot;/&gt;&lt;property id=&quot;20307&quot; value=&quot;327&quot;/&gt;&lt;/object&gt;&lt;object type=&quot;3&quot; unique_id=&quot;10033&quot;&gt;&lt;property id=&quot;20148&quot; value=&quot;5&quot;/&gt;&lt;property id=&quot;20300&quot; value=&quot;Slide 29 - &amp;quot;Bright-line Spectra &amp;quot;&quot;/&gt;&lt;property id=&quot;20307&quot; value=&quot;328&quot;/&gt;&lt;/object&gt;&lt;object type=&quot;3&quot; unique_id=&quot;10034&quot;&gt;&lt;property id=&quot;20148&quot; value=&quot;5&quot;/&gt;&lt;property id=&quot;20300&quot; value=&quot;Slide 30 - &amp;quot;Line Spectrum of Hydrogen&amp;quot;&quot;/&gt;&lt;property id=&quot;20307&quot; value=&quot;277&quot;/&gt;&lt;/object&gt;&lt;object type=&quot;3&quot; unique_id=&quot;10035&quot;&gt;&lt;property id=&quot;20148&quot; value=&quot;5&quot;/&gt;&lt;property id=&quot;20300&quot; value=&quot;Slide 31 - &amp;quot;Wave Properties of Matter &amp;quot;&quot;/&gt;&lt;property id=&quot;20307&quot; value=&quot;280&quot;/&gt;&lt;/object&gt;&lt;object type=&quot;3&quot; unique_id=&quot;10036&quot;&gt;&lt;property id=&quot;20148&quot; value=&quot;5&quot;/&gt;&lt;property id=&quot;20300&quot; value=&quot;Slide 32 - &amp;quot;Wave Properties of Matter &amp;quot;&quot;/&gt;&lt;property id=&quot;20307&quot; value=&quot;281&quot;/&gt;&lt;/object&gt;&lt;object type=&quot;3&quot; unique_id=&quot;10037&quot;&gt;&lt;property id=&quot;20148&quot; value=&quot;5&quot;/&gt;&lt;property id=&quot;20300&quot; value=&quot;Slide 33 - &amp;quot;Wave Properties of Matter &amp;quot;&quot;/&gt;&lt;property id=&quot;20307&quot; value=&quot;282&quot;/&gt;&lt;/object&gt;&lt;object type=&quot;3&quot; unique_id=&quot;10038&quot;&gt;&lt;property id=&quot;20148&quot; value=&quot;5&quot;/&gt;&lt;property id=&quot;20300&quot; value=&quot;Slide 34 - &amp;quot;Wave Properties of Matter &amp;quot;&quot;/&gt;&lt;property id=&quot;20307&quot; value=&quot;283&quot;/&gt;&lt;/object&gt;&lt;object type=&quot;3&quot; unique_id=&quot;10039&quot;&gt;&lt;property id=&quot;20148&quot; value=&quot;5&quot;/&gt;&lt;property id=&quot;20300&quot; value=&quot;Slide 35&quot;/&gt;&lt;property id=&quot;20307&quot; value=&quot;325&quot;/&gt;&lt;/object&gt;&lt;object type=&quot;3&quot; unique_id=&quot;10040&quot;&gt;&lt;property id=&quot;20148&quot; value=&quot;5&quot;/&gt;&lt;property id=&quot;20300&quot; value=&quot;Slide 36&quot;/&gt;&lt;property id=&quot;20307&quot; value=&quot;320&quot;/&gt;&lt;/object&gt;&lt;object type=&quot;3&quot; unique_id=&quot;10041&quot;&gt;&lt;property id=&quot;20148&quot; value=&quot;5&quot;/&gt;&lt;property id=&quot;20300&quot; value=&quot;Slide 37 - &amp;quot;Quantum Mechanics&amp;quot;&quot;/&gt;&lt;property id=&quot;20307&quot; value=&quot;286&quot;/&gt;&lt;/object&gt;&lt;object type=&quot;3&quot; unique_id=&quot;10042&quot;&gt;&lt;property id=&quot;20148&quot; value=&quot;5&quot;/&gt;&lt;property id=&quot;20300&quot; value=&quot;Slide 38 - &amp;quot;Quantum Mechanics&amp;quot;&quot;/&gt;&lt;property id=&quot;20307&quot; value=&quot;287&quot;/&gt;&lt;/object&gt;&lt;object type=&quot;3&quot; unique_id=&quot;10043&quot;&gt;&lt;property id=&quot;20148&quot; value=&quot;5&quot;/&gt;&lt;property id=&quot;20300&quot; value=&quot;Slide 39 - &amp;quot;Quantum Mechanics &amp;quot;&quot;/&gt;&lt;property id=&quot;20307&quot; value=&quot;288&quot;/&gt;&lt;/object&gt;&lt;object type=&quot;3&quot; unique_id=&quot;10044&quot;&gt;&lt;property id=&quot;20148&quot; value=&quot;5&quot;/&gt;&lt;property id=&quot;20300&quot; value=&quot;Slide 40 - &amp;quot;The electron as a wave&amp;quot;&quot;/&gt;&lt;property id=&quot;20307&quot; value=&quot;337&quot;/&gt;&lt;/object&gt;&lt;object type=&quot;3&quot; unique_id=&quot;10045&quot;&gt;&lt;property id=&quot;20148&quot; value=&quot;5&quot;/&gt;&lt;property id=&quot;20300&quot; value=&quot;Slide 41 - &amp;quot;Quantum Mechanics&amp;quot;&quot;/&gt;&lt;property id=&quot;20307&quot; value=&quot;338&quot;/&gt;&lt;/object&gt;&lt;object type=&quot;3&quot; unique_id=&quot;10046&quot;&gt;&lt;property id=&quot;20148&quot; value=&quot;5&quot;/&gt;&lt;property id=&quot;20300&quot; value=&quot;Slide 42 - &amp;quot;Quantum Mechanics&amp;quot;&quot;/&gt;&lt;property id=&quot;20307&quot; value=&quot;339&quot;/&gt;&lt;/object&gt;&lt;object type=&quot;3&quot; unique_id=&quot;10047&quot;&gt;&lt;property id=&quot;20148&quot; value=&quot;5&quot;/&gt;&lt;property id=&quot;20300&quot; value=&quot;Slide 43 - &amp;quot;Quantum Numbers&amp;quot;&quot;/&gt;&lt;property id=&quot;20307&quot; value=&quot;289&quot;/&gt;&lt;/object&gt;&lt;object type=&quot;3&quot; unique_id=&quot;10048&quot;&gt;&lt;property id=&quot;20148&quot; value=&quot;5&quot;/&gt;&lt;property id=&quot;20300&quot; value=&quot;Slide 44 - &amp;quot;Quantum Numbers&amp;quot;&quot;/&gt;&lt;property id=&quot;20307&quot; value=&quot;340&quot;/&gt;&lt;/object&gt;&lt;object type=&quot;3&quot; unique_id=&quot;10049&quot;&gt;&lt;property id=&quot;20148&quot; value=&quot;5&quot;/&gt;&lt;property id=&quot;20300&quot; value=&quot;Slide 45 - &amp;quot;Quantum Numbers&amp;quot;&quot;/&gt;&lt;property id=&quot;20307&quot; value=&quot;290&quot;/&gt;&lt;/object&gt;&lt;object type=&quot;3&quot; unique_id=&quot;10050&quot;&gt;&lt;property id=&quot;20148&quot; value=&quot;5&quot;/&gt;&lt;property id=&quot;20300&quot; value=&quot;Slide 46 - &amp;quot;Quantum Numbers&amp;quot;&quot;/&gt;&lt;property id=&quot;20307&quot; value=&quot;291&quot;/&gt;&lt;/object&gt;&lt;object type=&quot;3&quot; unique_id=&quot;10051&quot;&gt;&lt;property id=&quot;20148&quot; value=&quot;5&quot;/&gt;&lt;property id=&quot;20300&quot; value=&quot;Slide 47 - &amp;quot;Quantum Numbers&amp;quot;&quot;/&gt;&lt;property id=&quot;20307&quot; value=&quot;292&quot;/&gt;&lt;/object&gt;&lt;object type=&quot;3&quot; unique_id=&quot;10052&quot;&gt;&lt;property id=&quot;20148&quot; value=&quot;5&quot;/&gt;&lt;property id=&quot;20300&quot; value=&quot;Slide 48 - &amp;quot;Quantum Numbers &amp;quot;&quot;/&gt;&lt;property id=&quot;20307&quot; value=&quot;293&quot;/&gt;&lt;/object&gt;&lt;object type=&quot;3&quot; unique_id=&quot;10053&quot;&gt;&lt;property id=&quot;20148&quot; value=&quot;5&quot;/&gt;&lt;property id=&quot;20300&quot; value=&quot;Slide 49 - &amp;quot; Quantum Numbers&amp;quot;&quot;/&gt;&lt;property id=&quot;20307&quot; value=&quot;294&quot;/&gt;&lt;/object&gt;&lt;object type=&quot;3&quot; unique_id=&quot;10054&quot;&gt;&lt;property id=&quot;20148&quot; value=&quot;5&quot;/&gt;&lt;property id=&quot;20300&quot; value=&quot;Slide 50&quot;/&gt;&lt;property id=&quot;20307&quot; value=&quot;374&quot;/&gt;&lt;/object&gt;&lt;object type=&quot;3&quot; unique_id=&quot;10055&quot;&gt;&lt;property id=&quot;20148&quot; value=&quot;5&quot;/&gt;&lt;property id=&quot;20300&quot; value=&quot;Slide 51&quot;/&gt;&lt;property id=&quot;20307&quot; value=&quot;373&quot;/&gt;&lt;/object&gt;&lt;object type=&quot;3&quot; unique_id=&quot;10056&quot;&gt;&lt;property id=&quot;20148&quot; value=&quot;5&quot;/&gt;&lt;property id=&quot;20300&quot; value=&quot;Slide 52 - &amp;quot;Quantum Numbers&amp;quot;&quot;/&gt;&lt;property id=&quot;20307&quot; value=&quot;295&quot;/&gt;&lt;/object&gt;&lt;object type=&quot;3&quot; unique_id=&quot;10057&quot;&gt;&lt;property id=&quot;20148&quot; value=&quot;5&quot;/&gt;&lt;property id=&quot;20300&quot; value=&quot;Slide 53 - &amp;quot;Quantum Numbers&amp;quot;&quot;/&gt;&lt;property id=&quot;20307&quot; value=&quot;356&quot;/&gt;&lt;/object&gt;&lt;object type=&quot;3&quot; unique_id=&quot;10058&quot;&gt;&lt;property id=&quot;20148&quot; value=&quot;5&quot;/&gt;&lt;property id=&quot;20300&quot; value=&quot;Slide 54 - &amp;quot;Electron Spin:  The Fourth Quantum Number&amp;quot;&quot;/&gt;&lt;property id=&quot;20307&quot; value=&quot;357&quot;/&gt;&lt;/object&gt;&lt;object type=&quot;3&quot; unique_id=&quot;10059&quot;&gt;&lt;property id=&quot;20148&quot; value=&quot;5&quot;/&gt;&lt;property id=&quot;20300&quot; value=&quot;Slide 55&quot;/&gt;&lt;property id=&quot;20307&quot; value=&quot;358&quot;/&gt;&lt;/object&gt;&lt;object type=&quot;3&quot; unique_id=&quot;10060&quot;&gt;&lt;property id=&quot;20148&quot; value=&quot;5&quot;/&gt;&lt;property id=&quot;20300&quot; value=&quot;Slide 56 - &amp;quot;Quantum Numbers&amp;quot;&quot;/&gt;&lt;property id=&quot;20307&quot; value=&quot;296&quot;/&gt;&lt;/object&gt;&lt;object type=&quot;3&quot; unique_id=&quot;10061&quot;&gt;&lt;property id=&quot;20148&quot; value=&quot;5&quot;/&gt;&lt;property id=&quot;20300&quot; value=&quot;Slide 57 - &amp;quot;Quantum Numbers&amp;quot;&quot;/&gt;&lt;property id=&quot;20307&quot; value=&quot;321&quot;/&gt;&lt;/object&gt;&lt;object type=&quot;3&quot; unique_id=&quot;10062&quot;&gt;&lt;property id=&quot;20148&quot; value=&quot;5&quot;/&gt;&lt;property id=&quot;20300&quot; value=&quot;Slide 58 - &amp;quot;Atomic Orbitals &amp;quot;&quot;/&gt;&lt;property id=&quot;20307&quot; value=&quot;297&quot;/&gt;&lt;/object&gt;&lt;object type=&quot;3&quot; unique_id=&quot;10063&quot;&gt;&lt;property id=&quot;20148&quot; value=&quot;5&quot;/&gt;&lt;property id=&quot;20300&quot; value=&quot;Slide 59 - &amp;quot;Quantum Numbers&amp;quot;&quot;/&gt;&lt;property id=&quot;20307&quot; value=&quot;342&quot;/&gt;&lt;/object&gt;&lt;object type=&quot;3&quot; unique_id=&quot;10064&quot;&gt;&lt;property id=&quot;20148&quot; value=&quot;5&quot;/&gt;&lt;property id=&quot;20300&quot; value=&quot;Slide 60 - &amp;quot;Relative Sizes 1s and 2s&amp;quot;&quot;/&gt;&lt;property id=&quot;20307&quot; value=&quot;341&quot;/&gt;&lt;/object&gt;&lt;object type=&quot;3&quot; unique_id=&quot;10065&quot;&gt;&lt;property id=&quot;20148&quot; value=&quot;5&quot;/&gt;&lt;property id=&quot;20300&quot; value=&quot;Slide 61 - &amp;quot; Probability Density and Radial Probability for “s” Orbitals&amp;quot;&quot;/&gt;&lt;property id=&quot;20307&quot; value=&quot;298&quot;/&gt;&lt;/object&gt;&lt;object type=&quot;3&quot; unique_id=&quot;10066&quot;&gt;&lt;property id=&quot;20148&quot; value=&quot;5&quot;/&gt;&lt;property id=&quot;20300&quot; value=&quot;Slide 62&quot;/&gt;&lt;property id=&quot;20307&quot; value=&quot;349&quot;/&gt;&lt;/object&gt;&lt;object type=&quot;3&quot; unique_id=&quot;10067&quot;&gt;&lt;property id=&quot;20148&quot; value=&quot;5&quot;/&gt;&lt;property id=&quot;20300&quot; value=&quot;Slide 63 - &amp;quot;S orbitals imagined as “onions”&amp;quot;&quot;/&gt;&lt;property id=&quot;20307&quot; value=&quot;344&quot;/&gt;&lt;/object&gt;&lt;object type=&quot;3&quot; unique_id=&quot;10068&quot;&gt;&lt;property id=&quot;20148&quot; value=&quot;5&quot;/&gt;&lt;property id=&quot;20300&quot; value=&quot;Slide 64&quot;/&gt;&lt;property id=&quot;20307&quot; value=&quot;388&quot;/&gt;&lt;/object&gt;&lt;object type=&quot;3&quot; unique_id=&quot;10069&quot;&gt;&lt;property id=&quot;20148&quot; value=&quot;5&quot;/&gt;&lt;property id=&quot;20300&quot; value=&quot;Slide 66&quot;/&gt;&lt;property id=&quot;20307&quot; value=&quot;350&quot;/&gt;&lt;/object&gt;&lt;object type=&quot;3&quot; unique_id=&quot;10070&quot;&gt;&lt;property id=&quot;20148&quot; value=&quot;5&quot;/&gt;&lt;property id=&quot;20300&quot; value=&quot;Slide 68 - &amp;quot;Atomic Orbitals for “p” &amp;quot;&quot;/&gt;&lt;property id=&quot;20307&quot; value=&quot;299&quot;/&gt;&lt;/object&gt;&lt;object type=&quot;3&quot; unique_id=&quot;10071&quot;&gt;&lt;property id=&quot;20148&quot; value=&quot;5&quot;/&gt;&lt;property id=&quot;20300&quot; value=&quot;Slide 69 - &amp;quot;p-Orbitals&amp;quot;&quot;/&gt;&lt;property id=&quot;20307&quot; value=&quot;352&quot;/&gt;&lt;/object&gt;&lt;object type=&quot;3&quot; unique_id=&quot;10072&quot;&gt;&lt;property id=&quot;20148&quot; value=&quot;5&quot;/&gt;&lt;property id=&quot;20300&quot; value=&quot;Slide 70&quot;/&gt;&lt;property id=&quot;20307&quot; value=&quot;354&quot;/&gt;&lt;/object&gt;&lt;object type=&quot;3&quot; unique_id=&quot;10073&quot;&gt;&lt;property id=&quot;20148&quot; value=&quot;5&quot;/&gt;&lt;property id=&quot;20300&quot; value=&quot;Slide 72 - &amp;quot;Atomic Orbitals for “d”&amp;quot;&quot;/&gt;&lt;property id=&quot;20307&quot; value=&quot;300&quot;/&gt;&lt;/object&gt;&lt;object type=&quot;3&quot; unique_id=&quot;10074&quot;&gt;&lt;property id=&quot;20148&quot; value=&quot;5&quot;/&gt;&lt;property id=&quot;20300&quot; value=&quot;Slide 73&quot;/&gt;&lt;property id=&quot;20307&quot; value=&quot;355&quot;/&gt;&lt;/object&gt;&lt;object type=&quot;3&quot; unique_id=&quot;10075&quot;&gt;&lt;property id=&quot;20148&quot; value=&quot;5&quot;/&gt;&lt;property id=&quot;20300&quot; value=&quot;Slide 75&quot;/&gt;&lt;property id=&quot;20307&quot; value=&quot;365&quot;/&gt;&lt;/object&gt;&lt;object type=&quot;3&quot; unique_id=&quot;10076&quot;&gt;&lt;property id=&quot;20148&quot; value=&quot;5&quot;/&gt;&lt;property id=&quot;20300&quot; value=&quot;Slide 76&quot;/&gt;&lt;property id=&quot;20307&quot; value=&quot;364&quot;/&gt;&lt;/object&gt;&lt;object type=&quot;3&quot; unique_id=&quot;10077&quot;&gt;&lt;property id=&quot;20148&quot; value=&quot;5&quot;/&gt;&lt;property id=&quot;20300&quot; value=&quot;Slide 77 - &amp;quot;Electrons in Orbitals&amp;quot;&quot;/&gt;&lt;property id=&quot;20307&quot; value=&quot;359&quot;/&gt;&lt;/object&gt;&lt;object type=&quot;3&quot; unique_id=&quot;10078&quot;&gt;&lt;property id=&quot;20148&quot; value=&quot;5&quot;/&gt;&lt;property id=&quot;20300&quot; value=&quot;Slide 78 - &amp;quot;Ground state - electrons in lowest energy state &amp;quot;&quot;/&gt;&lt;property id=&quot;20307&quot; value=&quot;363&quot;/&gt;&lt;/object&gt;&lt;object type=&quot;3&quot; unique_id=&quot;10079&quot;&gt;&lt;property id=&quot;20148&quot; value=&quot;5&quot;/&gt;&lt;property id=&quot;20300&quot; value=&quot;Slide 79 - &amp;quot; Compare the Following Emission Spectra &amp;quot;&quot;/&gt;&lt;property id=&quot;20307&quot; value=&quot;302&quot;/&gt;&lt;/object&gt;&lt;object type=&quot;3&quot; unique_id=&quot;10080&quot;&gt;&lt;property id=&quot;20148&quot; value=&quot;5&quot;/&gt;&lt;property id=&quot;20300&quot; value=&quot;Slide 80 - &amp;quot;Electron Configuration - Notice the Energy for Each Orbital &amp;quot;&quot;/&gt;&lt;property id=&quot;20307&quot; value=&quot;303&quot;/&gt;&lt;/object&gt;&lt;object type=&quot;3&quot; unique_id=&quot;10081&quot;&gt;&lt;property id=&quot;20148&quot; value=&quot;5&quot;/&gt;&lt;property id=&quot;20300&quot; value=&quot;Slide 81 - &amp;quot;Electron Configuration &amp;quot;&quot;/&gt;&lt;property id=&quot;20307&quot; value=&quot;304&quot;/&gt;&lt;/object&gt;&lt;object type=&quot;3&quot; unique_id=&quot;10082&quot;&gt;&lt;property id=&quot;20148&quot; value=&quot;5&quot;/&gt;&lt;property id=&quot;20300&quot; value=&quot;Slide 82 - &amp;quot;Electron Configuration&amp;quot;&quot;/&gt;&lt;property id=&quot;20307&quot; value=&quot;305&quot;/&gt;&lt;/object&gt;&lt;object type=&quot;3&quot; unique_id=&quot;10083&quot;&gt;&lt;property id=&quot;20148&quot; value=&quot;5&quot;/&gt;&lt;property id=&quot;20300&quot; value=&quot;Slide 83 - &amp;quot;Rules for Writing Electron Configurations&amp;quot;&quot;/&gt;&lt;property id=&quot;20307&quot; value=&quot;306&quot;/&gt;&lt;/object&gt;&lt;object type=&quot;3&quot; unique_id=&quot;10084&quot;&gt;&lt;property id=&quot;20148&quot; value=&quot;5&quot;/&gt;&lt;property id=&quot;20300&quot; value=&quot;Slide 84 - &amp;quot;The Diagonal Rule (Aufbau Principle) &amp;quot;&quot;/&gt;&lt;property id=&quot;20307&quot; value=&quot;307&quot;/&gt;&lt;/object&gt;&lt;object type=&quot;3&quot; unique_id=&quot;10085&quot;&gt;&lt;property id=&quot;20148&quot; value=&quot;5&quot;/&gt;&lt;property id=&quot;20300&quot; value=&quot;Slide 85 - &amp;quot;Practice Electron Configuration and Orbital Notation&amp;quot;&quot;/&gt;&lt;property id=&quot;20307&quot; value=&quot;308&quot;/&gt;&lt;/object&gt;&lt;object type=&quot;3&quot; unique_id=&quot;10086&quot;&gt;&lt;property id=&quot;20148&quot; value=&quot;5&quot;/&gt;&lt;property id=&quot;20300&quot; value=&quot;Slide 86&quot;/&gt;&lt;property id=&quot;20307&quot; value=&quot;322&quot;/&gt;&lt;/object&gt;&lt;object type=&quot;3&quot; unique_id=&quot;10087&quot;&gt;&lt;property id=&quot;20148&quot; value=&quot;5&quot;/&gt;&lt;property id=&quot;20300&quot; value=&quot;Slide 88&quot;/&gt;&lt;property id=&quot;20307&quot; value=&quot;381&quot;/&gt;&lt;/object&gt;&lt;object type=&quot;3&quot; unique_id=&quot;10088&quot;&gt;&lt;property id=&quot;20148&quot; value=&quot;5&quot;/&gt;&lt;property id=&quot;20300&quot; value=&quot;Slide 89&quot;/&gt;&lt;property id=&quot;20307&quot; value=&quot;383&quot;/&gt;&lt;/object&gt;&lt;object type=&quot;3&quot; unique_id=&quot;10089&quot;&gt;&lt;property id=&quot;20148&quot; value=&quot;5&quot;/&gt;&lt;property id=&quot;20300&quot; value=&quot;Slide 90&quot;/&gt;&lt;property id=&quot;20307&quot; value=&quot;382&quot;/&gt;&lt;/object&gt;&lt;object type=&quot;3&quot; unique_id=&quot;10091&quot;&gt;&lt;property id=&quot;20148&quot; value=&quot;5&quot;/&gt;&lt;property id=&quot;20300&quot; value=&quot;Slide 92 - &amp;quot;Electron Configurations and the Periodic Table&amp;quot;&quot;/&gt;&lt;property id=&quot;20307&quot; value=&quot;309&quot;/&gt;&lt;/object&gt;&lt;object type=&quot;3&quot; unique_id=&quot;10092&quot;&gt;&lt;property id=&quot;20148&quot; value=&quot;5&quot;/&gt;&lt;property id=&quot;20300&quot; value=&quot;Slide 93&quot;/&gt;&lt;property id=&quot;20307&quot; value=&quot;310&quot;/&gt;&lt;/object&gt;&lt;object type=&quot;3&quot; unique_id=&quot;10093&quot;&gt;&lt;property id=&quot;20148&quot; value=&quot;5&quot;/&gt;&lt;property id=&quot;20300&quot; value=&quot;Slide 95 - &amp;quot;Electron Configurations and the Periodic Table &amp;quot;&quot;/&gt;&lt;property id=&quot;20307&quot; value=&quot;311&quot;/&gt;&lt;/object&gt;&lt;object type=&quot;3&quot; unique_id=&quot;10094&quot;&gt;&lt;property id=&quot;20148&quot; value=&quot;5&quot;/&gt;&lt;property id=&quot;20300&quot; value=&quot;Slide 94&quot;/&gt;&lt;property id=&quot;20307&quot; value=&quot;312&quot;/&gt;&lt;/object&gt;&lt;object type=&quot;3&quot; unique_id=&quot;10095&quot;&gt;&lt;property id=&quot;20148&quot; value=&quot;5&quot;/&gt;&lt;property id=&quot;20300&quot; value=&quot;Slide 99 - &amp;quot;Diagonal Rule: Too Good to Be True? &amp;quot;&quot;/&gt;&lt;property id=&quot;20307&quot; value=&quot;313&quot;/&gt;&lt;/object&gt;&lt;object type=&quot;3&quot; unique_id=&quot;10096&quot;&gt;&lt;property id=&quot;20148&quot; value=&quot;5&quot;/&gt;&lt;property id=&quot;20300&quot; value=&quot;Slide 96 - &amp;quot;Electron Configuration - Notice the Energy for Each Orbital &amp;quot;&quot;/&gt;&lt;property id=&quot;20307&quot; value=&quot;377&quot;/&gt;&lt;/object&gt;&lt;object type=&quot;3&quot; unique_id=&quot;27236&quot;&gt;&lt;property id=&quot;20148&quot; value=&quot;5&quot;/&gt;&lt;property id=&quot;20300&quot; value=&quot;Slide 16&quot;/&gt;&lt;property id=&quot;20307&quot; value=&quot;390&quot;/&gt;&lt;/object&gt;&lt;object type=&quot;3&quot; unique_id=&quot;28854&quot;&gt;&lt;property id=&quot;20148&quot; value=&quot;5&quot;/&gt;&lt;property id=&quot;20300&quot; value=&quot;Slide 65 - &amp;quot;Atomic Orbitals &amp;quot;&quot;/&gt;&lt;property id=&quot;20307&quot; value=&quot;391&quot;/&gt;&lt;/object&gt;&lt;object type=&quot;3&quot; unique_id=&quot;28856&quot;&gt;&lt;property id=&quot;20148&quot; value=&quot;5&quot;/&gt;&lt;property id=&quot;20300&quot; value=&quot;Slide 67 - &amp;quot;Atomic Orbitals &amp;quot;&quot;/&gt;&lt;property id=&quot;20307&quot; value=&quot;393&quot;/&gt;&lt;/object&gt;&lt;object type=&quot;3&quot; unique_id=&quot;28857&quot;&gt;&lt;property id=&quot;20148&quot; value=&quot;5&quot;/&gt;&lt;property id=&quot;20300&quot; value=&quot;Slide 71 - &amp;quot;Atomic Orbitals &amp;quot;&quot;/&gt;&lt;property id=&quot;20307&quot; value=&quot;394&quot;/&gt;&lt;/object&gt;&lt;object type=&quot;3&quot; unique_id=&quot;28858&quot;&gt;&lt;property id=&quot;20148&quot; value=&quot;5&quot;/&gt;&lt;property id=&quot;20300&quot; value=&quot;Slide 74 - &amp;quot;Atomic Orbitals &amp;quot;&quot;/&gt;&lt;property id=&quot;20307&quot; value=&quot;395&quot;/&gt;&lt;/object&gt;&lt;object type=&quot;3&quot; unique_id=&quot;28859&quot;&gt;&lt;property id=&quot;20148&quot; value=&quot;5&quot;/&gt;&lt;property id=&quot;20300&quot; value=&quot;Slide 87&quot;/&gt;&lt;property id=&quot;20307&quot; value=&quot;396&quot;/&gt;&lt;/object&gt;&lt;object type=&quot;3&quot; unique_id=&quot;28860&quot;&gt;&lt;property id=&quot;20148&quot; value=&quot;5&quot;/&gt;&lt;property id=&quot;20300&quot; value=&quot;Slide 91&quot;/&gt;&lt;property id=&quot;20307&quot; value=&quot;397&quot;/&gt;&lt;/object&gt;&lt;object type=&quot;3&quot; unique_id=&quot;28861&quot;&gt;&lt;property id=&quot;20148&quot; value=&quot;5&quot;/&gt;&lt;property id=&quot;20300&quot; value=&quot;Slide 97 - &amp;quot;The Diagonal Rule (Aufbau Principle) &amp;quot;&quot;/&gt;&lt;property id=&quot;20307&quot; value=&quot;398&quot;/&gt;&lt;/object&gt;&lt;object type=&quot;3&quot; unique_id=&quot;29871&quot;&gt;&lt;property id=&quot;20148&quot; value=&quot;5&quot;/&gt;&lt;property id=&quot;20300&quot; value=&quot;Slide 8&quot;/&gt;&lt;property id=&quot;20307&quot; value=&quot;399&quot;/&gt;&lt;/object&gt;&lt;object type=&quot;3&quot; unique_id=&quot;29872&quot;&gt;&lt;property id=&quot;20148&quot; value=&quot;5&quot;/&gt;&lt;property id=&quot;20300&quot; value=&quot;Slide 98 - &amp;quot;The Diagonal Rule (Aufbau Principle) &amp;quot;&quot;/&gt;&lt;property id=&quot;20307&quot; value=&quot;400&quot;/&gt;&lt;/object&gt;&lt;object type=&quot;3&quot; unique_id=&quot;29873&quot;&gt;&lt;property id=&quot;20148&quot; value=&quot;5&quot;/&gt;&lt;property id=&quot;20300&quot; value=&quot;Slide 100 - &amp;quot;Exceptions to the Aufbau principle&amp;quot;&quot;/&gt;&lt;property id=&quot;20307&quot; value=&quot;401&quot;/&gt;&lt;/object&gt;&lt;/object&gt;&lt;object type=&quot;8&quot; unique_id=&quot;10200&quot;&gt;&lt;/object&gt;&lt;/object&gt;&lt;/database&gt;"/>
  <p:tag name="SECTOMILLISECCONVERTED" val="1"/>
</p:tagLst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57200" rtl="0" eaLnBrk="0" fontAlgn="base" latinLnBrk="0" hangingPunct="0">
          <a:lnSpc>
            <a:spcPct val="93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Arial" charset="0"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57200" rtl="0" eaLnBrk="0" fontAlgn="base" latinLnBrk="0" hangingPunct="0">
          <a:lnSpc>
            <a:spcPct val="93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Arial" charset="0"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0099"/>
    </a:hlink>
    <a:folHlink>
      <a:srgbClr val="99CC00"/>
    </a:folHlink>
  </a:clrScheme>
</a:themeOverride>
</file>

<file path=ppt/theme/themeOverride2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0099"/>
    </a:hlink>
    <a:folHlink>
      <a:srgbClr val="99CC00"/>
    </a:folHlink>
  </a:clrScheme>
</a:themeOverride>
</file>

<file path=ppt/theme/themeOverride3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0099"/>
    </a:hlink>
    <a:folHlink>
      <a:srgbClr val="99CC00"/>
    </a:folHlink>
  </a:clrScheme>
</a:themeOverride>
</file>

<file path=ppt/theme/themeOverride4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0099"/>
    </a:hlink>
    <a:folHlink>
      <a:srgbClr val="99CC00"/>
    </a:folHlink>
  </a:clrScheme>
</a:themeOverride>
</file>

<file path=ppt/theme/themeOverride5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0099"/>
    </a:hlink>
    <a:folHlink>
      <a:srgbClr val="99CC00"/>
    </a:folHlink>
  </a:clrScheme>
</a:themeOverride>
</file>

<file path=ppt/theme/themeOverride6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0099"/>
    </a:hlink>
    <a:folHlink>
      <a:srgbClr val="99CC00"/>
    </a:folHlink>
  </a:clrScheme>
</a:themeOverride>
</file>

<file path=ppt/theme/themeOverride7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0099"/>
    </a:hlink>
    <a:folHlink>
      <a:srgbClr val="99CC00"/>
    </a:folHlink>
  </a:clrScheme>
</a:themeOverride>
</file>

<file path=ppt/theme/themeOverride8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0099"/>
    </a:hlink>
    <a:folHlink>
      <a:srgbClr val="99CC00"/>
    </a:folHlink>
  </a:clrScheme>
</a:themeOverride>
</file>

<file path=ppt/theme/themeOverride9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0099"/>
    </a:hlink>
    <a:folHlink>
      <a:srgbClr val="99CC00"/>
    </a:folHlink>
  </a:clrScheme>
</a:themeOverride>
</file>

<file path=ppt/theme/themeOverride10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0099"/>
    </a:hlink>
    <a:folHlink>
      <a:srgbClr val="99CC00"/>
    </a:folHlink>
  </a:clrScheme>
</a:themeOverride>
</file>

<file path=ppt/theme/themeOverride11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0099"/>
    </a:hlink>
    <a:folHlink>
      <a:srgbClr val="99CC00"/>
    </a:folHlink>
  </a:clrScheme>
</a:themeOverride>
</file>

<file path=ppt/theme/themeOverride12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0099"/>
    </a:hlink>
    <a:folHlink>
      <a:srgbClr val="99CC00"/>
    </a:folHlink>
  </a:clrScheme>
</a:themeOverride>
</file>

<file path=ppt/theme/themeOverride13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0099"/>
    </a:hlink>
    <a:folHlink>
      <a:srgbClr val="99CC00"/>
    </a:folHlink>
  </a:clrScheme>
</a:themeOverride>
</file>

<file path=ppt/theme/themeOverride14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0099"/>
    </a:hlink>
    <a:folHlink>
      <a:srgbClr val="99CC00"/>
    </a:folHlink>
  </a:clrScheme>
</a:themeOverride>
</file>

<file path=ppt/theme/themeOverride15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0099"/>
    </a:hlink>
    <a:folHlink>
      <a:srgbClr val="99CC00"/>
    </a:folHlink>
  </a:clrScheme>
</a:themeOverride>
</file>

<file path=ppt/theme/themeOverride16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0099"/>
    </a:hlink>
    <a:folHlink>
      <a:srgbClr val="99CC00"/>
    </a:folHlink>
  </a:clrScheme>
</a:themeOverride>
</file>

<file path=ppt/theme/themeOverride17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0099"/>
    </a:hlink>
    <a:folHlink>
      <a:srgbClr val="99CC0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3853</Words>
  <Application>Microsoft Office PowerPoint</Application>
  <PresentationFormat>On-screen Show (4:3)</PresentationFormat>
  <Paragraphs>723</Paragraphs>
  <Slides>98</Slides>
  <Notes>97</Notes>
  <HiddenSlides>2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98</vt:i4>
      </vt:variant>
    </vt:vector>
  </HeadingPairs>
  <TitlesOfParts>
    <vt:vector size="108" baseType="lpstr">
      <vt:lpstr>Arial</vt:lpstr>
      <vt:lpstr>Arial Black</vt:lpstr>
      <vt:lpstr>Monotype Sorts</vt:lpstr>
      <vt:lpstr>Symbol</vt:lpstr>
      <vt:lpstr>Times</vt:lpstr>
      <vt:lpstr>Times New Roman</vt:lpstr>
      <vt:lpstr>ヒラギノ角ゴ Pro W3</vt:lpstr>
      <vt:lpstr>Default Design</vt:lpstr>
      <vt:lpstr>Equation</vt:lpstr>
      <vt:lpstr>Photo Editor Photo</vt:lpstr>
      <vt:lpstr>QXU4004 Molecules to Materials</vt:lpstr>
      <vt:lpstr>Suggested Reading List:</vt:lpstr>
      <vt:lpstr>Notes 1:  Atoms to Materials…</vt:lpstr>
      <vt:lpstr>PowerPoint Presentation</vt:lpstr>
      <vt:lpstr>PowerPoint Presentation</vt:lpstr>
      <vt:lpstr>PowerPoint Presentation</vt:lpstr>
      <vt:lpstr>Quantum Theory</vt:lpstr>
      <vt:lpstr>PowerPoint Presentation</vt:lpstr>
      <vt:lpstr>The Nature of Light </vt:lpstr>
      <vt:lpstr>Electromagnetic Spectrum </vt:lpstr>
      <vt:lpstr>Wave Characteristics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Wave Characteristics</vt:lpstr>
      <vt:lpstr>Wave Calculation </vt:lpstr>
      <vt:lpstr>PowerPoint Presentation</vt:lpstr>
      <vt:lpstr>Waves vs Particles</vt:lpstr>
      <vt:lpstr>Photoelectric Effect </vt:lpstr>
      <vt:lpstr>Quantum Theory </vt:lpstr>
      <vt:lpstr>PowerPoint Presentation</vt:lpstr>
      <vt:lpstr>PowerPoint Presentation</vt:lpstr>
      <vt:lpstr>PowerPoint Presentation</vt:lpstr>
      <vt:lpstr>Photoelectric Effect</vt:lpstr>
      <vt:lpstr>Atomic Line Spectra</vt:lpstr>
      <vt:lpstr>Atomic Line Spectra</vt:lpstr>
      <vt:lpstr>Bright-line Spectra </vt:lpstr>
      <vt:lpstr>Line Spectrum of Hydrogen</vt:lpstr>
      <vt:lpstr>Wave Properties of Matter </vt:lpstr>
      <vt:lpstr>Wave Properties of Matter </vt:lpstr>
      <vt:lpstr>Wave Properties of Matter </vt:lpstr>
      <vt:lpstr>Wave Properties of Matter </vt:lpstr>
      <vt:lpstr>PowerPoint Presentation</vt:lpstr>
      <vt:lpstr>PowerPoint Presentation</vt:lpstr>
      <vt:lpstr>Quantum Mechanics</vt:lpstr>
      <vt:lpstr>Quantum Mechanics</vt:lpstr>
      <vt:lpstr>Quantum Mechanics </vt:lpstr>
      <vt:lpstr>The electron as a wave</vt:lpstr>
      <vt:lpstr>Quantum Mechanics</vt:lpstr>
      <vt:lpstr>Quantum Mechanics</vt:lpstr>
      <vt:lpstr>Quantum Numbers</vt:lpstr>
      <vt:lpstr>Quantum Numbers</vt:lpstr>
      <vt:lpstr>Quantum Numbers</vt:lpstr>
      <vt:lpstr>Quantum Numbers</vt:lpstr>
      <vt:lpstr>Quantum Numbers</vt:lpstr>
      <vt:lpstr>Quantum Numbers </vt:lpstr>
      <vt:lpstr> Quantum Numbers</vt:lpstr>
      <vt:lpstr>PowerPoint Presentation</vt:lpstr>
      <vt:lpstr>PowerPoint Presentation</vt:lpstr>
      <vt:lpstr>Quantum Numbers</vt:lpstr>
      <vt:lpstr>Quantum Numbers</vt:lpstr>
      <vt:lpstr>Electron Spin:  The Fourth Quantum Number</vt:lpstr>
      <vt:lpstr>PowerPoint Presentation</vt:lpstr>
      <vt:lpstr>Quantum Numbers</vt:lpstr>
      <vt:lpstr>Quantum Numbers</vt:lpstr>
      <vt:lpstr>Atomic Orbitals </vt:lpstr>
      <vt:lpstr>Quantum Numbers</vt:lpstr>
      <vt:lpstr>Relative Sizes 1s and 2s</vt:lpstr>
      <vt:lpstr> Probability Density and Radial Probability for “s” Orbitals</vt:lpstr>
      <vt:lpstr>PowerPoint Presentation</vt:lpstr>
      <vt:lpstr>S orbitals imagined as “onions”</vt:lpstr>
      <vt:lpstr>PowerPoint Presentation</vt:lpstr>
      <vt:lpstr>Atomic Orbitals </vt:lpstr>
      <vt:lpstr>PowerPoint Presentation</vt:lpstr>
      <vt:lpstr>Atomic Orbitals </vt:lpstr>
      <vt:lpstr>Atomic Orbitals for “p” </vt:lpstr>
      <vt:lpstr>p-Orbitals</vt:lpstr>
      <vt:lpstr>PowerPoint Presentation</vt:lpstr>
      <vt:lpstr>Atomic Orbitals </vt:lpstr>
      <vt:lpstr>Atomic Orbitals for “d”</vt:lpstr>
      <vt:lpstr>PowerPoint Presentation</vt:lpstr>
      <vt:lpstr>Atomic Orbitals </vt:lpstr>
      <vt:lpstr>PowerPoint Presentation</vt:lpstr>
      <vt:lpstr>PowerPoint Presentation</vt:lpstr>
      <vt:lpstr>Electrons in Orbitals</vt:lpstr>
      <vt:lpstr>Ground state - electrons in lowest energy state </vt:lpstr>
      <vt:lpstr>Electron Configuration - Notice the Energy for Each Orbital </vt:lpstr>
      <vt:lpstr>Electron Configuration </vt:lpstr>
      <vt:lpstr> Compare the Following Emission Spectra </vt:lpstr>
      <vt:lpstr>Electron Configuration</vt:lpstr>
      <vt:lpstr>Rules for Writing Electron Configurations</vt:lpstr>
      <vt:lpstr>The Diagonal Rule (Aufbau Principle) </vt:lpstr>
      <vt:lpstr>Practice Electron Configuration and Orbital Notation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Electron Configurations and the Periodic Table</vt:lpstr>
      <vt:lpstr>PowerPoint Presentation</vt:lpstr>
      <vt:lpstr>PowerPoint Presentation</vt:lpstr>
      <vt:lpstr>Electron Configurations and the Periodic Table </vt:lpstr>
      <vt:lpstr>The Diagonal Rule (Aufbau Principle) </vt:lpstr>
      <vt:lpstr>Diagonal Rule: Too Good to Be True? </vt:lpstr>
      <vt:lpstr>Exceptions to the Aufbau principle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John Gelder</dc:creator>
  <cp:lastModifiedBy>Sulafudin Vukusic</cp:lastModifiedBy>
  <cp:revision>145</cp:revision>
  <dcterms:modified xsi:type="dcterms:W3CDTF">2023-02-21T07:47:07Z</dcterms:modified>
</cp:coreProperties>
</file>