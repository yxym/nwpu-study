
<file path=[Content_Types].xml><?xml version="1.0" encoding="utf-8"?>
<Types xmlns="http://schemas.openxmlformats.org/package/2006/content-types">
  <Default Extension="jpeg" ContentType="image/jpeg"/>
  <Default Extension="JPG" ContentType="image/.jpg"/>
  <Default Extension="vml" ContentType="application/vnd.openxmlformats-officedocument.vmlDrawing"/>
  <Default Extension="bin" ContentType="application/vnd.openxmlformats-officedocument.oleObject"/>
  <Default Extension="png" ContentType="image/png"/>
  <Default Extension="emf" ContentType="image/x-emf"/>
  <Default Extension="wmf" ContentType="image/x-wmf"/>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handoutMasterIdLst>
    <p:handoutMasterId r:id="rId82"/>
  </p:handoutMasterIdLst>
  <p:sldIdLst>
    <p:sldId id="369" r:id="rId3"/>
    <p:sldId id="406" r:id="rId5"/>
    <p:sldId id="339" r:id="rId6"/>
    <p:sldId id="370" r:id="rId7"/>
    <p:sldId id="405" r:id="rId8"/>
    <p:sldId id="371" r:id="rId9"/>
    <p:sldId id="372" r:id="rId10"/>
    <p:sldId id="373" r:id="rId11"/>
    <p:sldId id="374" r:id="rId12"/>
    <p:sldId id="375" r:id="rId13"/>
    <p:sldId id="350" r:id="rId14"/>
    <p:sldId id="351" r:id="rId15"/>
    <p:sldId id="352" r:id="rId16"/>
    <p:sldId id="353" r:id="rId17"/>
    <p:sldId id="355" r:id="rId18"/>
    <p:sldId id="356" r:id="rId19"/>
    <p:sldId id="357" r:id="rId20"/>
    <p:sldId id="376" r:id="rId21"/>
    <p:sldId id="266" r:id="rId22"/>
    <p:sldId id="263" r:id="rId23"/>
    <p:sldId id="264" r:id="rId24"/>
    <p:sldId id="265" r:id="rId25"/>
    <p:sldId id="267" r:id="rId26"/>
    <p:sldId id="354" r:id="rId27"/>
    <p:sldId id="377" r:id="rId28"/>
    <p:sldId id="378" r:id="rId29"/>
    <p:sldId id="277" r:id="rId30"/>
    <p:sldId id="278" r:id="rId31"/>
    <p:sldId id="279" r:id="rId32"/>
    <p:sldId id="380" r:id="rId33"/>
    <p:sldId id="280" r:id="rId34"/>
    <p:sldId id="284" r:id="rId35"/>
    <p:sldId id="379" r:id="rId36"/>
    <p:sldId id="289" r:id="rId37"/>
    <p:sldId id="290" r:id="rId38"/>
    <p:sldId id="360" r:id="rId39"/>
    <p:sldId id="361" r:id="rId40"/>
    <p:sldId id="362" r:id="rId41"/>
    <p:sldId id="287" r:id="rId42"/>
    <p:sldId id="297" r:id="rId43"/>
    <p:sldId id="298" r:id="rId44"/>
    <p:sldId id="299" r:id="rId45"/>
    <p:sldId id="404" r:id="rId46"/>
    <p:sldId id="292" r:id="rId47"/>
    <p:sldId id="293" r:id="rId48"/>
    <p:sldId id="272" r:id="rId49"/>
    <p:sldId id="295" r:id="rId50"/>
    <p:sldId id="296" r:id="rId51"/>
    <p:sldId id="300" r:id="rId52"/>
    <p:sldId id="301" r:id="rId53"/>
    <p:sldId id="363" r:id="rId54"/>
    <p:sldId id="364" r:id="rId55"/>
    <p:sldId id="366" r:id="rId56"/>
    <p:sldId id="367" r:id="rId57"/>
    <p:sldId id="303" r:id="rId58"/>
    <p:sldId id="268" r:id="rId59"/>
    <p:sldId id="304" r:id="rId60"/>
    <p:sldId id="381" r:id="rId61"/>
    <p:sldId id="382" r:id="rId62"/>
    <p:sldId id="383" r:id="rId63"/>
    <p:sldId id="384" r:id="rId64"/>
    <p:sldId id="385" r:id="rId65"/>
    <p:sldId id="386" r:id="rId66"/>
    <p:sldId id="387" r:id="rId67"/>
    <p:sldId id="388" r:id="rId68"/>
    <p:sldId id="389" r:id="rId69"/>
    <p:sldId id="390" r:id="rId70"/>
    <p:sldId id="391" r:id="rId71"/>
    <p:sldId id="392" r:id="rId72"/>
    <p:sldId id="393" r:id="rId73"/>
    <p:sldId id="394" r:id="rId74"/>
    <p:sldId id="395" r:id="rId75"/>
    <p:sldId id="396" r:id="rId76"/>
    <p:sldId id="397" r:id="rId77"/>
    <p:sldId id="398" r:id="rId78"/>
    <p:sldId id="399" r:id="rId79"/>
    <p:sldId id="400" r:id="rId80"/>
    <p:sldId id="401" r:id="rId81"/>
  </p:sldIdLst>
  <p:sldSz cx="9144000" cy="6858000" type="screen4x3"/>
  <p:notesSz cx="6858000" cy="9144000"/>
  <p:custDataLst>
    <p:tags r:id="rId86"/>
  </p:custDataLst>
  <p:defaultTextStyle>
    <a:defPPr>
      <a:defRPr lang="en-US"/>
    </a:defPPr>
    <a:lvl1pPr algn="l" rtl="0" eaLnBrk="0" fontAlgn="base" hangingPunct="0">
      <a:spcBef>
        <a:spcPct val="0"/>
      </a:spcBef>
      <a:spcAft>
        <a:spcPct val="0"/>
      </a:spcAft>
      <a:defRPr kern="1200">
        <a:solidFill>
          <a:schemeClr val="tx1"/>
        </a:solidFill>
        <a:latin typeface="Garamond" panose="02020404030301010803" pitchFamily="18" charset="0"/>
        <a:ea typeface="MS PGothic"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Garamond" panose="02020404030301010803" pitchFamily="18" charset="0"/>
        <a:ea typeface="MS PGothic"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Garamond" panose="02020404030301010803" pitchFamily="18" charset="0"/>
        <a:ea typeface="MS PGothic"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Garamond" panose="02020404030301010803" pitchFamily="18" charset="0"/>
        <a:ea typeface="MS PGothic"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Garamond" panose="02020404030301010803" pitchFamily="18" charset="0"/>
        <a:ea typeface="MS PGothic" panose="020B0600070205080204" pitchFamily="34" charset="-128"/>
        <a:cs typeface="+mn-cs"/>
      </a:defRPr>
    </a:lvl5pPr>
    <a:lvl6pPr marL="2286000" algn="l" defTabSz="914400" rtl="0" eaLnBrk="1" latinLnBrk="0" hangingPunct="1">
      <a:defRPr kern="1200">
        <a:solidFill>
          <a:schemeClr val="tx1"/>
        </a:solidFill>
        <a:latin typeface="Garamond" panose="02020404030301010803" pitchFamily="18" charset="0"/>
        <a:ea typeface="MS PGothic" panose="020B0600070205080204" pitchFamily="34" charset="-128"/>
        <a:cs typeface="+mn-cs"/>
      </a:defRPr>
    </a:lvl6pPr>
    <a:lvl7pPr marL="2743200" algn="l" defTabSz="914400" rtl="0" eaLnBrk="1" latinLnBrk="0" hangingPunct="1">
      <a:defRPr kern="1200">
        <a:solidFill>
          <a:schemeClr val="tx1"/>
        </a:solidFill>
        <a:latin typeface="Garamond" panose="02020404030301010803" pitchFamily="18" charset="0"/>
        <a:ea typeface="MS PGothic" panose="020B0600070205080204" pitchFamily="34" charset="-128"/>
        <a:cs typeface="+mn-cs"/>
      </a:defRPr>
    </a:lvl7pPr>
    <a:lvl8pPr marL="3200400" algn="l" defTabSz="914400" rtl="0" eaLnBrk="1" latinLnBrk="0" hangingPunct="1">
      <a:defRPr kern="1200">
        <a:solidFill>
          <a:schemeClr val="tx1"/>
        </a:solidFill>
        <a:latin typeface="Garamond" panose="02020404030301010803" pitchFamily="18" charset="0"/>
        <a:ea typeface="MS PGothic" panose="020B0600070205080204" pitchFamily="34" charset="-128"/>
        <a:cs typeface="+mn-cs"/>
      </a:defRPr>
    </a:lvl8pPr>
    <a:lvl9pPr marL="3657600" algn="l" defTabSz="914400" rtl="0" eaLnBrk="1" latinLnBrk="0" hangingPunct="1">
      <a:defRPr kern="1200">
        <a:solidFill>
          <a:schemeClr val="tx1"/>
        </a:solidFill>
        <a:latin typeface="Garamond" panose="02020404030301010803" pitchFamily="18" charset="0"/>
        <a:ea typeface="MS PGothic" panose="020B0600070205080204" pitchFamily="34" charset="-128"/>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8885" autoAdjust="0"/>
    <p:restoredTop sz="90950"/>
  </p:normalViewPr>
  <p:slideViewPr>
    <p:cSldViewPr>
      <p:cViewPr varScale="1">
        <p:scale>
          <a:sx n="84" d="100"/>
          <a:sy n="84" d="100"/>
        </p:scale>
        <p:origin x="1266" y="39"/>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6534"/>
    </p:cViewPr>
  </p:sorter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6" Type="http://schemas.openxmlformats.org/officeDocument/2006/relationships/tags" Target="tags/tag1.xml"/><Relationship Id="rId85" Type="http://schemas.openxmlformats.org/officeDocument/2006/relationships/tableStyles" Target="tableStyles.xml"/><Relationship Id="rId84" Type="http://schemas.openxmlformats.org/officeDocument/2006/relationships/viewProps" Target="viewProps.xml"/><Relationship Id="rId83" Type="http://schemas.openxmlformats.org/officeDocument/2006/relationships/presProps" Target="presProps.xml"/><Relationship Id="rId82" Type="http://schemas.openxmlformats.org/officeDocument/2006/relationships/handoutMaster" Target="handoutMasters/handoutMaster1.xml"/><Relationship Id="rId81" Type="http://schemas.openxmlformats.org/officeDocument/2006/relationships/slide" Target="slides/slide78.xml"/><Relationship Id="rId80" Type="http://schemas.openxmlformats.org/officeDocument/2006/relationships/slide" Target="slides/slide77.xml"/><Relationship Id="rId8" Type="http://schemas.openxmlformats.org/officeDocument/2006/relationships/slide" Target="slides/slide5.xml"/><Relationship Id="rId79" Type="http://schemas.openxmlformats.org/officeDocument/2006/relationships/slide" Target="slides/slide76.xml"/><Relationship Id="rId78" Type="http://schemas.openxmlformats.org/officeDocument/2006/relationships/slide" Target="slides/slide75.xml"/><Relationship Id="rId77" Type="http://schemas.openxmlformats.org/officeDocument/2006/relationships/slide" Target="slides/slide74.xml"/><Relationship Id="rId76" Type="http://schemas.openxmlformats.org/officeDocument/2006/relationships/slide" Target="slides/slide73.xml"/><Relationship Id="rId75" Type="http://schemas.openxmlformats.org/officeDocument/2006/relationships/slide" Target="slides/slide72.xml"/><Relationship Id="rId74" Type="http://schemas.openxmlformats.org/officeDocument/2006/relationships/slide" Target="slides/slide71.xml"/><Relationship Id="rId73" Type="http://schemas.openxmlformats.org/officeDocument/2006/relationships/slide" Target="slides/slide70.xml"/><Relationship Id="rId72" Type="http://schemas.openxmlformats.org/officeDocument/2006/relationships/slide" Target="slides/slide69.xml"/><Relationship Id="rId71" Type="http://schemas.openxmlformats.org/officeDocument/2006/relationships/slide" Target="slides/slide68.xml"/><Relationship Id="rId70" Type="http://schemas.openxmlformats.org/officeDocument/2006/relationships/slide" Target="slides/slide67.xml"/><Relationship Id="rId7" Type="http://schemas.openxmlformats.org/officeDocument/2006/relationships/slide" Target="slides/slide4.xml"/><Relationship Id="rId69" Type="http://schemas.openxmlformats.org/officeDocument/2006/relationships/slide" Target="slides/slide66.xml"/><Relationship Id="rId68" Type="http://schemas.openxmlformats.org/officeDocument/2006/relationships/slide" Target="slides/slide65.xml"/><Relationship Id="rId67" Type="http://schemas.openxmlformats.org/officeDocument/2006/relationships/slide" Target="slides/slide64.xml"/><Relationship Id="rId66" Type="http://schemas.openxmlformats.org/officeDocument/2006/relationships/slide" Target="slides/slide63.xml"/><Relationship Id="rId65" Type="http://schemas.openxmlformats.org/officeDocument/2006/relationships/slide" Target="slides/slide62.xml"/><Relationship Id="rId64" Type="http://schemas.openxmlformats.org/officeDocument/2006/relationships/slide" Target="slides/slide61.xml"/><Relationship Id="rId63" Type="http://schemas.openxmlformats.org/officeDocument/2006/relationships/slide" Target="slides/slide60.xml"/><Relationship Id="rId62" Type="http://schemas.openxmlformats.org/officeDocument/2006/relationships/slide" Target="slides/slide59.xml"/><Relationship Id="rId61" Type="http://schemas.openxmlformats.org/officeDocument/2006/relationships/slide" Target="slides/slide58.xml"/><Relationship Id="rId60" Type="http://schemas.openxmlformats.org/officeDocument/2006/relationships/slide" Target="slides/slide57.xml"/><Relationship Id="rId6" Type="http://schemas.openxmlformats.org/officeDocument/2006/relationships/slide" Target="slides/slide3.xml"/><Relationship Id="rId59" Type="http://schemas.openxmlformats.org/officeDocument/2006/relationships/slide" Target="slides/slide56.xml"/><Relationship Id="rId58" Type="http://schemas.openxmlformats.org/officeDocument/2006/relationships/slide" Target="slides/slide55.xml"/><Relationship Id="rId57" Type="http://schemas.openxmlformats.org/officeDocument/2006/relationships/slide" Target="slides/slide54.xml"/><Relationship Id="rId56" Type="http://schemas.openxmlformats.org/officeDocument/2006/relationships/slide" Target="slides/slide53.xml"/><Relationship Id="rId55" Type="http://schemas.openxmlformats.org/officeDocument/2006/relationships/slide" Target="slides/slide52.xml"/><Relationship Id="rId54" Type="http://schemas.openxmlformats.org/officeDocument/2006/relationships/slide" Target="slides/slide51.xml"/><Relationship Id="rId53" Type="http://schemas.openxmlformats.org/officeDocument/2006/relationships/slide" Target="slides/slide50.xml"/><Relationship Id="rId52" Type="http://schemas.openxmlformats.org/officeDocument/2006/relationships/slide" Target="slides/slide49.xml"/><Relationship Id="rId51" Type="http://schemas.openxmlformats.org/officeDocument/2006/relationships/slide" Target="slides/slide48.xml"/><Relationship Id="rId50" Type="http://schemas.openxmlformats.org/officeDocument/2006/relationships/slide" Target="slides/slide47.xml"/><Relationship Id="rId5" Type="http://schemas.openxmlformats.org/officeDocument/2006/relationships/slide" Target="slides/slide2.xml"/><Relationship Id="rId49" Type="http://schemas.openxmlformats.org/officeDocument/2006/relationships/slide" Target="slides/slide46.xml"/><Relationship Id="rId48" Type="http://schemas.openxmlformats.org/officeDocument/2006/relationships/slide" Target="slides/slide45.xml"/><Relationship Id="rId47" Type="http://schemas.openxmlformats.org/officeDocument/2006/relationships/slide" Target="slides/slide44.xml"/><Relationship Id="rId46" Type="http://schemas.openxmlformats.org/officeDocument/2006/relationships/slide" Target="slides/slide43.xml"/><Relationship Id="rId45" Type="http://schemas.openxmlformats.org/officeDocument/2006/relationships/slide" Target="slides/slide42.xml"/><Relationship Id="rId44" Type="http://schemas.openxmlformats.org/officeDocument/2006/relationships/slide" Target="slides/slide41.xml"/><Relationship Id="rId43" Type="http://schemas.openxmlformats.org/officeDocument/2006/relationships/slide" Target="slides/slide40.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notesMaster" Target="notesMasters/notesMaster1.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10.png"/></Relationships>
</file>

<file path=ppt/drawings/_rels/vmlDrawing2.vml.rels><?xml version="1.0" encoding="UTF-8" standalone="yes"?>
<Relationships xmlns="http://schemas.openxmlformats.org/package/2006/relationships"><Relationship Id="rId1" Type="http://schemas.openxmlformats.org/officeDocument/2006/relationships/image" Target="../media/image10.png"/></Relationships>
</file>

<file path=ppt/drawings/_rels/vmlDrawing3.vml.rels><?xml version="1.0" encoding="UTF-8" standalone="yes"?>
<Relationships xmlns="http://schemas.openxmlformats.org/package/2006/relationships"><Relationship Id="rId1" Type="http://schemas.openxmlformats.org/officeDocument/2006/relationships/image" Target="../media/image12.png"/></Relationships>
</file>

<file path=ppt/drawings/_rels/vmlDrawing4.vml.rels><?xml version="1.0" encoding="UTF-8" standalone="yes"?>
<Relationships xmlns="http://schemas.openxmlformats.org/package/2006/relationships"><Relationship Id="rId1" Type="http://schemas.openxmlformats.org/officeDocument/2006/relationships/image" Target="../media/image12.png"/></Relationships>
</file>

<file path=ppt/drawings/_rels/vmlDrawing5.vml.rels><?xml version="1.0" encoding="UTF-8" standalone="yes"?>
<Relationships xmlns="http://schemas.openxmlformats.org/package/2006/relationships"><Relationship Id="rId1" Type="http://schemas.openxmlformats.org/officeDocument/2006/relationships/image" Target="../media/image18.png"/></Relationships>
</file>

<file path=ppt/drawings/_rels/vmlDrawing6.vml.rels><?xml version="1.0" encoding="UTF-8" standalone="yes"?>
<Relationships xmlns="http://schemas.openxmlformats.org/package/2006/relationships"><Relationship Id="rId1" Type="http://schemas.openxmlformats.org/officeDocument/2006/relationships/image" Target="../media/image19.png"/></Relationships>
</file>

<file path=ppt/drawings/_rels/vmlDrawing7.vml.rels><?xml version="1.0" encoding="UTF-8" standalone="yes"?>
<Relationships xmlns="http://schemas.openxmlformats.org/package/2006/relationships"><Relationship Id="rId1" Type="http://schemas.openxmlformats.org/officeDocument/2006/relationships/image" Target="../media/image21.png"/></Relationships>
</file>

<file path=ppt/drawings/_rels/vmlDrawing8.vml.rels><?xml version="1.0" encoding="UTF-8" standalone="yes"?>
<Relationships xmlns="http://schemas.openxmlformats.org/package/2006/relationships"><Relationship Id="rId1" Type="http://schemas.openxmlformats.org/officeDocument/2006/relationships/image" Target="../media/image22.png"/></Relationships>
</file>

<file path=ppt/drawings/_rels/vmlDrawing9.vml.rels><?xml version="1.0" encoding="UTF-8" standalone="yes"?>
<Relationships xmlns="http://schemas.openxmlformats.org/package/2006/relationships"><Relationship Id="rId1" Type="http://schemas.openxmlformats.org/officeDocument/2006/relationships/image" Target="../media/image23.png"/></Relationships>
</file>

<file path=ppt/drawings/_rels/vmlDrawing10.vml.rels><?xml version="1.0" encoding="UTF-8" standalone="yes"?>
<Relationships xmlns="http://schemas.openxmlformats.org/package/2006/relationships"><Relationship Id="rId1" Type="http://schemas.openxmlformats.org/officeDocument/2006/relationships/image" Target="../media/image23.png"/></Relationships>
</file>

<file path=ppt/drawings/_rels/vmlDrawing11.vml.rels><?xml version="1.0" encoding="UTF-8" standalone="yes"?>
<Relationships xmlns="http://schemas.openxmlformats.org/package/2006/relationships"><Relationship Id="rId1" Type="http://schemas.openxmlformats.org/officeDocument/2006/relationships/image" Target="../media/image24.png"/></Relationships>
</file>

<file path=ppt/drawings/_rels/vmlDrawing12.vml.rels><?xml version="1.0" encoding="UTF-8" standalone="yes"?>
<Relationships xmlns="http://schemas.openxmlformats.org/package/2006/relationships"><Relationship Id="rId1" Type="http://schemas.openxmlformats.org/officeDocument/2006/relationships/image" Target="../media/image25.png"/></Relationships>
</file>

<file path=ppt/drawings/_rels/vmlDrawing13.vml.rels><?xml version="1.0" encoding="UTF-8" standalone="yes"?>
<Relationships xmlns="http://schemas.openxmlformats.org/package/2006/relationships"><Relationship Id="rId2" Type="http://schemas.openxmlformats.org/officeDocument/2006/relationships/image" Target="../media/image45.emf"/><Relationship Id="rId1" Type="http://schemas.openxmlformats.org/officeDocument/2006/relationships/image" Target="../media/image44.emf"/></Relationships>
</file>

<file path=ppt/drawings/_rels/vmlDrawing14.vml.rels><?xml version="1.0" encoding="UTF-8" standalone="yes"?>
<Relationships xmlns="http://schemas.openxmlformats.org/package/2006/relationships"><Relationship Id="rId1" Type="http://schemas.openxmlformats.org/officeDocument/2006/relationships/image" Target="../media/image48.emf"/></Relationships>
</file>

<file path=ppt/drawings/_rels/vmlDrawing15.vml.rels><?xml version="1.0" encoding="UTF-8" standalone="yes"?>
<Relationships xmlns="http://schemas.openxmlformats.org/package/2006/relationships"><Relationship Id="rId1" Type="http://schemas.openxmlformats.org/officeDocument/2006/relationships/image" Target="../media/image49.emf"/></Relationships>
</file>

<file path=ppt/drawings/_rels/vmlDrawing16.vml.rels><?xml version="1.0" encoding="UTF-8" standalone="yes"?>
<Relationships xmlns="http://schemas.openxmlformats.org/package/2006/relationships"><Relationship Id="rId1" Type="http://schemas.openxmlformats.org/officeDocument/2006/relationships/image" Target="../media/image50.emf"/></Relationships>
</file>

<file path=ppt/drawings/_rels/vmlDrawing17.vml.rels><?xml version="1.0" encoding="UTF-8" standalone="yes"?>
<Relationships xmlns="http://schemas.openxmlformats.org/package/2006/relationships"><Relationship Id="rId1" Type="http://schemas.openxmlformats.org/officeDocument/2006/relationships/image" Target="../media/image53.emf"/></Relationships>
</file>

<file path=ppt/drawings/_rels/vmlDrawing18.vml.rels><?xml version="1.0" encoding="UTF-8" standalone="yes"?>
<Relationships xmlns="http://schemas.openxmlformats.org/package/2006/relationships"><Relationship Id="rId2" Type="http://schemas.openxmlformats.org/officeDocument/2006/relationships/image" Target="../media/image56.emf"/><Relationship Id="rId1" Type="http://schemas.openxmlformats.org/officeDocument/2006/relationships/image" Target="../media/image55.emf"/></Relationships>
</file>

<file path=ppt/drawings/_rels/vmlDrawing19.vml.rels><?xml version="1.0" encoding="UTF-8" standalone="yes"?>
<Relationships xmlns="http://schemas.openxmlformats.org/package/2006/relationships"><Relationship Id="rId2" Type="http://schemas.openxmlformats.org/officeDocument/2006/relationships/image" Target="../media/image58.emf"/><Relationship Id="rId1" Type="http://schemas.openxmlformats.org/officeDocument/2006/relationships/image" Target="../media/image57.emf"/></Relationships>
</file>

<file path=ppt/drawings/_rels/vmlDrawing20.vml.rels><?xml version="1.0" encoding="UTF-8" standalone="yes"?>
<Relationships xmlns="http://schemas.openxmlformats.org/package/2006/relationships"><Relationship Id="rId3" Type="http://schemas.openxmlformats.org/officeDocument/2006/relationships/image" Target="../media/image61.emf"/><Relationship Id="rId2" Type="http://schemas.openxmlformats.org/officeDocument/2006/relationships/image" Target="../media/image60.emf"/><Relationship Id="rId1" Type="http://schemas.openxmlformats.org/officeDocument/2006/relationships/image" Target="../media/image59.emf"/></Relationships>
</file>

<file path=ppt/drawings/_rels/vmlDrawing21.vml.rels><?xml version="1.0" encoding="UTF-8" standalone="yes"?>
<Relationships xmlns="http://schemas.openxmlformats.org/package/2006/relationships"><Relationship Id="rId2" Type="http://schemas.openxmlformats.org/officeDocument/2006/relationships/image" Target="../media/image64.emf"/><Relationship Id="rId1" Type="http://schemas.openxmlformats.org/officeDocument/2006/relationships/image" Target="../media/image63.emf"/></Relationships>
</file>

<file path=ppt/drawings/_rels/vmlDrawing22.vml.rels><?xml version="1.0" encoding="UTF-8" standalone="yes"?>
<Relationships xmlns="http://schemas.openxmlformats.org/package/2006/relationships"><Relationship Id="rId2" Type="http://schemas.openxmlformats.org/officeDocument/2006/relationships/image" Target="../media/image66.emf"/><Relationship Id="rId1" Type="http://schemas.openxmlformats.org/officeDocument/2006/relationships/image" Target="../media/image65.emf"/></Relationships>
</file>

<file path=ppt/drawings/_rels/vmlDrawing23.vml.rels><?xml version="1.0" encoding="UTF-8" standalone="yes"?>
<Relationships xmlns="http://schemas.openxmlformats.org/package/2006/relationships"><Relationship Id="rId2" Type="http://schemas.openxmlformats.org/officeDocument/2006/relationships/image" Target="../media/image70.emf"/><Relationship Id="rId1" Type="http://schemas.openxmlformats.org/officeDocument/2006/relationships/image" Target="../media/image69.emf"/></Relationships>
</file>

<file path=ppt/drawings/_rels/vmlDrawing24.vml.rels><?xml version="1.0" encoding="UTF-8" standalone="yes"?>
<Relationships xmlns="http://schemas.openxmlformats.org/package/2006/relationships"><Relationship Id="rId5" Type="http://schemas.openxmlformats.org/officeDocument/2006/relationships/image" Target="../media/image78.emf"/><Relationship Id="rId4" Type="http://schemas.openxmlformats.org/officeDocument/2006/relationships/image" Target="../media/image77.emf"/><Relationship Id="rId3" Type="http://schemas.openxmlformats.org/officeDocument/2006/relationships/image" Target="../media/image76.emf"/><Relationship Id="rId2" Type="http://schemas.openxmlformats.org/officeDocument/2006/relationships/image" Target="../media/image74.emf"/><Relationship Id="rId1" Type="http://schemas.openxmlformats.org/officeDocument/2006/relationships/image" Target="../media/image73.emf"/></Relationships>
</file>

<file path=ppt/drawings/_rels/vmlDrawing25.vml.rels><?xml version="1.0" encoding="UTF-8" standalone="yes"?>
<Relationships xmlns="http://schemas.openxmlformats.org/package/2006/relationships"><Relationship Id="rId4" Type="http://schemas.openxmlformats.org/officeDocument/2006/relationships/image" Target="../media/image84.emf"/><Relationship Id="rId3" Type="http://schemas.openxmlformats.org/officeDocument/2006/relationships/image" Target="../media/image82.emf"/><Relationship Id="rId2" Type="http://schemas.openxmlformats.org/officeDocument/2006/relationships/image" Target="../media/image81.emf"/><Relationship Id="rId1" Type="http://schemas.openxmlformats.org/officeDocument/2006/relationships/image" Target="../media/image80.emf"/></Relationships>
</file>

<file path=ppt/drawings/_rels/vmlDrawing26.vml.rels><?xml version="1.0" encoding="UTF-8" standalone="yes"?>
<Relationships xmlns="http://schemas.openxmlformats.org/package/2006/relationships"><Relationship Id="rId1" Type="http://schemas.openxmlformats.org/officeDocument/2006/relationships/image" Target="../media/image86.emf"/></Relationships>
</file>

<file path=ppt/drawings/_rels/vmlDrawing27.vml.rels><?xml version="1.0" encoding="UTF-8" standalone="yes"?>
<Relationships xmlns="http://schemas.openxmlformats.org/package/2006/relationships"><Relationship Id="rId2" Type="http://schemas.openxmlformats.org/officeDocument/2006/relationships/image" Target="../media/image88.emf"/><Relationship Id="rId1" Type="http://schemas.openxmlformats.org/officeDocument/2006/relationships/image" Target="../media/image87.emf"/></Relationships>
</file>

<file path=ppt/drawings/_rels/vmlDrawing28.vml.rels><?xml version="1.0" encoding="UTF-8" standalone="yes"?>
<Relationships xmlns="http://schemas.openxmlformats.org/package/2006/relationships"><Relationship Id="rId2" Type="http://schemas.openxmlformats.org/officeDocument/2006/relationships/image" Target="../media/image92.emf"/><Relationship Id="rId1" Type="http://schemas.openxmlformats.org/officeDocument/2006/relationships/image" Target="../media/image91.emf"/></Relationships>
</file>

<file path=ppt/drawings/_rels/vmlDrawing29.vml.rels><?xml version="1.0" encoding="UTF-8" standalone="yes"?>
<Relationships xmlns="http://schemas.openxmlformats.org/package/2006/relationships"><Relationship Id="rId3" Type="http://schemas.openxmlformats.org/officeDocument/2006/relationships/image" Target="../media/image95.emf"/><Relationship Id="rId2" Type="http://schemas.openxmlformats.org/officeDocument/2006/relationships/image" Target="../media/image94.emf"/><Relationship Id="rId1" Type="http://schemas.openxmlformats.org/officeDocument/2006/relationships/image" Target="../media/image93.emf"/></Relationships>
</file>

<file path=ppt/drawings/_rels/vmlDrawing30.vml.rels><?xml version="1.0" encoding="UTF-8" standalone="yes"?>
<Relationships xmlns="http://schemas.openxmlformats.org/package/2006/relationships"><Relationship Id="rId1" Type="http://schemas.openxmlformats.org/officeDocument/2006/relationships/image" Target="../media/image53.emf"/></Relationships>
</file>

<file path=ppt/drawings/_rels/vmlDrawing31.vml.rels><?xml version="1.0" encoding="UTF-8" standalone="yes"?>
<Relationships xmlns="http://schemas.openxmlformats.org/package/2006/relationships"><Relationship Id="rId1" Type="http://schemas.openxmlformats.org/officeDocument/2006/relationships/image" Target="../media/image96.emf"/></Relationships>
</file>

<file path=ppt/drawings/_rels/vmlDrawing32.vml.rels><?xml version="1.0" encoding="UTF-8" standalone="yes"?>
<Relationships xmlns="http://schemas.openxmlformats.org/package/2006/relationships"><Relationship Id="rId3" Type="http://schemas.openxmlformats.org/officeDocument/2006/relationships/image" Target="../media/image101.emf"/><Relationship Id="rId2" Type="http://schemas.openxmlformats.org/officeDocument/2006/relationships/image" Target="../media/image100.emf"/><Relationship Id="rId1" Type="http://schemas.openxmlformats.org/officeDocument/2006/relationships/image" Target="../media/image99.e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43746" name="Rectangle 2"/>
          <p:cNvSpPr>
            <a:spLocks noGrp="1" noChangeArrowheads="1"/>
          </p:cNvSpPr>
          <p:nvPr>
            <p:ph type="hdr" sz="quarter"/>
          </p:nvPr>
        </p:nvSpPr>
        <p:spPr bwMode="auto">
          <a:xfrm>
            <a:off x="0" y="0"/>
            <a:ext cx="2971800" cy="457200"/>
          </a:xfrm>
          <a:prstGeom prst="rect">
            <a:avLst/>
          </a:prstGeom>
          <a:noFill/>
          <a:ln w="9525">
            <a:noFill/>
            <a:miter lim="800000"/>
          </a:ln>
          <a:effectLst/>
        </p:spPr>
        <p:txBody>
          <a:bodyPr vert="horz" wrap="square" lIns="91440" tIns="45720" rIns="91440" bIns="45720" numCol="1" anchor="t" anchorCtr="0" compatLnSpc="1"/>
          <a:lstStyle>
            <a:lvl1pPr eaLnBrk="1" hangingPunct="1">
              <a:defRPr sz="1200">
                <a:latin typeface="Arial" panose="020B0604020202020204" pitchFamily="34" charset="0"/>
                <a:ea typeface="+mn-ea"/>
              </a:defRPr>
            </a:lvl1pPr>
          </a:lstStyle>
          <a:p>
            <a:pPr>
              <a:defRPr/>
            </a:pPr>
            <a:endParaRPr lang="en-US"/>
          </a:p>
        </p:txBody>
      </p:sp>
      <p:sp>
        <p:nvSpPr>
          <p:cNvPr id="543747" name="Rectangle 3"/>
          <p:cNvSpPr>
            <a:spLocks noGrp="1" noChangeArrowheads="1"/>
          </p:cNvSpPr>
          <p:nvPr>
            <p:ph type="dt" sz="quarter" idx="1"/>
          </p:nvPr>
        </p:nvSpPr>
        <p:spPr bwMode="auto">
          <a:xfrm>
            <a:off x="3884613" y="0"/>
            <a:ext cx="2971800" cy="457200"/>
          </a:xfrm>
          <a:prstGeom prst="rect">
            <a:avLst/>
          </a:prstGeom>
          <a:noFill/>
          <a:ln w="9525">
            <a:noFill/>
            <a:miter lim="800000"/>
          </a:ln>
          <a:effectLst/>
        </p:spPr>
        <p:txBody>
          <a:bodyPr vert="horz" wrap="square" lIns="91440" tIns="45720" rIns="91440" bIns="45720" numCol="1" anchor="t" anchorCtr="0" compatLnSpc="1"/>
          <a:lstStyle>
            <a:lvl1pPr algn="r" eaLnBrk="1" hangingPunct="1">
              <a:defRPr sz="1200">
                <a:latin typeface="Arial" panose="020B0604020202020204" pitchFamily="34" charset="0"/>
                <a:ea typeface="+mn-ea"/>
              </a:defRPr>
            </a:lvl1pPr>
          </a:lstStyle>
          <a:p>
            <a:pPr>
              <a:defRPr/>
            </a:pPr>
            <a:endParaRPr lang="en-US"/>
          </a:p>
        </p:txBody>
      </p:sp>
      <p:sp>
        <p:nvSpPr>
          <p:cNvPr id="543748" name="Rectangle 4"/>
          <p:cNvSpPr>
            <a:spLocks noGrp="1" noChangeArrowheads="1"/>
          </p:cNvSpPr>
          <p:nvPr>
            <p:ph type="ftr" sz="quarter" idx="2"/>
          </p:nvPr>
        </p:nvSpPr>
        <p:spPr bwMode="auto">
          <a:xfrm>
            <a:off x="0" y="8685213"/>
            <a:ext cx="2971800" cy="457200"/>
          </a:xfrm>
          <a:prstGeom prst="rect">
            <a:avLst/>
          </a:prstGeom>
          <a:noFill/>
          <a:ln w="9525">
            <a:noFill/>
            <a:miter lim="800000"/>
          </a:ln>
          <a:effectLst/>
        </p:spPr>
        <p:txBody>
          <a:bodyPr vert="horz" wrap="square" lIns="91440" tIns="45720" rIns="91440" bIns="45720" numCol="1" anchor="b" anchorCtr="0" compatLnSpc="1"/>
          <a:lstStyle>
            <a:lvl1pPr eaLnBrk="1" hangingPunct="1">
              <a:defRPr sz="1200">
                <a:latin typeface="Arial" panose="020B0604020202020204" pitchFamily="34" charset="0"/>
                <a:ea typeface="+mn-ea"/>
              </a:defRPr>
            </a:lvl1pPr>
          </a:lstStyle>
          <a:p>
            <a:pPr>
              <a:defRPr/>
            </a:pPr>
            <a:endParaRPr lang="en-US"/>
          </a:p>
        </p:txBody>
      </p:sp>
      <p:sp>
        <p:nvSpPr>
          <p:cNvPr id="543749" name="Rectangle 5"/>
          <p:cNvSpPr>
            <a:spLocks noGrp="1" noChangeArrowheads="1"/>
          </p:cNvSpPr>
          <p:nvPr>
            <p:ph type="sldNum" sz="quarter" idx="3"/>
          </p:nvPr>
        </p:nvSpPr>
        <p:spPr bwMode="auto">
          <a:xfrm>
            <a:off x="3884613" y="8685213"/>
            <a:ext cx="2971800" cy="457200"/>
          </a:xfrm>
          <a:prstGeom prst="rect">
            <a:avLst/>
          </a:prstGeom>
          <a:noFill/>
          <a:ln w="9525">
            <a:noFill/>
            <a:miter lim="800000"/>
          </a:ln>
          <a:effectLst/>
        </p:spPr>
        <p:txBody>
          <a:bodyPr vert="horz" wrap="square" lIns="91440" tIns="45720" rIns="91440" bIns="45720" numCol="1" anchor="b" anchorCtr="0" compatLnSpc="1"/>
          <a:lstStyle>
            <a:lvl1pPr algn="r" eaLnBrk="1" hangingPunct="1">
              <a:defRPr sz="1200" smtClean="0">
                <a:latin typeface="Arial" panose="020B0604020202020204" pitchFamily="34" charset="0"/>
              </a:defRPr>
            </a:lvl1pPr>
          </a:lstStyle>
          <a:p>
            <a:pPr>
              <a:defRPr/>
            </a:pPr>
            <a:fld id="{EE78350F-3789-468E-A0CF-6D8B2A069224}" type="slidenum">
              <a:rPr lang="en-US" altLang="en-US"/>
            </a:fld>
            <a:endParaRPr lang="en-US"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6498" name="Rectangle 2"/>
          <p:cNvSpPr>
            <a:spLocks noGrp="1" noChangeArrowheads="1"/>
          </p:cNvSpPr>
          <p:nvPr>
            <p:ph type="hdr" sz="quarter"/>
          </p:nvPr>
        </p:nvSpPr>
        <p:spPr bwMode="auto">
          <a:xfrm>
            <a:off x="0"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lstStyle>
            <a:lvl1pPr>
              <a:defRPr sz="1200" smtClean="0"/>
            </a:lvl1pPr>
          </a:lstStyle>
          <a:p>
            <a:pPr>
              <a:defRPr/>
            </a:pPr>
            <a:endParaRPr lang="en-US" altLang="en-US"/>
          </a:p>
        </p:txBody>
      </p:sp>
      <p:sp>
        <p:nvSpPr>
          <p:cNvPr id="106499" name="Rectangle 3"/>
          <p:cNvSpPr>
            <a:spLocks noGrp="1" noChangeArrowheads="1"/>
          </p:cNvSpPr>
          <p:nvPr>
            <p:ph type="dt" idx="1"/>
          </p:nvPr>
        </p:nvSpPr>
        <p:spPr bwMode="auto">
          <a:xfrm>
            <a:off x="3886200"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lstStyle>
            <a:lvl1pPr algn="r">
              <a:defRPr sz="1200" smtClean="0"/>
            </a:lvl1pPr>
          </a:lstStyle>
          <a:p>
            <a:pPr>
              <a:defRPr/>
            </a:pPr>
            <a:fld id="{ADC3BDDF-B7A6-430F-AB46-10708311FD5B}" type="datetime1">
              <a:rPr lang="en-US" altLang="en-US"/>
            </a:fld>
            <a:endParaRPr lang="en-US" altLang="en-US"/>
          </a:p>
        </p:txBody>
      </p:sp>
      <p:sp>
        <p:nvSpPr>
          <p:cNvPr id="3076" name="Rectangle 4"/>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106501" name="Rectangle 5"/>
          <p:cNvSpPr>
            <a:spLocks noGrp="1" noChangeArrowheads="1"/>
          </p:cNvSpPr>
          <p:nvPr>
            <p:ph type="body" sz="quarter" idx="3"/>
          </p:nvPr>
        </p:nvSpPr>
        <p:spPr bwMode="auto">
          <a:xfrm>
            <a:off x="914400" y="4343400"/>
            <a:ext cx="5029200" cy="411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lstStyle/>
          <a:p>
            <a:pPr lvl="0"/>
            <a:r>
              <a:rPr lang="en-US" altLang="en-US" noProof="0"/>
              <a:t>Click to edit Master text styles</a:t>
            </a:r>
            <a:endParaRPr lang="en-US" altLang="en-US" noProof="0"/>
          </a:p>
          <a:p>
            <a:pPr lvl="1"/>
            <a:r>
              <a:rPr lang="en-US" altLang="en-US" noProof="0"/>
              <a:t>Second level</a:t>
            </a:r>
            <a:endParaRPr lang="en-US" altLang="en-US" noProof="0"/>
          </a:p>
          <a:p>
            <a:pPr lvl="2"/>
            <a:r>
              <a:rPr lang="en-US" altLang="en-US" noProof="0"/>
              <a:t>Third level</a:t>
            </a:r>
            <a:endParaRPr lang="en-US" altLang="en-US" noProof="0"/>
          </a:p>
          <a:p>
            <a:pPr lvl="3"/>
            <a:r>
              <a:rPr lang="en-US" altLang="en-US" noProof="0"/>
              <a:t>Fourth level</a:t>
            </a:r>
            <a:endParaRPr lang="en-US" altLang="en-US" noProof="0"/>
          </a:p>
          <a:p>
            <a:pPr lvl="4"/>
            <a:r>
              <a:rPr lang="en-US" altLang="en-US" noProof="0"/>
              <a:t>Fifth level</a:t>
            </a:r>
            <a:endParaRPr lang="en-US" altLang="en-US" noProof="0"/>
          </a:p>
        </p:txBody>
      </p:sp>
      <p:sp>
        <p:nvSpPr>
          <p:cNvPr id="106502" name="Rectangle 6"/>
          <p:cNvSpPr>
            <a:spLocks noGrp="1" noChangeArrowheads="1"/>
          </p:cNvSpPr>
          <p:nvPr>
            <p:ph type="ftr" sz="quarter" idx="4"/>
          </p:nvPr>
        </p:nvSpPr>
        <p:spPr bwMode="auto">
          <a:xfrm>
            <a:off x="0" y="868680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lstStyle>
            <a:lvl1pPr>
              <a:defRPr sz="1200" smtClean="0"/>
            </a:lvl1pPr>
          </a:lstStyle>
          <a:p>
            <a:pPr>
              <a:defRPr/>
            </a:pPr>
            <a:endParaRPr lang="en-US" altLang="en-US"/>
          </a:p>
        </p:txBody>
      </p:sp>
      <p:sp>
        <p:nvSpPr>
          <p:cNvPr id="106503" name="Rectangle 7"/>
          <p:cNvSpPr>
            <a:spLocks noGrp="1" noChangeArrowheads="1"/>
          </p:cNvSpPr>
          <p:nvPr>
            <p:ph type="sldNum" sz="quarter" idx="5"/>
          </p:nvPr>
        </p:nvSpPr>
        <p:spPr bwMode="auto">
          <a:xfrm>
            <a:off x="3886200" y="868680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lstStyle>
            <a:lvl1pPr algn="r">
              <a:defRPr sz="1200" smtClean="0"/>
            </a:lvl1pPr>
          </a:lstStyle>
          <a:p>
            <a:pPr>
              <a:defRPr/>
            </a:pPr>
            <a:fld id="{1CE41704-D99A-4A53-8B7F-FEDF6E2C12C2}" type="slidenum">
              <a:rPr lang="en-US" altLang="en-US"/>
            </a:fld>
            <a:endParaRPr lang="en-US" altLang="en-US"/>
          </a:p>
        </p:txBody>
      </p:sp>
    </p:spTree>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Calibri" panose="020F0502020204030204" pitchFamily="34" charset="0"/>
        <a:ea typeface="MS PGothic" panose="020B0600070205080204" pitchFamily="34" charset="-128"/>
        <a:cs typeface="+mn-cs"/>
      </a:defRPr>
    </a:lvl1pPr>
    <a:lvl2pPr marL="457200" algn="l" defTabSz="457200" rtl="0" eaLnBrk="0" fontAlgn="base" hangingPunct="0">
      <a:spcBef>
        <a:spcPct val="30000"/>
      </a:spcBef>
      <a:spcAft>
        <a:spcPct val="0"/>
      </a:spcAft>
      <a:defRPr sz="1200" kern="1200">
        <a:solidFill>
          <a:schemeClr val="tx1"/>
        </a:solidFill>
        <a:latin typeface="Calibri" panose="020F0502020204030204" pitchFamily="34" charset="0"/>
        <a:ea typeface="MS PGothic" panose="020B0600070205080204" pitchFamily="34" charset="-128"/>
        <a:cs typeface="+mn-cs"/>
      </a:defRPr>
    </a:lvl2pPr>
    <a:lvl3pPr marL="914400" algn="l" defTabSz="457200" rtl="0" eaLnBrk="0" fontAlgn="base" hangingPunct="0">
      <a:spcBef>
        <a:spcPct val="30000"/>
      </a:spcBef>
      <a:spcAft>
        <a:spcPct val="0"/>
      </a:spcAft>
      <a:defRPr sz="1200" kern="1200">
        <a:solidFill>
          <a:schemeClr val="tx1"/>
        </a:solidFill>
        <a:latin typeface="Calibri" panose="020F0502020204030204" pitchFamily="34" charset="0"/>
        <a:ea typeface="MS PGothic" panose="020B0600070205080204" pitchFamily="34" charset="-128"/>
        <a:cs typeface="+mn-cs"/>
      </a:defRPr>
    </a:lvl3pPr>
    <a:lvl4pPr marL="1371600" algn="l" defTabSz="457200" rtl="0" eaLnBrk="0" fontAlgn="base" hangingPunct="0">
      <a:spcBef>
        <a:spcPct val="30000"/>
      </a:spcBef>
      <a:spcAft>
        <a:spcPct val="0"/>
      </a:spcAft>
      <a:defRPr sz="1200" kern="1200">
        <a:solidFill>
          <a:schemeClr val="tx1"/>
        </a:solidFill>
        <a:latin typeface="Calibri" panose="020F0502020204030204" pitchFamily="34" charset="0"/>
        <a:ea typeface="MS PGothic" panose="020B0600070205080204" pitchFamily="34" charset="-128"/>
        <a:cs typeface="+mn-cs"/>
      </a:defRPr>
    </a:lvl4pPr>
    <a:lvl5pPr marL="1828800" algn="l" defTabSz="457200" rtl="0" eaLnBrk="0" fontAlgn="base" hangingPunct="0">
      <a:spcBef>
        <a:spcPct val="30000"/>
      </a:spcBef>
      <a:spcAft>
        <a:spcPct val="0"/>
      </a:spcAft>
      <a:defRPr sz="1200" kern="1200">
        <a:solidFill>
          <a:schemeClr val="tx1"/>
        </a:solidFill>
        <a:latin typeface="Calibri" panose="020F0502020204030204" pitchFamily="34" charset="0"/>
        <a:ea typeface="MS PGothic" panose="020B0600070205080204" pitchFamily="34"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1.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2.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3.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4.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5.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6.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7.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p:cNvSpPr>
            <a:spLocks noGrp="1" noRot="1" noChangeAspect="1" noChangeArrowheads="1" noTextEdit="1"/>
          </p:cNvSpPr>
          <p:nvPr>
            <p:ph type="sldImg"/>
          </p:nvPr>
        </p:nvSpPr>
        <p:spPr>
          <a:xfrm>
            <a:off x="1143000" y="685800"/>
            <a:ext cx="4572000" cy="3429000"/>
          </a:xfrm>
        </p:spPr>
      </p:sp>
      <p:sp>
        <p:nvSpPr>
          <p:cNvPr id="4099" name="Rectangle 3"/>
          <p:cNvSpPr>
            <a:spLocks noGrp="1" noChangeArrowheads="1"/>
          </p:cNvSpPr>
          <p:nvPr>
            <p:ph type="body" idx="1"/>
          </p:nvPr>
        </p:nvSpPr>
        <p:spPr>
          <a:xfrm>
            <a:off x="685800" y="4343400"/>
            <a:ext cx="5486400" cy="4114800"/>
          </a:xfrm>
          <a:solidFill>
            <a:srgbClr val="FFFFFF"/>
          </a:solidFill>
          <a:ln>
            <a:solidFill>
              <a:srgbClr val="000000"/>
            </a:solidFill>
            <a:miter lim="800000"/>
          </a:ln>
        </p:spPr>
        <p:txBody>
          <a:bodyPr/>
          <a:lstStyle/>
          <a:p>
            <a:endParaRPr lang="en-US"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7"/>
          <p:cNvSpPr>
            <a:spLocks noGrp="1" noChangeArrowheads="1"/>
          </p:cNvSpPr>
          <p:nvPr>
            <p:ph type="sldNum" sz="quarter" idx="5"/>
          </p:nvPr>
        </p:nvSpPr>
        <p:spPr>
          <a:noFill/>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BD453930-B8BE-407A-8354-867979E58CC7}" type="slidenum">
              <a:rPr lang="en-US" altLang="en-US"/>
            </a:fld>
            <a:endParaRPr lang="en-US" altLang="en-US"/>
          </a:p>
        </p:txBody>
      </p:sp>
      <p:sp>
        <p:nvSpPr>
          <p:cNvPr id="12291" name="Rectangle 2"/>
          <p:cNvSpPr>
            <a:spLocks noGrp="1" noRot="1" noChangeAspect="1" noChangeArrowheads="1" noTextEdit="1"/>
          </p:cNvSpPr>
          <p:nvPr>
            <p:ph type="sldImg"/>
          </p:nvPr>
        </p:nvSpPr>
        <p:spPr/>
      </p:sp>
      <p:sp>
        <p:nvSpPr>
          <p:cNvPr id="12292" name="Rectangle 3"/>
          <p:cNvSpPr>
            <a:spLocks noGrp="1" noChangeArrowheads="1"/>
          </p:cNvSpPr>
          <p:nvPr>
            <p:ph type="body" idx="1"/>
          </p:nvPr>
        </p:nvSpPr>
        <p:spPr>
          <a:noFill/>
        </p:spPr>
        <p:txBody>
          <a:bodyPr/>
          <a:lstStyle/>
          <a:p>
            <a:pPr eaLnBrk="1" hangingPunct="1"/>
            <a:endParaRPr lang="en-GB" altLang="en-US"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a:solidFill>
            <a:srgbClr val="FFFFFF"/>
          </a:solidFill>
        </p:spPr>
      </p:sp>
      <p:sp>
        <p:nvSpPr>
          <p:cNvPr id="8195" name="Rectangle 3"/>
          <p:cNvSpPr>
            <a:spLocks noGrp="1" noChangeArrowheads="1"/>
          </p:cNvSpPr>
          <p:nvPr>
            <p:ph type="body" idx="1"/>
          </p:nvPr>
        </p:nvSpPr>
        <p:spPr>
          <a:xfrm>
            <a:off x="685800" y="4343400"/>
            <a:ext cx="5486400" cy="4114800"/>
          </a:xfrm>
          <a:solidFill>
            <a:srgbClr val="FFFFFF"/>
          </a:solidFill>
          <a:ln>
            <a:solidFill>
              <a:srgbClr val="000000"/>
            </a:solidFill>
            <a:miter lim="800000"/>
          </a:ln>
        </p:spPr>
        <p:txBody>
          <a:bodyPr/>
          <a:lstStyle/>
          <a:p>
            <a:pPr eaLnBrk="1" hangingPunct="1"/>
            <a:endParaRPr lang="en-US"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Rot="1" noChangeAspect="1" noChangeArrowheads="1" noTextEdit="1"/>
          </p:cNvSpPr>
          <p:nvPr>
            <p:ph type="sldImg"/>
          </p:nvPr>
        </p:nvSpPr>
        <p:spPr>
          <a:solidFill>
            <a:srgbClr val="FFFFFF"/>
          </a:solidFill>
        </p:spPr>
      </p:sp>
      <p:sp>
        <p:nvSpPr>
          <p:cNvPr id="20483" name="Rectangle 3"/>
          <p:cNvSpPr>
            <a:spLocks noGrp="1" noChangeArrowheads="1"/>
          </p:cNvSpPr>
          <p:nvPr>
            <p:ph type="body" idx="1"/>
          </p:nvPr>
        </p:nvSpPr>
        <p:spPr>
          <a:xfrm>
            <a:off x="685800" y="4343400"/>
            <a:ext cx="5486400" cy="4114800"/>
          </a:xfrm>
          <a:solidFill>
            <a:srgbClr val="FFFFFF"/>
          </a:solidFill>
          <a:ln>
            <a:solidFill>
              <a:srgbClr val="000000"/>
            </a:solidFill>
            <a:miter lim="800000"/>
          </a:ln>
        </p:spPr>
        <p:txBody>
          <a:bodyPr/>
          <a:lstStyle/>
          <a:p>
            <a:pPr eaLnBrk="1" hangingPunct="1"/>
            <a:endParaRPr lang="en-US"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2"/>
          <p:cNvSpPr>
            <a:spLocks noGrp="1" noRot="1" noChangeAspect="1" noChangeArrowheads="1" noTextEdit="1"/>
          </p:cNvSpPr>
          <p:nvPr>
            <p:ph type="sldImg"/>
          </p:nvPr>
        </p:nvSpPr>
        <p:spPr>
          <a:solidFill>
            <a:srgbClr val="FFFFFF"/>
          </a:solidFill>
        </p:spPr>
      </p:sp>
      <p:sp>
        <p:nvSpPr>
          <p:cNvPr id="27651" name="Rectangle 3"/>
          <p:cNvSpPr>
            <a:spLocks noGrp="1" noChangeArrowheads="1"/>
          </p:cNvSpPr>
          <p:nvPr>
            <p:ph type="body" idx="1"/>
          </p:nvPr>
        </p:nvSpPr>
        <p:spPr>
          <a:xfrm>
            <a:off x="685800" y="4343400"/>
            <a:ext cx="5486400" cy="4114800"/>
          </a:xfrm>
          <a:solidFill>
            <a:srgbClr val="FFFFFF"/>
          </a:solidFill>
          <a:ln>
            <a:solidFill>
              <a:srgbClr val="000000"/>
            </a:solidFill>
            <a:miter lim="800000"/>
          </a:ln>
        </p:spPr>
        <p:txBody>
          <a:bodyPr/>
          <a:lstStyle/>
          <a:p>
            <a:pPr eaLnBrk="1" hangingPunct="1"/>
            <a:endParaRPr lang="en-US"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2"/>
          <p:cNvSpPr>
            <a:spLocks noGrp="1" noRot="1" noChangeAspect="1" noChangeArrowheads="1" noTextEdit="1"/>
          </p:cNvSpPr>
          <p:nvPr>
            <p:ph type="sldImg"/>
          </p:nvPr>
        </p:nvSpPr>
        <p:spPr>
          <a:solidFill>
            <a:srgbClr val="FFFFFF"/>
          </a:solidFill>
        </p:spPr>
      </p:sp>
      <p:sp>
        <p:nvSpPr>
          <p:cNvPr id="29699" name="Rectangle 3"/>
          <p:cNvSpPr>
            <a:spLocks noGrp="1" noChangeArrowheads="1"/>
          </p:cNvSpPr>
          <p:nvPr>
            <p:ph type="body" idx="1"/>
          </p:nvPr>
        </p:nvSpPr>
        <p:spPr>
          <a:xfrm>
            <a:off x="685800" y="4343400"/>
            <a:ext cx="5486400" cy="4114800"/>
          </a:xfrm>
          <a:solidFill>
            <a:srgbClr val="FFFFFF"/>
          </a:solidFill>
          <a:ln>
            <a:solidFill>
              <a:srgbClr val="000000"/>
            </a:solidFill>
            <a:miter lim="800000"/>
          </a:ln>
        </p:spPr>
        <p:txBody>
          <a:bodyPr/>
          <a:lstStyle/>
          <a:p>
            <a:pPr eaLnBrk="1" hangingPunct="1"/>
            <a:endParaRPr lang="en-US"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1CE41704-D99A-4A53-8B7F-FEDF6E2C12C2}" type="slidenum">
              <a:rPr lang="en-US" altLang="en-US" smtClean="0"/>
            </a:fld>
            <a:endParaRPr lang="en-US"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7"/>
          <p:cNvSpPr>
            <a:spLocks noGrp="1" noChangeArrowheads="1"/>
          </p:cNvSpPr>
          <p:nvPr>
            <p:ph type="sldNum" sz="quarter" idx="5"/>
          </p:nvPr>
        </p:nvSpPr>
        <p:spPr>
          <a:noFill/>
        </p:spPr>
        <p:txBody>
          <a:bodyPr/>
          <a:lstStyle>
            <a:lvl1pPr eaLnBrk="0" hangingPunct="0">
              <a:spcBef>
                <a:spcPct val="30000"/>
              </a:spcBef>
              <a:defRPr kumimoji="1" sz="1200">
                <a:solidFill>
                  <a:schemeClr val="tx1"/>
                </a:solidFill>
                <a:latin typeface="Times New Roman" panose="02020603050405020304" charset="0"/>
              </a:defRPr>
            </a:lvl1pPr>
            <a:lvl2pPr marL="742950" indent="-285750" eaLnBrk="0" hangingPunct="0">
              <a:spcBef>
                <a:spcPct val="30000"/>
              </a:spcBef>
              <a:defRPr kumimoji="1" sz="1200">
                <a:solidFill>
                  <a:schemeClr val="tx1"/>
                </a:solidFill>
                <a:latin typeface="Times New Roman" panose="02020603050405020304" charset="0"/>
              </a:defRPr>
            </a:lvl2pPr>
            <a:lvl3pPr marL="1143000" indent="-228600" eaLnBrk="0" hangingPunct="0">
              <a:spcBef>
                <a:spcPct val="30000"/>
              </a:spcBef>
              <a:defRPr kumimoji="1" sz="1200">
                <a:solidFill>
                  <a:schemeClr val="tx1"/>
                </a:solidFill>
                <a:latin typeface="Times New Roman" panose="02020603050405020304" charset="0"/>
              </a:defRPr>
            </a:lvl3pPr>
            <a:lvl4pPr marL="1600200" indent="-228600" eaLnBrk="0" hangingPunct="0">
              <a:spcBef>
                <a:spcPct val="30000"/>
              </a:spcBef>
              <a:defRPr kumimoji="1" sz="1200">
                <a:solidFill>
                  <a:schemeClr val="tx1"/>
                </a:solidFill>
                <a:latin typeface="Times New Roman" panose="02020603050405020304" charset="0"/>
              </a:defRPr>
            </a:lvl4pPr>
            <a:lvl5pPr marL="2057400" indent="-228600" eaLnBrk="0" hangingPunct="0">
              <a:spcBef>
                <a:spcPct val="30000"/>
              </a:spcBef>
              <a:defRPr kumimoji="1" sz="1200">
                <a:solidFill>
                  <a:schemeClr val="tx1"/>
                </a:solidFill>
                <a:latin typeface="Times New Roman" panose="02020603050405020304" charset="0"/>
              </a:defRPr>
            </a:lvl5pPr>
            <a:lvl6pPr marL="2514600" indent="-228600" eaLnBrk="0" fontAlgn="base" hangingPunct="0">
              <a:spcBef>
                <a:spcPct val="30000"/>
              </a:spcBef>
              <a:spcAft>
                <a:spcPct val="0"/>
              </a:spcAft>
              <a:defRPr kumimoji="1" sz="1200">
                <a:solidFill>
                  <a:schemeClr val="tx1"/>
                </a:solidFill>
                <a:latin typeface="Times New Roman" panose="02020603050405020304" charset="0"/>
              </a:defRPr>
            </a:lvl6pPr>
            <a:lvl7pPr marL="2971800" indent="-228600" eaLnBrk="0" fontAlgn="base" hangingPunct="0">
              <a:spcBef>
                <a:spcPct val="30000"/>
              </a:spcBef>
              <a:spcAft>
                <a:spcPct val="0"/>
              </a:spcAft>
              <a:defRPr kumimoji="1" sz="1200">
                <a:solidFill>
                  <a:schemeClr val="tx1"/>
                </a:solidFill>
                <a:latin typeface="Times New Roman" panose="02020603050405020304" charset="0"/>
              </a:defRPr>
            </a:lvl7pPr>
            <a:lvl8pPr marL="3429000" indent="-228600" eaLnBrk="0" fontAlgn="base" hangingPunct="0">
              <a:spcBef>
                <a:spcPct val="30000"/>
              </a:spcBef>
              <a:spcAft>
                <a:spcPct val="0"/>
              </a:spcAft>
              <a:defRPr kumimoji="1" sz="1200">
                <a:solidFill>
                  <a:schemeClr val="tx1"/>
                </a:solidFill>
                <a:latin typeface="Times New Roman" panose="02020603050405020304" charset="0"/>
              </a:defRPr>
            </a:lvl8pPr>
            <a:lvl9pPr marL="3886200" indent="-228600" eaLnBrk="0" fontAlgn="base" hangingPunct="0">
              <a:spcBef>
                <a:spcPct val="30000"/>
              </a:spcBef>
              <a:spcAft>
                <a:spcPct val="0"/>
              </a:spcAft>
              <a:defRPr kumimoji="1" sz="1200">
                <a:solidFill>
                  <a:schemeClr val="tx1"/>
                </a:solidFill>
                <a:latin typeface="Times New Roman" panose="02020603050405020304" charset="0"/>
              </a:defRPr>
            </a:lvl9pPr>
          </a:lstStyle>
          <a:p>
            <a:pPr eaLnBrk="1" hangingPunct="1">
              <a:spcBef>
                <a:spcPct val="0"/>
              </a:spcBef>
            </a:pPr>
            <a:fld id="{6F840F0B-73F5-41A6-9CFA-8501C8C70E67}" type="slidenum">
              <a:rPr kumimoji="0" lang="en-GB" altLang="en-US"/>
            </a:fld>
            <a:endParaRPr kumimoji="0" lang="en-GB" altLang="en-US"/>
          </a:p>
        </p:txBody>
      </p:sp>
      <p:sp>
        <p:nvSpPr>
          <p:cNvPr id="54275" name="Rectangle 2"/>
          <p:cNvSpPr>
            <a:spLocks noGrp="1" noRot="1" noChangeAspect="1" noChangeArrowheads="1" noTextEdit="1"/>
          </p:cNvSpPr>
          <p:nvPr>
            <p:ph type="sldImg"/>
          </p:nvPr>
        </p:nvSpPr>
        <p:spPr/>
      </p:sp>
      <p:sp>
        <p:nvSpPr>
          <p:cNvPr id="54276" name="Rectangle 3"/>
          <p:cNvSpPr>
            <a:spLocks noGrp="1" noChangeArrowheads="1"/>
          </p:cNvSpPr>
          <p:nvPr>
            <p:ph type="body" idx="1"/>
          </p:nvPr>
        </p:nvSpPr>
        <p:spPr>
          <a:noFill/>
        </p:spPr>
        <p:txBody>
          <a:bodyPr/>
          <a:lstStyle/>
          <a:p>
            <a:pPr marL="228600" indent="-228600">
              <a:buFontTx/>
              <a:buAutoNum type="alphaUcPeriod" startAt="17"/>
            </a:pPr>
            <a:r>
              <a:rPr lang="en-GB" altLang="en-US"/>
              <a:t>Why does the 6</a:t>
            </a:r>
            <a:r>
              <a:rPr lang="en-GB" altLang="en-US" baseline="30000"/>
              <a:t>th</a:t>
            </a:r>
            <a:r>
              <a:rPr lang="en-GB" altLang="en-US"/>
              <a:t> electron not fill the remaining sp2 hybrid, i.e. sp2(2) sp2 (2) sp2(2) pz(0)?</a:t>
            </a:r>
            <a:endParaRPr lang="en-GB" altLang="en-US"/>
          </a:p>
          <a:p>
            <a:pPr marL="228600" indent="-228600"/>
            <a:r>
              <a:rPr lang="en-GB" altLang="en-US"/>
              <a:t>A. Because a spin-aligned state (two electrons both with the same spin) is slightly lower in energy than a spin-opposed one.  This small energetic preference is enough to overcome the slight extra energy needed to put the 6</a:t>
            </a:r>
            <a:r>
              <a:rPr lang="en-GB" altLang="en-US" baseline="30000"/>
              <a:t>th</a:t>
            </a:r>
            <a:r>
              <a:rPr lang="en-GB" altLang="en-US"/>
              <a:t> electron into the (slightly) higher energy pz.</a:t>
            </a:r>
            <a:endParaRPr lang="en-US"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7"/>
          <p:cNvSpPr>
            <a:spLocks noGrp="1" noChangeArrowheads="1"/>
          </p:cNvSpPr>
          <p:nvPr>
            <p:ph type="sldNum" sz="quarter" idx="5"/>
          </p:nvPr>
        </p:nvSpPr>
        <p:spPr>
          <a:noFill/>
        </p:spPr>
        <p:txBody>
          <a:bodyPr/>
          <a:lstStyle>
            <a:lvl1pPr eaLnBrk="0" hangingPunct="0">
              <a:spcBef>
                <a:spcPct val="30000"/>
              </a:spcBef>
              <a:defRPr kumimoji="1" sz="1200">
                <a:solidFill>
                  <a:schemeClr val="tx1"/>
                </a:solidFill>
                <a:latin typeface="Times New Roman" panose="02020603050405020304" charset="0"/>
              </a:defRPr>
            </a:lvl1pPr>
            <a:lvl2pPr marL="742950" indent="-285750" eaLnBrk="0" hangingPunct="0">
              <a:spcBef>
                <a:spcPct val="30000"/>
              </a:spcBef>
              <a:defRPr kumimoji="1" sz="1200">
                <a:solidFill>
                  <a:schemeClr val="tx1"/>
                </a:solidFill>
                <a:latin typeface="Times New Roman" panose="02020603050405020304" charset="0"/>
              </a:defRPr>
            </a:lvl2pPr>
            <a:lvl3pPr marL="1143000" indent="-228600" eaLnBrk="0" hangingPunct="0">
              <a:spcBef>
                <a:spcPct val="30000"/>
              </a:spcBef>
              <a:defRPr kumimoji="1" sz="1200">
                <a:solidFill>
                  <a:schemeClr val="tx1"/>
                </a:solidFill>
                <a:latin typeface="Times New Roman" panose="02020603050405020304" charset="0"/>
              </a:defRPr>
            </a:lvl3pPr>
            <a:lvl4pPr marL="1600200" indent="-228600" eaLnBrk="0" hangingPunct="0">
              <a:spcBef>
                <a:spcPct val="30000"/>
              </a:spcBef>
              <a:defRPr kumimoji="1" sz="1200">
                <a:solidFill>
                  <a:schemeClr val="tx1"/>
                </a:solidFill>
                <a:latin typeface="Times New Roman" panose="02020603050405020304" charset="0"/>
              </a:defRPr>
            </a:lvl4pPr>
            <a:lvl5pPr marL="2057400" indent="-228600" eaLnBrk="0" hangingPunct="0">
              <a:spcBef>
                <a:spcPct val="30000"/>
              </a:spcBef>
              <a:defRPr kumimoji="1" sz="1200">
                <a:solidFill>
                  <a:schemeClr val="tx1"/>
                </a:solidFill>
                <a:latin typeface="Times New Roman" panose="02020603050405020304" charset="0"/>
              </a:defRPr>
            </a:lvl5pPr>
            <a:lvl6pPr marL="2514600" indent="-228600" eaLnBrk="0" fontAlgn="base" hangingPunct="0">
              <a:spcBef>
                <a:spcPct val="30000"/>
              </a:spcBef>
              <a:spcAft>
                <a:spcPct val="0"/>
              </a:spcAft>
              <a:defRPr kumimoji="1" sz="1200">
                <a:solidFill>
                  <a:schemeClr val="tx1"/>
                </a:solidFill>
                <a:latin typeface="Times New Roman" panose="02020603050405020304" charset="0"/>
              </a:defRPr>
            </a:lvl6pPr>
            <a:lvl7pPr marL="2971800" indent="-228600" eaLnBrk="0" fontAlgn="base" hangingPunct="0">
              <a:spcBef>
                <a:spcPct val="30000"/>
              </a:spcBef>
              <a:spcAft>
                <a:spcPct val="0"/>
              </a:spcAft>
              <a:defRPr kumimoji="1" sz="1200">
                <a:solidFill>
                  <a:schemeClr val="tx1"/>
                </a:solidFill>
                <a:latin typeface="Times New Roman" panose="02020603050405020304" charset="0"/>
              </a:defRPr>
            </a:lvl7pPr>
            <a:lvl8pPr marL="3429000" indent="-228600" eaLnBrk="0" fontAlgn="base" hangingPunct="0">
              <a:spcBef>
                <a:spcPct val="30000"/>
              </a:spcBef>
              <a:spcAft>
                <a:spcPct val="0"/>
              </a:spcAft>
              <a:defRPr kumimoji="1" sz="1200">
                <a:solidFill>
                  <a:schemeClr val="tx1"/>
                </a:solidFill>
                <a:latin typeface="Times New Roman" panose="02020603050405020304" charset="0"/>
              </a:defRPr>
            </a:lvl8pPr>
            <a:lvl9pPr marL="3886200" indent="-228600" eaLnBrk="0" fontAlgn="base" hangingPunct="0">
              <a:spcBef>
                <a:spcPct val="30000"/>
              </a:spcBef>
              <a:spcAft>
                <a:spcPct val="0"/>
              </a:spcAft>
              <a:defRPr kumimoji="1" sz="1200">
                <a:solidFill>
                  <a:schemeClr val="tx1"/>
                </a:solidFill>
                <a:latin typeface="Times New Roman" panose="02020603050405020304" charset="0"/>
              </a:defRPr>
            </a:lvl9pPr>
          </a:lstStyle>
          <a:p>
            <a:pPr eaLnBrk="1" hangingPunct="1">
              <a:spcBef>
                <a:spcPct val="0"/>
              </a:spcBef>
            </a:pPr>
            <a:fld id="{BBC79D7F-3DBB-4179-94AA-2EC68AF7FB5F}" type="slidenum">
              <a:rPr kumimoji="0" lang="en-GB" altLang="en-US"/>
            </a:fld>
            <a:endParaRPr kumimoji="0" lang="en-GB" altLang="en-US"/>
          </a:p>
        </p:txBody>
      </p:sp>
      <p:sp>
        <p:nvSpPr>
          <p:cNvPr id="55299" name="Rectangle 2"/>
          <p:cNvSpPr>
            <a:spLocks noGrp="1" noRot="1" noChangeAspect="1" noChangeArrowheads="1" noTextEdit="1"/>
          </p:cNvSpPr>
          <p:nvPr>
            <p:ph type="sldImg"/>
          </p:nvPr>
        </p:nvSpPr>
        <p:spPr/>
      </p:sp>
      <p:sp>
        <p:nvSpPr>
          <p:cNvPr id="55300" name="Rectangle 3"/>
          <p:cNvSpPr>
            <a:spLocks noGrp="1" noChangeArrowheads="1"/>
          </p:cNvSpPr>
          <p:nvPr>
            <p:ph type="body" idx="1"/>
          </p:nvPr>
        </p:nvSpPr>
        <p:spPr>
          <a:noFill/>
        </p:spPr>
        <p:txBody>
          <a:bodyPr/>
          <a:lstStyle/>
          <a:p>
            <a:pPr marL="228600" indent="-228600"/>
            <a:endParaRPr lang="en-US"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7"/>
          <p:cNvSpPr>
            <a:spLocks noGrp="1" noChangeArrowheads="1"/>
          </p:cNvSpPr>
          <p:nvPr>
            <p:ph type="sldNum" sz="quarter" idx="5"/>
          </p:nvPr>
        </p:nvSpPr>
        <p:spPr>
          <a:noFill/>
        </p:spPr>
        <p:txBody>
          <a:bodyPr/>
          <a:lstStyle>
            <a:lvl1pPr eaLnBrk="0" hangingPunct="0">
              <a:spcBef>
                <a:spcPct val="30000"/>
              </a:spcBef>
              <a:defRPr kumimoji="1" sz="1200">
                <a:solidFill>
                  <a:schemeClr val="tx1"/>
                </a:solidFill>
                <a:latin typeface="Times New Roman" panose="02020603050405020304" charset="0"/>
              </a:defRPr>
            </a:lvl1pPr>
            <a:lvl2pPr marL="742950" indent="-285750" eaLnBrk="0" hangingPunct="0">
              <a:spcBef>
                <a:spcPct val="30000"/>
              </a:spcBef>
              <a:defRPr kumimoji="1" sz="1200">
                <a:solidFill>
                  <a:schemeClr val="tx1"/>
                </a:solidFill>
                <a:latin typeface="Times New Roman" panose="02020603050405020304" charset="0"/>
              </a:defRPr>
            </a:lvl2pPr>
            <a:lvl3pPr marL="1143000" indent="-228600" eaLnBrk="0" hangingPunct="0">
              <a:spcBef>
                <a:spcPct val="30000"/>
              </a:spcBef>
              <a:defRPr kumimoji="1" sz="1200">
                <a:solidFill>
                  <a:schemeClr val="tx1"/>
                </a:solidFill>
                <a:latin typeface="Times New Roman" panose="02020603050405020304" charset="0"/>
              </a:defRPr>
            </a:lvl3pPr>
            <a:lvl4pPr marL="1600200" indent="-228600" eaLnBrk="0" hangingPunct="0">
              <a:spcBef>
                <a:spcPct val="30000"/>
              </a:spcBef>
              <a:defRPr kumimoji="1" sz="1200">
                <a:solidFill>
                  <a:schemeClr val="tx1"/>
                </a:solidFill>
                <a:latin typeface="Times New Roman" panose="02020603050405020304" charset="0"/>
              </a:defRPr>
            </a:lvl4pPr>
            <a:lvl5pPr marL="2057400" indent="-228600" eaLnBrk="0" hangingPunct="0">
              <a:spcBef>
                <a:spcPct val="30000"/>
              </a:spcBef>
              <a:defRPr kumimoji="1" sz="1200">
                <a:solidFill>
                  <a:schemeClr val="tx1"/>
                </a:solidFill>
                <a:latin typeface="Times New Roman" panose="02020603050405020304" charset="0"/>
              </a:defRPr>
            </a:lvl5pPr>
            <a:lvl6pPr marL="2514600" indent="-228600" eaLnBrk="0" fontAlgn="base" hangingPunct="0">
              <a:spcBef>
                <a:spcPct val="30000"/>
              </a:spcBef>
              <a:spcAft>
                <a:spcPct val="0"/>
              </a:spcAft>
              <a:defRPr kumimoji="1" sz="1200">
                <a:solidFill>
                  <a:schemeClr val="tx1"/>
                </a:solidFill>
                <a:latin typeface="Times New Roman" panose="02020603050405020304" charset="0"/>
              </a:defRPr>
            </a:lvl6pPr>
            <a:lvl7pPr marL="2971800" indent="-228600" eaLnBrk="0" fontAlgn="base" hangingPunct="0">
              <a:spcBef>
                <a:spcPct val="30000"/>
              </a:spcBef>
              <a:spcAft>
                <a:spcPct val="0"/>
              </a:spcAft>
              <a:defRPr kumimoji="1" sz="1200">
                <a:solidFill>
                  <a:schemeClr val="tx1"/>
                </a:solidFill>
                <a:latin typeface="Times New Roman" panose="02020603050405020304" charset="0"/>
              </a:defRPr>
            </a:lvl7pPr>
            <a:lvl8pPr marL="3429000" indent="-228600" eaLnBrk="0" fontAlgn="base" hangingPunct="0">
              <a:spcBef>
                <a:spcPct val="30000"/>
              </a:spcBef>
              <a:spcAft>
                <a:spcPct val="0"/>
              </a:spcAft>
              <a:defRPr kumimoji="1" sz="1200">
                <a:solidFill>
                  <a:schemeClr val="tx1"/>
                </a:solidFill>
                <a:latin typeface="Times New Roman" panose="02020603050405020304" charset="0"/>
              </a:defRPr>
            </a:lvl8pPr>
            <a:lvl9pPr marL="3886200" indent="-228600" eaLnBrk="0" fontAlgn="base" hangingPunct="0">
              <a:spcBef>
                <a:spcPct val="30000"/>
              </a:spcBef>
              <a:spcAft>
                <a:spcPct val="0"/>
              </a:spcAft>
              <a:defRPr kumimoji="1" sz="1200">
                <a:solidFill>
                  <a:schemeClr val="tx1"/>
                </a:solidFill>
                <a:latin typeface="Times New Roman" panose="02020603050405020304" charset="0"/>
              </a:defRPr>
            </a:lvl9pPr>
          </a:lstStyle>
          <a:p>
            <a:pPr eaLnBrk="1" hangingPunct="1">
              <a:spcBef>
                <a:spcPct val="0"/>
              </a:spcBef>
            </a:pPr>
            <a:fld id="{BDC2B7E7-87F3-4AAC-AF23-F14B63AE4FC0}" type="slidenum">
              <a:rPr kumimoji="0" lang="en-GB" altLang="en-US"/>
            </a:fld>
            <a:endParaRPr kumimoji="0" lang="en-GB" altLang="en-US"/>
          </a:p>
        </p:txBody>
      </p:sp>
      <p:sp>
        <p:nvSpPr>
          <p:cNvPr id="56323" name="Rectangle 2"/>
          <p:cNvSpPr>
            <a:spLocks noGrp="1" noRot="1" noChangeAspect="1" noChangeArrowheads="1" noTextEdit="1"/>
          </p:cNvSpPr>
          <p:nvPr>
            <p:ph type="sldImg"/>
          </p:nvPr>
        </p:nvSpPr>
        <p:spPr/>
      </p:sp>
      <p:sp>
        <p:nvSpPr>
          <p:cNvPr id="56324" name="Rectangle 3"/>
          <p:cNvSpPr>
            <a:spLocks noGrp="1" noChangeArrowheads="1"/>
          </p:cNvSpPr>
          <p:nvPr>
            <p:ph type="body" idx="1"/>
          </p:nvPr>
        </p:nvSpPr>
        <p:spPr>
          <a:noFill/>
        </p:spPr>
        <p:txBody>
          <a:bodyPr/>
          <a:lstStyle/>
          <a:p>
            <a:pPr marL="228600" indent="-228600"/>
            <a:endParaRPr lang="en-US"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7"/>
          <p:cNvSpPr>
            <a:spLocks noGrp="1" noChangeArrowheads="1"/>
          </p:cNvSpPr>
          <p:nvPr>
            <p:ph type="sldNum" sz="quarter" idx="5"/>
          </p:nvPr>
        </p:nvSpPr>
        <p:spPr>
          <a:noFill/>
        </p:spPr>
        <p:txBody>
          <a:bodyPr/>
          <a:lstStyle>
            <a:lvl1pPr eaLnBrk="0" hangingPunct="0">
              <a:spcBef>
                <a:spcPct val="30000"/>
              </a:spcBef>
              <a:defRPr kumimoji="1" sz="1200">
                <a:solidFill>
                  <a:schemeClr val="tx1"/>
                </a:solidFill>
                <a:latin typeface="Times New Roman" panose="02020603050405020304" charset="0"/>
              </a:defRPr>
            </a:lvl1pPr>
            <a:lvl2pPr marL="742950" indent="-285750" eaLnBrk="0" hangingPunct="0">
              <a:spcBef>
                <a:spcPct val="30000"/>
              </a:spcBef>
              <a:defRPr kumimoji="1" sz="1200">
                <a:solidFill>
                  <a:schemeClr val="tx1"/>
                </a:solidFill>
                <a:latin typeface="Times New Roman" panose="02020603050405020304" charset="0"/>
              </a:defRPr>
            </a:lvl2pPr>
            <a:lvl3pPr marL="1143000" indent="-228600" eaLnBrk="0" hangingPunct="0">
              <a:spcBef>
                <a:spcPct val="30000"/>
              </a:spcBef>
              <a:defRPr kumimoji="1" sz="1200">
                <a:solidFill>
                  <a:schemeClr val="tx1"/>
                </a:solidFill>
                <a:latin typeface="Times New Roman" panose="02020603050405020304" charset="0"/>
              </a:defRPr>
            </a:lvl3pPr>
            <a:lvl4pPr marL="1600200" indent="-228600" eaLnBrk="0" hangingPunct="0">
              <a:spcBef>
                <a:spcPct val="30000"/>
              </a:spcBef>
              <a:defRPr kumimoji="1" sz="1200">
                <a:solidFill>
                  <a:schemeClr val="tx1"/>
                </a:solidFill>
                <a:latin typeface="Times New Roman" panose="02020603050405020304" charset="0"/>
              </a:defRPr>
            </a:lvl4pPr>
            <a:lvl5pPr marL="2057400" indent="-228600" eaLnBrk="0" hangingPunct="0">
              <a:spcBef>
                <a:spcPct val="30000"/>
              </a:spcBef>
              <a:defRPr kumimoji="1" sz="1200">
                <a:solidFill>
                  <a:schemeClr val="tx1"/>
                </a:solidFill>
                <a:latin typeface="Times New Roman" panose="02020603050405020304" charset="0"/>
              </a:defRPr>
            </a:lvl5pPr>
            <a:lvl6pPr marL="2514600" indent="-228600" eaLnBrk="0" fontAlgn="base" hangingPunct="0">
              <a:spcBef>
                <a:spcPct val="30000"/>
              </a:spcBef>
              <a:spcAft>
                <a:spcPct val="0"/>
              </a:spcAft>
              <a:defRPr kumimoji="1" sz="1200">
                <a:solidFill>
                  <a:schemeClr val="tx1"/>
                </a:solidFill>
                <a:latin typeface="Times New Roman" panose="02020603050405020304" charset="0"/>
              </a:defRPr>
            </a:lvl6pPr>
            <a:lvl7pPr marL="2971800" indent="-228600" eaLnBrk="0" fontAlgn="base" hangingPunct="0">
              <a:spcBef>
                <a:spcPct val="30000"/>
              </a:spcBef>
              <a:spcAft>
                <a:spcPct val="0"/>
              </a:spcAft>
              <a:defRPr kumimoji="1" sz="1200">
                <a:solidFill>
                  <a:schemeClr val="tx1"/>
                </a:solidFill>
                <a:latin typeface="Times New Roman" panose="02020603050405020304" charset="0"/>
              </a:defRPr>
            </a:lvl7pPr>
            <a:lvl8pPr marL="3429000" indent="-228600" eaLnBrk="0" fontAlgn="base" hangingPunct="0">
              <a:spcBef>
                <a:spcPct val="30000"/>
              </a:spcBef>
              <a:spcAft>
                <a:spcPct val="0"/>
              </a:spcAft>
              <a:defRPr kumimoji="1" sz="1200">
                <a:solidFill>
                  <a:schemeClr val="tx1"/>
                </a:solidFill>
                <a:latin typeface="Times New Roman" panose="02020603050405020304" charset="0"/>
              </a:defRPr>
            </a:lvl8pPr>
            <a:lvl9pPr marL="3886200" indent="-228600" eaLnBrk="0" fontAlgn="base" hangingPunct="0">
              <a:spcBef>
                <a:spcPct val="30000"/>
              </a:spcBef>
              <a:spcAft>
                <a:spcPct val="0"/>
              </a:spcAft>
              <a:defRPr kumimoji="1" sz="1200">
                <a:solidFill>
                  <a:schemeClr val="tx1"/>
                </a:solidFill>
                <a:latin typeface="Times New Roman" panose="02020603050405020304" charset="0"/>
              </a:defRPr>
            </a:lvl9pPr>
          </a:lstStyle>
          <a:p>
            <a:pPr eaLnBrk="1" hangingPunct="1">
              <a:spcBef>
                <a:spcPct val="0"/>
              </a:spcBef>
            </a:pPr>
            <a:fld id="{2C0E311C-10D8-479D-9113-370456212621}" type="slidenum">
              <a:rPr kumimoji="0" lang="en-GB" altLang="en-US"/>
            </a:fld>
            <a:endParaRPr kumimoji="0" lang="en-GB" altLang="en-US"/>
          </a:p>
        </p:txBody>
      </p:sp>
      <p:sp>
        <p:nvSpPr>
          <p:cNvPr id="58371" name="Rectangle 2"/>
          <p:cNvSpPr>
            <a:spLocks noGrp="1" noRot="1" noChangeAspect="1" noChangeArrowheads="1" noTextEdit="1"/>
          </p:cNvSpPr>
          <p:nvPr>
            <p:ph type="sldImg"/>
          </p:nvPr>
        </p:nvSpPr>
        <p:spPr/>
      </p:sp>
      <p:sp>
        <p:nvSpPr>
          <p:cNvPr id="58372" name="Rectangle 3"/>
          <p:cNvSpPr>
            <a:spLocks noGrp="1" noChangeArrowheads="1"/>
          </p:cNvSpPr>
          <p:nvPr>
            <p:ph type="body" idx="1"/>
          </p:nvPr>
        </p:nvSpPr>
        <p:spPr>
          <a:noFill/>
        </p:spPr>
        <p:txBody>
          <a:bodyPr/>
          <a:lstStyle/>
          <a:p>
            <a:pPr marL="228600" indent="-228600"/>
            <a:endParaRPr lang="en-US"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7"/>
          <p:cNvSpPr>
            <a:spLocks noGrp="1" noChangeArrowheads="1"/>
          </p:cNvSpPr>
          <p:nvPr>
            <p:ph type="sldNum" sz="quarter" idx="5"/>
          </p:nvPr>
        </p:nvSpPr>
        <p:spPr>
          <a:noFill/>
        </p:spPr>
        <p:txBody>
          <a:bodyPr/>
          <a:lstStyle>
            <a:lvl1pPr eaLnBrk="0" hangingPunct="0">
              <a:spcBef>
                <a:spcPct val="30000"/>
              </a:spcBef>
              <a:defRPr kumimoji="1" sz="1200">
                <a:solidFill>
                  <a:schemeClr val="tx1"/>
                </a:solidFill>
                <a:latin typeface="Times New Roman" panose="02020603050405020304" charset="0"/>
              </a:defRPr>
            </a:lvl1pPr>
            <a:lvl2pPr marL="742950" indent="-285750" eaLnBrk="0" hangingPunct="0">
              <a:spcBef>
                <a:spcPct val="30000"/>
              </a:spcBef>
              <a:defRPr kumimoji="1" sz="1200">
                <a:solidFill>
                  <a:schemeClr val="tx1"/>
                </a:solidFill>
                <a:latin typeface="Times New Roman" panose="02020603050405020304" charset="0"/>
              </a:defRPr>
            </a:lvl2pPr>
            <a:lvl3pPr marL="1143000" indent="-228600" eaLnBrk="0" hangingPunct="0">
              <a:spcBef>
                <a:spcPct val="30000"/>
              </a:spcBef>
              <a:defRPr kumimoji="1" sz="1200">
                <a:solidFill>
                  <a:schemeClr val="tx1"/>
                </a:solidFill>
                <a:latin typeface="Times New Roman" panose="02020603050405020304" charset="0"/>
              </a:defRPr>
            </a:lvl3pPr>
            <a:lvl4pPr marL="1600200" indent="-228600" eaLnBrk="0" hangingPunct="0">
              <a:spcBef>
                <a:spcPct val="30000"/>
              </a:spcBef>
              <a:defRPr kumimoji="1" sz="1200">
                <a:solidFill>
                  <a:schemeClr val="tx1"/>
                </a:solidFill>
                <a:latin typeface="Times New Roman" panose="02020603050405020304" charset="0"/>
              </a:defRPr>
            </a:lvl4pPr>
            <a:lvl5pPr marL="2057400" indent="-228600" eaLnBrk="0" hangingPunct="0">
              <a:spcBef>
                <a:spcPct val="30000"/>
              </a:spcBef>
              <a:defRPr kumimoji="1" sz="1200">
                <a:solidFill>
                  <a:schemeClr val="tx1"/>
                </a:solidFill>
                <a:latin typeface="Times New Roman" panose="02020603050405020304" charset="0"/>
              </a:defRPr>
            </a:lvl5pPr>
            <a:lvl6pPr marL="2514600" indent="-228600" eaLnBrk="0" fontAlgn="base" hangingPunct="0">
              <a:spcBef>
                <a:spcPct val="30000"/>
              </a:spcBef>
              <a:spcAft>
                <a:spcPct val="0"/>
              </a:spcAft>
              <a:defRPr kumimoji="1" sz="1200">
                <a:solidFill>
                  <a:schemeClr val="tx1"/>
                </a:solidFill>
                <a:latin typeface="Times New Roman" panose="02020603050405020304" charset="0"/>
              </a:defRPr>
            </a:lvl6pPr>
            <a:lvl7pPr marL="2971800" indent="-228600" eaLnBrk="0" fontAlgn="base" hangingPunct="0">
              <a:spcBef>
                <a:spcPct val="30000"/>
              </a:spcBef>
              <a:spcAft>
                <a:spcPct val="0"/>
              </a:spcAft>
              <a:defRPr kumimoji="1" sz="1200">
                <a:solidFill>
                  <a:schemeClr val="tx1"/>
                </a:solidFill>
                <a:latin typeface="Times New Roman" panose="02020603050405020304" charset="0"/>
              </a:defRPr>
            </a:lvl7pPr>
            <a:lvl8pPr marL="3429000" indent="-228600" eaLnBrk="0" fontAlgn="base" hangingPunct="0">
              <a:spcBef>
                <a:spcPct val="30000"/>
              </a:spcBef>
              <a:spcAft>
                <a:spcPct val="0"/>
              </a:spcAft>
              <a:defRPr kumimoji="1" sz="1200">
                <a:solidFill>
                  <a:schemeClr val="tx1"/>
                </a:solidFill>
                <a:latin typeface="Times New Roman" panose="02020603050405020304" charset="0"/>
              </a:defRPr>
            </a:lvl8pPr>
            <a:lvl9pPr marL="3886200" indent="-228600" eaLnBrk="0" fontAlgn="base" hangingPunct="0">
              <a:spcBef>
                <a:spcPct val="30000"/>
              </a:spcBef>
              <a:spcAft>
                <a:spcPct val="0"/>
              </a:spcAft>
              <a:defRPr kumimoji="1" sz="1200">
                <a:solidFill>
                  <a:schemeClr val="tx1"/>
                </a:solidFill>
                <a:latin typeface="Times New Roman" panose="02020603050405020304" charset="0"/>
              </a:defRPr>
            </a:lvl9pPr>
          </a:lstStyle>
          <a:p>
            <a:pPr eaLnBrk="1" hangingPunct="1">
              <a:spcBef>
                <a:spcPct val="0"/>
              </a:spcBef>
            </a:pPr>
            <a:fld id="{D935523E-9B97-43CF-8324-F745769A2F5F}" type="slidenum">
              <a:rPr kumimoji="0" lang="en-GB" altLang="en-US"/>
            </a:fld>
            <a:endParaRPr kumimoji="0" lang="en-GB" altLang="en-US"/>
          </a:p>
        </p:txBody>
      </p:sp>
      <p:sp>
        <p:nvSpPr>
          <p:cNvPr id="59395" name="Rectangle 2"/>
          <p:cNvSpPr>
            <a:spLocks noGrp="1" noRot="1" noChangeAspect="1" noChangeArrowheads="1" noTextEdit="1"/>
          </p:cNvSpPr>
          <p:nvPr>
            <p:ph type="sldImg"/>
          </p:nvPr>
        </p:nvSpPr>
        <p:spPr/>
      </p:sp>
      <p:sp>
        <p:nvSpPr>
          <p:cNvPr id="59396" name="Rectangle 3"/>
          <p:cNvSpPr>
            <a:spLocks noGrp="1" noChangeArrowheads="1"/>
          </p:cNvSpPr>
          <p:nvPr>
            <p:ph type="body" idx="1"/>
          </p:nvPr>
        </p:nvSpPr>
        <p:spPr>
          <a:noFill/>
        </p:spPr>
        <p:txBody>
          <a:bodyPr/>
          <a:lstStyle/>
          <a:p>
            <a:pPr marL="228600" indent="-228600"/>
            <a:endParaRPr lang="en-US"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Rectangle 7"/>
          <p:cNvSpPr>
            <a:spLocks noGrp="1" noChangeArrowheads="1"/>
          </p:cNvSpPr>
          <p:nvPr>
            <p:ph type="sldNum" sz="quarter" idx="5"/>
          </p:nvPr>
        </p:nvSpPr>
        <p:spPr>
          <a:noFill/>
        </p:spPr>
        <p:txBody>
          <a:bodyPr/>
          <a:lstStyle>
            <a:lvl1pPr eaLnBrk="0" hangingPunct="0">
              <a:spcBef>
                <a:spcPct val="30000"/>
              </a:spcBef>
              <a:defRPr kumimoji="1" sz="1200">
                <a:solidFill>
                  <a:schemeClr val="tx1"/>
                </a:solidFill>
                <a:latin typeface="Times New Roman" panose="02020603050405020304" charset="0"/>
              </a:defRPr>
            </a:lvl1pPr>
            <a:lvl2pPr marL="742950" indent="-285750" eaLnBrk="0" hangingPunct="0">
              <a:spcBef>
                <a:spcPct val="30000"/>
              </a:spcBef>
              <a:defRPr kumimoji="1" sz="1200">
                <a:solidFill>
                  <a:schemeClr val="tx1"/>
                </a:solidFill>
                <a:latin typeface="Times New Roman" panose="02020603050405020304" charset="0"/>
              </a:defRPr>
            </a:lvl2pPr>
            <a:lvl3pPr marL="1143000" indent="-228600" eaLnBrk="0" hangingPunct="0">
              <a:spcBef>
                <a:spcPct val="30000"/>
              </a:spcBef>
              <a:defRPr kumimoji="1" sz="1200">
                <a:solidFill>
                  <a:schemeClr val="tx1"/>
                </a:solidFill>
                <a:latin typeface="Times New Roman" panose="02020603050405020304" charset="0"/>
              </a:defRPr>
            </a:lvl3pPr>
            <a:lvl4pPr marL="1600200" indent="-228600" eaLnBrk="0" hangingPunct="0">
              <a:spcBef>
                <a:spcPct val="30000"/>
              </a:spcBef>
              <a:defRPr kumimoji="1" sz="1200">
                <a:solidFill>
                  <a:schemeClr val="tx1"/>
                </a:solidFill>
                <a:latin typeface="Times New Roman" panose="02020603050405020304" charset="0"/>
              </a:defRPr>
            </a:lvl4pPr>
            <a:lvl5pPr marL="2057400" indent="-228600" eaLnBrk="0" hangingPunct="0">
              <a:spcBef>
                <a:spcPct val="30000"/>
              </a:spcBef>
              <a:defRPr kumimoji="1" sz="1200">
                <a:solidFill>
                  <a:schemeClr val="tx1"/>
                </a:solidFill>
                <a:latin typeface="Times New Roman" panose="02020603050405020304" charset="0"/>
              </a:defRPr>
            </a:lvl5pPr>
            <a:lvl6pPr marL="2514600" indent="-228600" eaLnBrk="0" fontAlgn="base" hangingPunct="0">
              <a:spcBef>
                <a:spcPct val="30000"/>
              </a:spcBef>
              <a:spcAft>
                <a:spcPct val="0"/>
              </a:spcAft>
              <a:defRPr kumimoji="1" sz="1200">
                <a:solidFill>
                  <a:schemeClr val="tx1"/>
                </a:solidFill>
                <a:latin typeface="Times New Roman" panose="02020603050405020304" charset="0"/>
              </a:defRPr>
            </a:lvl6pPr>
            <a:lvl7pPr marL="2971800" indent="-228600" eaLnBrk="0" fontAlgn="base" hangingPunct="0">
              <a:spcBef>
                <a:spcPct val="30000"/>
              </a:spcBef>
              <a:spcAft>
                <a:spcPct val="0"/>
              </a:spcAft>
              <a:defRPr kumimoji="1" sz="1200">
                <a:solidFill>
                  <a:schemeClr val="tx1"/>
                </a:solidFill>
                <a:latin typeface="Times New Roman" panose="02020603050405020304" charset="0"/>
              </a:defRPr>
            </a:lvl7pPr>
            <a:lvl8pPr marL="3429000" indent="-228600" eaLnBrk="0" fontAlgn="base" hangingPunct="0">
              <a:spcBef>
                <a:spcPct val="30000"/>
              </a:spcBef>
              <a:spcAft>
                <a:spcPct val="0"/>
              </a:spcAft>
              <a:defRPr kumimoji="1" sz="1200">
                <a:solidFill>
                  <a:schemeClr val="tx1"/>
                </a:solidFill>
                <a:latin typeface="Times New Roman" panose="02020603050405020304" charset="0"/>
              </a:defRPr>
            </a:lvl8pPr>
            <a:lvl9pPr marL="3886200" indent="-228600" eaLnBrk="0" fontAlgn="base" hangingPunct="0">
              <a:spcBef>
                <a:spcPct val="30000"/>
              </a:spcBef>
              <a:spcAft>
                <a:spcPct val="0"/>
              </a:spcAft>
              <a:defRPr kumimoji="1" sz="1200">
                <a:solidFill>
                  <a:schemeClr val="tx1"/>
                </a:solidFill>
                <a:latin typeface="Times New Roman" panose="02020603050405020304" charset="0"/>
              </a:defRPr>
            </a:lvl9pPr>
          </a:lstStyle>
          <a:p>
            <a:pPr eaLnBrk="1" hangingPunct="1">
              <a:spcBef>
                <a:spcPct val="0"/>
              </a:spcBef>
            </a:pPr>
            <a:fld id="{10321BE9-FF8B-419A-AFD9-C0395966BA80}" type="slidenum">
              <a:rPr kumimoji="0" lang="en-GB" altLang="en-US"/>
            </a:fld>
            <a:endParaRPr kumimoji="0" lang="en-GB" altLang="en-US"/>
          </a:p>
        </p:txBody>
      </p:sp>
      <p:sp>
        <p:nvSpPr>
          <p:cNvPr id="60419" name="Rectangle 2"/>
          <p:cNvSpPr>
            <a:spLocks noGrp="1" noRot="1" noChangeAspect="1" noChangeArrowheads="1" noTextEdit="1"/>
          </p:cNvSpPr>
          <p:nvPr>
            <p:ph type="sldImg"/>
          </p:nvPr>
        </p:nvSpPr>
        <p:spPr/>
      </p:sp>
      <p:sp>
        <p:nvSpPr>
          <p:cNvPr id="60420" name="Rectangle 3"/>
          <p:cNvSpPr>
            <a:spLocks noGrp="1" noChangeArrowheads="1"/>
          </p:cNvSpPr>
          <p:nvPr>
            <p:ph type="body" idx="1"/>
          </p:nvPr>
        </p:nvSpPr>
        <p:spPr>
          <a:noFill/>
        </p:spPr>
        <p:txBody>
          <a:bodyPr/>
          <a:lstStyle/>
          <a:p>
            <a:pPr marL="228600" indent="-228600"/>
            <a:endParaRPr lang="en-US"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7"/>
          <p:cNvSpPr>
            <a:spLocks noGrp="1" noChangeArrowheads="1"/>
          </p:cNvSpPr>
          <p:nvPr>
            <p:ph type="sldNum" sz="quarter" idx="5"/>
          </p:nvPr>
        </p:nvSpPr>
        <p:spPr>
          <a:noFill/>
        </p:spPr>
        <p:txBody>
          <a:bodyPr/>
          <a:lstStyle>
            <a:lvl1pPr eaLnBrk="0" hangingPunct="0">
              <a:spcBef>
                <a:spcPct val="30000"/>
              </a:spcBef>
              <a:defRPr kumimoji="1" sz="1200">
                <a:solidFill>
                  <a:schemeClr val="tx1"/>
                </a:solidFill>
                <a:latin typeface="Times New Roman" panose="02020603050405020304" charset="0"/>
              </a:defRPr>
            </a:lvl1pPr>
            <a:lvl2pPr marL="742950" indent="-285750" eaLnBrk="0" hangingPunct="0">
              <a:spcBef>
                <a:spcPct val="30000"/>
              </a:spcBef>
              <a:defRPr kumimoji="1" sz="1200">
                <a:solidFill>
                  <a:schemeClr val="tx1"/>
                </a:solidFill>
                <a:latin typeface="Times New Roman" panose="02020603050405020304" charset="0"/>
              </a:defRPr>
            </a:lvl2pPr>
            <a:lvl3pPr marL="1143000" indent="-228600" eaLnBrk="0" hangingPunct="0">
              <a:spcBef>
                <a:spcPct val="30000"/>
              </a:spcBef>
              <a:defRPr kumimoji="1" sz="1200">
                <a:solidFill>
                  <a:schemeClr val="tx1"/>
                </a:solidFill>
                <a:latin typeface="Times New Roman" panose="02020603050405020304" charset="0"/>
              </a:defRPr>
            </a:lvl3pPr>
            <a:lvl4pPr marL="1600200" indent="-228600" eaLnBrk="0" hangingPunct="0">
              <a:spcBef>
                <a:spcPct val="30000"/>
              </a:spcBef>
              <a:defRPr kumimoji="1" sz="1200">
                <a:solidFill>
                  <a:schemeClr val="tx1"/>
                </a:solidFill>
                <a:latin typeface="Times New Roman" panose="02020603050405020304" charset="0"/>
              </a:defRPr>
            </a:lvl4pPr>
            <a:lvl5pPr marL="2057400" indent="-228600" eaLnBrk="0" hangingPunct="0">
              <a:spcBef>
                <a:spcPct val="30000"/>
              </a:spcBef>
              <a:defRPr kumimoji="1" sz="1200">
                <a:solidFill>
                  <a:schemeClr val="tx1"/>
                </a:solidFill>
                <a:latin typeface="Times New Roman" panose="02020603050405020304" charset="0"/>
              </a:defRPr>
            </a:lvl5pPr>
            <a:lvl6pPr marL="2514600" indent="-228600" eaLnBrk="0" fontAlgn="base" hangingPunct="0">
              <a:spcBef>
                <a:spcPct val="30000"/>
              </a:spcBef>
              <a:spcAft>
                <a:spcPct val="0"/>
              </a:spcAft>
              <a:defRPr kumimoji="1" sz="1200">
                <a:solidFill>
                  <a:schemeClr val="tx1"/>
                </a:solidFill>
                <a:latin typeface="Times New Roman" panose="02020603050405020304" charset="0"/>
              </a:defRPr>
            </a:lvl6pPr>
            <a:lvl7pPr marL="2971800" indent="-228600" eaLnBrk="0" fontAlgn="base" hangingPunct="0">
              <a:spcBef>
                <a:spcPct val="30000"/>
              </a:spcBef>
              <a:spcAft>
                <a:spcPct val="0"/>
              </a:spcAft>
              <a:defRPr kumimoji="1" sz="1200">
                <a:solidFill>
                  <a:schemeClr val="tx1"/>
                </a:solidFill>
                <a:latin typeface="Times New Roman" panose="02020603050405020304" charset="0"/>
              </a:defRPr>
            </a:lvl7pPr>
            <a:lvl8pPr marL="3429000" indent="-228600" eaLnBrk="0" fontAlgn="base" hangingPunct="0">
              <a:spcBef>
                <a:spcPct val="30000"/>
              </a:spcBef>
              <a:spcAft>
                <a:spcPct val="0"/>
              </a:spcAft>
              <a:defRPr kumimoji="1" sz="1200">
                <a:solidFill>
                  <a:schemeClr val="tx1"/>
                </a:solidFill>
                <a:latin typeface="Times New Roman" panose="02020603050405020304" charset="0"/>
              </a:defRPr>
            </a:lvl8pPr>
            <a:lvl9pPr marL="3886200" indent="-228600" eaLnBrk="0" fontAlgn="base" hangingPunct="0">
              <a:spcBef>
                <a:spcPct val="30000"/>
              </a:spcBef>
              <a:spcAft>
                <a:spcPct val="0"/>
              </a:spcAft>
              <a:defRPr kumimoji="1" sz="1200">
                <a:solidFill>
                  <a:schemeClr val="tx1"/>
                </a:solidFill>
                <a:latin typeface="Times New Roman" panose="02020603050405020304" charset="0"/>
              </a:defRPr>
            </a:lvl9pPr>
          </a:lstStyle>
          <a:p>
            <a:pPr eaLnBrk="1" hangingPunct="1">
              <a:spcBef>
                <a:spcPct val="0"/>
              </a:spcBef>
            </a:pPr>
            <a:fld id="{4D157341-A1D1-4E03-A3CA-AC577BADE1BD}" type="slidenum">
              <a:rPr kumimoji="0" lang="en-GB" altLang="en-US"/>
            </a:fld>
            <a:endParaRPr kumimoji="0" lang="en-GB" altLang="en-US"/>
          </a:p>
        </p:txBody>
      </p:sp>
      <p:sp>
        <p:nvSpPr>
          <p:cNvPr id="61443" name="Rectangle 2"/>
          <p:cNvSpPr>
            <a:spLocks noGrp="1" noRot="1" noChangeAspect="1" noChangeArrowheads="1" noTextEdit="1"/>
          </p:cNvSpPr>
          <p:nvPr>
            <p:ph type="sldImg"/>
          </p:nvPr>
        </p:nvSpPr>
        <p:spPr/>
      </p:sp>
      <p:sp>
        <p:nvSpPr>
          <p:cNvPr id="61444" name="Rectangle 3"/>
          <p:cNvSpPr>
            <a:spLocks noGrp="1" noChangeArrowheads="1"/>
          </p:cNvSpPr>
          <p:nvPr>
            <p:ph type="body" idx="1"/>
          </p:nvPr>
        </p:nvSpPr>
        <p:spPr>
          <a:noFill/>
        </p:spPr>
        <p:txBody>
          <a:bodyPr/>
          <a:lstStyle/>
          <a:p>
            <a:pPr marL="228600" indent="-228600"/>
            <a:endParaRPr lang="en-US"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grpSp>
        <p:nvGrpSpPr>
          <p:cNvPr id="4" name="Group 18"/>
          <p:cNvGrpSpPr/>
          <p:nvPr/>
        </p:nvGrpSpPr>
        <p:grpSpPr bwMode="auto">
          <a:xfrm>
            <a:off x="0" y="0"/>
            <a:ext cx="9140825" cy="6850063"/>
            <a:chOff x="0" y="0"/>
            <a:chExt cx="5758" cy="4315"/>
          </a:xfrm>
        </p:grpSpPr>
        <p:grpSp>
          <p:nvGrpSpPr>
            <p:cNvPr id="5" name="Group 19"/>
            <p:cNvGrpSpPr/>
            <p:nvPr userDrawn="1"/>
          </p:nvGrpSpPr>
          <p:grpSpPr bwMode="auto">
            <a:xfrm>
              <a:off x="1728" y="2230"/>
              <a:ext cx="4027" cy="2085"/>
              <a:chOff x="1728" y="2230"/>
              <a:chExt cx="4027" cy="2085"/>
            </a:xfrm>
          </p:grpSpPr>
          <p:sp>
            <p:nvSpPr>
              <p:cNvPr id="8" name="Freeform 20"/>
              <p:cNvSpPr/>
              <p:nvPr/>
            </p:nvSpPr>
            <p:spPr bwMode="hidden">
              <a:xfrm>
                <a:off x="1728" y="2644"/>
                <a:ext cx="2882" cy="1671"/>
              </a:xfrm>
              <a:custGeom>
                <a:avLst/>
                <a:gdLst/>
                <a:ahLst/>
                <a:cxnLst>
                  <a:cxn ang="0">
                    <a:pos x="2740" y="528"/>
                  </a:cxn>
                  <a:cxn ang="0">
                    <a:pos x="2632" y="484"/>
                  </a:cxn>
                  <a:cxn ang="0">
                    <a:pos x="2480" y="424"/>
                  </a:cxn>
                  <a:cxn ang="0">
                    <a:pos x="2203" y="343"/>
                  </a:cxn>
                  <a:cxn ang="0">
                    <a:pos x="1970" y="277"/>
                  </a:cxn>
                  <a:cxn ang="0">
                    <a:pos x="1807" y="212"/>
                  </a:cxn>
                  <a:cxn ang="0">
                    <a:pos x="1693" y="152"/>
                  </a:cxn>
                  <a:cxn ang="0">
                    <a:pos x="1628" y="103"/>
                  </a:cxn>
                  <a:cxn ang="0">
                    <a:pos x="1590" y="60"/>
                  </a:cxn>
                  <a:cxn ang="0">
                    <a:pos x="1579" y="27"/>
                  </a:cxn>
                  <a:cxn ang="0">
                    <a:pos x="1585" y="0"/>
                  </a:cxn>
                  <a:cxn ang="0">
                    <a:pos x="1557" y="49"/>
                  </a:cxn>
                  <a:cxn ang="0">
                    <a:pos x="1568" y="98"/>
                  </a:cxn>
                  <a:cxn ang="0">
                    <a:pos x="1617" y="141"/>
                  </a:cxn>
                  <a:cxn ang="0">
                    <a:pos x="1688" y="185"/>
                  </a:cxn>
                  <a:cxn ang="0">
                    <a:pos x="1791" y="228"/>
                  </a:cxn>
                  <a:cxn ang="0">
                    <a:pos x="2040" y="310"/>
                  </a:cxn>
                  <a:cxn ang="0">
                    <a:pos x="2285" y="381"/>
                  </a:cxn>
                  <a:cxn ang="0">
                    <a:pos x="2464" y="435"/>
                  </a:cxn>
                  <a:cxn ang="0">
                    <a:pos x="2605" y="484"/>
                  </a:cxn>
                  <a:cxn ang="0">
                    <a:pos x="2708" y="528"/>
                  </a:cxn>
                  <a:cxn ang="0">
                    <a:pos x="2768" y="560"/>
                  </a:cxn>
                  <a:cxn ang="0">
                    <a:pos x="2795" y="593"/>
                  </a:cxn>
                  <a:cxn ang="0">
                    <a:pos x="2795" y="642"/>
                  </a:cxn>
                  <a:cxn ang="0">
                    <a:pos x="2762" y="691"/>
                  </a:cxn>
                  <a:cxn ang="0">
                    <a:pos x="2692" y="735"/>
                  </a:cxn>
                  <a:cxn ang="0">
                    <a:pos x="2589" y="778"/>
                  </a:cxn>
                  <a:cxn ang="0">
                    <a:pos x="2458" y="822"/>
                  </a:cxn>
                  <a:cxn ang="0">
                    <a:pos x="2301" y="865"/>
                  </a:cxn>
                  <a:cxn ang="0">
                    <a:pos x="2030" y="930"/>
                  </a:cxn>
                  <a:cxn ang="0">
                    <a:pos x="1606" y="1034"/>
                  </a:cxn>
                  <a:cxn ang="0">
                    <a:pos x="1145" y="1164"/>
                  </a:cxn>
                  <a:cxn ang="0">
                    <a:pos x="673" y="1328"/>
                  </a:cxn>
                  <a:cxn ang="0">
                    <a:pos x="217" y="1545"/>
                  </a:cxn>
                  <a:cxn ang="0">
                    <a:pos x="353" y="1671"/>
                  </a:cxn>
                  <a:cxn ang="0">
                    <a:pos x="754" y="1469"/>
                  </a:cxn>
                  <a:cxn ang="0">
                    <a:pos x="1145" y="1311"/>
                  </a:cxn>
                  <a:cxn ang="0">
                    <a:pos x="1519" y="1186"/>
                  </a:cxn>
                  <a:cxn ang="0">
                    <a:pos x="1861" y="1083"/>
                  </a:cxn>
                  <a:cxn ang="0">
                    <a:pos x="2165" y="1007"/>
                  </a:cxn>
                  <a:cxn ang="0">
                    <a:pos x="2426" y="947"/>
                  </a:cxn>
                  <a:cxn ang="0">
                    <a:pos x="2626" y="892"/>
                  </a:cxn>
                  <a:cxn ang="0">
                    <a:pos x="2762" y="838"/>
                  </a:cxn>
                  <a:cxn ang="0">
                    <a:pos x="2827" y="794"/>
                  </a:cxn>
                  <a:cxn ang="0">
                    <a:pos x="2865" y="745"/>
                  </a:cxn>
                  <a:cxn ang="0">
                    <a:pos x="2882" y="702"/>
                  </a:cxn>
                  <a:cxn ang="0">
                    <a:pos x="2854" y="620"/>
                  </a:cxn>
                  <a:cxn ang="0">
                    <a:pos x="2800" y="560"/>
                  </a:cxn>
                  <a:cxn ang="0">
                    <a:pos x="2773" y="544"/>
                  </a:cxn>
                </a:cxnLst>
                <a:rect l="0" t="0" r="r" b="b"/>
                <a:pathLst>
                  <a:path w="2882" h="1671">
                    <a:moveTo>
                      <a:pt x="2773" y="544"/>
                    </a:moveTo>
                    <a:lnTo>
                      <a:pt x="2740" y="528"/>
                    </a:lnTo>
                    <a:lnTo>
                      <a:pt x="2692" y="506"/>
                    </a:lnTo>
                    <a:lnTo>
                      <a:pt x="2632" y="484"/>
                    </a:lnTo>
                    <a:lnTo>
                      <a:pt x="2561" y="457"/>
                    </a:lnTo>
                    <a:lnTo>
                      <a:pt x="2480" y="424"/>
                    </a:lnTo>
                    <a:lnTo>
                      <a:pt x="2388" y="397"/>
                    </a:lnTo>
                    <a:lnTo>
                      <a:pt x="2203" y="343"/>
                    </a:lnTo>
                    <a:lnTo>
                      <a:pt x="2078" y="310"/>
                    </a:lnTo>
                    <a:lnTo>
                      <a:pt x="1970" y="277"/>
                    </a:lnTo>
                    <a:lnTo>
                      <a:pt x="1878" y="245"/>
                    </a:lnTo>
                    <a:lnTo>
                      <a:pt x="1807" y="212"/>
                    </a:lnTo>
                    <a:lnTo>
                      <a:pt x="1742" y="179"/>
                    </a:lnTo>
                    <a:lnTo>
                      <a:pt x="1693" y="152"/>
                    </a:lnTo>
                    <a:lnTo>
                      <a:pt x="1655" y="125"/>
                    </a:lnTo>
                    <a:lnTo>
                      <a:pt x="1628" y="103"/>
                    </a:lnTo>
                    <a:lnTo>
                      <a:pt x="1606" y="81"/>
                    </a:lnTo>
                    <a:lnTo>
                      <a:pt x="1590" y="60"/>
                    </a:lnTo>
                    <a:lnTo>
                      <a:pt x="1585" y="43"/>
                    </a:lnTo>
                    <a:lnTo>
                      <a:pt x="1579" y="27"/>
                    </a:lnTo>
                    <a:lnTo>
                      <a:pt x="1585" y="5"/>
                    </a:lnTo>
                    <a:lnTo>
                      <a:pt x="1585" y="0"/>
                    </a:lnTo>
                    <a:lnTo>
                      <a:pt x="1568" y="27"/>
                    </a:lnTo>
                    <a:lnTo>
                      <a:pt x="1557" y="49"/>
                    </a:lnTo>
                    <a:lnTo>
                      <a:pt x="1557" y="76"/>
                    </a:lnTo>
                    <a:lnTo>
                      <a:pt x="1568" y="98"/>
                    </a:lnTo>
                    <a:lnTo>
                      <a:pt x="1590" y="120"/>
                    </a:lnTo>
                    <a:lnTo>
                      <a:pt x="1617" y="141"/>
                    </a:lnTo>
                    <a:lnTo>
                      <a:pt x="1650" y="163"/>
                    </a:lnTo>
                    <a:lnTo>
                      <a:pt x="1688" y="185"/>
                    </a:lnTo>
                    <a:lnTo>
                      <a:pt x="1737" y="207"/>
                    </a:lnTo>
                    <a:lnTo>
                      <a:pt x="1791" y="228"/>
                    </a:lnTo>
                    <a:lnTo>
                      <a:pt x="1905" y="267"/>
                    </a:lnTo>
                    <a:lnTo>
                      <a:pt x="2040" y="310"/>
                    </a:lnTo>
                    <a:lnTo>
                      <a:pt x="2182" y="348"/>
                    </a:lnTo>
                    <a:lnTo>
                      <a:pt x="2285" y="381"/>
                    </a:lnTo>
                    <a:lnTo>
                      <a:pt x="2382" y="408"/>
                    </a:lnTo>
                    <a:lnTo>
                      <a:pt x="2464" y="435"/>
                    </a:lnTo>
                    <a:lnTo>
                      <a:pt x="2540" y="462"/>
                    </a:lnTo>
                    <a:lnTo>
                      <a:pt x="2605" y="484"/>
                    </a:lnTo>
                    <a:lnTo>
                      <a:pt x="2659" y="506"/>
                    </a:lnTo>
                    <a:lnTo>
                      <a:pt x="2708" y="528"/>
                    </a:lnTo>
                    <a:lnTo>
                      <a:pt x="2740" y="544"/>
                    </a:lnTo>
                    <a:lnTo>
                      <a:pt x="2768" y="560"/>
                    </a:lnTo>
                    <a:lnTo>
                      <a:pt x="2784" y="577"/>
                    </a:lnTo>
                    <a:lnTo>
                      <a:pt x="2795" y="593"/>
                    </a:lnTo>
                    <a:lnTo>
                      <a:pt x="2800" y="615"/>
                    </a:lnTo>
                    <a:lnTo>
                      <a:pt x="2795" y="642"/>
                    </a:lnTo>
                    <a:lnTo>
                      <a:pt x="2784" y="664"/>
                    </a:lnTo>
                    <a:lnTo>
                      <a:pt x="2762" y="691"/>
                    </a:lnTo>
                    <a:lnTo>
                      <a:pt x="2730" y="713"/>
                    </a:lnTo>
                    <a:lnTo>
                      <a:pt x="2692" y="735"/>
                    </a:lnTo>
                    <a:lnTo>
                      <a:pt x="2643" y="756"/>
                    </a:lnTo>
                    <a:lnTo>
                      <a:pt x="2589" y="778"/>
                    </a:lnTo>
                    <a:lnTo>
                      <a:pt x="2529" y="800"/>
                    </a:lnTo>
                    <a:lnTo>
                      <a:pt x="2458" y="822"/>
                    </a:lnTo>
                    <a:lnTo>
                      <a:pt x="2382" y="843"/>
                    </a:lnTo>
                    <a:lnTo>
                      <a:pt x="2301" y="865"/>
                    </a:lnTo>
                    <a:lnTo>
                      <a:pt x="2214" y="887"/>
                    </a:lnTo>
                    <a:lnTo>
                      <a:pt x="2030" y="930"/>
                    </a:lnTo>
                    <a:lnTo>
                      <a:pt x="1823" y="979"/>
                    </a:lnTo>
                    <a:lnTo>
                      <a:pt x="1606" y="1034"/>
                    </a:lnTo>
                    <a:lnTo>
                      <a:pt x="1378" y="1094"/>
                    </a:lnTo>
                    <a:lnTo>
                      <a:pt x="1145" y="1164"/>
                    </a:lnTo>
                    <a:lnTo>
                      <a:pt x="912" y="1241"/>
                    </a:lnTo>
                    <a:lnTo>
                      <a:pt x="673" y="1328"/>
                    </a:lnTo>
                    <a:lnTo>
                      <a:pt x="440" y="1431"/>
                    </a:lnTo>
                    <a:lnTo>
                      <a:pt x="217" y="1545"/>
                    </a:lnTo>
                    <a:lnTo>
                      <a:pt x="0" y="1671"/>
                    </a:lnTo>
                    <a:lnTo>
                      <a:pt x="353" y="1671"/>
                    </a:lnTo>
                    <a:lnTo>
                      <a:pt x="554" y="1567"/>
                    </a:lnTo>
                    <a:lnTo>
                      <a:pt x="754" y="1469"/>
                    </a:lnTo>
                    <a:lnTo>
                      <a:pt x="955" y="1388"/>
                    </a:lnTo>
                    <a:lnTo>
                      <a:pt x="1145" y="1311"/>
                    </a:lnTo>
                    <a:lnTo>
                      <a:pt x="1335" y="1241"/>
                    </a:lnTo>
                    <a:lnTo>
                      <a:pt x="1519" y="1186"/>
                    </a:lnTo>
                    <a:lnTo>
                      <a:pt x="1693" y="1132"/>
                    </a:lnTo>
                    <a:lnTo>
                      <a:pt x="1861" y="1083"/>
                    </a:lnTo>
                    <a:lnTo>
                      <a:pt x="2019" y="1045"/>
                    </a:lnTo>
                    <a:lnTo>
                      <a:pt x="2165" y="1007"/>
                    </a:lnTo>
                    <a:lnTo>
                      <a:pt x="2301" y="974"/>
                    </a:lnTo>
                    <a:lnTo>
                      <a:pt x="2426" y="947"/>
                    </a:lnTo>
                    <a:lnTo>
                      <a:pt x="2534" y="914"/>
                    </a:lnTo>
                    <a:lnTo>
                      <a:pt x="2626" y="892"/>
                    </a:lnTo>
                    <a:lnTo>
                      <a:pt x="2702" y="865"/>
                    </a:lnTo>
                    <a:lnTo>
                      <a:pt x="2762" y="838"/>
                    </a:lnTo>
                    <a:lnTo>
                      <a:pt x="2800" y="816"/>
                    </a:lnTo>
                    <a:lnTo>
                      <a:pt x="2827" y="794"/>
                    </a:lnTo>
                    <a:lnTo>
                      <a:pt x="2849" y="767"/>
                    </a:lnTo>
                    <a:lnTo>
                      <a:pt x="2865" y="745"/>
                    </a:lnTo>
                    <a:lnTo>
                      <a:pt x="2876" y="724"/>
                    </a:lnTo>
                    <a:lnTo>
                      <a:pt x="2882" y="702"/>
                    </a:lnTo>
                    <a:lnTo>
                      <a:pt x="2876" y="658"/>
                    </a:lnTo>
                    <a:lnTo>
                      <a:pt x="2854" y="620"/>
                    </a:lnTo>
                    <a:lnTo>
                      <a:pt x="2833" y="588"/>
                    </a:lnTo>
                    <a:lnTo>
                      <a:pt x="2800" y="560"/>
                    </a:lnTo>
                    <a:lnTo>
                      <a:pt x="2773" y="544"/>
                    </a:lnTo>
                    <a:lnTo>
                      <a:pt x="2773" y="544"/>
                    </a:lnTo>
                    <a:close/>
                  </a:path>
                </a:pathLst>
              </a:custGeom>
              <a:gradFill rotWithShape="0">
                <a:gsLst>
                  <a:gs pos="0">
                    <a:schemeClr val="bg1"/>
                  </a:gs>
                  <a:gs pos="100000">
                    <a:schemeClr val="bg1">
                      <a:gamma/>
                      <a:shade val="90980"/>
                      <a:invGamma/>
                    </a:schemeClr>
                  </a:gs>
                </a:gsLst>
                <a:lin ang="0" scaled="1"/>
              </a:gradFill>
              <a:ln w="9525">
                <a:noFill/>
                <a:round/>
              </a:ln>
            </p:spPr>
            <p:txBody>
              <a:bodyPr/>
              <a:lstStyle/>
              <a:p>
                <a:pPr>
                  <a:defRPr/>
                </a:pPr>
                <a:endParaRPr lang="en-US">
                  <a:latin typeface="Garamond" panose="02020404030301010803" pitchFamily="18" charset="0"/>
                  <a:ea typeface="+mn-ea"/>
                </a:endParaRPr>
              </a:p>
            </p:txBody>
          </p:sp>
          <p:sp>
            <p:nvSpPr>
              <p:cNvPr id="9" name="Freeform 21"/>
              <p:cNvSpPr/>
              <p:nvPr/>
            </p:nvSpPr>
            <p:spPr bwMode="hidden">
              <a:xfrm>
                <a:off x="4170" y="2671"/>
                <a:ext cx="1259" cy="811"/>
              </a:xfrm>
              <a:custGeom>
                <a:avLst/>
                <a:gdLst/>
                <a:ahLst/>
                <a:cxnLst>
                  <a:cxn ang="0">
                    <a:pos x="1259" y="615"/>
                  </a:cxn>
                  <a:cxn ang="0">
                    <a:pos x="1248" y="588"/>
                  </a:cxn>
                  <a:cxn ang="0">
                    <a:pos x="1237" y="566"/>
                  </a:cxn>
                  <a:cxn ang="0">
                    <a:pos x="1216" y="539"/>
                  </a:cxn>
                  <a:cxn ang="0">
                    <a:pos x="1188" y="517"/>
                  </a:cxn>
                  <a:cxn ang="0">
                    <a:pos x="1123" y="479"/>
                  </a:cxn>
                  <a:cxn ang="0">
                    <a:pos x="1042" y="441"/>
                  </a:cxn>
                  <a:cxn ang="0">
                    <a:pos x="944" y="408"/>
                  </a:cxn>
                  <a:cxn ang="0">
                    <a:pos x="841" y="381"/>
                  </a:cxn>
                  <a:cxn ang="0">
                    <a:pos x="727" y="348"/>
                  </a:cxn>
                  <a:cxn ang="0">
                    <a:pos x="613" y="321"/>
                  </a:cxn>
                  <a:cxn ang="0">
                    <a:pos x="499" y="294"/>
                  </a:cxn>
                  <a:cxn ang="0">
                    <a:pos x="391" y="261"/>
                  </a:cxn>
                  <a:cxn ang="0">
                    <a:pos x="288" y="229"/>
                  </a:cxn>
                  <a:cxn ang="0">
                    <a:pos x="195" y="196"/>
                  </a:cxn>
                  <a:cxn ang="0">
                    <a:pos x="119" y="152"/>
                  </a:cxn>
                  <a:cxn ang="0">
                    <a:pos x="54" y="109"/>
                  </a:cxn>
                  <a:cxn ang="0">
                    <a:pos x="33" y="87"/>
                  </a:cxn>
                  <a:cxn ang="0">
                    <a:pos x="16" y="60"/>
                  </a:cxn>
                  <a:cxn ang="0">
                    <a:pos x="5" y="33"/>
                  </a:cxn>
                  <a:cxn ang="0">
                    <a:pos x="0" y="0"/>
                  </a:cxn>
                  <a:cxn ang="0">
                    <a:pos x="0" y="6"/>
                  </a:cxn>
                  <a:cxn ang="0">
                    <a:pos x="0" y="11"/>
                  </a:cxn>
                  <a:cxn ang="0">
                    <a:pos x="0" y="38"/>
                  </a:cxn>
                  <a:cxn ang="0">
                    <a:pos x="5" y="60"/>
                  </a:cxn>
                  <a:cxn ang="0">
                    <a:pos x="16" y="87"/>
                  </a:cxn>
                  <a:cxn ang="0">
                    <a:pos x="33" y="114"/>
                  </a:cxn>
                  <a:cxn ang="0">
                    <a:pos x="54" y="142"/>
                  </a:cxn>
                  <a:cxn ang="0">
                    <a:pos x="87" y="174"/>
                  </a:cxn>
                  <a:cxn ang="0">
                    <a:pos x="125" y="207"/>
                  </a:cxn>
                  <a:cxn ang="0">
                    <a:pos x="179" y="240"/>
                  </a:cxn>
                  <a:cxn ang="0">
                    <a:pos x="244" y="278"/>
                  </a:cxn>
                  <a:cxn ang="0">
                    <a:pos x="326" y="310"/>
                  </a:cxn>
                  <a:cxn ang="0">
                    <a:pos x="418" y="348"/>
                  </a:cxn>
                  <a:cxn ang="0">
                    <a:pos x="526" y="381"/>
                  </a:cxn>
                  <a:cxn ang="0">
                    <a:pos x="657" y="414"/>
                  </a:cxn>
                  <a:cxn ang="0">
                    <a:pos x="749" y="435"/>
                  </a:cxn>
                  <a:cxn ang="0">
                    <a:pos x="830" y="463"/>
                  </a:cxn>
                  <a:cxn ang="0">
                    <a:pos x="901" y="490"/>
                  </a:cxn>
                  <a:cxn ang="0">
                    <a:pos x="966" y="512"/>
                  </a:cxn>
                  <a:cxn ang="0">
                    <a:pos x="1015" y="539"/>
                  </a:cxn>
                  <a:cxn ang="0">
                    <a:pos x="1053" y="566"/>
                  </a:cxn>
                  <a:cxn ang="0">
                    <a:pos x="1080" y="593"/>
                  </a:cxn>
                  <a:cxn ang="0">
                    <a:pos x="1102" y="620"/>
                  </a:cxn>
                  <a:cxn ang="0">
                    <a:pos x="1112" y="648"/>
                  </a:cxn>
                  <a:cxn ang="0">
                    <a:pos x="1118" y="675"/>
                  </a:cxn>
                  <a:cxn ang="0">
                    <a:pos x="1112" y="697"/>
                  </a:cxn>
                  <a:cxn ang="0">
                    <a:pos x="1096" y="724"/>
                  </a:cxn>
                  <a:cxn ang="0">
                    <a:pos x="1080" y="746"/>
                  </a:cxn>
                  <a:cxn ang="0">
                    <a:pos x="1053" y="767"/>
                  </a:cxn>
                  <a:cxn ang="0">
                    <a:pos x="1015" y="789"/>
                  </a:cxn>
                  <a:cxn ang="0">
                    <a:pos x="977" y="811"/>
                  </a:cxn>
                  <a:cxn ang="0">
                    <a:pos x="1047" y="789"/>
                  </a:cxn>
                  <a:cxn ang="0">
                    <a:pos x="1107" y="767"/>
                  </a:cxn>
                  <a:cxn ang="0">
                    <a:pos x="1156" y="746"/>
                  </a:cxn>
                  <a:cxn ang="0">
                    <a:pos x="1199" y="724"/>
                  </a:cxn>
                  <a:cxn ang="0">
                    <a:pos x="1226" y="702"/>
                  </a:cxn>
                  <a:cxn ang="0">
                    <a:pos x="1248" y="675"/>
                  </a:cxn>
                  <a:cxn ang="0">
                    <a:pos x="1259" y="648"/>
                  </a:cxn>
                  <a:cxn ang="0">
                    <a:pos x="1259" y="615"/>
                  </a:cxn>
                  <a:cxn ang="0">
                    <a:pos x="1259" y="615"/>
                  </a:cxn>
                </a:cxnLst>
                <a:rect l="0" t="0" r="r" b="b"/>
                <a:pathLst>
                  <a:path w="1259" h="811">
                    <a:moveTo>
                      <a:pt x="1259" y="615"/>
                    </a:moveTo>
                    <a:lnTo>
                      <a:pt x="1248" y="588"/>
                    </a:lnTo>
                    <a:lnTo>
                      <a:pt x="1237" y="566"/>
                    </a:lnTo>
                    <a:lnTo>
                      <a:pt x="1216" y="539"/>
                    </a:lnTo>
                    <a:lnTo>
                      <a:pt x="1188" y="517"/>
                    </a:lnTo>
                    <a:lnTo>
                      <a:pt x="1123" y="479"/>
                    </a:lnTo>
                    <a:lnTo>
                      <a:pt x="1042" y="441"/>
                    </a:lnTo>
                    <a:lnTo>
                      <a:pt x="944" y="408"/>
                    </a:lnTo>
                    <a:lnTo>
                      <a:pt x="841" y="381"/>
                    </a:lnTo>
                    <a:lnTo>
                      <a:pt x="727" y="348"/>
                    </a:lnTo>
                    <a:lnTo>
                      <a:pt x="613" y="321"/>
                    </a:lnTo>
                    <a:lnTo>
                      <a:pt x="499" y="294"/>
                    </a:lnTo>
                    <a:lnTo>
                      <a:pt x="391" y="261"/>
                    </a:lnTo>
                    <a:lnTo>
                      <a:pt x="288" y="229"/>
                    </a:lnTo>
                    <a:lnTo>
                      <a:pt x="195" y="196"/>
                    </a:lnTo>
                    <a:lnTo>
                      <a:pt x="119" y="152"/>
                    </a:lnTo>
                    <a:lnTo>
                      <a:pt x="54" y="109"/>
                    </a:lnTo>
                    <a:lnTo>
                      <a:pt x="33" y="87"/>
                    </a:lnTo>
                    <a:lnTo>
                      <a:pt x="16" y="60"/>
                    </a:lnTo>
                    <a:lnTo>
                      <a:pt x="5" y="33"/>
                    </a:lnTo>
                    <a:lnTo>
                      <a:pt x="0" y="0"/>
                    </a:lnTo>
                    <a:lnTo>
                      <a:pt x="0" y="6"/>
                    </a:lnTo>
                    <a:lnTo>
                      <a:pt x="0" y="11"/>
                    </a:lnTo>
                    <a:lnTo>
                      <a:pt x="0" y="38"/>
                    </a:lnTo>
                    <a:lnTo>
                      <a:pt x="5" y="60"/>
                    </a:lnTo>
                    <a:lnTo>
                      <a:pt x="16" y="87"/>
                    </a:lnTo>
                    <a:lnTo>
                      <a:pt x="33" y="114"/>
                    </a:lnTo>
                    <a:lnTo>
                      <a:pt x="54" y="142"/>
                    </a:lnTo>
                    <a:lnTo>
                      <a:pt x="87" y="174"/>
                    </a:lnTo>
                    <a:lnTo>
                      <a:pt x="125" y="207"/>
                    </a:lnTo>
                    <a:lnTo>
                      <a:pt x="179" y="240"/>
                    </a:lnTo>
                    <a:lnTo>
                      <a:pt x="244" y="278"/>
                    </a:lnTo>
                    <a:lnTo>
                      <a:pt x="326" y="310"/>
                    </a:lnTo>
                    <a:lnTo>
                      <a:pt x="418" y="348"/>
                    </a:lnTo>
                    <a:lnTo>
                      <a:pt x="526" y="381"/>
                    </a:lnTo>
                    <a:lnTo>
                      <a:pt x="657" y="414"/>
                    </a:lnTo>
                    <a:lnTo>
                      <a:pt x="749" y="435"/>
                    </a:lnTo>
                    <a:lnTo>
                      <a:pt x="830" y="463"/>
                    </a:lnTo>
                    <a:lnTo>
                      <a:pt x="901" y="490"/>
                    </a:lnTo>
                    <a:lnTo>
                      <a:pt x="966" y="512"/>
                    </a:lnTo>
                    <a:lnTo>
                      <a:pt x="1015" y="539"/>
                    </a:lnTo>
                    <a:lnTo>
                      <a:pt x="1053" y="566"/>
                    </a:lnTo>
                    <a:lnTo>
                      <a:pt x="1080" y="593"/>
                    </a:lnTo>
                    <a:lnTo>
                      <a:pt x="1102" y="620"/>
                    </a:lnTo>
                    <a:lnTo>
                      <a:pt x="1112" y="648"/>
                    </a:lnTo>
                    <a:lnTo>
                      <a:pt x="1118" y="675"/>
                    </a:lnTo>
                    <a:lnTo>
                      <a:pt x="1112" y="697"/>
                    </a:lnTo>
                    <a:lnTo>
                      <a:pt x="1096" y="724"/>
                    </a:lnTo>
                    <a:lnTo>
                      <a:pt x="1080" y="746"/>
                    </a:lnTo>
                    <a:lnTo>
                      <a:pt x="1053" y="767"/>
                    </a:lnTo>
                    <a:lnTo>
                      <a:pt x="1015" y="789"/>
                    </a:lnTo>
                    <a:lnTo>
                      <a:pt x="977" y="811"/>
                    </a:lnTo>
                    <a:lnTo>
                      <a:pt x="1047" y="789"/>
                    </a:lnTo>
                    <a:lnTo>
                      <a:pt x="1107" y="767"/>
                    </a:lnTo>
                    <a:lnTo>
                      <a:pt x="1156" y="746"/>
                    </a:lnTo>
                    <a:lnTo>
                      <a:pt x="1199" y="724"/>
                    </a:lnTo>
                    <a:lnTo>
                      <a:pt x="1226" y="702"/>
                    </a:lnTo>
                    <a:lnTo>
                      <a:pt x="1248" y="675"/>
                    </a:lnTo>
                    <a:lnTo>
                      <a:pt x="1259" y="648"/>
                    </a:lnTo>
                    <a:lnTo>
                      <a:pt x="1259" y="615"/>
                    </a:lnTo>
                    <a:lnTo>
                      <a:pt x="1259" y="615"/>
                    </a:lnTo>
                    <a:close/>
                  </a:path>
                </a:pathLst>
              </a:custGeom>
              <a:gradFill rotWithShape="0">
                <a:gsLst>
                  <a:gs pos="0">
                    <a:schemeClr val="bg1"/>
                  </a:gs>
                  <a:gs pos="100000">
                    <a:schemeClr val="bg1">
                      <a:gamma/>
                      <a:shade val="90980"/>
                      <a:invGamma/>
                    </a:schemeClr>
                  </a:gs>
                </a:gsLst>
                <a:lin ang="2700000" scaled="1"/>
              </a:gradFill>
              <a:ln w="9525">
                <a:noFill/>
                <a:round/>
              </a:ln>
            </p:spPr>
            <p:txBody>
              <a:bodyPr/>
              <a:lstStyle/>
              <a:p>
                <a:pPr>
                  <a:defRPr/>
                </a:pPr>
                <a:endParaRPr lang="en-US">
                  <a:latin typeface="Garamond" panose="02020404030301010803" pitchFamily="18" charset="0"/>
                  <a:ea typeface="+mn-ea"/>
                </a:endParaRPr>
              </a:p>
            </p:txBody>
          </p:sp>
          <p:sp>
            <p:nvSpPr>
              <p:cNvPr id="10" name="Freeform 22"/>
              <p:cNvSpPr/>
              <p:nvPr/>
            </p:nvSpPr>
            <p:spPr bwMode="hidden">
              <a:xfrm>
                <a:off x="2900" y="3346"/>
                <a:ext cx="2849" cy="969"/>
              </a:xfrm>
              <a:custGeom>
                <a:avLst/>
                <a:gdLst/>
                <a:ahLst/>
                <a:cxnLst>
                  <a:cxn ang="0">
                    <a:pos x="92" y="958"/>
                  </a:cxn>
                  <a:cxn ang="0">
                    <a:pos x="0" y="969"/>
                  </a:cxn>
                  <a:cxn ang="0">
                    <a:pos x="391" y="969"/>
                  </a:cxn>
                  <a:cxn ang="0">
                    <a:pos x="434" y="947"/>
                  </a:cxn>
                  <a:cxn ang="0">
                    <a:pos x="483" y="914"/>
                  </a:cxn>
                  <a:cxn ang="0">
                    <a:pos x="554" y="876"/>
                  </a:cxn>
                  <a:cxn ang="0">
                    <a:pos x="635" y="838"/>
                  </a:cxn>
                  <a:cxn ang="0">
                    <a:pos x="727" y="794"/>
                  </a:cxn>
                  <a:cxn ang="0">
                    <a:pos x="836" y="745"/>
                  </a:cxn>
                  <a:cxn ang="0">
                    <a:pos x="961" y="696"/>
                  </a:cxn>
                  <a:cxn ang="0">
                    <a:pos x="1102" y="642"/>
                  </a:cxn>
                  <a:cxn ang="0">
                    <a:pos x="1259" y="582"/>
                  </a:cxn>
                  <a:cxn ang="0">
                    <a:pos x="1433" y="522"/>
                  </a:cxn>
                  <a:cxn ang="0">
                    <a:pos x="1623" y="462"/>
                  </a:cxn>
                  <a:cxn ang="0">
                    <a:pos x="1829" y="403"/>
                  </a:cxn>
                  <a:cxn ang="0">
                    <a:pos x="2057" y="343"/>
                  </a:cxn>
                  <a:cxn ang="0">
                    <a:pos x="2301" y="283"/>
                  </a:cxn>
                  <a:cxn ang="0">
                    <a:pos x="2567" y="223"/>
                  </a:cxn>
                  <a:cxn ang="0">
                    <a:pos x="2849" y="163"/>
                  </a:cxn>
                  <a:cxn ang="0">
                    <a:pos x="2849" y="0"/>
                  </a:cxn>
                  <a:cxn ang="0">
                    <a:pos x="2817" y="16"/>
                  </a:cxn>
                  <a:cxn ang="0">
                    <a:pos x="2773" y="33"/>
                  </a:cxn>
                  <a:cxn ang="0">
                    <a:pos x="2719" y="54"/>
                  </a:cxn>
                  <a:cxn ang="0">
                    <a:pos x="2648" y="76"/>
                  </a:cxn>
                  <a:cxn ang="0">
                    <a:pos x="2572" y="98"/>
                  </a:cxn>
                  <a:cxn ang="0">
                    <a:pos x="2491" y="120"/>
                  </a:cxn>
                  <a:cxn ang="0">
                    <a:pos x="2399" y="147"/>
                  </a:cxn>
                  <a:cxn ang="0">
                    <a:pos x="2301" y="169"/>
                  </a:cxn>
                  <a:cxn ang="0">
                    <a:pos x="2095" y="223"/>
                  </a:cxn>
                  <a:cxn ang="0">
                    <a:pos x="1889" y="277"/>
                  </a:cxn>
                  <a:cxn ang="0">
                    <a:pos x="1688" y="326"/>
                  </a:cxn>
                  <a:cxn ang="0">
                    <a:pos x="1590" y="354"/>
                  </a:cxn>
                  <a:cxn ang="0">
                    <a:pos x="1503" y="381"/>
                  </a:cxn>
                  <a:cxn ang="0">
                    <a:pos x="1107" y="506"/>
                  </a:cxn>
                  <a:cxn ang="0">
                    <a:pos x="912" y="577"/>
                  </a:cxn>
                  <a:cxn ang="0">
                    <a:pos x="727" y="647"/>
                  </a:cxn>
                  <a:cxn ang="0">
                    <a:pos x="548" y="718"/>
                  </a:cxn>
                  <a:cxn ang="0">
                    <a:pos x="380" y="794"/>
                  </a:cxn>
                  <a:cxn ang="0">
                    <a:pos x="228" y="876"/>
                  </a:cxn>
                  <a:cxn ang="0">
                    <a:pos x="92" y="958"/>
                  </a:cxn>
                  <a:cxn ang="0">
                    <a:pos x="92" y="958"/>
                  </a:cxn>
                </a:cxnLst>
                <a:rect l="0" t="0" r="r" b="b"/>
                <a:pathLst>
                  <a:path w="2849" h="969">
                    <a:moveTo>
                      <a:pt x="92" y="958"/>
                    </a:moveTo>
                    <a:lnTo>
                      <a:pt x="0" y="969"/>
                    </a:lnTo>
                    <a:lnTo>
                      <a:pt x="391" y="969"/>
                    </a:lnTo>
                    <a:lnTo>
                      <a:pt x="434" y="947"/>
                    </a:lnTo>
                    <a:lnTo>
                      <a:pt x="483" y="914"/>
                    </a:lnTo>
                    <a:lnTo>
                      <a:pt x="554" y="876"/>
                    </a:lnTo>
                    <a:lnTo>
                      <a:pt x="635" y="838"/>
                    </a:lnTo>
                    <a:lnTo>
                      <a:pt x="727" y="794"/>
                    </a:lnTo>
                    <a:lnTo>
                      <a:pt x="836" y="745"/>
                    </a:lnTo>
                    <a:lnTo>
                      <a:pt x="961" y="696"/>
                    </a:lnTo>
                    <a:lnTo>
                      <a:pt x="1102" y="642"/>
                    </a:lnTo>
                    <a:lnTo>
                      <a:pt x="1259" y="582"/>
                    </a:lnTo>
                    <a:lnTo>
                      <a:pt x="1433" y="522"/>
                    </a:lnTo>
                    <a:lnTo>
                      <a:pt x="1623" y="462"/>
                    </a:lnTo>
                    <a:lnTo>
                      <a:pt x="1829" y="403"/>
                    </a:lnTo>
                    <a:lnTo>
                      <a:pt x="2057" y="343"/>
                    </a:lnTo>
                    <a:lnTo>
                      <a:pt x="2301" y="283"/>
                    </a:lnTo>
                    <a:lnTo>
                      <a:pt x="2567" y="223"/>
                    </a:lnTo>
                    <a:lnTo>
                      <a:pt x="2849" y="163"/>
                    </a:lnTo>
                    <a:lnTo>
                      <a:pt x="2849" y="0"/>
                    </a:lnTo>
                    <a:lnTo>
                      <a:pt x="2817" y="16"/>
                    </a:lnTo>
                    <a:lnTo>
                      <a:pt x="2773" y="33"/>
                    </a:lnTo>
                    <a:lnTo>
                      <a:pt x="2719" y="54"/>
                    </a:lnTo>
                    <a:lnTo>
                      <a:pt x="2648" y="76"/>
                    </a:lnTo>
                    <a:lnTo>
                      <a:pt x="2572" y="98"/>
                    </a:lnTo>
                    <a:lnTo>
                      <a:pt x="2491" y="120"/>
                    </a:lnTo>
                    <a:lnTo>
                      <a:pt x="2399" y="147"/>
                    </a:lnTo>
                    <a:lnTo>
                      <a:pt x="2301" y="169"/>
                    </a:lnTo>
                    <a:lnTo>
                      <a:pt x="2095" y="223"/>
                    </a:lnTo>
                    <a:lnTo>
                      <a:pt x="1889" y="277"/>
                    </a:lnTo>
                    <a:lnTo>
                      <a:pt x="1688" y="326"/>
                    </a:lnTo>
                    <a:lnTo>
                      <a:pt x="1590" y="354"/>
                    </a:lnTo>
                    <a:lnTo>
                      <a:pt x="1503" y="381"/>
                    </a:lnTo>
                    <a:lnTo>
                      <a:pt x="1107" y="506"/>
                    </a:lnTo>
                    <a:lnTo>
                      <a:pt x="912" y="577"/>
                    </a:lnTo>
                    <a:lnTo>
                      <a:pt x="727" y="647"/>
                    </a:lnTo>
                    <a:lnTo>
                      <a:pt x="548" y="718"/>
                    </a:lnTo>
                    <a:lnTo>
                      <a:pt x="380" y="794"/>
                    </a:lnTo>
                    <a:lnTo>
                      <a:pt x="228" y="876"/>
                    </a:lnTo>
                    <a:lnTo>
                      <a:pt x="92" y="958"/>
                    </a:lnTo>
                    <a:lnTo>
                      <a:pt x="92" y="958"/>
                    </a:lnTo>
                    <a:close/>
                  </a:path>
                </a:pathLst>
              </a:custGeom>
              <a:gradFill rotWithShape="0">
                <a:gsLst>
                  <a:gs pos="0">
                    <a:schemeClr val="bg1">
                      <a:gamma/>
                      <a:shade val="81961"/>
                      <a:invGamma/>
                    </a:schemeClr>
                  </a:gs>
                  <a:gs pos="100000">
                    <a:schemeClr val="bg1"/>
                  </a:gs>
                </a:gsLst>
                <a:lin ang="5400000" scaled="1"/>
              </a:gradFill>
              <a:ln w="9525">
                <a:noFill/>
                <a:round/>
              </a:ln>
            </p:spPr>
            <p:txBody>
              <a:bodyPr/>
              <a:lstStyle/>
              <a:p>
                <a:pPr>
                  <a:defRPr/>
                </a:pPr>
                <a:endParaRPr lang="en-US">
                  <a:latin typeface="Garamond" panose="02020404030301010803" pitchFamily="18" charset="0"/>
                  <a:ea typeface="+mn-ea"/>
                </a:endParaRPr>
              </a:p>
            </p:txBody>
          </p:sp>
          <p:sp>
            <p:nvSpPr>
              <p:cNvPr id="11" name="Freeform 23"/>
              <p:cNvSpPr/>
              <p:nvPr/>
            </p:nvSpPr>
            <p:spPr bwMode="hidden">
              <a:xfrm>
                <a:off x="2748" y="2230"/>
                <a:ext cx="3007" cy="2085"/>
              </a:xfrm>
              <a:custGeom>
                <a:avLst/>
                <a:gdLst>
                  <a:gd name="T0" fmla="*/ 1433 w 3007"/>
                  <a:gd name="T1" fmla="*/ 474 h 2085"/>
                  <a:gd name="T2" fmla="*/ 1460 w 3007"/>
                  <a:gd name="T3" fmla="*/ 528 h 2085"/>
                  <a:gd name="T4" fmla="*/ 1541 w 3007"/>
                  <a:gd name="T5" fmla="*/ 593 h 2085"/>
                  <a:gd name="T6" fmla="*/ 1715 w 3007"/>
                  <a:gd name="T7" fmla="*/ 670 h 2085"/>
                  <a:gd name="T8" fmla="*/ 1927 w 3007"/>
                  <a:gd name="T9" fmla="*/ 735 h 2085"/>
                  <a:gd name="T10" fmla="*/ 2155 w 3007"/>
                  <a:gd name="T11" fmla="*/ 789 h 2085"/>
                  <a:gd name="T12" fmla="*/ 2372 w 3007"/>
                  <a:gd name="T13" fmla="*/ 849 h 2085"/>
                  <a:gd name="T14" fmla="*/ 2551 w 3007"/>
                  <a:gd name="T15" fmla="*/ 920 h 2085"/>
                  <a:gd name="T16" fmla="*/ 2638 w 3007"/>
                  <a:gd name="T17" fmla="*/ 980 h 2085"/>
                  <a:gd name="T18" fmla="*/ 2676 w 3007"/>
                  <a:gd name="T19" fmla="*/ 1029 h 2085"/>
                  <a:gd name="T20" fmla="*/ 2681 w 3007"/>
                  <a:gd name="T21" fmla="*/ 1083 h 2085"/>
                  <a:gd name="T22" fmla="*/ 2665 w 3007"/>
                  <a:gd name="T23" fmla="*/ 1127 h 2085"/>
                  <a:gd name="T24" fmla="*/ 2616 w 3007"/>
                  <a:gd name="T25" fmla="*/ 1170 h 2085"/>
                  <a:gd name="T26" fmla="*/ 2545 w 3007"/>
                  <a:gd name="T27" fmla="*/ 1208 h 2085"/>
                  <a:gd name="T28" fmla="*/ 2448 w 3007"/>
                  <a:gd name="T29" fmla="*/ 1241 h 2085"/>
                  <a:gd name="T30" fmla="*/ 2328 w 3007"/>
                  <a:gd name="T31" fmla="*/ 1274 h 2085"/>
                  <a:gd name="T32" fmla="*/ 2106 w 3007"/>
                  <a:gd name="T33" fmla="*/ 1328 h 2085"/>
                  <a:gd name="T34" fmla="*/ 1742 w 3007"/>
                  <a:gd name="T35" fmla="*/ 1421 h 2085"/>
                  <a:gd name="T36" fmla="*/ 1308 w 3007"/>
                  <a:gd name="T37" fmla="*/ 1540 h 2085"/>
                  <a:gd name="T38" fmla="*/ 820 w 3007"/>
                  <a:gd name="T39" fmla="*/ 1709 h 2085"/>
                  <a:gd name="T40" fmla="*/ 282 w 3007"/>
                  <a:gd name="T41" fmla="*/ 1943 h 2085"/>
                  <a:gd name="T42" fmla="*/ 152 w 3007"/>
                  <a:gd name="T43" fmla="*/ 2085 h 2085"/>
                  <a:gd name="T44" fmla="*/ 386 w 3007"/>
                  <a:gd name="T45" fmla="*/ 1992 h 2085"/>
                  <a:gd name="T46" fmla="*/ 700 w 3007"/>
                  <a:gd name="T47" fmla="*/ 1834 h 2085"/>
                  <a:gd name="T48" fmla="*/ 1064 w 3007"/>
                  <a:gd name="T49" fmla="*/ 1693 h 2085"/>
                  <a:gd name="T50" fmla="*/ 1661 w 3007"/>
                  <a:gd name="T51" fmla="*/ 1497 h 2085"/>
                  <a:gd name="T52" fmla="*/ 1845 w 3007"/>
                  <a:gd name="T53" fmla="*/ 1442 h 2085"/>
                  <a:gd name="T54" fmla="*/ 2252 w 3007"/>
                  <a:gd name="T55" fmla="*/ 1339 h 2085"/>
                  <a:gd name="T56" fmla="*/ 2551 w 3007"/>
                  <a:gd name="T57" fmla="*/ 1263 h 2085"/>
                  <a:gd name="T58" fmla="*/ 2730 w 3007"/>
                  <a:gd name="T59" fmla="*/ 1214 h 2085"/>
                  <a:gd name="T60" fmla="*/ 2876 w 3007"/>
                  <a:gd name="T61" fmla="*/ 1170 h 2085"/>
                  <a:gd name="T62" fmla="*/ 2974 w 3007"/>
                  <a:gd name="T63" fmla="*/ 1132 h 2085"/>
                  <a:gd name="T64" fmla="*/ 3007 w 3007"/>
                  <a:gd name="T65" fmla="*/ 871 h 2085"/>
                  <a:gd name="T66" fmla="*/ 2860 w 3007"/>
                  <a:gd name="T67" fmla="*/ 844 h 2085"/>
                  <a:gd name="T68" fmla="*/ 2670 w 3007"/>
                  <a:gd name="T69" fmla="*/ 806 h 2085"/>
                  <a:gd name="T70" fmla="*/ 2458 w 3007"/>
                  <a:gd name="T71" fmla="*/ 757 h 2085"/>
                  <a:gd name="T72" fmla="*/ 2138 w 3007"/>
                  <a:gd name="T73" fmla="*/ 670 h 2085"/>
                  <a:gd name="T74" fmla="*/ 1959 w 3007"/>
                  <a:gd name="T75" fmla="*/ 604 h 2085"/>
                  <a:gd name="T76" fmla="*/ 1824 w 3007"/>
                  <a:gd name="T77" fmla="*/ 534 h 2085"/>
                  <a:gd name="T78" fmla="*/ 1769 w 3007"/>
                  <a:gd name="T79" fmla="*/ 474 h 2085"/>
                  <a:gd name="T80" fmla="*/ 1753 w 3007"/>
                  <a:gd name="T81" fmla="*/ 436 h 2085"/>
                  <a:gd name="T82" fmla="*/ 1780 w 3007"/>
                  <a:gd name="T83" fmla="*/ 381 h 2085"/>
                  <a:gd name="T84" fmla="*/ 1862 w 3007"/>
                  <a:gd name="T85" fmla="*/ 316 h 2085"/>
                  <a:gd name="T86" fmla="*/ 1986 w 3007"/>
                  <a:gd name="T87" fmla="*/ 267 h 2085"/>
                  <a:gd name="T88" fmla="*/ 2149 w 3007"/>
                  <a:gd name="T89" fmla="*/ 229 h 2085"/>
                  <a:gd name="T90" fmla="*/ 2431 w 3007"/>
                  <a:gd name="T91" fmla="*/ 180 h 2085"/>
                  <a:gd name="T92" fmla="*/ 2827 w 3007"/>
                  <a:gd name="T93" fmla="*/ 125 h 2085"/>
                  <a:gd name="T94" fmla="*/ 3007 w 3007"/>
                  <a:gd name="T95" fmla="*/ 87 h 2085"/>
                  <a:gd name="T96" fmla="*/ 2909 w 3007"/>
                  <a:gd name="T97" fmla="*/ 22 h 2085"/>
                  <a:gd name="T98" fmla="*/ 2676 w 3007"/>
                  <a:gd name="T99" fmla="*/ 66 h 2085"/>
                  <a:gd name="T100" fmla="*/ 2285 w 3007"/>
                  <a:gd name="T101" fmla="*/ 120 h 2085"/>
                  <a:gd name="T102" fmla="*/ 2030 w 3007"/>
                  <a:gd name="T103" fmla="*/ 158 h 2085"/>
                  <a:gd name="T104" fmla="*/ 1791 w 3007"/>
                  <a:gd name="T105" fmla="*/ 202 h 2085"/>
                  <a:gd name="T106" fmla="*/ 1601 w 3007"/>
                  <a:gd name="T107" fmla="*/ 261 h 2085"/>
                  <a:gd name="T108" fmla="*/ 1471 w 3007"/>
                  <a:gd name="T109" fmla="*/ 338 h 2085"/>
                  <a:gd name="T110" fmla="*/ 1438 w 3007"/>
                  <a:gd name="T111" fmla="*/ 387 h 2085"/>
                  <a:gd name="T112" fmla="*/ 1427 w 3007"/>
                  <a:gd name="T113" fmla="*/ 441 h 2085"/>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3007" h="2085">
                    <a:moveTo>
                      <a:pt x="1427" y="441"/>
                    </a:moveTo>
                    <a:lnTo>
                      <a:pt x="1433" y="474"/>
                    </a:lnTo>
                    <a:lnTo>
                      <a:pt x="1444" y="501"/>
                    </a:lnTo>
                    <a:lnTo>
                      <a:pt x="1460" y="528"/>
                    </a:lnTo>
                    <a:lnTo>
                      <a:pt x="1482" y="550"/>
                    </a:lnTo>
                    <a:lnTo>
                      <a:pt x="1541" y="593"/>
                    </a:lnTo>
                    <a:lnTo>
                      <a:pt x="1623" y="637"/>
                    </a:lnTo>
                    <a:lnTo>
                      <a:pt x="1715" y="670"/>
                    </a:lnTo>
                    <a:lnTo>
                      <a:pt x="1818" y="702"/>
                    </a:lnTo>
                    <a:lnTo>
                      <a:pt x="1927" y="735"/>
                    </a:lnTo>
                    <a:lnTo>
                      <a:pt x="2041" y="762"/>
                    </a:lnTo>
                    <a:lnTo>
                      <a:pt x="2155" y="789"/>
                    </a:lnTo>
                    <a:lnTo>
                      <a:pt x="2269" y="822"/>
                    </a:lnTo>
                    <a:lnTo>
                      <a:pt x="2372" y="849"/>
                    </a:lnTo>
                    <a:lnTo>
                      <a:pt x="2464" y="882"/>
                    </a:lnTo>
                    <a:lnTo>
                      <a:pt x="2551" y="920"/>
                    </a:lnTo>
                    <a:lnTo>
                      <a:pt x="2616" y="958"/>
                    </a:lnTo>
                    <a:lnTo>
                      <a:pt x="2638" y="980"/>
                    </a:lnTo>
                    <a:lnTo>
                      <a:pt x="2659" y="1007"/>
                    </a:lnTo>
                    <a:lnTo>
                      <a:pt x="2676" y="1029"/>
                    </a:lnTo>
                    <a:lnTo>
                      <a:pt x="2681" y="1056"/>
                    </a:lnTo>
                    <a:lnTo>
                      <a:pt x="2681" y="1083"/>
                    </a:lnTo>
                    <a:lnTo>
                      <a:pt x="2676" y="1105"/>
                    </a:lnTo>
                    <a:lnTo>
                      <a:pt x="2665" y="1127"/>
                    </a:lnTo>
                    <a:lnTo>
                      <a:pt x="2643" y="1149"/>
                    </a:lnTo>
                    <a:lnTo>
                      <a:pt x="2616" y="1170"/>
                    </a:lnTo>
                    <a:lnTo>
                      <a:pt x="2583" y="1187"/>
                    </a:lnTo>
                    <a:lnTo>
                      <a:pt x="2545" y="1208"/>
                    </a:lnTo>
                    <a:lnTo>
                      <a:pt x="2502" y="1225"/>
                    </a:lnTo>
                    <a:lnTo>
                      <a:pt x="2448" y="1241"/>
                    </a:lnTo>
                    <a:lnTo>
                      <a:pt x="2388" y="1257"/>
                    </a:lnTo>
                    <a:lnTo>
                      <a:pt x="2328" y="1274"/>
                    </a:lnTo>
                    <a:lnTo>
                      <a:pt x="2258" y="1290"/>
                    </a:lnTo>
                    <a:lnTo>
                      <a:pt x="2106" y="1328"/>
                    </a:lnTo>
                    <a:lnTo>
                      <a:pt x="1932" y="1372"/>
                    </a:lnTo>
                    <a:lnTo>
                      <a:pt x="1742" y="1421"/>
                    </a:lnTo>
                    <a:lnTo>
                      <a:pt x="1531" y="1475"/>
                    </a:lnTo>
                    <a:lnTo>
                      <a:pt x="1308" y="1540"/>
                    </a:lnTo>
                    <a:lnTo>
                      <a:pt x="1069" y="1617"/>
                    </a:lnTo>
                    <a:lnTo>
                      <a:pt x="820" y="1709"/>
                    </a:lnTo>
                    <a:lnTo>
                      <a:pt x="554" y="1818"/>
                    </a:lnTo>
                    <a:lnTo>
                      <a:pt x="282" y="1943"/>
                    </a:lnTo>
                    <a:lnTo>
                      <a:pt x="0" y="2085"/>
                    </a:lnTo>
                    <a:lnTo>
                      <a:pt x="152" y="2085"/>
                    </a:lnTo>
                    <a:lnTo>
                      <a:pt x="244" y="2074"/>
                    </a:lnTo>
                    <a:lnTo>
                      <a:pt x="386" y="1992"/>
                    </a:lnTo>
                    <a:lnTo>
                      <a:pt x="537" y="1910"/>
                    </a:lnTo>
                    <a:lnTo>
                      <a:pt x="700" y="1834"/>
                    </a:lnTo>
                    <a:lnTo>
                      <a:pt x="879" y="1763"/>
                    </a:lnTo>
                    <a:lnTo>
                      <a:pt x="1064" y="1693"/>
                    </a:lnTo>
                    <a:lnTo>
                      <a:pt x="1259" y="1622"/>
                    </a:lnTo>
                    <a:lnTo>
                      <a:pt x="1661" y="1497"/>
                    </a:lnTo>
                    <a:lnTo>
                      <a:pt x="1748" y="1470"/>
                    </a:lnTo>
                    <a:lnTo>
                      <a:pt x="1845" y="1442"/>
                    </a:lnTo>
                    <a:lnTo>
                      <a:pt x="2046" y="1393"/>
                    </a:lnTo>
                    <a:lnTo>
                      <a:pt x="2252" y="1339"/>
                    </a:lnTo>
                    <a:lnTo>
                      <a:pt x="2458" y="1285"/>
                    </a:lnTo>
                    <a:lnTo>
                      <a:pt x="2551" y="1263"/>
                    </a:lnTo>
                    <a:lnTo>
                      <a:pt x="2643" y="1236"/>
                    </a:lnTo>
                    <a:lnTo>
                      <a:pt x="2730" y="1214"/>
                    </a:lnTo>
                    <a:lnTo>
                      <a:pt x="2806" y="1192"/>
                    </a:lnTo>
                    <a:lnTo>
                      <a:pt x="2876" y="1170"/>
                    </a:lnTo>
                    <a:lnTo>
                      <a:pt x="2931" y="1149"/>
                    </a:lnTo>
                    <a:lnTo>
                      <a:pt x="2974" y="1132"/>
                    </a:lnTo>
                    <a:lnTo>
                      <a:pt x="3007" y="1116"/>
                    </a:lnTo>
                    <a:lnTo>
                      <a:pt x="3007" y="871"/>
                    </a:lnTo>
                    <a:lnTo>
                      <a:pt x="2941" y="860"/>
                    </a:lnTo>
                    <a:lnTo>
                      <a:pt x="2860" y="844"/>
                    </a:lnTo>
                    <a:lnTo>
                      <a:pt x="2773" y="827"/>
                    </a:lnTo>
                    <a:lnTo>
                      <a:pt x="2670" y="806"/>
                    </a:lnTo>
                    <a:lnTo>
                      <a:pt x="2567" y="784"/>
                    </a:lnTo>
                    <a:lnTo>
                      <a:pt x="2458" y="757"/>
                    </a:lnTo>
                    <a:lnTo>
                      <a:pt x="2241" y="702"/>
                    </a:lnTo>
                    <a:lnTo>
                      <a:pt x="2138" y="670"/>
                    </a:lnTo>
                    <a:lnTo>
                      <a:pt x="2046" y="637"/>
                    </a:lnTo>
                    <a:lnTo>
                      <a:pt x="1959" y="604"/>
                    </a:lnTo>
                    <a:lnTo>
                      <a:pt x="1883" y="566"/>
                    </a:lnTo>
                    <a:lnTo>
                      <a:pt x="1824" y="534"/>
                    </a:lnTo>
                    <a:lnTo>
                      <a:pt x="1780" y="495"/>
                    </a:lnTo>
                    <a:lnTo>
                      <a:pt x="1769" y="474"/>
                    </a:lnTo>
                    <a:lnTo>
                      <a:pt x="1758" y="457"/>
                    </a:lnTo>
                    <a:lnTo>
                      <a:pt x="1753" y="436"/>
                    </a:lnTo>
                    <a:lnTo>
                      <a:pt x="1758" y="419"/>
                    </a:lnTo>
                    <a:lnTo>
                      <a:pt x="1780" y="381"/>
                    </a:lnTo>
                    <a:lnTo>
                      <a:pt x="1813" y="343"/>
                    </a:lnTo>
                    <a:lnTo>
                      <a:pt x="1862" y="316"/>
                    </a:lnTo>
                    <a:lnTo>
                      <a:pt x="1921" y="289"/>
                    </a:lnTo>
                    <a:lnTo>
                      <a:pt x="1986" y="267"/>
                    </a:lnTo>
                    <a:lnTo>
                      <a:pt x="2062" y="245"/>
                    </a:lnTo>
                    <a:lnTo>
                      <a:pt x="2149" y="229"/>
                    </a:lnTo>
                    <a:lnTo>
                      <a:pt x="2236" y="213"/>
                    </a:lnTo>
                    <a:lnTo>
                      <a:pt x="2431" y="180"/>
                    </a:lnTo>
                    <a:lnTo>
                      <a:pt x="2627" y="158"/>
                    </a:lnTo>
                    <a:lnTo>
                      <a:pt x="2827" y="125"/>
                    </a:lnTo>
                    <a:lnTo>
                      <a:pt x="2920" y="109"/>
                    </a:lnTo>
                    <a:lnTo>
                      <a:pt x="3007" y="87"/>
                    </a:lnTo>
                    <a:lnTo>
                      <a:pt x="3007" y="0"/>
                    </a:lnTo>
                    <a:lnTo>
                      <a:pt x="2909" y="22"/>
                    </a:lnTo>
                    <a:lnTo>
                      <a:pt x="2795" y="44"/>
                    </a:lnTo>
                    <a:lnTo>
                      <a:pt x="2676" y="66"/>
                    </a:lnTo>
                    <a:lnTo>
                      <a:pt x="2551" y="82"/>
                    </a:lnTo>
                    <a:lnTo>
                      <a:pt x="2285" y="120"/>
                    </a:lnTo>
                    <a:lnTo>
                      <a:pt x="2155" y="136"/>
                    </a:lnTo>
                    <a:lnTo>
                      <a:pt x="2030" y="158"/>
                    </a:lnTo>
                    <a:lnTo>
                      <a:pt x="1905" y="174"/>
                    </a:lnTo>
                    <a:lnTo>
                      <a:pt x="1791" y="202"/>
                    </a:lnTo>
                    <a:lnTo>
                      <a:pt x="1688" y="229"/>
                    </a:lnTo>
                    <a:lnTo>
                      <a:pt x="1601" y="261"/>
                    </a:lnTo>
                    <a:lnTo>
                      <a:pt x="1525" y="300"/>
                    </a:lnTo>
                    <a:lnTo>
                      <a:pt x="1471" y="338"/>
                    </a:lnTo>
                    <a:lnTo>
                      <a:pt x="1455" y="359"/>
                    </a:lnTo>
                    <a:lnTo>
                      <a:pt x="1438" y="387"/>
                    </a:lnTo>
                    <a:lnTo>
                      <a:pt x="1427" y="414"/>
                    </a:lnTo>
                    <a:lnTo>
                      <a:pt x="1427" y="441"/>
                    </a:lnTo>
                    <a:close/>
                  </a:path>
                </a:pathLst>
              </a:custGeom>
              <a:solidFill>
                <a:schemeClr val="bg1"/>
              </a:solidFill>
              <a:ln>
                <a:noFill/>
              </a:ln>
              <a:extLst>
                <a:ext uri="{91240B29-F687-4F45-9708-019B960494DF}">
                  <a14:hiddenLine xmlns:a14="http://schemas.microsoft.com/office/drawing/2010/main" w="9525">
                    <a:solidFill>
                      <a:srgbClr val="000000"/>
                    </a:solidFill>
                    <a:round/>
                  </a14:hiddenLine>
                </a:ext>
              </a:extLst>
            </p:spPr>
            <p:txBody>
              <a:bodyPr/>
              <a:lstStyle/>
              <a:p>
                <a:endParaRPr lang="en-GB"/>
              </a:p>
            </p:txBody>
          </p:sp>
          <p:sp>
            <p:nvSpPr>
              <p:cNvPr id="12" name="Freeform 24"/>
              <p:cNvSpPr/>
              <p:nvPr/>
            </p:nvSpPr>
            <p:spPr bwMode="hidden">
              <a:xfrm>
                <a:off x="4501" y="2317"/>
                <a:ext cx="1248" cy="539"/>
              </a:xfrm>
              <a:custGeom>
                <a:avLst/>
                <a:gdLst/>
                <a:ahLst/>
                <a:cxnLst>
                  <a:cxn ang="0">
                    <a:pos x="0" y="332"/>
                  </a:cxn>
                  <a:cxn ang="0">
                    <a:pos x="0" y="360"/>
                  </a:cxn>
                  <a:cxn ang="0">
                    <a:pos x="5" y="387"/>
                  </a:cxn>
                  <a:cxn ang="0">
                    <a:pos x="27" y="414"/>
                  </a:cxn>
                  <a:cxn ang="0">
                    <a:pos x="54" y="436"/>
                  </a:cxn>
                  <a:cxn ang="0">
                    <a:pos x="92" y="463"/>
                  </a:cxn>
                  <a:cxn ang="0">
                    <a:pos x="141" y="490"/>
                  </a:cxn>
                  <a:cxn ang="0">
                    <a:pos x="195" y="512"/>
                  </a:cxn>
                  <a:cxn ang="0">
                    <a:pos x="255" y="539"/>
                  </a:cxn>
                  <a:cxn ang="0">
                    <a:pos x="212" y="517"/>
                  </a:cxn>
                  <a:cxn ang="0">
                    <a:pos x="179" y="490"/>
                  </a:cxn>
                  <a:cxn ang="0">
                    <a:pos x="157" y="468"/>
                  </a:cxn>
                  <a:cxn ang="0">
                    <a:pos x="141" y="447"/>
                  </a:cxn>
                  <a:cxn ang="0">
                    <a:pos x="136" y="425"/>
                  </a:cxn>
                  <a:cxn ang="0">
                    <a:pos x="136" y="403"/>
                  </a:cxn>
                  <a:cxn ang="0">
                    <a:pos x="141" y="381"/>
                  </a:cxn>
                  <a:cxn ang="0">
                    <a:pos x="157" y="365"/>
                  </a:cxn>
                  <a:cxn ang="0">
                    <a:pos x="179" y="343"/>
                  </a:cxn>
                  <a:cxn ang="0">
                    <a:pos x="201" y="327"/>
                  </a:cxn>
                  <a:cxn ang="0">
                    <a:pos x="266" y="294"/>
                  </a:cxn>
                  <a:cxn ang="0">
                    <a:pos x="353" y="262"/>
                  </a:cxn>
                  <a:cxn ang="0">
                    <a:pos x="445" y="234"/>
                  </a:cxn>
                  <a:cxn ang="0">
                    <a:pos x="554" y="213"/>
                  </a:cxn>
                  <a:cxn ang="0">
                    <a:pos x="662" y="191"/>
                  </a:cxn>
                  <a:cxn ang="0">
                    <a:pos x="890" y="153"/>
                  </a:cxn>
                  <a:cxn ang="0">
                    <a:pos x="993" y="136"/>
                  </a:cxn>
                  <a:cxn ang="0">
                    <a:pos x="1091" y="120"/>
                  </a:cxn>
                  <a:cxn ang="0">
                    <a:pos x="1178" y="115"/>
                  </a:cxn>
                  <a:cxn ang="0">
                    <a:pos x="1248" y="104"/>
                  </a:cxn>
                  <a:cxn ang="0">
                    <a:pos x="1248" y="0"/>
                  </a:cxn>
                  <a:cxn ang="0">
                    <a:pos x="1161" y="22"/>
                  </a:cxn>
                  <a:cxn ang="0">
                    <a:pos x="1069" y="38"/>
                  </a:cxn>
                  <a:cxn ang="0">
                    <a:pos x="874" y="71"/>
                  </a:cxn>
                  <a:cxn ang="0">
                    <a:pos x="673" y="93"/>
                  </a:cxn>
                  <a:cxn ang="0">
                    <a:pos x="483" y="126"/>
                  </a:cxn>
                  <a:cxn ang="0">
                    <a:pos x="391" y="142"/>
                  </a:cxn>
                  <a:cxn ang="0">
                    <a:pos x="309" y="158"/>
                  </a:cxn>
                  <a:cxn ang="0">
                    <a:pos x="228" y="180"/>
                  </a:cxn>
                  <a:cxn ang="0">
                    <a:pos x="163" y="202"/>
                  </a:cxn>
                  <a:cxn ang="0">
                    <a:pos x="103" y="229"/>
                  </a:cxn>
                  <a:cxn ang="0">
                    <a:pos x="54" y="256"/>
                  </a:cxn>
                  <a:cxn ang="0">
                    <a:pos x="22" y="294"/>
                  </a:cxn>
                  <a:cxn ang="0">
                    <a:pos x="0" y="332"/>
                  </a:cxn>
                  <a:cxn ang="0">
                    <a:pos x="0" y="332"/>
                  </a:cxn>
                </a:cxnLst>
                <a:rect l="0" t="0" r="r" b="b"/>
                <a:pathLst>
                  <a:path w="1248" h="539">
                    <a:moveTo>
                      <a:pt x="0" y="332"/>
                    </a:moveTo>
                    <a:lnTo>
                      <a:pt x="0" y="360"/>
                    </a:lnTo>
                    <a:lnTo>
                      <a:pt x="5" y="387"/>
                    </a:lnTo>
                    <a:lnTo>
                      <a:pt x="27" y="414"/>
                    </a:lnTo>
                    <a:lnTo>
                      <a:pt x="54" y="436"/>
                    </a:lnTo>
                    <a:lnTo>
                      <a:pt x="92" y="463"/>
                    </a:lnTo>
                    <a:lnTo>
                      <a:pt x="141" y="490"/>
                    </a:lnTo>
                    <a:lnTo>
                      <a:pt x="195" y="512"/>
                    </a:lnTo>
                    <a:lnTo>
                      <a:pt x="255" y="539"/>
                    </a:lnTo>
                    <a:lnTo>
                      <a:pt x="212" y="517"/>
                    </a:lnTo>
                    <a:lnTo>
                      <a:pt x="179" y="490"/>
                    </a:lnTo>
                    <a:lnTo>
                      <a:pt x="157" y="468"/>
                    </a:lnTo>
                    <a:lnTo>
                      <a:pt x="141" y="447"/>
                    </a:lnTo>
                    <a:lnTo>
                      <a:pt x="136" y="425"/>
                    </a:lnTo>
                    <a:lnTo>
                      <a:pt x="136" y="403"/>
                    </a:lnTo>
                    <a:lnTo>
                      <a:pt x="141" y="381"/>
                    </a:lnTo>
                    <a:lnTo>
                      <a:pt x="157" y="365"/>
                    </a:lnTo>
                    <a:lnTo>
                      <a:pt x="179" y="343"/>
                    </a:lnTo>
                    <a:lnTo>
                      <a:pt x="201" y="327"/>
                    </a:lnTo>
                    <a:lnTo>
                      <a:pt x="266" y="294"/>
                    </a:lnTo>
                    <a:lnTo>
                      <a:pt x="353" y="262"/>
                    </a:lnTo>
                    <a:lnTo>
                      <a:pt x="445" y="234"/>
                    </a:lnTo>
                    <a:lnTo>
                      <a:pt x="554" y="213"/>
                    </a:lnTo>
                    <a:lnTo>
                      <a:pt x="662" y="191"/>
                    </a:lnTo>
                    <a:lnTo>
                      <a:pt x="890" y="153"/>
                    </a:lnTo>
                    <a:lnTo>
                      <a:pt x="993" y="136"/>
                    </a:lnTo>
                    <a:lnTo>
                      <a:pt x="1091" y="120"/>
                    </a:lnTo>
                    <a:lnTo>
                      <a:pt x="1178" y="115"/>
                    </a:lnTo>
                    <a:lnTo>
                      <a:pt x="1248" y="104"/>
                    </a:lnTo>
                    <a:lnTo>
                      <a:pt x="1248" y="0"/>
                    </a:lnTo>
                    <a:lnTo>
                      <a:pt x="1161" y="22"/>
                    </a:lnTo>
                    <a:lnTo>
                      <a:pt x="1069" y="38"/>
                    </a:lnTo>
                    <a:lnTo>
                      <a:pt x="874" y="71"/>
                    </a:lnTo>
                    <a:lnTo>
                      <a:pt x="673" y="93"/>
                    </a:lnTo>
                    <a:lnTo>
                      <a:pt x="483" y="126"/>
                    </a:lnTo>
                    <a:lnTo>
                      <a:pt x="391" y="142"/>
                    </a:lnTo>
                    <a:lnTo>
                      <a:pt x="309" y="158"/>
                    </a:lnTo>
                    <a:lnTo>
                      <a:pt x="228" y="180"/>
                    </a:lnTo>
                    <a:lnTo>
                      <a:pt x="163" y="202"/>
                    </a:lnTo>
                    <a:lnTo>
                      <a:pt x="103" y="229"/>
                    </a:lnTo>
                    <a:lnTo>
                      <a:pt x="54" y="256"/>
                    </a:lnTo>
                    <a:lnTo>
                      <a:pt x="22" y="294"/>
                    </a:lnTo>
                    <a:lnTo>
                      <a:pt x="0" y="332"/>
                    </a:lnTo>
                    <a:lnTo>
                      <a:pt x="0" y="332"/>
                    </a:lnTo>
                    <a:close/>
                  </a:path>
                </a:pathLst>
              </a:custGeom>
              <a:gradFill rotWithShape="0">
                <a:gsLst>
                  <a:gs pos="0">
                    <a:schemeClr val="bg1">
                      <a:gamma/>
                      <a:shade val="87843"/>
                      <a:invGamma/>
                    </a:schemeClr>
                  </a:gs>
                  <a:gs pos="100000">
                    <a:schemeClr val="bg1"/>
                  </a:gs>
                </a:gsLst>
                <a:lin ang="2700000" scaled="1"/>
              </a:gradFill>
              <a:ln w="9525">
                <a:noFill/>
                <a:round/>
              </a:ln>
            </p:spPr>
            <p:txBody>
              <a:bodyPr/>
              <a:lstStyle/>
              <a:p>
                <a:pPr>
                  <a:defRPr/>
                </a:pPr>
                <a:endParaRPr lang="en-US">
                  <a:latin typeface="Garamond" panose="02020404030301010803" pitchFamily="18" charset="0"/>
                  <a:ea typeface="+mn-ea"/>
                </a:endParaRPr>
              </a:p>
            </p:txBody>
          </p:sp>
        </p:grpSp>
        <p:sp>
          <p:nvSpPr>
            <p:cNvPr id="6" name="Freeform 25"/>
            <p:cNvSpPr/>
            <p:nvPr/>
          </p:nvSpPr>
          <p:spPr bwMode="hidden">
            <a:xfrm>
              <a:off x="3322" y="1341"/>
              <a:ext cx="1825" cy="1537"/>
            </a:xfrm>
            <a:custGeom>
              <a:avLst/>
              <a:gdLst/>
              <a:ahLst/>
              <a:cxnLst>
                <a:cxn ang="0">
                  <a:pos x="982" y="1061"/>
                </a:cxn>
                <a:cxn ang="0">
                  <a:pos x="1357" y="1012"/>
                </a:cxn>
                <a:cxn ang="0">
                  <a:pos x="1666" y="957"/>
                </a:cxn>
                <a:cxn ang="0">
                  <a:pos x="1916" y="897"/>
                </a:cxn>
                <a:cxn ang="0">
                  <a:pos x="2100" y="832"/>
                </a:cxn>
                <a:cxn ang="0">
                  <a:pos x="2220" y="756"/>
                </a:cxn>
                <a:cxn ang="0">
                  <a:pos x="2285" y="669"/>
                </a:cxn>
                <a:cxn ang="0">
                  <a:pos x="2290" y="560"/>
                </a:cxn>
                <a:cxn ang="0">
                  <a:pos x="2241" y="457"/>
                </a:cxn>
                <a:cxn ang="0">
                  <a:pos x="2144" y="364"/>
                </a:cxn>
                <a:cxn ang="0">
                  <a:pos x="2008" y="277"/>
                </a:cxn>
                <a:cxn ang="0">
                  <a:pos x="1769" y="157"/>
                </a:cxn>
                <a:cxn ang="0">
                  <a:pos x="1612" y="92"/>
                </a:cxn>
                <a:cxn ang="0">
                  <a:pos x="1476" y="43"/>
                </a:cxn>
                <a:cxn ang="0">
                  <a:pos x="1384" y="10"/>
                </a:cxn>
                <a:cxn ang="0">
                  <a:pos x="1346" y="0"/>
                </a:cxn>
                <a:cxn ang="0">
                  <a:pos x="1655" y="119"/>
                </a:cxn>
                <a:cxn ang="0">
                  <a:pos x="1948" y="255"/>
                </a:cxn>
                <a:cxn ang="0">
                  <a:pos x="2068" y="326"/>
                </a:cxn>
                <a:cxn ang="0">
                  <a:pos x="2171" y="402"/>
                </a:cxn>
                <a:cxn ang="0">
                  <a:pos x="2236" y="478"/>
                </a:cxn>
                <a:cxn ang="0">
                  <a:pos x="2263" y="560"/>
                </a:cxn>
                <a:cxn ang="0">
                  <a:pos x="2241" y="636"/>
                </a:cxn>
                <a:cxn ang="0">
                  <a:pos x="2171" y="702"/>
                </a:cxn>
                <a:cxn ang="0">
                  <a:pos x="2062" y="756"/>
                </a:cxn>
                <a:cxn ang="0">
                  <a:pos x="1921" y="800"/>
                </a:cxn>
                <a:cxn ang="0">
                  <a:pos x="1748" y="843"/>
                </a:cxn>
                <a:cxn ang="0">
                  <a:pos x="1351" y="908"/>
                </a:cxn>
                <a:cxn ang="0">
                  <a:pos x="923" y="968"/>
                </a:cxn>
                <a:cxn ang="0">
                  <a:pos x="521" y="1028"/>
                </a:cxn>
                <a:cxn ang="0">
                  <a:pos x="353" y="1066"/>
                </a:cxn>
                <a:cxn ang="0">
                  <a:pos x="206" y="1104"/>
                </a:cxn>
                <a:cxn ang="0">
                  <a:pos x="92" y="1148"/>
                </a:cxn>
                <a:cxn ang="0">
                  <a:pos x="22" y="1202"/>
                </a:cxn>
                <a:cxn ang="0">
                  <a:pos x="0" y="1262"/>
                </a:cxn>
                <a:cxn ang="0">
                  <a:pos x="27" y="1327"/>
                </a:cxn>
                <a:cxn ang="0">
                  <a:pos x="98" y="1382"/>
                </a:cxn>
                <a:cxn ang="0">
                  <a:pos x="196" y="1425"/>
                </a:cxn>
                <a:cxn ang="0">
                  <a:pos x="326" y="1469"/>
                </a:cxn>
                <a:cxn ang="0">
                  <a:pos x="217" y="1414"/>
                </a:cxn>
                <a:cxn ang="0">
                  <a:pos x="147" y="1360"/>
                </a:cxn>
                <a:cxn ang="0">
                  <a:pos x="120" y="1306"/>
                </a:cxn>
                <a:cxn ang="0">
                  <a:pos x="141" y="1257"/>
                </a:cxn>
                <a:cxn ang="0">
                  <a:pos x="212" y="1208"/>
                </a:cxn>
                <a:cxn ang="0">
                  <a:pos x="342" y="1164"/>
                </a:cxn>
                <a:cxn ang="0">
                  <a:pos x="527" y="1121"/>
                </a:cxn>
                <a:cxn ang="0">
                  <a:pos x="771" y="1088"/>
                </a:cxn>
              </a:cxnLst>
              <a:rect l="0" t="0" r="r" b="b"/>
              <a:pathLst>
                <a:path w="2296" h="1469">
                  <a:moveTo>
                    <a:pt x="771" y="1088"/>
                  </a:moveTo>
                  <a:lnTo>
                    <a:pt x="982" y="1061"/>
                  </a:lnTo>
                  <a:lnTo>
                    <a:pt x="1178" y="1034"/>
                  </a:lnTo>
                  <a:lnTo>
                    <a:pt x="1357" y="1012"/>
                  </a:lnTo>
                  <a:lnTo>
                    <a:pt x="1520" y="985"/>
                  </a:lnTo>
                  <a:lnTo>
                    <a:pt x="1666" y="957"/>
                  </a:lnTo>
                  <a:lnTo>
                    <a:pt x="1796" y="930"/>
                  </a:lnTo>
                  <a:lnTo>
                    <a:pt x="1916" y="897"/>
                  </a:lnTo>
                  <a:lnTo>
                    <a:pt x="2013" y="870"/>
                  </a:lnTo>
                  <a:lnTo>
                    <a:pt x="2100" y="832"/>
                  </a:lnTo>
                  <a:lnTo>
                    <a:pt x="2171" y="800"/>
                  </a:lnTo>
                  <a:lnTo>
                    <a:pt x="2220" y="756"/>
                  </a:lnTo>
                  <a:lnTo>
                    <a:pt x="2263" y="712"/>
                  </a:lnTo>
                  <a:lnTo>
                    <a:pt x="2285" y="669"/>
                  </a:lnTo>
                  <a:lnTo>
                    <a:pt x="2296" y="614"/>
                  </a:lnTo>
                  <a:lnTo>
                    <a:pt x="2290" y="560"/>
                  </a:lnTo>
                  <a:lnTo>
                    <a:pt x="2269" y="500"/>
                  </a:lnTo>
                  <a:lnTo>
                    <a:pt x="2241" y="457"/>
                  </a:lnTo>
                  <a:lnTo>
                    <a:pt x="2198" y="408"/>
                  </a:lnTo>
                  <a:lnTo>
                    <a:pt x="2144" y="364"/>
                  </a:lnTo>
                  <a:lnTo>
                    <a:pt x="2079" y="321"/>
                  </a:lnTo>
                  <a:lnTo>
                    <a:pt x="2008" y="277"/>
                  </a:lnTo>
                  <a:lnTo>
                    <a:pt x="1927" y="234"/>
                  </a:lnTo>
                  <a:lnTo>
                    <a:pt x="1769" y="157"/>
                  </a:lnTo>
                  <a:lnTo>
                    <a:pt x="1688" y="125"/>
                  </a:lnTo>
                  <a:lnTo>
                    <a:pt x="1612" y="92"/>
                  </a:lnTo>
                  <a:lnTo>
                    <a:pt x="1536" y="65"/>
                  </a:lnTo>
                  <a:lnTo>
                    <a:pt x="1476" y="43"/>
                  </a:lnTo>
                  <a:lnTo>
                    <a:pt x="1422" y="27"/>
                  </a:lnTo>
                  <a:lnTo>
                    <a:pt x="1384" y="10"/>
                  </a:lnTo>
                  <a:lnTo>
                    <a:pt x="1357" y="5"/>
                  </a:lnTo>
                  <a:lnTo>
                    <a:pt x="1346" y="0"/>
                  </a:lnTo>
                  <a:lnTo>
                    <a:pt x="1498" y="54"/>
                  </a:lnTo>
                  <a:lnTo>
                    <a:pt x="1655" y="119"/>
                  </a:lnTo>
                  <a:lnTo>
                    <a:pt x="1807" y="185"/>
                  </a:lnTo>
                  <a:lnTo>
                    <a:pt x="1948" y="255"/>
                  </a:lnTo>
                  <a:lnTo>
                    <a:pt x="2013" y="288"/>
                  </a:lnTo>
                  <a:lnTo>
                    <a:pt x="2068" y="326"/>
                  </a:lnTo>
                  <a:lnTo>
                    <a:pt x="2122" y="364"/>
                  </a:lnTo>
                  <a:lnTo>
                    <a:pt x="2171" y="402"/>
                  </a:lnTo>
                  <a:lnTo>
                    <a:pt x="2209" y="440"/>
                  </a:lnTo>
                  <a:lnTo>
                    <a:pt x="2236" y="478"/>
                  </a:lnTo>
                  <a:lnTo>
                    <a:pt x="2252" y="522"/>
                  </a:lnTo>
                  <a:lnTo>
                    <a:pt x="2263" y="560"/>
                  </a:lnTo>
                  <a:lnTo>
                    <a:pt x="2258" y="598"/>
                  </a:lnTo>
                  <a:lnTo>
                    <a:pt x="2241" y="636"/>
                  </a:lnTo>
                  <a:lnTo>
                    <a:pt x="2214" y="669"/>
                  </a:lnTo>
                  <a:lnTo>
                    <a:pt x="2171" y="702"/>
                  </a:lnTo>
                  <a:lnTo>
                    <a:pt x="2122" y="729"/>
                  </a:lnTo>
                  <a:lnTo>
                    <a:pt x="2062" y="756"/>
                  </a:lnTo>
                  <a:lnTo>
                    <a:pt x="1997" y="778"/>
                  </a:lnTo>
                  <a:lnTo>
                    <a:pt x="1921" y="800"/>
                  </a:lnTo>
                  <a:lnTo>
                    <a:pt x="1834" y="821"/>
                  </a:lnTo>
                  <a:lnTo>
                    <a:pt x="1748" y="843"/>
                  </a:lnTo>
                  <a:lnTo>
                    <a:pt x="1552" y="876"/>
                  </a:lnTo>
                  <a:lnTo>
                    <a:pt x="1351" y="908"/>
                  </a:lnTo>
                  <a:lnTo>
                    <a:pt x="1134" y="941"/>
                  </a:lnTo>
                  <a:lnTo>
                    <a:pt x="923" y="968"/>
                  </a:lnTo>
                  <a:lnTo>
                    <a:pt x="716" y="995"/>
                  </a:lnTo>
                  <a:lnTo>
                    <a:pt x="521" y="1028"/>
                  </a:lnTo>
                  <a:lnTo>
                    <a:pt x="434" y="1044"/>
                  </a:lnTo>
                  <a:lnTo>
                    <a:pt x="353" y="1066"/>
                  </a:lnTo>
                  <a:lnTo>
                    <a:pt x="277" y="1082"/>
                  </a:lnTo>
                  <a:lnTo>
                    <a:pt x="206" y="1104"/>
                  </a:lnTo>
                  <a:lnTo>
                    <a:pt x="147" y="1126"/>
                  </a:lnTo>
                  <a:lnTo>
                    <a:pt x="92" y="1148"/>
                  </a:lnTo>
                  <a:lnTo>
                    <a:pt x="54" y="1175"/>
                  </a:lnTo>
                  <a:lnTo>
                    <a:pt x="22" y="1202"/>
                  </a:lnTo>
                  <a:lnTo>
                    <a:pt x="6" y="1229"/>
                  </a:lnTo>
                  <a:lnTo>
                    <a:pt x="0" y="1262"/>
                  </a:lnTo>
                  <a:lnTo>
                    <a:pt x="11" y="1295"/>
                  </a:lnTo>
                  <a:lnTo>
                    <a:pt x="27" y="1327"/>
                  </a:lnTo>
                  <a:lnTo>
                    <a:pt x="54" y="1355"/>
                  </a:lnTo>
                  <a:lnTo>
                    <a:pt x="98" y="1382"/>
                  </a:lnTo>
                  <a:lnTo>
                    <a:pt x="141" y="1404"/>
                  </a:lnTo>
                  <a:lnTo>
                    <a:pt x="196" y="1425"/>
                  </a:lnTo>
                  <a:lnTo>
                    <a:pt x="261" y="1447"/>
                  </a:lnTo>
                  <a:lnTo>
                    <a:pt x="326" y="1469"/>
                  </a:lnTo>
                  <a:lnTo>
                    <a:pt x="266" y="1442"/>
                  </a:lnTo>
                  <a:lnTo>
                    <a:pt x="217" y="1414"/>
                  </a:lnTo>
                  <a:lnTo>
                    <a:pt x="174" y="1387"/>
                  </a:lnTo>
                  <a:lnTo>
                    <a:pt x="147" y="1360"/>
                  </a:lnTo>
                  <a:lnTo>
                    <a:pt x="125" y="1333"/>
                  </a:lnTo>
                  <a:lnTo>
                    <a:pt x="120" y="1306"/>
                  </a:lnTo>
                  <a:lnTo>
                    <a:pt x="125" y="1278"/>
                  </a:lnTo>
                  <a:lnTo>
                    <a:pt x="141" y="1257"/>
                  </a:lnTo>
                  <a:lnTo>
                    <a:pt x="174" y="1229"/>
                  </a:lnTo>
                  <a:lnTo>
                    <a:pt x="212" y="1208"/>
                  </a:lnTo>
                  <a:lnTo>
                    <a:pt x="272" y="1186"/>
                  </a:lnTo>
                  <a:lnTo>
                    <a:pt x="342" y="1164"/>
                  </a:lnTo>
                  <a:lnTo>
                    <a:pt x="423" y="1142"/>
                  </a:lnTo>
                  <a:lnTo>
                    <a:pt x="527" y="1121"/>
                  </a:lnTo>
                  <a:lnTo>
                    <a:pt x="641" y="1104"/>
                  </a:lnTo>
                  <a:lnTo>
                    <a:pt x="771" y="1088"/>
                  </a:lnTo>
                  <a:lnTo>
                    <a:pt x="771" y="1088"/>
                  </a:lnTo>
                  <a:close/>
                </a:path>
              </a:pathLst>
            </a:custGeom>
            <a:gradFill rotWithShape="0">
              <a:gsLst>
                <a:gs pos="0">
                  <a:schemeClr val="bg1">
                    <a:gamma/>
                    <a:shade val="84706"/>
                    <a:invGamma/>
                  </a:schemeClr>
                </a:gs>
                <a:gs pos="100000">
                  <a:schemeClr val="bg1"/>
                </a:gs>
              </a:gsLst>
              <a:lin ang="2700000" scaled="1"/>
            </a:gradFill>
            <a:ln w="9525">
              <a:noFill/>
              <a:round/>
            </a:ln>
          </p:spPr>
          <p:txBody>
            <a:bodyPr/>
            <a:lstStyle/>
            <a:p>
              <a:pPr>
                <a:defRPr/>
              </a:pPr>
              <a:endParaRPr lang="en-US">
                <a:latin typeface="Garamond" panose="02020404030301010803" pitchFamily="18" charset="0"/>
                <a:ea typeface="+mn-ea"/>
              </a:endParaRPr>
            </a:p>
          </p:txBody>
        </p:sp>
        <p:sp>
          <p:nvSpPr>
            <p:cNvPr id="7" name="Freeform 26"/>
            <p:cNvSpPr/>
            <p:nvPr/>
          </p:nvSpPr>
          <p:spPr bwMode="hidden">
            <a:xfrm>
              <a:off x="0" y="0"/>
              <a:ext cx="5758" cy="1776"/>
            </a:xfrm>
            <a:custGeom>
              <a:avLst/>
              <a:gdLst>
                <a:gd name="T0" fmla="*/ 0 w 5740"/>
                <a:gd name="T1" fmla="*/ 0 h 1906"/>
                <a:gd name="T2" fmla="*/ 0 w 5740"/>
                <a:gd name="T3" fmla="*/ 1906 h 1906"/>
                <a:gd name="T4" fmla="*/ 5740 w 5740"/>
                <a:gd name="T5" fmla="*/ 1906 h 1906"/>
                <a:gd name="T6" fmla="*/ 5740 w 5740"/>
                <a:gd name="T7" fmla="*/ 0 h 1906"/>
                <a:gd name="T8" fmla="*/ 0 w 5740"/>
                <a:gd name="T9" fmla="*/ 0 h 1906"/>
                <a:gd name="T10" fmla="*/ 0 w 5740"/>
                <a:gd name="T11" fmla="*/ 0 h 190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740" h="1906">
                  <a:moveTo>
                    <a:pt x="0" y="0"/>
                  </a:moveTo>
                  <a:lnTo>
                    <a:pt x="0" y="1906"/>
                  </a:lnTo>
                  <a:lnTo>
                    <a:pt x="5740" y="1906"/>
                  </a:lnTo>
                  <a:lnTo>
                    <a:pt x="5740" y="0"/>
                  </a:lnTo>
                  <a:lnTo>
                    <a:pt x="0" y="0"/>
                  </a:lnTo>
                  <a:close/>
                </a:path>
              </a:pathLst>
            </a:custGeom>
            <a:gradFill rotWithShape="0">
              <a:gsLst>
                <a:gs pos="0">
                  <a:schemeClr val="bg2"/>
                </a:gs>
                <a:gs pos="100000">
                  <a:schemeClr val="bg1"/>
                </a:gs>
              </a:gsLst>
              <a:lin ang="5400000" scaled="1"/>
            </a:gradFill>
            <a:ln>
              <a:noFill/>
            </a:ln>
            <a:extLst>
              <a:ext uri="{91240B29-F687-4F45-9708-019B960494DF}">
                <a14:hiddenLine xmlns:a14="http://schemas.microsoft.com/office/drawing/2010/main" w="9525">
                  <a:solidFill>
                    <a:srgbClr val="000000"/>
                  </a:solidFill>
                  <a:round/>
                </a14:hiddenLine>
              </a:ext>
            </a:extLst>
          </p:spPr>
          <p:txBody>
            <a:bodyPr/>
            <a:lstStyle/>
            <a:p>
              <a:endParaRPr lang="en-GB"/>
            </a:p>
          </p:txBody>
        </p:sp>
      </p:grpSp>
      <p:sp>
        <p:nvSpPr>
          <p:cNvPr id="415755" name="Rectangle 11"/>
          <p:cNvSpPr>
            <a:spLocks noGrp="1" noChangeArrowheads="1"/>
          </p:cNvSpPr>
          <p:nvPr>
            <p:ph type="ctrTitle" sz="quarter"/>
          </p:nvPr>
        </p:nvSpPr>
        <p:spPr>
          <a:xfrm>
            <a:off x="685800" y="1736725"/>
            <a:ext cx="7772400" cy="1920875"/>
          </a:xfrm>
        </p:spPr>
        <p:txBody>
          <a:bodyPr/>
          <a:lstStyle>
            <a:lvl1pPr>
              <a:defRPr sz="6000"/>
            </a:lvl1pPr>
          </a:lstStyle>
          <a:p>
            <a:r>
              <a:rPr lang="en-US"/>
              <a:t>Click to edit Master title style</a:t>
            </a:r>
            <a:endParaRPr lang="en-US"/>
          </a:p>
        </p:txBody>
      </p:sp>
      <p:sp>
        <p:nvSpPr>
          <p:cNvPr id="415756" name="Rectangle 12"/>
          <p:cNvSpPr>
            <a:spLocks noGrp="1" noChangeArrowheads="1"/>
          </p:cNvSpPr>
          <p:nvPr>
            <p:ph type="subTitle" sz="quarter" idx="1"/>
          </p:nvPr>
        </p:nvSpPr>
        <p:spPr>
          <a:xfrm>
            <a:off x="1371600" y="3886200"/>
            <a:ext cx="6400800" cy="1752600"/>
          </a:xfrm>
        </p:spPr>
        <p:txBody>
          <a:bodyPr/>
          <a:lstStyle>
            <a:lvl1pPr marL="0" indent="0" algn="ctr">
              <a:buFont typeface="Wingdings" panose="05000000000000000000" pitchFamily="2" charset="2"/>
              <a:buNone/>
              <a:defRPr/>
            </a:lvl1pPr>
          </a:lstStyle>
          <a:p>
            <a:r>
              <a:rPr lang="en-US"/>
              <a:t>Click to edit Master subtitle style</a:t>
            </a:r>
            <a:endParaRPr lang="en-US"/>
          </a:p>
        </p:txBody>
      </p:sp>
      <p:sp>
        <p:nvSpPr>
          <p:cNvPr id="13" name="Rectangle 13"/>
          <p:cNvSpPr>
            <a:spLocks noGrp="1" noChangeArrowheads="1"/>
          </p:cNvSpPr>
          <p:nvPr>
            <p:ph type="dt" sz="quarter" idx="10"/>
          </p:nvPr>
        </p:nvSpPr>
        <p:spPr>
          <a:xfrm>
            <a:off x="457200" y="6248400"/>
            <a:ext cx="2133600" cy="476250"/>
          </a:xfrm>
        </p:spPr>
        <p:txBody>
          <a:bodyPr/>
          <a:lstStyle>
            <a:lvl1pPr>
              <a:defRPr/>
            </a:lvl1pPr>
          </a:lstStyle>
          <a:p>
            <a:pPr>
              <a:defRPr/>
            </a:pPr>
            <a:endParaRPr lang="en-US"/>
          </a:p>
        </p:txBody>
      </p:sp>
      <p:sp>
        <p:nvSpPr>
          <p:cNvPr id="14" name="Rectangle 14"/>
          <p:cNvSpPr>
            <a:spLocks noGrp="1" noChangeArrowheads="1"/>
          </p:cNvSpPr>
          <p:nvPr>
            <p:ph type="ftr" sz="quarter" idx="11"/>
          </p:nvPr>
        </p:nvSpPr>
        <p:spPr>
          <a:xfrm>
            <a:off x="3124200" y="6251575"/>
            <a:ext cx="2895600" cy="476250"/>
          </a:xfrm>
        </p:spPr>
        <p:txBody>
          <a:bodyPr/>
          <a:lstStyle>
            <a:lvl1pPr>
              <a:defRPr/>
            </a:lvl1pPr>
          </a:lstStyle>
          <a:p>
            <a:pPr>
              <a:defRPr/>
            </a:pPr>
            <a:endParaRPr lang="en-US"/>
          </a:p>
        </p:txBody>
      </p:sp>
      <p:sp>
        <p:nvSpPr>
          <p:cNvPr id="15" name="Rectangle 15"/>
          <p:cNvSpPr>
            <a:spLocks noGrp="1" noChangeArrowheads="1"/>
          </p:cNvSpPr>
          <p:nvPr>
            <p:ph type="sldNum" sz="quarter" idx="12"/>
          </p:nvPr>
        </p:nvSpPr>
        <p:spPr>
          <a:xfrm>
            <a:off x="6553200" y="6254750"/>
            <a:ext cx="2133600" cy="476250"/>
          </a:xfrm>
        </p:spPr>
        <p:txBody>
          <a:bodyPr/>
          <a:lstStyle>
            <a:lvl1pPr>
              <a:defRPr smtClean="0"/>
            </a:lvl1pPr>
          </a:lstStyle>
          <a:p>
            <a:pPr>
              <a:defRPr/>
            </a:pPr>
            <a:fld id="{00A75E5E-CCF7-492C-9B12-AF7DF830DB7F}" type="slidenum">
              <a:rPr lang="en-US" altLang="en-US"/>
            </a:fld>
            <a:endParaRPr lang="en-US"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idx="1"/>
          </p:nvPr>
        </p:nvSpPr>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Rectangle 13"/>
          <p:cNvSpPr>
            <a:spLocks noGrp="1" noChangeArrowheads="1"/>
          </p:cNvSpPr>
          <p:nvPr>
            <p:ph type="dt" sz="half" idx="10"/>
          </p:nvPr>
        </p:nvSpPr>
        <p:spPr/>
        <p:txBody>
          <a:bodyPr/>
          <a:lstStyle>
            <a:lvl1pPr>
              <a:defRPr/>
            </a:lvl1pPr>
          </a:lstStyle>
          <a:p>
            <a:pPr>
              <a:defRPr/>
            </a:pPr>
            <a:endParaRPr lang="en-US"/>
          </a:p>
        </p:txBody>
      </p:sp>
      <p:sp>
        <p:nvSpPr>
          <p:cNvPr id="5" name="Rectangle 15"/>
          <p:cNvSpPr>
            <a:spLocks noGrp="1" noChangeArrowheads="1"/>
          </p:cNvSpPr>
          <p:nvPr>
            <p:ph type="sldNum" sz="quarter" idx="11"/>
          </p:nvPr>
        </p:nvSpPr>
        <p:spPr/>
        <p:txBody>
          <a:bodyPr/>
          <a:lstStyle>
            <a:lvl1pPr>
              <a:defRPr/>
            </a:lvl1pPr>
          </a:lstStyle>
          <a:p>
            <a:pPr>
              <a:defRPr/>
            </a:pPr>
            <a:fld id="{514924D3-22EA-452D-8239-A75B0944F1D7}" type="slidenum">
              <a:rPr lang="en-US" altLang="en-US"/>
            </a:fld>
            <a:endParaRPr lang="en-US" altLang="en-US"/>
          </a:p>
        </p:txBody>
      </p:sp>
      <p:sp>
        <p:nvSpPr>
          <p:cNvPr id="6" name="Rectangle 14"/>
          <p:cNvSpPr>
            <a:spLocks noGrp="1" noChangeArrowheads="1"/>
          </p:cNvSpPr>
          <p:nvPr>
            <p:ph type="ftr" sz="quarter" idx="12"/>
          </p:nvPr>
        </p:nvSpPr>
        <p:spPr/>
        <p:txBody>
          <a:bodyPr/>
          <a:lstStyle>
            <a:lvl1pPr>
              <a:defRPr/>
            </a:lvl1pPr>
          </a:lstStyle>
          <a:p>
            <a:pPr>
              <a:defRPr/>
            </a:pPr>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endParaRPr lang="en-US"/>
          </a:p>
        </p:txBody>
      </p:sp>
      <p:sp>
        <p:nvSpPr>
          <p:cNvPr id="4" name="Rectangle 13"/>
          <p:cNvSpPr>
            <a:spLocks noGrp="1" noChangeArrowheads="1"/>
          </p:cNvSpPr>
          <p:nvPr>
            <p:ph type="dt" sz="half" idx="10"/>
          </p:nvPr>
        </p:nvSpPr>
        <p:spPr/>
        <p:txBody>
          <a:bodyPr/>
          <a:lstStyle>
            <a:lvl1pPr>
              <a:defRPr/>
            </a:lvl1pPr>
          </a:lstStyle>
          <a:p>
            <a:pPr>
              <a:defRPr/>
            </a:pPr>
            <a:endParaRPr lang="en-US"/>
          </a:p>
        </p:txBody>
      </p:sp>
      <p:sp>
        <p:nvSpPr>
          <p:cNvPr id="5" name="Rectangle 15"/>
          <p:cNvSpPr>
            <a:spLocks noGrp="1" noChangeArrowheads="1"/>
          </p:cNvSpPr>
          <p:nvPr>
            <p:ph type="sldNum" sz="quarter" idx="11"/>
          </p:nvPr>
        </p:nvSpPr>
        <p:spPr/>
        <p:txBody>
          <a:bodyPr/>
          <a:lstStyle>
            <a:lvl1pPr>
              <a:defRPr/>
            </a:lvl1pPr>
          </a:lstStyle>
          <a:p>
            <a:pPr>
              <a:defRPr/>
            </a:pPr>
            <a:fld id="{A6E5D9DC-7C4F-42F1-AB73-8A755B99BE60}" type="slidenum">
              <a:rPr lang="en-US" altLang="en-US"/>
            </a:fld>
            <a:endParaRPr lang="en-US" altLang="en-US"/>
          </a:p>
        </p:txBody>
      </p:sp>
      <p:sp>
        <p:nvSpPr>
          <p:cNvPr id="6" name="Rectangle 14"/>
          <p:cNvSpPr>
            <a:spLocks noGrp="1" noChangeArrowheads="1"/>
          </p:cNvSpPr>
          <p:nvPr>
            <p:ph type="ftr" sz="quarter" idx="12"/>
          </p:nvPr>
        </p:nvSpPr>
        <p:spPr/>
        <p:txBody>
          <a:bodyPr/>
          <a:lstStyle>
            <a:lvl1pPr>
              <a:defRPr/>
            </a:lvl1pPr>
          </a:lstStyle>
          <a:p>
            <a:pPr>
              <a:defRPr/>
            </a:pPr>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Rectangle 13"/>
          <p:cNvSpPr>
            <a:spLocks noGrp="1" noChangeArrowheads="1"/>
          </p:cNvSpPr>
          <p:nvPr>
            <p:ph type="dt" sz="half" idx="10"/>
          </p:nvPr>
        </p:nvSpPr>
        <p:spPr/>
        <p:txBody>
          <a:bodyPr/>
          <a:lstStyle>
            <a:lvl1pPr>
              <a:defRPr/>
            </a:lvl1pPr>
          </a:lstStyle>
          <a:p>
            <a:pPr>
              <a:defRPr/>
            </a:pPr>
            <a:endParaRPr lang="en-US"/>
          </a:p>
        </p:txBody>
      </p:sp>
      <p:sp>
        <p:nvSpPr>
          <p:cNvPr id="6" name="Rectangle 15"/>
          <p:cNvSpPr>
            <a:spLocks noGrp="1" noChangeArrowheads="1"/>
          </p:cNvSpPr>
          <p:nvPr>
            <p:ph type="sldNum" sz="quarter" idx="11"/>
          </p:nvPr>
        </p:nvSpPr>
        <p:spPr/>
        <p:txBody>
          <a:bodyPr/>
          <a:lstStyle>
            <a:lvl1pPr>
              <a:defRPr/>
            </a:lvl1pPr>
          </a:lstStyle>
          <a:p>
            <a:pPr>
              <a:defRPr/>
            </a:pPr>
            <a:fld id="{AC00A1AE-48B1-4B82-91B3-36577D1C2405}" type="slidenum">
              <a:rPr lang="en-US" altLang="en-US"/>
            </a:fld>
            <a:endParaRPr lang="en-US" altLang="en-US"/>
          </a:p>
        </p:txBody>
      </p:sp>
      <p:sp>
        <p:nvSpPr>
          <p:cNvPr id="7" name="Rectangle 14"/>
          <p:cNvSpPr>
            <a:spLocks noGrp="1" noChangeArrowheads="1"/>
          </p:cNvSpPr>
          <p:nvPr>
            <p:ph type="ftr" sz="quarter" idx="12"/>
          </p:nvPr>
        </p:nvSpPr>
        <p:spPr/>
        <p:txBody>
          <a:bodyPr/>
          <a:lstStyle>
            <a:lvl1pPr>
              <a:defRPr/>
            </a:lvl1pPr>
          </a:lstStyle>
          <a:p>
            <a:pPr>
              <a:defRPr/>
            </a:pPr>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7" name="Rectangle 13"/>
          <p:cNvSpPr>
            <a:spLocks noGrp="1" noChangeArrowheads="1"/>
          </p:cNvSpPr>
          <p:nvPr>
            <p:ph type="dt" sz="half" idx="10"/>
          </p:nvPr>
        </p:nvSpPr>
        <p:spPr/>
        <p:txBody>
          <a:bodyPr/>
          <a:lstStyle>
            <a:lvl1pPr>
              <a:defRPr/>
            </a:lvl1pPr>
          </a:lstStyle>
          <a:p>
            <a:pPr>
              <a:defRPr/>
            </a:pPr>
            <a:endParaRPr lang="en-US"/>
          </a:p>
        </p:txBody>
      </p:sp>
      <p:sp>
        <p:nvSpPr>
          <p:cNvPr id="8" name="Rectangle 15"/>
          <p:cNvSpPr>
            <a:spLocks noGrp="1" noChangeArrowheads="1"/>
          </p:cNvSpPr>
          <p:nvPr>
            <p:ph type="sldNum" sz="quarter" idx="11"/>
          </p:nvPr>
        </p:nvSpPr>
        <p:spPr/>
        <p:txBody>
          <a:bodyPr/>
          <a:lstStyle>
            <a:lvl1pPr>
              <a:defRPr/>
            </a:lvl1pPr>
          </a:lstStyle>
          <a:p>
            <a:pPr>
              <a:defRPr/>
            </a:pPr>
            <a:fld id="{EF4419B7-0E5A-4967-A8C4-9788F386CEA1}" type="slidenum">
              <a:rPr lang="en-US" altLang="en-US"/>
            </a:fld>
            <a:endParaRPr lang="en-US" altLang="en-US"/>
          </a:p>
        </p:txBody>
      </p:sp>
      <p:sp>
        <p:nvSpPr>
          <p:cNvPr id="9" name="Rectangle 14"/>
          <p:cNvSpPr>
            <a:spLocks noGrp="1" noChangeArrowheads="1"/>
          </p:cNvSpPr>
          <p:nvPr>
            <p:ph type="ftr" sz="quarter" idx="12"/>
          </p:nvPr>
        </p:nvSpPr>
        <p:spPr/>
        <p:txBody>
          <a:bodyPr/>
          <a:lstStyle>
            <a:lvl1pPr>
              <a:defRPr/>
            </a:lvl1pPr>
          </a:lstStyle>
          <a:p>
            <a:pPr>
              <a:defRPr/>
            </a:pPr>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Rectangle 13"/>
          <p:cNvSpPr>
            <a:spLocks noGrp="1" noChangeArrowheads="1"/>
          </p:cNvSpPr>
          <p:nvPr>
            <p:ph type="dt" sz="half" idx="10"/>
          </p:nvPr>
        </p:nvSpPr>
        <p:spPr/>
        <p:txBody>
          <a:bodyPr/>
          <a:lstStyle>
            <a:lvl1pPr>
              <a:defRPr/>
            </a:lvl1pPr>
          </a:lstStyle>
          <a:p>
            <a:pPr>
              <a:defRPr/>
            </a:pPr>
            <a:endParaRPr lang="en-US"/>
          </a:p>
        </p:txBody>
      </p:sp>
      <p:sp>
        <p:nvSpPr>
          <p:cNvPr id="4" name="Rectangle 15"/>
          <p:cNvSpPr>
            <a:spLocks noGrp="1" noChangeArrowheads="1"/>
          </p:cNvSpPr>
          <p:nvPr>
            <p:ph type="sldNum" sz="quarter" idx="11"/>
          </p:nvPr>
        </p:nvSpPr>
        <p:spPr/>
        <p:txBody>
          <a:bodyPr/>
          <a:lstStyle>
            <a:lvl1pPr>
              <a:defRPr/>
            </a:lvl1pPr>
          </a:lstStyle>
          <a:p>
            <a:pPr>
              <a:defRPr/>
            </a:pPr>
            <a:fld id="{594CD348-D66D-4E57-864F-0EF1425D0B7C}" type="slidenum">
              <a:rPr lang="en-US" altLang="en-US"/>
            </a:fld>
            <a:endParaRPr lang="en-US" altLang="en-US"/>
          </a:p>
        </p:txBody>
      </p:sp>
      <p:sp>
        <p:nvSpPr>
          <p:cNvPr id="5" name="Rectangle 14"/>
          <p:cNvSpPr>
            <a:spLocks noGrp="1" noChangeArrowheads="1"/>
          </p:cNvSpPr>
          <p:nvPr>
            <p:ph type="ftr" sz="quarter" idx="12"/>
          </p:nvPr>
        </p:nvSpPr>
        <p:spPr/>
        <p:txBody>
          <a:bodyPr/>
          <a:lstStyle>
            <a:lvl1pPr>
              <a:defRPr/>
            </a:lvl1pPr>
          </a:lstStyle>
          <a:p>
            <a:pPr>
              <a:defRPr/>
            </a:pPr>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13"/>
          <p:cNvSpPr>
            <a:spLocks noGrp="1" noChangeArrowheads="1"/>
          </p:cNvSpPr>
          <p:nvPr>
            <p:ph type="dt" sz="half" idx="10"/>
          </p:nvPr>
        </p:nvSpPr>
        <p:spPr/>
        <p:txBody>
          <a:bodyPr/>
          <a:lstStyle>
            <a:lvl1pPr>
              <a:defRPr/>
            </a:lvl1pPr>
          </a:lstStyle>
          <a:p>
            <a:pPr>
              <a:defRPr/>
            </a:pPr>
            <a:endParaRPr lang="en-US"/>
          </a:p>
        </p:txBody>
      </p:sp>
      <p:sp>
        <p:nvSpPr>
          <p:cNvPr id="3" name="Rectangle 15"/>
          <p:cNvSpPr>
            <a:spLocks noGrp="1" noChangeArrowheads="1"/>
          </p:cNvSpPr>
          <p:nvPr>
            <p:ph type="sldNum" sz="quarter" idx="11"/>
          </p:nvPr>
        </p:nvSpPr>
        <p:spPr/>
        <p:txBody>
          <a:bodyPr/>
          <a:lstStyle>
            <a:lvl1pPr>
              <a:defRPr/>
            </a:lvl1pPr>
          </a:lstStyle>
          <a:p>
            <a:pPr>
              <a:defRPr/>
            </a:pPr>
            <a:fld id="{E0B19868-6C00-4907-AA19-EA8B5FE9A1E9}" type="slidenum">
              <a:rPr lang="en-US" altLang="en-US"/>
            </a:fld>
            <a:endParaRPr lang="en-US" altLang="en-US"/>
          </a:p>
        </p:txBody>
      </p:sp>
      <p:sp>
        <p:nvSpPr>
          <p:cNvPr id="4" name="Rectangle 14"/>
          <p:cNvSpPr>
            <a:spLocks noGrp="1" noChangeArrowheads="1"/>
          </p:cNvSpPr>
          <p:nvPr>
            <p:ph type="ftr" sz="quarter" idx="12"/>
          </p:nvPr>
        </p:nvSpPr>
        <p:spPr/>
        <p:txBody>
          <a:bodyPr/>
          <a:lstStyle>
            <a:lvl1pPr>
              <a:defRPr/>
            </a:lvl1pPr>
          </a:lstStyle>
          <a:p>
            <a:pPr>
              <a:defRPr/>
            </a:pPr>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5" name="Rectangle 13"/>
          <p:cNvSpPr>
            <a:spLocks noGrp="1" noChangeArrowheads="1"/>
          </p:cNvSpPr>
          <p:nvPr>
            <p:ph type="dt" sz="half" idx="10"/>
          </p:nvPr>
        </p:nvSpPr>
        <p:spPr/>
        <p:txBody>
          <a:bodyPr/>
          <a:lstStyle>
            <a:lvl1pPr>
              <a:defRPr/>
            </a:lvl1pPr>
          </a:lstStyle>
          <a:p>
            <a:pPr>
              <a:defRPr/>
            </a:pPr>
            <a:endParaRPr lang="en-US"/>
          </a:p>
        </p:txBody>
      </p:sp>
      <p:sp>
        <p:nvSpPr>
          <p:cNvPr id="6" name="Rectangle 15"/>
          <p:cNvSpPr>
            <a:spLocks noGrp="1" noChangeArrowheads="1"/>
          </p:cNvSpPr>
          <p:nvPr>
            <p:ph type="sldNum" sz="quarter" idx="11"/>
          </p:nvPr>
        </p:nvSpPr>
        <p:spPr/>
        <p:txBody>
          <a:bodyPr/>
          <a:lstStyle>
            <a:lvl1pPr>
              <a:defRPr/>
            </a:lvl1pPr>
          </a:lstStyle>
          <a:p>
            <a:pPr>
              <a:defRPr/>
            </a:pPr>
            <a:fld id="{09488E05-635F-4CC8-AE77-5E8D5D1C7C5D}" type="slidenum">
              <a:rPr lang="en-US" altLang="en-US"/>
            </a:fld>
            <a:endParaRPr lang="en-US" altLang="en-US"/>
          </a:p>
        </p:txBody>
      </p:sp>
      <p:sp>
        <p:nvSpPr>
          <p:cNvPr id="7" name="Rectangle 14"/>
          <p:cNvSpPr>
            <a:spLocks noGrp="1" noChangeArrowheads="1"/>
          </p:cNvSpPr>
          <p:nvPr>
            <p:ph type="ftr" sz="quarter" idx="12"/>
          </p:nvPr>
        </p:nvSpPr>
        <p:spPr/>
        <p:txBody>
          <a:bodyPr/>
          <a:lstStyle>
            <a:lvl1pPr>
              <a:defRPr/>
            </a:lvl1pPr>
          </a:lstStyle>
          <a:p>
            <a:pPr>
              <a:defRPr/>
            </a:pPr>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5" name="Rectangle 13"/>
          <p:cNvSpPr>
            <a:spLocks noGrp="1" noChangeArrowheads="1"/>
          </p:cNvSpPr>
          <p:nvPr>
            <p:ph type="dt" sz="half" idx="10"/>
          </p:nvPr>
        </p:nvSpPr>
        <p:spPr/>
        <p:txBody>
          <a:bodyPr/>
          <a:lstStyle>
            <a:lvl1pPr>
              <a:defRPr/>
            </a:lvl1pPr>
          </a:lstStyle>
          <a:p>
            <a:pPr>
              <a:defRPr/>
            </a:pPr>
            <a:endParaRPr lang="en-US"/>
          </a:p>
        </p:txBody>
      </p:sp>
      <p:sp>
        <p:nvSpPr>
          <p:cNvPr id="6" name="Rectangle 15"/>
          <p:cNvSpPr>
            <a:spLocks noGrp="1" noChangeArrowheads="1"/>
          </p:cNvSpPr>
          <p:nvPr>
            <p:ph type="sldNum" sz="quarter" idx="11"/>
          </p:nvPr>
        </p:nvSpPr>
        <p:spPr/>
        <p:txBody>
          <a:bodyPr/>
          <a:lstStyle>
            <a:lvl1pPr>
              <a:defRPr/>
            </a:lvl1pPr>
          </a:lstStyle>
          <a:p>
            <a:pPr>
              <a:defRPr/>
            </a:pPr>
            <a:fld id="{C1E4AFA1-AA31-44A5-967A-975271FC3AD3}" type="slidenum">
              <a:rPr lang="en-US" altLang="en-US"/>
            </a:fld>
            <a:endParaRPr lang="en-US" altLang="en-US"/>
          </a:p>
        </p:txBody>
      </p:sp>
      <p:sp>
        <p:nvSpPr>
          <p:cNvPr id="7" name="Rectangle 14"/>
          <p:cNvSpPr>
            <a:spLocks noGrp="1" noChangeArrowheads="1"/>
          </p:cNvSpPr>
          <p:nvPr>
            <p:ph type="ftr" sz="quarter" idx="12"/>
          </p:nvPr>
        </p:nvSpPr>
        <p:spPr/>
        <p:txBody>
          <a:bodyPr/>
          <a:lstStyle>
            <a:lvl1pPr>
              <a:defRPr/>
            </a:lvl1pPr>
          </a:lstStyle>
          <a:p>
            <a:pPr>
              <a:defRPr/>
            </a:pPr>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Rectangle 13"/>
          <p:cNvSpPr>
            <a:spLocks noGrp="1" noChangeArrowheads="1"/>
          </p:cNvSpPr>
          <p:nvPr>
            <p:ph type="dt" sz="half" idx="10"/>
          </p:nvPr>
        </p:nvSpPr>
        <p:spPr/>
        <p:txBody>
          <a:bodyPr/>
          <a:lstStyle>
            <a:lvl1pPr>
              <a:defRPr/>
            </a:lvl1pPr>
          </a:lstStyle>
          <a:p>
            <a:pPr>
              <a:defRPr/>
            </a:pPr>
            <a:endParaRPr lang="en-US"/>
          </a:p>
        </p:txBody>
      </p:sp>
      <p:sp>
        <p:nvSpPr>
          <p:cNvPr id="5" name="Rectangle 15"/>
          <p:cNvSpPr>
            <a:spLocks noGrp="1" noChangeArrowheads="1"/>
          </p:cNvSpPr>
          <p:nvPr>
            <p:ph type="sldNum" sz="quarter" idx="11"/>
          </p:nvPr>
        </p:nvSpPr>
        <p:spPr/>
        <p:txBody>
          <a:bodyPr/>
          <a:lstStyle>
            <a:lvl1pPr>
              <a:defRPr/>
            </a:lvl1pPr>
          </a:lstStyle>
          <a:p>
            <a:pPr>
              <a:defRPr/>
            </a:pPr>
            <a:fld id="{6DF9B97D-9C99-4F93-BDE3-6B537EA95D0C}" type="slidenum">
              <a:rPr lang="en-US" altLang="en-US"/>
            </a:fld>
            <a:endParaRPr lang="en-US" altLang="en-US"/>
          </a:p>
        </p:txBody>
      </p:sp>
      <p:sp>
        <p:nvSpPr>
          <p:cNvPr id="6" name="Rectangle 14"/>
          <p:cNvSpPr>
            <a:spLocks noGrp="1" noChangeArrowheads="1"/>
          </p:cNvSpPr>
          <p:nvPr>
            <p:ph type="ftr" sz="quarter" idx="12"/>
          </p:nvPr>
        </p:nvSpPr>
        <p:spPr/>
        <p:txBody>
          <a:bodyPr/>
          <a:lstStyle>
            <a:lvl1pPr>
              <a:defRPr/>
            </a:lvl1pPr>
          </a:lstStyle>
          <a:p>
            <a:pPr>
              <a:defRPr/>
            </a:pPr>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Rectangle 13"/>
          <p:cNvSpPr>
            <a:spLocks noGrp="1" noChangeArrowheads="1"/>
          </p:cNvSpPr>
          <p:nvPr>
            <p:ph type="dt" sz="half" idx="10"/>
          </p:nvPr>
        </p:nvSpPr>
        <p:spPr/>
        <p:txBody>
          <a:bodyPr/>
          <a:lstStyle>
            <a:lvl1pPr>
              <a:defRPr/>
            </a:lvl1pPr>
          </a:lstStyle>
          <a:p>
            <a:pPr>
              <a:defRPr/>
            </a:pPr>
            <a:endParaRPr lang="en-US"/>
          </a:p>
        </p:txBody>
      </p:sp>
      <p:sp>
        <p:nvSpPr>
          <p:cNvPr id="5" name="Rectangle 15"/>
          <p:cNvSpPr>
            <a:spLocks noGrp="1" noChangeArrowheads="1"/>
          </p:cNvSpPr>
          <p:nvPr>
            <p:ph type="sldNum" sz="quarter" idx="11"/>
          </p:nvPr>
        </p:nvSpPr>
        <p:spPr/>
        <p:txBody>
          <a:bodyPr/>
          <a:lstStyle>
            <a:lvl1pPr>
              <a:defRPr/>
            </a:lvl1pPr>
          </a:lstStyle>
          <a:p>
            <a:pPr>
              <a:defRPr/>
            </a:pPr>
            <a:fld id="{C190AC86-2A21-4CB3-AA7B-B8652027C992}" type="slidenum">
              <a:rPr lang="en-US" altLang="en-US"/>
            </a:fld>
            <a:endParaRPr lang="en-US" altLang="en-US"/>
          </a:p>
        </p:txBody>
      </p:sp>
      <p:sp>
        <p:nvSpPr>
          <p:cNvPr id="6" name="Rectangle 14"/>
          <p:cNvSpPr>
            <a:spLocks noGrp="1" noChangeArrowheads="1"/>
          </p:cNvSpPr>
          <p:nvPr>
            <p:ph type="ftr" sz="quarter" idx="12"/>
          </p:nvPr>
        </p:nvSpPr>
        <p:spPr/>
        <p:txBody>
          <a:bodyPr/>
          <a:lstStyle>
            <a:lvl1pPr>
              <a:defRPr/>
            </a:lvl1pPr>
          </a:lstStyle>
          <a:p>
            <a:pPr>
              <a:defRPr/>
            </a:pPr>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AndTx" preserve="1">
  <p:cSld name="Title, Content and Text">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p>
            <a:r>
              <a:rPr lang="en-US"/>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Text Placeholder 3"/>
          <p:cNvSpPr>
            <a:spLocks noGrp="1"/>
          </p:cNvSpPr>
          <p:nvPr>
            <p:ph type="body" sz="half" idx="2"/>
          </p:nvPr>
        </p:nvSpPr>
        <p:spPr>
          <a:xfrm>
            <a:off x="4648200" y="1600200"/>
            <a:ext cx="4038600" cy="4525963"/>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Rectangle 13"/>
          <p:cNvSpPr>
            <a:spLocks noGrp="1" noChangeArrowheads="1"/>
          </p:cNvSpPr>
          <p:nvPr>
            <p:ph type="dt" sz="half" idx="10"/>
          </p:nvPr>
        </p:nvSpPr>
        <p:spPr/>
        <p:txBody>
          <a:bodyPr/>
          <a:lstStyle>
            <a:lvl1pPr>
              <a:defRPr/>
            </a:lvl1pPr>
          </a:lstStyle>
          <a:p>
            <a:pPr>
              <a:defRPr/>
            </a:pPr>
            <a:endParaRPr lang="en-US"/>
          </a:p>
        </p:txBody>
      </p:sp>
      <p:sp>
        <p:nvSpPr>
          <p:cNvPr id="6" name="Rectangle 15"/>
          <p:cNvSpPr>
            <a:spLocks noGrp="1" noChangeArrowheads="1"/>
          </p:cNvSpPr>
          <p:nvPr>
            <p:ph type="sldNum" sz="quarter" idx="11"/>
          </p:nvPr>
        </p:nvSpPr>
        <p:spPr/>
        <p:txBody>
          <a:bodyPr/>
          <a:lstStyle>
            <a:lvl1pPr>
              <a:defRPr/>
            </a:lvl1pPr>
          </a:lstStyle>
          <a:p>
            <a:pPr>
              <a:defRPr/>
            </a:pPr>
            <a:fld id="{7C1B9482-2815-451C-AADA-3A7CD8034D52}" type="slidenum">
              <a:rPr lang="en-US" altLang="en-US"/>
            </a:fld>
            <a:endParaRPr lang="en-US" altLang="en-US"/>
          </a:p>
        </p:txBody>
      </p:sp>
      <p:sp>
        <p:nvSpPr>
          <p:cNvPr id="7" name="Rectangle 14"/>
          <p:cNvSpPr>
            <a:spLocks noGrp="1" noChangeArrowheads="1"/>
          </p:cNvSpPr>
          <p:nvPr>
            <p:ph type="ftr" sz="quarter" idx="12"/>
          </p:nvPr>
        </p:nvSpPr>
        <p:spPr/>
        <p:txBody>
          <a:bodyPr/>
          <a:lstStyle>
            <a:lvl1pPr>
              <a:defRPr/>
            </a:lvl1pPr>
          </a:lstStyle>
          <a:p>
            <a:pPr>
              <a:defRPr/>
            </a:pPr>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OverTx" preserve="1">
  <p:cSld name="Title and Content over Text">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p>
            <a:r>
              <a:rPr lang="en-US"/>
              <a:t>Click to edit Master title style</a:t>
            </a:r>
            <a:endParaRPr lang="en-US"/>
          </a:p>
        </p:txBody>
      </p:sp>
      <p:sp>
        <p:nvSpPr>
          <p:cNvPr id="3" name="Content Placeholder 2"/>
          <p:cNvSpPr>
            <a:spLocks noGrp="1"/>
          </p:cNvSpPr>
          <p:nvPr>
            <p:ph sz="half" idx="1"/>
          </p:nvPr>
        </p:nvSpPr>
        <p:spPr>
          <a:xfrm>
            <a:off x="457200" y="1600200"/>
            <a:ext cx="8229600" cy="2185988"/>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Text Placeholder 3"/>
          <p:cNvSpPr>
            <a:spLocks noGrp="1"/>
          </p:cNvSpPr>
          <p:nvPr>
            <p:ph type="body" sz="half" idx="2"/>
          </p:nvPr>
        </p:nvSpPr>
        <p:spPr>
          <a:xfrm>
            <a:off x="457200" y="3938588"/>
            <a:ext cx="8229600" cy="2187575"/>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Rectangle 13"/>
          <p:cNvSpPr>
            <a:spLocks noGrp="1" noChangeArrowheads="1"/>
          </p:cNvSpPr>
          <p:nvPr>
            <p:ph type="dt" sz="half" idx="10"/>
          </p:nvPr>
        </p:nvSpPr>
        <p:spPr/>
        <p:txBody>
          <a:bodyPr/>
          <a:lstStyle>
            <a:lvl1pPr>
              <a:defRPr/>
            </a:lvl1pPr>
          </a:lstStyle>
          <a:p>
            <a:pPr>
              <a:defRPr/>
            </a:pPr>
            <a:endParaRPr lang="en-US"/>
          </a:p>
        </p:txBody>
      </p:sp>
      <p:sp>
        <p:nvSpPr>
          <p:cNvPr id="6" name="Rectangle 15"/>
          <p:cNvSpPr>
            <a:spLocks noGrp="1" noChangeArrowheads="1"/>
          </p:cNvSpPr>
          <p:nvPr>
            <p:ph type="sldNum" sz="quarter" idx="11"/>
          </p:nvPr>
        </p:nvSpPr>
        <p:spPr/>
        <p:txBody>
          <a:bodyPr/>
          <a:lstStyle>
            <a:lvl1pPr>
              <a:defRPr/>
            </a:lvl1pPr>
          </a:lstStyle>
          <a:p>
            <a:pPr>
              <a:defRPr/>
            </a:pPr>
            <a:fld id="{DBC10C89-7194-4907-A274-895F6E0D55D5}" type="slidenum">
              <a:rPr lang="en-US" altLang="en-US"/>
            </a:fld>
            <a:endParaRPr lang="en-US" altLang="en-US"/>
          </a:p>
        </p:txBody>
      </p:sp>
      <p:sp>
        <p:nvSpPr>
          <p:cNvPr id="7" name="Rectangle 14"/>
          <p:cNvSpPr>
            <a:spLocks noGrp="1" noChangeArrowheads="1"/>
          </p:cNvSpPr>
          <p:nvPr>
            <p:ph type="ftr" sz="quarter" idx="12"/>
          </p:nvPr>
        </p:nvSpPr>
        <p:spPr/>
        <p:txBody>
          <a:bodyPr/>
          <a:lstStyle>
            <a:lvl1pPr>
              <a:defRPr/>
            </a:lvl1pPr>
          </a:lstStyle>
          <a:p>
            <a:pPr>
              <a:defRPr/>
            </a:pPr>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p>
            <a:r>
              <a:rPr lang="en-US"/>
              <a:t>Click to edit Master title style</a:t>
            </a:r>
            <a:endParaRPr lang="en-US"/>
          </a:p>
        </p:txBody>
      </p:sp>
      <p:sp>
        <p:nvSpPr>
          <p:cNvPr id="3" name="Text Placeholder 2"/>
          <p:cNvSpPr>
            <a:spLocks noGrp="1"/>
          </p:cNvSpPr>
          <p:nvPr>
            <p:ph type="body" sz="half" idx="1"/>
          </p:nvPr>
        </p:nvSpPr>
        <p:spPr>
          <a:xfrm>
            <a:off x="457200" y="1600200"/>
            <a:ext cx="4038600" cy="4525963"/>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Content Placeholder 3"/>
          <p:cNvSpPr>
            <a:spLocks noGrp="1"/>
          </p:cNvSpPr>
          <p:nvPr>
            <p:ph sz="half" idx="2"/>
          </p:nvPr>
        </p:nvSpPr>
        <p:spPr>
          <a:xfrm>
            <a:off x="4648200" y="1600200"/>
            <a:ext cx="4038600" cy="4525963"/>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Rectangle 13"/>
          <p:cNvSpPr>
            <a:spLocks noGrp="1" noChangeArrowheads="1"/>
          </p:cNvSpPr>
          <p:nvPr>
            <p:ph type="dt" sz="half" idx="10"/>
          </p:nvPr>
        </p:nvSpPr>
        <p:spPr/>
        <p:txBody>
          <a:bodyPr/>
          <a:lstStyle>
            <a:lvl1pPr>
              <a:defRPr/>
            </a:lvl1pPr>
          </a:lstStyle>
          <a:p>
            <a:pPr>
              <a:defRPr/>
            </a:pPr>
            <a:endParaRPr lang="en-US"/>
          </a:p>
        </p:txBody>
      </p:sp>
      <p:sp>
        <p:nvSpPr>
          <p:cNvPr id="6" name="Rectangle 15"/>
          <p:cNvSpPr>
            <a:spLocks noGrp="1" noChangeArrowheads="1"/>
          </p:cNvSpPr>
          <p:nvPr>
            <p:ph type="sldNum" sz="quarter" idx="11"/>
          </p:nvPr>
        </p:nvSpPr>
        <p:spPr/>
        <p:txBody>
          <a:bodyPr/>
          <a:lstStyle>
            <a:lvl1pPr>
              <a:defRPr/>
            </a:lvl1pPr>
          </a:lstStyle>
          <a:p>
            <a:pPr>
              <a:defRPr/>
            </a:pPr>
            <a:fld id="{122F0361-B538-4D03-BBB0-7C047B170B5B}" type="slidenum">
              <a:rPr lang="en-US" altLang="en-US"/>
            </a:fld>
            <a:endParaRPr lang="en-US" altLang="en-US"/>
          </a:p>
        </p:txBody>
      </p:sp>
      <p:sp>
        <p:nvSpPr>
          <p:cNvPr id="7" name="Rectangle 14"/>
          <p:cNvSpPr>
            <a:spLocks noGrp="1" noChangeArrowheads="1"/>
          </p:cNvSpPr>
          <p:nvPr>
            <p:ph type="ftr" sz="quarter" idx="12"/>
          </p:nvPr>
        </p:nvSpPr>
        <p:spPr/>
        <p:txBody>
          <a:bodyPr/>
          <a:lstStyle>
            <a:lvl1pPr>
              <a:defRPr/>
            </a:lvl1pPr>
          </a:lstStyle>
          <a:p>
            <a:pPr>
              <a:defRPr/>
            </a:pPr>
            <a:endParaRPr 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xOverObj" preserve="1">
  <p:cSld name="Title and Text over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p>
            <a:r>
              <a:rPr lang="en-US"/>
              <a:t>Click to edit Master title style</a:t>
            </a:r>
            <a:endParaRPr lang="en-US"/>
          </a:p>
        </p:txBody>
      </p:sp>
      <p:sp>
        <p:nvSpPr>
          <p:cNvPr id="3" name="Text Placeholder 2"/>
          <p:cNvSpPr>
            <a:spLocks noGrp="1"/>
          </p:cNvSpPr>
          <p:nvPr>
            <p:ph type="body" sz="half" idx="1"/>
          </p:nvPr>
        </p:nvSpPr>
        <p:spPr>
          <a:xfrm>
            <a:off x="457200" y="1600200"/>
            <a:ext cx="8229600" cy="2185988"/>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Content Placeholder 3"/>
          <p:cNvSpPr>
            <a:spLocks noGrp="1"/>
          </p:cNvSpPr>
          <p:nvPr>
            <p:ph sz="half" idx="2"/>
          </p:nvPr>
        </p:nvSpPr>
        <p:spPr>
          <a:xfrm>
            <a:off x="457200" y="3938588"/>
            <a:ext cx="8229600" cy="2187575"/>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Rectangle 13"/>
          <p:cNvSpPr>
            <a:spLocks noGrp="1" noChangeArrowheads="1"/>
          </p:cNvSpPr>
          <p:nvPr>
            <p:ph type="dt" sz="half" idx="10"/>
          </p:nvPr>
        </p:nvSpPr>
        <p:spPr/>
        <p:txBody>
          <a:bodyPr/>
          <a:lstStyle>
            <a:lvl1pPr>
              <a:defRPr/>
            </a:lvl1pPr>
          </a:lstStyle>
          <a:p>
            <a:pPr>
              <a:defRPr/>
            </a:pPr>
            <a:endParaRPr lang="en-US"/>
          </a:p>
        </p:txBody>
      </p:sp>
      <p:sp>
        <p:nvSpPr>
          <p:cNvPr id="6" name="Rectangle 15"/>
          <p:cNvSpPr>
            <a:spLocks noGrp="1" noChangeArrowheads="1"/>
          </p:cNvSpPr>
          <p:nvPr>
            <p:ph type="sldNum" sz="quarter" idx="11"/>
          </p:nvPr>
        </p:nvSpPr>
        <p:spPr/>
        <p:txBody>
          <a:bodyPr/>
          <a:lstStyle>
            <a:lvl1pPr>
              <a:defRPr/>
            </a:lvl1pPr>
          </a:lstStyle>
          <a:p>
            <a:pPr>
              <a:defRPr/>
            </a:pPr>
            <a:fld id="{5CC3BA11-7C21-4FF7-A519-37F995B0A42E}" type="slidenum">
              <a:rPr lang="en-US" altLang="en-US"/>
            </a:fld>
            <a:endParaRPr lang="en-US" altLang="en-US"/>
          </a:p>
        </p:txBody>
      </p:sp>
      <p:sp>
        <p:nvSpPr>
          <p:cNvPr id="7" name="Rectangle 14"/>
          <p:cNvSpPr>
            <a:spLocks noGrp="1" noChangeArrowheads="1"/>
          </p:cNvSpPr>
          <p:nvPr>
            <p:ph type="ftr" sz="quarter" idx="12"/>
          </p:nvPr>
        </p:nvSpPr>
        <p:spPr/>
        <p:txBody>
          <a:bodyPr/>
          <a:lstStyle>
            <a:lvl1pPr>
              <a:defRPr/>
            </a:lvl1pPr>
          </a:lstStyle>
          <a:p>
            <a:pPr>
              <a:defRPr/>
            </a:pPr>
            <a:endParaRPr 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clipArtAndTx">
  <p:cSld name="Title, Clip Art and Text">
    <p:spTree>
      <p:nvGrpSpPr>
        <p:cNvPr id="1" name=""/>
        <p:cNvGrpSpPr/>
        <p:nvPr/>
      </p:nvGrpSpPr>
      <p:grpSpPr>
        <a:xfrm>
          <a:off x="0" y="0"/>
          <a:ext cx="0" cy="0"/>
          <a:chOff x="0" y="0"/>
          <a:chExt cx="0" cy="0"/>
        </a:xfrm>
      </p:grpSpPr>
      <p:sp>
        <p:nvSpPr>
          <p:cNvPr id="2" name="Title 1"/>
          <p:cNvSpPr>
            <a:spLocks noGrp="1"/>
          </p:cNvSpPr>
          <p:nvPr>
            <p:ph type="title"/>
          </p:nvPr>
        </p:nvSpPr>
        <p:spPr>
          <a:xfrm>
            <a:off x="685800" y="548680"/>
            <a:ext cx="7772400" cy="1143000"/>
          </a:xfrm>
          <a:prstGeom prst="rect">
            <a:avLst/>
          </a:prstGeom>
        </p:spPr>
        <p:txBody>
          <a:bodyPr/>
          <a:lstStyle/>
          <a:p>
            <a:r>
              <a:rPr lang="en-US" dirty="0"/>
              <a:t>Click to edit Master title style</a:t>
            </a:r>
            <a:endParaRPr lang="en-GB" dirty="0"/>
          </a:p>
        </p:txBody>
      </p:sp>
      <p:sp>
        <p:nvSpPr>
          <p:cNvPr id="3" name="ClipArt Placeholder 2"/>
          <p:cNvSpPr>
            <a:spLocks noGrp="1"/>
          </p:cNvSpPr>
          <p:nvPr>
            <p:ph type="clipArt" sz="half" idx="1"/>
          </p:nvPr>
        </p:nvSpPr>
        <p:spPr>
          <a:xfrm>
            <a:off x="685800" y="2057400"/>
            <a:ext cx="3810000" cy="4114800"/>
          </a:xfrm>
          <a:prstGeom prst="rect">
            <a:avLst/>
          </a:prstGeom>
        </p:spPr>
        <p:txBody>
          <a:bodyPr/>
          <a:lstStyle/>
          <a:p>
            <a:pPr lvl="0"/>
            <a:endParaRPr lang="en-GB" noProof="0"/>
          </a:p>
        </p:txBody>
      </p:sp>
      <p:sp>
        <p:nvSpPr>
          <p:cNvPr id="4" name="Text Placeholder 3"/>
          <p:cNvSpPr>
            <a:spLocks noGrp="1"/>
          </p:cNvSpPr>
          <p:nvPr>
            <p:ph type="body" sz="half" idx="2"/>
          </p:nvPr>
        </p:nvSpPr>
        <p:spPr>
          <a:xfrm>
            <a:off x="4648200" y="2057400"/>
            <a:ext cx="3810000" cy="4114800"/>
          </a:xfrm>
          <a:prstGeom prst="rect">
            <a:avLst/>
          </a:prstGeo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GB"/>
          </a:p>
        </p:txBody>
      </p:sp>
      <p:sp>
        <p:nvSpPr>
          <p:cNvPr id="5" name="Rectangle 9"/>
          <p:cNvSpPr>
            <a:spLocks noGrp="1" noChangeArrowheads="1"/>
          </p:cNvSpPr>
          <p:nvPr>
            <p:ph type="dt" sz="half" idx="10"/>
          </p:nvPr>
        </p:nvSpPr>
        <p:spPr>
          <a:xfrm>
            <a:off x="685800" y="6324600"/>
            <a:ext cx="1905000" cy="457200"/>
          </a:xfrm>
          <a:prstGeom prst="rect">
            <a:avLst/>
          </a:prstGeom>
        </p:spPr>
        <p:txBody>
          <a:bodyPr/>
          <a:lstStyle>
            <a:lvl1pPr>
              <a:defRPr/>
            </a:lvl1pPr>
          </a:lstStyle>
          <a:p>
            <a:pPr>
              <a:defRPr/>
            </a:pPr>
            <a:endParaRPr lang="en-GB"/>
          </a:p>
        </p:txBody>
      </p:sp>
      <p:sp>
        <p:nvSpPr>
          <p:cNvPr id="6" name="Rectangle 10"/>
          <p:cNvSpPr>
            <a:spLocks noGrp="1" noChangeArrowheads="1"/>
          </p:cNvSpPr>
          <p:nvPr>
            <p:ph type="ftr" sz="quarter" idx="11"/>
          </p:nvPr>
        </p:nvSpPr>
        <p:spPr>
          <a:xfrm>
            <a:off x="3124200" y="6324600"/>
            <a:ext cx="2895600" cy="457200"/>
          </a:xfrm>
          <a:prstGeom prst="rect">
            <a:avLst/>
          </a:prstGeom>
        </p:spPr>
        <p:txBody>
          <a:bodyPr/>
          <a:lstStyle>
            <a:lvl1pPr>
              <a:defRPr/>
            </a:lvl1pPr>
          </a:lstStyle>
          <a:p>
            <a:pPr>
              <a:defRPr/>
            </a:pPr>
            <a:endParaRPr lang="en-GB"/>
          </a:p>
        </p:txBody>
      </p:sp>
      <p:sp>
        <p:nvSpPr>
          <p:cNvPr id="7" name="Rectangle 11"/>
          <p:cNvSpPr>
            <a:spLocks noGrp="1" noChangeArrowheads="1"/>
          </p:cNvSpPr>
          <p:nvPr>
            <p:ph type="sldNum" sz="quarter" idx="12"/>
          </p:nvPr>
        </p:nvSpPr>
        <p:spPr>
          <a:xfrm>
            <a:off x="6553200" y="6324600"/>
            <a:ext cx="1905000" cy="457200"/>
          </a:xfrm>
          <a:prstGeom prst="rect">
            <a:avLst/>
          </a:prstGeom>
        </p:spPr>
        <p:txBody>
          <a:bodyPr vert="horz" wrap="square" lIns="91440" tIns="45720" rIns="91440" bIns="45720" numCol="1" anchor="t" anchorCtr="0" compatLnSpc="1"/>
          <a:lstStyle>
            <a:lvl1pPr>
              <a:defRPr/>
            </a:lvl1pPr>
          </a:lstStyle>
          <a:p>
            <a:fld id="{F72A6054-C316-4C05-B7E5-ACE6EAA3C8DD}" type="slidenum">
              <a:rPr lang="en-GB" altLang="en-US"/>
            </a:fld>
            <a:endParaRPr lang="en-GB" altLang="en-US"/>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x" preserve="1">
  <p:cSld name="Title an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Text Placeholder 2"/>
          <p:cNvSpPr>
            <a:spLocks noGrp="1"/>
          </p:cNvSpPr>
          <p:nvPr>
            <p:ph type="body" idx="1"/>
          </p:nvPr>
        </p:nvSpPr>
        <p:spPr/>
        <p:txBody>
          <a:bodyPr/>
          <a:lstStyle/>
          <a:p>
            <a:pPr lvl="0"/>
            <a:r>
              <a:rPr lang="en-US"/>
              <a:t>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pPr>
              <a:defRPr/>
            </a:pPr>
            <a:endParaRPr lang="en-US"/>
          </a:p>
        </p:txBody>
      </p:sp>
      <p:sp>
        <p:nvSpPr>
          <p:cNvPr id="5" name="Slide Number Placeholder 4"/>
          <p:cNvSpPr>
            <a:spLocks noGrp="1"/>
          </p:cNvSpPr>
          <p:nvPr>
            <p:ph type="sldNum" sz="quarter" idx="11"/>
          </p:nvPr>
        </p:nvSpPr>
        <p:spPr/>
        <p:txBody>
          <a:bodyPr/>
          <a:lstStyle/>
          <a:p>
            <a:pPr>
              <a:defRPr/>
            </a:pPr>
            <a:fld id="{C41D446C-D663-486A-80E1-6C4A275267E1}" type="slidenum">
              <a:rPr lang="en-US" altLang="en-US" smtClean="0"/>
            </a:fld>
            <a:endParaRPr lang="en-US" altLang="en-US"/>
          </a:p>
        </p:txBody>
      </p:sp>
      <p:sp>
        <p:nvSpPr>
          <p:cNvPr id="6" name="Footer Placeholder 5"/>
          <p:cNvSpPr>
            <a:spLocks noGrp="1"/>
          </p:cNvSpPr>
          <p:nvPr>
            <p:ph type="ftr" sz="quarter" idx="12"/>
          </p:nvPr>
        </p:nvSpPr>
        <p:spPr/>
        <p:txBody>
          <a:bodyPr/>
          <a:lstStyle/>
          <a:p>
            <a:pPr>
              <a:defRPr/>
            </a:pPr>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8" Type="http://schemas.openxmlformats.org/officeDocument/2006/relationships/theme" Target="../theme/theme1.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14733" name="Rectangle 13"/>
          <p:cNvSpPr>
            <a:spLocks noGrp="1" noChangeArrowheads="1"/>
          </p:cNvSpPr>
          <p:nvPr>
            <p:ph type="dt" sz="half" idx="2"/>
          </p:nvPr>
        </p:nvSpPr>
        <p:spPr bwMode="auto">
          <a:xfrm>
            <a:off x="457200" y="6251575"/>
            <a:ext cx="2133600" cy="476250"/>
          </a:xfrm>
          <a:prstGeom prst="rect">
            <a:avLst/>
          </a:prstGeom>
          <a:noFill/>
          <a:ln w="9525">
            <a:noFill/>
            <a:miter lim="800000"/>
          </a:ln>
          <a:effectLst/>
        </p:spPr>
        <p:txBody>
          <a:bodyPr vert="horz" wrap="square" lIns="91440" tIns="45720" rIns="91440" bIns="45720" numCol="1" anchor="b" anchorCtr="0" compatLnSpc="1"/>
          <a:lstStyle>
            <a:lvl1pPr eaLnBrk="1" hangingPunct="1">
              <a:defRPr sz="1200">
                <a:latin typeface="Arial" panose="020B0604020202020204" pitchFamily="34" charset="0"/>
                <a:ea typeface="+mn-ea"/>
              </a:defRPr>
            </a:lvl1pPr>
          </a:lstStyle>
          <a:p>
            <a:pPr>
              <a:defRPr/>
            </a:pPr>
            <a:endParaRPr lang="en-US"/>
          </a:p>
        </p:txBody>
      </p:sp>
      <p:sp>
        <p:nvSpPr>
          <p:cNvPr id="414735" name="Rectangle 15"/>
          <p:cNvSpPr>
            <a:spLocks noGrp="1" noChangeArrowheads="1"/>
          </p:cNvSpPr>
          <p:nvPr>
            <p:ph type="sldNum" sz="quarter" idx="4"/>
          </p:nvPr>
        </p:nvSpPr>
        <p:spPr bwMode="auto">
          <a:xfrm>
            <a:off x="6553200" y="6248400"/>
            <a:ext cx="2133600" cy="476250"/>
          </a:xfrm>
          <a:prstGeom prst="rect">
            <a:avLst/>
          </a:prstGeom>
          <a:noFill/>
          <a:ln w="9525">
            <a:noFill/>
            <a:miter lim="800000"/>
          </a:ln>
          <a:effectLst/>
        </p:spPr>
        <p:txBody>
          <a:bodyPr vert="horz" wrap="square" lIns="91440" tIns="45720" rIns="91440" bIns="45720" numCol="1" anchor="b" anchorCtr="0" compatLnSpc="1"/>
          <a:lstStyle>
            <a:lvl1pPr algn="r" eaLnBrk="1" hangingPunct="1">
              <a:defRPr sz="1200" smtClean="0">
                <a:latin typeface="Arial" panose="020B0604020202020204" pitchFamily="34" charset="0"/>
              </a:defRPr>
            </a:lvl1pPr>
          </a:lstStyle>
          <a:p>
            <a:pPr>
              <a:defRPr/>
            </a:pPr>
            <a:fld id="{C41D446C-D663-486A-80E1-6C4A275267E1}" type="slidenum">
              <a:rPr lang="en-US" altLang="en-US"/>
            </a:fld>
            <a:endParaRPr lang="en-US" altLang="en-US"/>
          </a:p>
        </p:txBody>
      </p:sp>
      <p:grpSp>
        <p:nvGrpSpPr>
          <p:cNvPr id="1028" name="Group 19"/>
          <p:cNvGrpSpPr/>
          <p:nvPr/>
        </p:nvGrpSpPr>
        <p:grpSpPr bwMode="auto">
          <a:xfrm>
            <a:off x="0" y="0"/>
            <a:ext cx="9140825" cy="6850063"/>
            <a:chOff x="0" y="0"/>
            <a:chExt cx="5758" cy="4315"/>
          </a:xfrm>
        </p:grpSpPr>
        <p:grpSp>
          <p:nvGrpSpPr>
            <p:cNvPr id="1032" name="Group 18"/>
            <p:cNvGrpSpPr/>
            <p:nvPr userDrawn="1"/>
          </p:nvGrpSpPr>
          <p:grpSpPr bwMode="auto">
            <a:xfrm>
              <a:off x="1728" y="2230"/>
              <a:ext cx="4027" cy="2085"/>
              <a:chOff x="1728" y="2230"/>
              <a:chExt cx="4027" cy="2085"/>
            </a:xfrm>
          </p:grpSpPr>
          <p:sp>
            <p:nvSpPr>
              <p:cNvPr id="414725" name="Freeform 5"/>
              <p:cNvSpPr/>
              <p:nvPr/>
            </p:nvSpPr>
            <p:spPr bwMode="hidden">
              <a:xfrm>
                <a:off x="1728" y="2644"/>
                <a:ext cx="2882" cy="1671"/>
              </a:xfrm>
              <a:custGeom>
                <a:avLst/>
                <a:gdLst/>
                <a:ahLst/>
                <a:cxnLst>
                  <a:cxn ang="0">
                    <a:pos x="2740" y="528"/>
                  </a:cxn>
                  <a:cxn ang="0">
                    <a:pos x="2632" y="484"/>
                  </a:cxn>
                  <a:cxn ang="0">
                    <a:pos x="2480" y="424"/>
                  </a:cxn>
                  <a:cxn ang="0">
                    <a:pos x="2203" y="343"/>
                  </a:cxn>
                  <a:cxn ang="0">
                    <a:pos x="1970" y="277"/>
                  </a:cxn>
                  <a:cxn ang="0">
                    <a:pos x="1807" y="212"/>
                  </a:cxn>
                  <a:cxn ang="0">
                    <a:pos x="1693" y="152"/>
                  </a:cxn>
                  <a:cxn ang="0">
                    <a:pos x="1628" y="103"/>
                  </a:cxn>
                  <a:cxn ang="0">
                    <a:pos x="1590" y="60"/>
                  </a:cxn>
                  <a:cxn ang="0">
                    <a:pos x="1579" y="27"/>
                  </a:cxn>
                  <a:cxn ang="0">
                    <a:pos x="1585" y="0"/>
                  </a:cxn>
                  <a:cxn ang="0">
                    <a:pos x="1557" y="49"/>
                  </a:cxn>
                  <a:cxn ang="0">
                    <a:pos x="1568" y="98"/>
                  </a:cxn>
                  <a:cxn ang="0">
                    <a:pos x="1617" y="141"/>
                  </a:cxn>
                  <a:cxn ang="0">
                    <a:pos x="1688" y="185"/>
                  </a:cxn>
                  <a:cxn ang="0">
                    <a:pos x="1791" y="228"/>
                  </a:cxn>
                  <a:cxn ang="0">
                    <a:pos x="2040" y="310"/>
                  </a:cxn>
                  <a:cxn ang="0">
                    <a:pos x="2285" y="381"/>
                  </a:cxn>
                  <a:cxn ang="0">
                    <a:pos x="2464" y="435"/>
                  </a:cxn>
                  <a:cxn ang="0">
                    <a:pos x="2605" y="484"/>
                  </a:cxn>
                  <a:cxn ang="0">
                    <a:pos x="2708" y="528"/>
                  </a:cxn>
                  <a:cxn ang="0">
                    <a:pos x="2768" y="560"/>
                  </a:cxn>
                  <a:cxn ang="0">
                    <a:pos x="2795" y="593"/>
                  </a:cxn>
                  <a:cxn ang="0">
                    <a:pos x="2795" y="642"/>
                  </a:cxn>
                  <a:cxn ang="0">
                    <a:pos x="2762" y="691"/>
                  </a:cxn>
                  <a:cxn ang="0">
                    <a:pos x="2692" y="735"/>
                  </a:cxn>
                  <a:cxn ang="0">
                    <a:pos x="2589" y="778"/>
                  </a:cxn>
                  <a:cxn ang="0">
                    <a:pos x="2458" y="822"/>
                  </a:cxn>
                  <a:cxn ang="0">
                    <a:pos x="2301" y="865"/>
                  </a:cxn>
                  <a:cxn ang="0">
                    <a:pos x="2030" y="930"/>
                  </a:cxn>
                  <a:cxn ang="0">
                    <a:pos x="1606" y="1034"/>
                  </a:cxn>
                  <a:cxn ang="0">
                    <a:pos x="1145" y="1164"/>
                  </a:cxn>
                  <a:cxn ang="0">
                    <a:pos x="673" y="1328"/>
                  </a:cxn>
                  <a:cxn ang="0">
                    <a:pos x="217" y="1545"/>
                  </a:cxn>
                  <a:cxn ang="0">
                    <a:pos x="353" y="1671"/>
                  </a:cxn>
                  <a:cxn ang="0">
                    <a:pos x="754" y="1469"/>
                  </a:cxn>
                  <a:cxn ang="0">
                    <a:pos x="1145" y="1311"/>
                  </a:cxn>
                  <a:cxn ang="0">
                    <a:pos x="1519" y="1186"/>
                  </a:cxn>
                  <a:cxn ang="0">
                    <a:pos x="1861" y="1083"/>
                  </a:cxn>
                  <a:cxn ang="0">
                    <a:pos x="2165" y="1007"/>
                  </a:cxn>
                  <a:cxn ang="0">
                    <a:pos x="2426" y="947"/>
                  </a:cxn>
                  <a:cxn ang="0">
                    <a:pos x="2626" y="892"/>
                  </a:cxn>
                  <a:cxn ang="0">
                    <a:pos x="2762" y="838"/>
                  </a:cxn>
                  <a:cxn ang="0">
                    <a:pos x="2827" y="794"/>
                  </a:cxn>
                  <a:cxn ang="0">
                    <a:pos x="2865" y="745"/>
                  </a:cxn>
                  <a:cxn ang="0">
                    <a:pos x="2882" y="702"/>
                  </a:cxn>
                  <a:cxn ang="0">
                    <a:pos x="2854" y="620"/>
                  </a:cxn>
                  <a:cxn ang="0">
                    <a:pos x="2800" y="560"/>
                  </a:cxn>
                  <a:cxn ang="0">
                    <a:pos x="2773" y="544"/>
                  </a:cxn>
                </a:cxnLst>
                <a:rect l="0" t="0" r="r" b="b"/>
                <a:pathLst>
                  <a:path w="2882" h="1671">
                    <a:moveTo>
                      <a:pt x="2773" y="544"/>
                    </a:moveTo>
                    <a:lnTo>
                      <a:pt x="2740" y="528"/>
                    </a:lnTo>
                    <a:lnTo>
                      <a:pt x="2692" y="506"/>
                    </a:lnTo>
                    <a:lnTo>
                      <a:pt x="2632" y="484"/>
                    </a:lnTo>
                    <a:lnTo>
                      <a:pt x="2561" y="457"/>
                    </a:lnTo>
                    <a:lnTo>
                      <a:pt x="2480" y="424"/>
                    </a:lnTo>
                    <a:lnTo>
                      <a:pt x="2388" y="397"/>
                    </a:lnTo>
                    <a:lnTo>
                      <a:pt x="2203" y="343"/>
                    </a:lnTo>
                    <a:lnTo>
                      <a:pt x="2078" y="310"/>
                    </a:lnTo>
                    <a:lnTo>
                      <a:pt x="1970" y="277"/>
                    </a:lnTo>
                    <a:lnTo>
                      <a:pt x="1878" y="245"/>
                    </a:lnTo>
                    <a:lnTo>
                      <a:pt x="1807" y="212"/>
                    </a:lnTo>
                    <a:lnTo>
                      <a:pt x="1742" y="179"/>
                    </a:lnTo>
                    <a:lnTo>
                      <a:pt x="1693" y="152"/>
                    </a:lnTo>
                    <a:lnTo>
                      <a:pt x="1655" y="125"/>
                    </a:lnTo>
                    <a:lnTo>
                      <a:pt x="1628" y="103"/>
                    </a:lnTo>
                    <a:lnTo>
                      <a:pt x="1606" y="81"/>
                    </a:lnTo>
                    <a:lnTo>
                      <a:pt x="1590" y="60"/>
                    </a:lnTo>
                    <a:lnTo>
                      <a:pt x="1585" y="43"/>
                    </a:lnTo>
                    <a:lnTo>
                      <a:pt x="1579" y="27"/>
                    </a:lnTo>
                    <a:lnTo>
                      <a:pt x="1585" y="5"/>
                    </a:lnTo>
                    <a:lnTo>
                      <a:pt x="1585" y="0"/>
                    </a:lnTo>
                    <a:lnTo>
                      <a:pt x="1568" y="27"/>
                    </a:lnTo>
                    <a:lnTo>
                      <a:pt x="1557" y="49"/>
                    </a:lnTo>
                    <a:lnTo>
                      <a:pt x="1557" y="76"/>
                    </a:lnTo>
                    <a:lnTo>
                      <a:pt x="1568" y="98"/>
                    </a:lnTo>
                    <a:lnTo>
                      <a:pt x="1590" y="120"/>
                    </a:lnTo>
                    <a:lnTo>
                      <a:pt x="1617" y="141"/>
                    </a:lnTo>
                    <a:lnTo>
                      <a:pt x="1650" y="163"/>
                    </a:lnTo>
                    <a:lnTo>
                      <a:pt x="1688" y="185"/>
                    </a:lnTo>
                    <a:lnTo>
                      <a:pt x="1737" y="207"/>
                    </a:lnTo>
                    <a:lnTo>
                      <a:pt x="1791" y="228"/>
                    </a:lnTo>
                    <a:lnTo>
                      <a:pt x="1905" y="267"/>
                    </a:lnTo>
                    <a:lnTo>
                      <a:pt x="2040" y="310"/>
                    </a:lnTo>
                    <a:lnTo>
                      <a:pt x="2182" y="348"/>
                    </a:lnTo>
                    <a:lnTo>
                      <a:pt x="2285" y="381"/>
                    </a:lnTo>
                    <a:lnTo>
                      <a:pt x="2382" y="408"/>
                    </a:lnTo>
                    <a:lnTo>
                      <a:pt x="2464" y="435"/>
                    </a:lnTo>
                    <a:lnTo>
                      <a:pt x="2540" y="462"/>
                    </a:lnTo>
                    <a:lnTo>
                      <a:pt x="2605" y="484"/>
                    </a:lnTo>
                    <a:lnTo>
                      <a:pt x="2659" y="506"/>
                    </a:lnTo>
                    <a:lnTo>
                      <a:pt x="2708" y="528"/>
                    </a:lnTo>
                    <a:lnTo>
                      <a:pt x="2740" y="544"/>
                    </a:lnTo>
                    <a:lnTo>
                      <a:pt x="2768" y="560"/>
                    </a:lnTo>
                    <a:lnTo>
                      <a:pt x="2784" y="577"/>
                    </a:lnTo>
                    <a:lnTo>
                      <a:pt x="2795" y="593"/>
                    </a:lnTo>
                    <a:lnTo>
                      <a:pt x="2800" y="615"/>
                    </a:lnTo>
                    <a:lnTo>
                      <a:pt x="2795" y="642"/>
                    </a:lnTo>
                    <a:lnTo>
                      <a:pt x="2784" y="664"/>
                    </a:lnTo>
                    <a:lnTo>
                      <a:pt x="2762" y="691"/>
                    </a:lnTo>
                    <a:lnTo>
                      <a:pt x="2730" y="713"/>
                    </a:lnTo>
                    <a:lnTo>
                      <a:pt x="2692" y="735"/>
                    </a:lnTo>
                    <a:lnTo>
                      <a:pt x="2643" y="756"/>
                    </a:lnTo>
                    <a:lnTo>
                      <a:pt x="2589" y="778"/>
                    </a:lnTo>
                    <a:lnTo>
                      <a:pt x="2529" y="800"/>
                    </a:lnTo>
                    <a:lnTo>
                      <a:pt x="2458" y="822"/>
                    </a:lnTo>
                    <a:lnTo>
                      <a:pt x="2382" y="843"/>
                    </a:lnTo>
                    <a:lnTo>
                      <a:pt x="2301" y="865"/>
                    </a:lnTo>
                    <a:lnTo>
                      <a:pt x="2214" y="887"/>
                    </a:lnTo>
                    <a:lnTo>
                      <a:pt x="2030" y="930"/>
                    </a:lnTo>
                    <a:lnTo>
                      <a:pt x="1823" y="979"/>
                    </a:lnTo>
                    <a:lnTo>
                      <a:pt x="1606" y="1034"/>
                    </a:lnTo>
                    <a:lnTo>
                      <a:pt x="1378" y="1094"/>
                    </a:lnTo>
                    <a:lnTo>
                      <a:pt x="1145" y="1164"/>
                    </a:lnTo>
                    <a:lnTo>
                      <a:pt x="912" y="1241"/>
                    </a:lnTo>
                    <a:lnTo>
                      <a:pt x="673" y="1328"/>
                    </a:lnTo>
                    <a:lnTo>
                      <a:pt x="440" y="1431"/>
                    </a:lnTo>
                    <a:lnTo>
                      <a:pt x="217" y="1545"/>
                    </a:lnTo>
                    <a:lnTo>
                      <a:pt x="0" y="1671"/>
                    </a:lnTo>
                    <a:lnTo>
                      <a:pt x="353" y="1671"/>
                    </a:lnTo>
                    <a:lnTo>
                      <a:pt x="554" y="1567"/>
                    </a:lnTo>
                    <a:lnTo>
                      <a:pt x="754" y="1469"/>
                    </a:lnTo>
                    <a:lnTo>
                      <a:pt x="955" y="1388"/>
                    </a:lnTo>
                    <a:lnTo>
                      <a:pt x="1145" y="1311"/>
                    </a:lnTo>
                    <a:lnTo>
                      <a:pt x="1335" y="1241"/>
                    </a:lnTo>
                    <a:lnTo>
                      <a:pt x="1519" y="1186"/>
                    </a:lnTo>
                    <a:lnTo>
                      <a:pt x="1693" y="1132"/>
                    </a:lnTo>
                    <a:lnTo>
                      <a:pt x="1861" y="1083"/>
                    </a:lnTo>
                    <a:lnTo>
                      <a:pt x="2019" y="1045"/>
                    </a:lnTo>
                    <a:lnTo>
                      <a:pt x="2165" y="1007"/>
                    </a:lnTo>
                    <a:lnTo>
                      <a:pt x="2301" y="974"/>
                    </a:lnTo>
                    <a:lnTo>
                      <a:pt x="2426" y="947"/>
                    </a:lnTo>
                    <a:lnTo>
                      <a:pt x="2534" y="914"/>
                    </a:lnTo>
                    <a:lnTo>
                      <a:pt x="2626" y="892"/>
                    </a:lnTo>
                    <a:lnTo>
                      <a:pt x="2702" y="865"/>
                    </a:lnTo>
                    <a:lnTo>
                      <a:pt x="2762" y="838"/>
                    </a:lnTo>
                    <a:lnTo>
                      <a:pt x="2800" y="816"/>
                    </a:lnTo>
                    <a:lnTo>
                      <a:pt x="2827" y="794"/>
                    </a:lnTo>
                    <a:lnTo>
                      <a:pt x="2849" y="767"/>
                    </a:lnTo>
                    <a:lnTo>
                      <a:pt x="2865" y="745"/>
                    </a:lnTo>
                    <a:lnTo>
                      <a:pt x="2876" y="724"/>
                    </a:lnTo>
                    <a:lnTo>
                      <a:pt x="2882" y="702"/>
                    </a:lnTo>
                    <a:lnTo>
                      <a:pt x="2876" y="658"/>
                    </a:lnTo>
                    <a:lnTo>
                      <a:pt x="2854" y="620"/>
                    </a:lnTo>
                    <a:lnTo>
                      <a:pt x="2833" y="588"/>
                    </a:lnTo>
                    <a:lnTo>
                      <a:pt x="2800" y="560"/>
                    </a:lnTo>
                    <a:lnTo>
                      <a:pt x="2773" y="544"/>
                    </a:lnTo>
                    <a:lnTo>
                      <a:pt x="2773" y="544"/>
                    </a:lnTo>
                    <a:close/>
                  </a:path>
                </a:pathLst>
              </a:custGeom>
              <a:gradFill rotWithShape="0">
                <a:gsLst>
                  <a:gs pos="0">
                    <a:schemeClr val="bg1"/>
                  </a:gs>
                  <a:gs pos="100000">
                    <a:schemeClr val="bg1">
                      <a:gamma/>
                      <a:shade val="90980"/>
                      <a:invGamma/>
                    </a:schemeClr>
                  </a:gs>
                </a:gsLst>
                <a:lin ang="0" scaled="1"/>
              </a:gradFill>
              <a:ln w="9525">
                <a:noFill/>
                <a:round/>
              </a:ln>
            </p:spPr>
            <p:txBody>
              <a:bodyPr/>
              <a:lstStyle/>
              <a:p>
                <a:pPr>
                  <a:defRPr/>
                </a:pPr>
                <a:endParaRPr lang="en-US">
                  <a:latin typeface="Garamond" panose="02020404030301010803" pitchFamily="18" charset="0"/>
                  <a:ea typeface="+mn-ea"/>
                </a:endParaRPr>
              </a:p>
            </p:txBody>
          </p:sp>
          <p:sp>
            <p:nvSpPr>
              <p:cNvPr id="414726" name="Freeform 6"/>
              <p:cNvSpPr/>
              <p:nvPr/>
            </p:nvSpPr>
            <p:spPr bwMode="hidden">
              <a:xfrm>
                <a:off x="4170" y="2671"/>
                <a:ext cx="1259" cy="811"/>
              </a:xfrm>
              <a:custGeom>
                <a:avLst/>
                <a:gdLst/>
                <a:ahLst/>
                <a:cxnLst>
                  <a:cxn ang="0">
                    <a:pos x="1259" y="615"/>
                  </a:cxn>
                  <a:cxn ang="0">
                    <a:pos x="1248" y="588"/>
                  </a:cxn>
                  <a:cxn ang="0">
                    <a:pos x="1237" y="566"/>
                  </a:cxn>
                  <a:cxn ang="0">
                    <a:pos x="1216" y="539"/>
                  </a:cxn>
                  <a:cxn ang="0">
                    <a:pos x="1188" y="517"/>
                  </a:cxn>
                  <a:cxn ang="0">
                    <a:pos x="1123" y="479"/>
                  </a:cxn>
                  <a:cxn ang="0">
                    <a:pos x="1042" y="441"/>
                  </a:cxn>
                  <a:cxn ang="0">
                    <a:pos x="944" y="408"/>
                  </a:cxn>
                  <a:cxn ang="0">
                    <a:pos x="841" y="381"/>
                  </a:cxn>
                  <a:cxn ang="0">
                    <a:pos x="727" y="348"/>
                  </a:cxn>
                  <a:cxn ang="0">
                    <a:pos x="613" y="321"/>
                  </a:cxn>
                  <a:cxn ang="0">
                    <a:pos x="499" y="294"/>
                  </a:cxn>
                  <a:cxn ang="0">
                    <a:pos x="391" y="261"/>
                  </a:cxn>
                  <a:cxn ang="0">
                    <a:pos x="288" y="229"/>
                  </a:cxn>
                  <a:cxn ang="0">
                    <a:pos x="195" y="196"/>
                  </a:cxn>
                  <a:cxn ang="0">
                    <a:pos x="119" y="152"/>
                  </a:cxn>
                  <a:cxn ang="0">
                    <a:pos x="54" y="109"/>
                  </a:cxn>
                  <a:cxn ang="0">
                    <a:pos x="33" y="87"/>
                  </a:cxn>
                  <a:cxn ang="0">
                    <a:pos x="16" y="60"/>
                  </a:cxn>
                  <a:cxn ang="0">
                    <a:pos x="5" y="33"/>
                  </a:cxn>
                  <a:cxn ang="0">
                    <a:pos x="0" y="0"/>
                  </a:cxn>
                  <a:cxn ang="0">
                    <a:pos x="0" y="6"/>
                  </a:cxn>
                  <a:cxn ang="0">
                    <a:pos x="0" y="11"/>
                  </a:cxn>
                  <a:cxn ang="0">
                    <a:pos x="0" y="38"/>
                  </a:cxn>
                  <a:cxn ang="0">
                    <a:pos x="5" y="60"/>
                  </a:cxn>
                  <a:cxn ang="0">
                    <a:pos x="16" y="87"/>
                  </a:cxn>
                  <a:cxn ang="0">
                    <a:pos x="33" y="114"/>
                  </a:cxn>
                  <a:cxn ang="0">
                    <a:pos x="54" y="142"/>
                  </a:cxn>
                  <a:cxn ang="0">
                    <a:pos x="87" y="174"/>
                  </a:cxn>
                  <a:cxn ang="0">
                    <a:pos x="125" y="207"/>
                  </a:cxn>
                  <a:cxn ang="0">
                    <a:pos x="179" y="240"/>
                  </a:cxn>
                  <a:cxn ang="0">
                    <a:pos x="244" y="278"/>
                  </a:cxn>
                  <a:cxn ang="0">
                    <a:pos x="326" y="310"/>
                  </a:cxn>
                  <a:cxn ang="0">
                    <a:pos x="418" y="348"/>
                  </a:cxn>
                  <a:cxn ang="0">
                    <a:pos x="526" y="381"/>
                  </a:cxn>
                  <a:cxn ang="0">
                    <a:pos x="657" y="414"/>
                  </a:cxn>
                  <a:cxn ang="0">
                    <a:pos x="749" y="435"/>
                  </a:cxn>
                  <a:cxn ang="0">
                    <a:pos x="830" y="463"/>
                  </a:cxn>
                  <a:cxn ang="0">
                    <a:pos x="901" y="490"/>
                  </a:cxn>
                  <a:cxn ang="0">
                    <a:pos x="966" y="512"/>
                  </a:cxn>
                  <a:cxn ang="0">
                    <a:pos x="1015" y="539"/>
                  </a:cxn>
                  <a:cxn ang="0">
                    <a:pos x="1053" y="566"/>
                  </a:cxn>
                  <a:cxn ang="0">
                    <a:pos x="1080" y="593"/>
                  </a:cxn>
                  <a:cxn ang="0">
                    <a:pos x="1102" y="620"/>
                  </a:cxn>
                  <a:cxn ang="0">
                    <a:pos x="1112" y="648"/>
                  </a:cxn>
                  <a:cxn ang="0">
                    <a:pos x="1118" y="675"/>
                  </a:cxn>
                  <a:cxn ang="0">
                    <a:pos x="1112" y="697"/>
                  </a:cxn>
                  <a:cxn ang="0">
                    <a:pos x="1096" y="724"/>
                  </a:cxn>
                  <a:cxn ang="0">
                    <a:pos x="1080" y="746"/>
                  </a:cxn>
                  <a:cxn ang="0">
                    <a:pos x="1053" y="767"/>
                  </a:cxn>
                  <a:cxn ang="0">
                    <a:pos x="1015" y="789"/>
                  </a:cxn>
                  <a:cxn ang="0">
                    <a:pos x="977" y="811"/>
                  </a:cxn>
                  <a:cxn ang="0">
                    <a:pos x="1047" y="789"/>
                  </a:cxn>
                  <a:cxn ang="0">
                    <a:pos x="1107" y="767"/>
                  </a:cxn>
                  <a:cxn ang="0">
                    <a:pos x="1156" y="746"/>
                  </a:cxn>
                  <a:cxn ang="0">
                    <a:pos x="1199" y="724"/>
                  </a:cxn>
                  <a:cxn ang="0">
                    <a:pos x="1226" y="702"/>
                  </a:cxn>
                  <a:cxn ang="0">
                    <a:pos x="1248" y="675"/>
                  </a:cxn>
                  <a:cxn ang="0">
                    <a:pos x="1259" y="648"/>
                  </a:cxn>
                  <a:cxn ang="0">
                    <a:pos x="1259" y="615"/>
                  </a:cxn>
                  <a:cxn ang="0">
                    <a:pos x="1259" y="615"/>
                  </a:cxn>
                </a:cxnLst>
                <a:rect l="0" t="0" r="r" b="b"/>
                <a:pathLst>
                  <a:path w="1259" h="811">
                    <a:moveTo>
                      <a:pt x="1259" y="615"/>
                    </a:moveTo>
                    <a:lnTo>
                      <a:pt x="1248" y="588"/>
                    </a:lnTo>
                    <a:lnTo>
                      <a:pt x="1237" y="566"/>
                    </a:lnTo>
                    <a:lnTo>
                      <a:pt x="1216" y="539"/>
                    </a:lnTo>
                    <a:lnTo>
                      <a:pt x="1188" y="517"/>
                    </a:lnTo>
                    <a:lnTo>
                      <a:pt x="1123" y="479"/>
                    </a:lnTo>
                    <a:lnTo>
                      <a:pt x="1042" y="441"/>
                    </a:lnTo>
                    <a:lnTo>
                      <a:pt x="944" y="408"/>
                    </a:lnTo>
                    <a:lnTo>
                      <a:pt x="841" y="381"/>
                    </a:lnTo>
                    <a:lnTo>
                      <a:pt x="727" y="348"/>
                    </a:lnTo>
                    <a:lnTo>
                      <a:pt x="613" y="321"/>
                    </a:lnTo>
                    <a:lnTo>
                      <a:pt x="499" y="294"/>
                    </a:lnTo>
                    <a:lnTo>
                      <a:pt x="391" y="261"/>
                    </a:lnTo>
                    <a:lnTo>
                      <a:pt x="288" y="229"/>
                    </a:lnTo>
                    <a:lnTo>
                      <a:pt x="195" y="196"/>
                    </a:lnTo>
                    <a:lnTo>
                      <a:pt x="119" y="152"/>
                    </a:lnTo>
                    <a:lnTo>
                      <a:pt x="54" y="109"/>
                    </a:lnTo>
                    <a:lnTo>
                      <a:pt x="33" y="87"/>
                    </a:lnTo>
                    <a:lnTo>
                      <a:pt x="16" y="60"/>
                    </a:lnTo>
                    <a:lnTo>
                      <a:pt x="5" y="33"/>
                    </a:lnTo>
                    <a:lnTo>
                      <a:pt x="0" y="0"/>
                    </a:lnTo>
                    <a:lnTo>
                      <a:pt x="0" y="6"/>
                    </a:lnTo>
                    <a:lnTo>
                      <a:pt x="0" y="11"/>
                    </a:lnTo>
                    <a:lnTo>
                      <a:pt x="0" y="38"/>
                    </a:lnTo>
                    <a:lnTo>
                      <a:pt x="5" y="60"/>
                    </a:lnTo>
                    <a:lnTo>
                      <a:pt x="16" y="87"/>
                    </a:lnTo>
                    <a:lnTo>
                      <a:pt x="33" y="114"/>
                    </a:lnTo>
                    <a:lnTo>
                      <a:pt x="54" y="142"/>
                    </a:lnTo>
                    <a:lnTo>
                      <a:pt x="87" y="174"/>
                    </a:lnTo>
                    <a:lnTo>
                      <a:pt x="125" y="207"/>
                    </a:lnTo>
                    <a:lnTo>
                      <a:pt x="179" y="240"/>
                    </a:lnTo>
                    <a:lnTo>
                      <a:pt x="244" y="278"/>
                    </a:lnTo>
                    <a:lnTo>
                      <a:pt x="326" y="310"/>
                    </a:lnTo>
                    <a:lnTo>
                      <a:pt x="418" y="348"/>
                    </a:lnTo>
                    <a:lnTo>
                      <a:pt x="526" y="381"/>
                    </a:lnTo>
                    <a:lnTo>
                      <a:pt x="657" y="414"/>
                    </a:lnTo>
                    <a:lnTo>
                      <a:pt x="749" y="435"/>
                    </a:lnTo>
                    <a:lnTo>
                      <a:pt x="830" y="463"/>
                    </a:lnTo>
                    <a:lnTo>
                      <a:pt x="901" y="490"/>
                    </a:lnTo>
                    <a:lnTo>
                      <a:pt x="966" y="512"/>
                    </a:lnTo>
                    <a:lnTo>
                      <a:pt x="1015" y="539"/>
                    </a:lnTo>
                    <a:lnTo>
                      <a:pt x="1053" y="566"/>
                    </a:lnTo>
                    <a:lnTo>
                      <a:pt x="1080" y="593"/>
                    </a:lnTo>
                    <a:lnTo>
                      <a:pt x="1102" y="620"/>
                    </a:lnTo>
                    <a:lnTo>
                      <a:pt x="1112" y="648"/>
                    </a:lnTo>
                    <a:lnTo>
                      <a:pt x="1118" y="675"/>
                    </a:lnTo>
                    <a:lnTo>
                      <a:pt x="1112" y="697"/>
                    </a:lnTo>
                    <a:lnTo>
                      <a:pt x="1096" y="724"/>
                    </a:lnTo>
                    <a:lnTo>
                      <a:pt x="1080" y="746"/>
                    </a:lnTo>
                    <a:lnTo>
                      <a:pt x="1053" y="767"/>
                    </a:lnTo>
                    <a:lnTo>
                      <a:pt x="1015" y="789"/>
                    </a:lnTo>
                    <a:lnTo>
                      <a:pt x="977" y="811"/>
                    </a:lnTo>
                    <a:lnTo>
                      <a:pt x="1047" y="789"/>
                    </a:lnTo>
                    <a:lnTo>
                      <a:pt x="1107" y="767"/>
                    </a:lnTo>
                    <a:lnTo>
                      <a:pt x="1156" y="746"/>
                    </a:lnTo>
                    <a:lnTo>
                      <a:pt x="1199" y="724"/>
                    </a:lnTo>
                    <a:lnTo>
                      <a:pt x="1226" y="702"/>
                    </a:lnTo>
                    <a:lnTo>
                      <a:pt x="1248" y="675"/>
                    </a:lnTo>
                    <a:lnTo>
                      <a:pt x="1259" y="648"/>
                    </a:lnTo>
                    <a:lnTo>
                      <a:pt x="1259" y="615"/>
                    </a:lnTo>
                    <a:lnTo>
                      <a:pt x="1259" y="615"/>
                    </a:lnTo>
                    <a:close/>
                  </a:path>
                </a:pathLst>
              </a:custGeom>
              <a:gradFill rotWithShape="0">
                <a:gsLst>
                  <a:gs pos="0">
                    <a:schemeClr val="bg1"/>
                  </a:gs>
                  <a:gs pos="100000">
                    <a:schemeClr val="bg1">
                      <a:gamma/>
                      <a:shade val="90980"/>
                      <a:invGamma/>
                    </a:schemeClr>
                  </a:gs>
                </a:gsLst>
                <a:lin ang="2700000" scaled="1"/>
              </a:gradFill>
              <a:ln w="9525">
                <a:noFill/>
                <a:round/>
              </a:ln>
            </p:spPr>
            <p:txBody>
              <a:bodyPr/>
              <a:lstStyle/>
              <a:p>
                <a:pPr>
                  <a:defRPr/>
                </a:pPr>
                <a:endParaRPr lang="en-US">
                  <a:latin typeface="Garamond" panose="02020404030301010803" pitchFamily="18" charset="0"/>
                  <a:ea typeface="+mn-ea"/>
                </a:endParaRPr>
              </a:p>
            </p:txBody>
          </p:sp>
          <p:sp>
            <p:nvSpPr>
              <p:cNvPr id="414727" name="Freeform 7"/>
              <p:cNvSpPr/>
              <p:nvPr/>
            </p:nvSpPr>
            <p:spPr bwMode="hidden">
              <a:xfrm>
                <a:off x="2900" y="3346"/>
                <a:ext cx="2849" cy="969"/>
              </a:xfrm>
              <a:custGeom>
                <a:avLst/>
                <a:gdLst/>
                <a:ahLst/>
                <a:cxnLst>
                  <a:cxn ang="0">
                    <a:pos x="92" y="958"/>
                  </a:cxn>
                  <a:cxn ang="0">
                    <a:pos x="0" y="969"/>
                  </a:cxn>
                  <a:cxn ang="0">
                    <a:pos x="391" y="969"/>
                  </a:cxn>
                  <a:cxn ang="0">
                    <a:pos x="434" y="947"/>
                  </a:cxn>
                  <a:cxn ang="0">
                    <a:pos x="483" y="914"/>
                  </a:cxn>
                  <a:cxn ang="0">
                    <a:pos x="554" y="876"/>
                  </a:cxn>
                  <a:cxn ang="0">
                    <a:pos x="635" y="838"/>
                  </a:cxn>
                  <a:cxn ang="0">
                    <a:pos x="727" y="794"/>
                  </a:cxn>
                  <a:cxn ang="0">
                    <a:pos x="836" y="745"/>
                  </a:cxn>
                  <a:cxn ang="0">
                    <a:pos x="961" y="696"/>
                  </a:cxn>
                  <a:cxn ang="0">
                    <a:pos x="1102" y="642"/>
                  </a:cxn>
                  <a:cxn ang="0">
                    <a:pos x="1259" y="582"/>
                  </a:cxn>
                  <a:cxn ang="0">
                    <a:pos x="1433" y="522"/>
                  </a:cxn>
                  <a:cxn ang="0">
                    <a:pos x="1623" y="462"/>
                  </a:cxn>
                  <a:cxn ang="0">
                    <a:pos x="1829" y="403"/>
                  </a:cxn>
                  <a:cxn ang="0">
                    <a:pos x="2057" y="343"/>
                  </a:cxn>
                  <a:cxn ang="0">
                    <a:pos x="2301" y="283"/>
                  </a:cxn>
                  <a:cxn ang="0">
                    <a:pos x="2567" y="223"/>
                  </a:cxn>
                  <a:cxn ang="0">
                    <a:pos x="2849" y="163"/>
                  </a:cxn>
                  <a:cxn ang="0">
                    <a:pos x="2849" y="0"/>
                  </a:cxn>
                  <a:cxn ang="0">
                    <a:pos x="2817" y="16"/>
                  </a:cxn>
                  <a:cxn ang="0">
                    <a:pos x="2773" y="33"/>
                  </a:cxn>
                  <a:cxn ang="0">
                    <a:pos x="2719" y="54"/>
                  </a:cxn>
                  <a:cxn ang="0">
                    <a:pos x="2648" y="76"/>
                  </a:cxn>
                  <a:cxn ang="0">
                    <a:pos x="2572" y="98"/>
                  </a:cxn>
                  <a:cxn ang="0">
                    <a:pos x="2491" y="120"/>
                  </a:cxn>
                  <a:cxn ang="0">
                    <a:pos x="2399" y="147"/>
                  </a:cxn>
                  <a:cxn ang="0">
                    <a:pos x="2301" y="169"/>
                  </a:cxn>
                  <a:cxn ang="0">
                    <a:pos x="2095" y="223"/>
                  </a:cxn>
                  <a:cxn ang="0">
                    <a:pos x="1889" y="277"/>
                  </a:cxn>
                  <a:cxn ang="0">
                    <a:pos x="1688" y="326"/>
                  </a:cxn>
                  <a:cxn ang="0">
                    <a:pos x="1590" y="354"/>
                  </a:cxn>
                  <a:cxn ang="0">
                    <a:pos x="1503" y="381"/>
                  </a:cxn>
                  <a:cxn ang="0">
                    <a:pos x="1107" y="506"/>
                  </a:cxn>
                  <a:cxn ang="0">
                    <a:pos x="912" y="577"/>
                  </a:cxn>
                  <a:cxn ang="0">
                    <a:pos x="727" y="647"/>
                  </a:cxn>
                  <a:cxn ang="0">
                    <a:pos x="548" y="718"/>
                  </a:cxn>
                  <a:cxn ang="0">
                    <a:pos x="380" y="794"/>
                  </a:cxn>
                  <a:cxn ang="0">
                    <a:pos x="228" y="876"/>
                  </a:cxn>
                  <a:cxn ang="0">
                    <a:pos x="92" y="958"/>
                  </a:cxn>
                  <a:cxn ang="0">
                    <a:pos x="92" y="958"/>
                  </a:cxn>
                </a:cxnLst>
                <a:rect l="0" t="0" r="r" b="b"/>
                <a:pathLst>
                  <a:path w="2849" h="969">
                    <a:moveTo>
                      <a:pt x="92" y="958"/>
                    </a:moveTo>
                    <a:lnTo>
                      <a:pt x="0" y="969"/>
                    </a:lnTo>
                    <a:lnTo>
                      <a:pt x="391" y="969"/>
                    </a:lnTo>
                    <a:lnTo>
                      <a:pt x="434" y="947"/>
                    </a:lnTo>
                    <a:lnTo>
                      <a:pt x="483" y="914"/>
                    </a:lnTo>
                    <a:lnTo>
                      <a:pt x="554" y="876"/>
                    </a:lnTo>
                    <a:lnTo>
                      <a:pt x="635" y="838"/>
                    </a:lnTo>
                    <a:lnTo>
                      <a:pt x="727" y="794"/>
                    </a:lnTo>
                    <a:lnTo>
                      <a:pt x="836" y="745"/>
                    </a:lnTo>
                    <a:lnTo>
                      <a:pt x="961" y="696"/>
                    </a:lnTo>
                    <a:lnTo>
                      <a:pt x="1102" y="642"/>
                    </a:lnTo>
                    <a:lnTo>
                      <a:pt x="1259" y="582"/>
                    </a:lnTo>
                    <a:lnTo>
                      <a:pt x="1433" y="522"/>
                    </a:lnTo>
                    <a:lnTo>
                      <a:pt x="1623" y="462"/>
                    </a:lnTo>
                    <a:lnTo>
                      <a:pt x="1829" y="403"/>
                    </a:lnTo>
                    <a:lnTo>
                      <a:pt x="2057" y="343"/>
                    </a:lnTo>
                    <a:lnTo>
                      <a:pt x="2301" y="283"/>
                    </a:lnTo>
                    <a:lnTo>
                      <a:pt x="2567" y="223"/>
                    </a:lnTo>
                    <a:lnTo>
                      <a:pt x="2849" y="163"/>
                    </a:lnTo>
                    <a:lnTo>
                      <a:pt x="2849" y="0"/>
                    </a:lnTo>
                    <a:lnTo>
                      <a:pt x="2817" y="16"/>
                    </a:lnTo>
                    <a:lnTo>
                      <a:pt x="2773" y="33"/>
                    </a:lnTo>
                    <a:lnTo>
                      <a:pt x="2719" y="54"/>
                    </a:lnTo>
                    <a:lnTo>
                      <a:pt x="2648" y="76"/>
                    </a:lnTo>
                    <a:lnTo>
                      <a:pt x="2572" y="98"/>
                    </a:lnTo>
                    <a:lnTo>
                      <a:pt x="2491" y="120"/>
                    </a:lnTo>
                    <a:lnTo>
                      <a:pt x="2399" y="147"/>
                    </a:lnTo>
                    <a:lnTo>
                      <a:pt x="2301" y="169"/>
                    </a:lnTo>
                    <a:lnTo>
                      <a:pt x="2095" y="223"/>
                    </a:lnTo>
                    <a:lnTo>
                      <a:pt x="1889" y="277"/>
                    </a:lnTo>
                    <a:lnTo>
                      <a:pt x="1688" y="326"/>
                    </a:lnTo>
                    <a:lnTo>
                      <a:pt x="1590" y="354"/>
                    </a:lnTo>
                    <a:lnTo>
                      <a:pt x="1503" y="381"/>
                    </a:lnTo>
                    <a:lnTo>
                      <a:pt x="1107" y="506"/>
                    </a:lnTo>
                    <a:lnTo>
                      <a:pt x="912" y="577"/>
                    </a:lnTo>
                    <a:lnTo>
                      <a:pt x="727" y="647"/>
                    </a:lnTo>
                    <a:lnTo>
                      <a:pt x="548" y="718"/>
                    </a:lnTo>
                    <a:lnTo>
                      <a:pt x="380" y="794"/>
                    </a:lnTo>
                    <a:lnTo>
                      <a:pt x="228" y="876"/>
                    </a:lnTo>
                    <a:lnTo>
                      <a:pt x="92" y="958"/>
                    </a:lnTo>
                    <a:lnTo>
                      <a:pt x="92" y="958"/>
                    </a:lnTo>
                    <a:close/>
                  </a:path>
                </a:pathLst>
              </a:custGeom>
              <a:gradFill rotWithShape="0">
                <a:gsLst>
                  <a:gs pos="0">
                    <a:schemeClr val="bg1">
                      <a:gamma/>
                      <a:shade val="81961"/>
                      <a:invGamma/>
                    </a:schemeClr>
                  </a:gs>
                  <a:gs pos="100000">
                    <a:schemeClr val="bg1"/>
                  </a:gs>
                </a:gsLst>
                <a:lin ang="5400000" scaled="1"/>
              </a:gradFill>
              <a:ln w="9525">
                <a:noFill/>
                <a:round/>
              </a:ln>
            </p:spPr>
            <p:txBody>
              <a:bodyPr/>
              <a:lstStyle/>
              <a:p>
                <a:pPr>
                  <a:defRPr/>
                </a:pPr>
                <a:endParaRPr lang="en-US">
                  <a:latin typeface="Garamond" panose="02020404030301010803" pitchFamily="18" charset="0"/>
                  <a:ea typeface="+mn-ea"/>
                </a:endParaRPr>
              </a:p>
            </p:txBody>
          </p:sp>
          <p:sp>
            <p:nvSpPr>
              <p:cNvPr id="1038" name="Freeform 8"/>
              <p:cNvSpPr/>
              <p:nvPr/>
            </p:nvSpPr>
            <p:spPr bwMode="hidden">
              <a:xfrm>
                <a:off x="2748" y="2230"/>
                <a:ext cx="3007" cy="2085"/>
              </a:xfrm>
              <a:custGeom>
                <a:avLst/>
                <a:gdLst>
                  <a:gd name="T0" fmla="*/ 1433 w 3007"/>
                  <a:gd name="T1" fmla="*/ 474 h 2085"/>
                  <a:gd name="T2" fmla="*/ 1460 w 3007"/>
                  <a:gd name="T3" fmla="*/ 528 h 2085"/>
                  <a:gd name="T4" fmla="*/ 1541 w 3007"/>
                  <a:gd name="T5" fmla="*/ 593 h 2085"/>
                  <a:gd name="T6" fmla="*/ 1715 w 3007"/>
                  <a:gd name="T7" fmla="*/ 670 h 2085"/>
                  <a:gd name="T8" fmla="*/ 1927 w 3007"/>
                  <a:gd name="T9" fmla="*/ 735 h 2085"/>
                  <a:gd name="T10" fmla="*/ 2155 w 3007"/>
                  <a:gd name="T11" fmla="*/ 789 h 2085"/>
                  <a:gd name="T12" fmla="*/ 2372 w 3007"/>
                  <a:gd name="T13" fmla="*/ 849 h 2085"/>
                  <a:gd name="T14" fmla="*/ 2551 w 3007"/>
                  <a:gd name="T15" fmla="*/ 920 h 2085"/>
                  <a:gd name="T16" fmla="*/ 2638 w 3007"/>
                  <a:gd name="T17" fmla="*/ 980 h 2085"/>
                  <a:gd name="T18" fmla="*/ 2676 w 3007"/>
                  <a:gd name="T19" fmla="*/ 1029 h 2085"/>
                  <a:gd name="T20" fmla="*/ 2681 w 3007"/>
                  <a:gd name="T21" fmla="*/ 1083 h 2085"/>
                  <a:gd name="T22" fmla="*/ 2665 w 3007"/>
                  <a:gd name="T23" fmla="*/ 1127 h 2085"/>
                  <a:gd name="T24" fmla="*/ 2616 w 3007"/>
                  <a:gd name="T25" fmla="*/ 1170 h 2085"/>
                  <a:gd name="T26" fmla="*/ 2545 w 3007"/>
                  <a:gd name="T27" fmla="*/ 1208 h 2085"/>
                  <a:gd name="T28" fmla="*/ 2448 w 3007"/>
                  <a:gd name="T29" fmla="*/ 1241 h 2085"/>
                  <a:gd name="T30" fmla="*/ 2328 w 3007"/>
                  <a:gd name="T31" fmla="*/ 1274 h 2085"/>
                  <a:gd name="T32" fmla="*/ 2106 w 3007"/>
                  <a:gd name="T33" fmla="*/ 1328 h 2085"/>
                  <a:gd name="T34" fmla="*/ 1742 w 3007"/>
                  <a:gd name="T35" fmla="*/ 1421 h 2085"/>
                  <a:gd name="T36" fmla="*/ 1308 w 3007"/>
                  <a:gd name="T37" fmla="*/ 1540 h 2085"/>
                  <a:gd name="T38" fmla="*/ 820 w 3007"/>
                  <a:gd name="T39" fmla="*/ 1709 h 2085"/>
                  <a:gd name="T40" fmla="*/ 282 w 3007"/>
                  <a:gd name="T41" fmla="*/ 1943 h 2085"/>
                  <a:gd name="T42" fmla="*/ 152 w 3007"/>
                  <a:gd name="T43" fmla="*/ 2085 h 2085"/>
                  <a:gd name="T44" fmla="*/ 386 w 3007"/>
                  <a:gd name="T45" fmla="*/ 1992 h 2085"/>
                  <a:gd name="T46" fmla="*/ 700 w 3007"/>
                  <a:gd name="T47" fmla="*/ 1834 h 2085"/>
                  <a:gd name="T48" fmla="*/ 1064 w 3007"/>
                  <a:gd name="T49" fmla="*/ 1693 h 2085"/>
                  <a:gd name="T50" fmla="*/ 1661 w 3007"/>
                  <a:gd name="T51" fmla="*/ 1497 h 2085"/>
                  <a:gd name="T52" fmla="*/ 1845 w 3007"/>
                  <a:gd name="T53" fmla="*/ 1442 h 2085"/>
                  <a:gd name="T54" fmla="*/ 2252 w 3007"/>
                  <a:gd name="T55" fmla="*/ 1339 h 2085"/>
                  <a:gd name="T56" fmla="*/ 2551 w 3007"/>
                  <a:gd name="T57" fmla="*/ 1263 h 2085"/>
                  <a:gd name="T58" fmla="*/ 2730 w 3007"/>
                  <a:gd name="T59" fmla="*/ 1214 h 2085"/>
                  <a:gd name="T60" fmla="*/ 2876 w 3007"/>
                  <a:gd name="T61" fmla="*/ 1170 h 2085"/>
                  <a:gd name="T62" fmla="*/ 2974 w 3007"/>
                  <a:gd name="T63" fmla="*/ 1132 h 2085"/>
                  <a:gd name="T64" fmla="*/ 3007 w 3007"/>
                  <a:gd name="T65" fmla="*/ 871 h 2085"/>
                  <a:gd name="T66" fmla="*/ 2860 w 3007"/>
                  <a:gd name="T67" fmla="*/ 844 h 2085"/>
                  <a:gd name="T68" fmla="*/ 2670 w 3007"/>
                  <a:gd name="T69" fmla="*/ 806 h 2085"/>
                  <a:gd name="T70" fmla="*/ 2458 w 3007"/>
                  <a:gd name="T71" fmla="*/ 757 h 2085"/>
                  <a:gd name="T72" fmla="*/ 2138 w 3007"/>
                  <a:gd name="T73" fmla="*/ 670 h 2085"/>
                  <a:gd name="T74" fmla="*/ 1959 w 3007"/>
                  <a:gd name="T75" fmla="*/ 604 h 2085"/>
                  <a:gd name="T76" fmla="*/ 1824 w 3007"/>
                  <a:gd name="T77" fmla="*/ 534 h 2085"/>
                  <a:gd name="T78" fmla="*/ 1769 w 3007"/>
                  <a:gd name="T79" fmla="*/ 474 h 2085"/>
                  <a:gd name="T80" fmla="*/ 1753 w 3007"/>
                  <a:gd name="T81" fmla="*/ 436 h 2085"/>
                  <a:gd name="T82" fmla="*/ 1780 w 3007"/>
                  <a:gd name="T83" fmla="*/ 381 h 2085"/>
                  <a:gd name="T84" fmla="*/ 1862 w 3007"/>
                  <a:gd name="T85" fmla="*/ 316 h 2085"/>
                  <a:gd name="T86" fmla="*/ 1986 w 3007"/>
                  <a:gd name="T87" fmla="*/ 267 h 2085"/>
                  <a:gd name="T88" fmla="*/ 2149 w 3007"/>
                  <a:gd name="T89" fmla="*/ 229 h 2085"/>
                  <a:gd name="T90" fmla="*/ 2431 w 3007"/>
                  <a:gd name="T91" fmla="*/ 180 h 2085"/>
                  <a:gd name="T92" fmla="*/ 2827 w 3007"/>
                  <a:gd name="T93" fmla="*/ 125 h 2085"/>
                  <a:gd name="T94" fmla="*/ 3007 w 3007"/>
                  <a:gd name="T95" fmla="*/ 87 h 2085"/>
                  <a:gd name="T96" fmla="*/ 2909 w 3007"/>
                  <a:gd name="T97" fmla="*/ 22 h 2085"/>
                  <a:gd name="T98" fmla="*/ 2676 w 3007"/>
                  <a:gd name="T99" fmla="*/ 66 h 2085"/>
                  <a:gd name="T100" fmla="*/ 2285 w 3007"/>
                  <a:gd name="T101" fmla="*/ 120 h 2085"/>
                  <a:gd name="T102" fmla="*/ 2030 w 3007"/>
                  <a:gd name="T103" fmla="*/ 158 h 2085"/>
                  <a:gd name="T104" fmla="*/ 1791 w 3007"/>
                  <a:gd name="T105" fmla="*/ 202 h 2085"/>
                  <a:gd name="T106" fmla="*/ 1601 w 3007"/>
                  <a:gd name="T107" fmla="*/ 261 h 2085"/>
                  <a:gd name="T108" fmla="*/ 1471 w 3007"/>
                  <a:gd name="T109" fmla="*/ 338 h 2085"/>
                  <a:gd name="T110" fmla="*/ 1438 w 3007"/>
                  <a:gd name="T111" fmla="*/ 387 h 2085"/>
                  <a:gd name="T112" fmla="*/ 1427 w 3007"/>
                  <a:gd name="T113" fmla="*/ 441 h 2085"/>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3007" h="2085">
                    <a:moveTo>
                      <a:pt x="1427" y="441"/>
                    </a:moveTo>
                    <a:lnTo>
                      <a:pt x="1433" y="474"/>
                    </a:lnTo>
                    <a:lnTo>
                      <a:pt x="1444" y="501"/>
                    </a:lnTo>
                    <a:lnTo>
                      <a:pt x="1460" y="528"/>
                    </a:lnTo>
                    <a:lnTo>
                      <a:pt x="1482" y="550"/>
                    </a:lnTo>
                    <a:lnTo>
                      <a:pt x="1541" y="593"/>
                    </a:lnTo>
                    <a:lnTo>
                      <a:pt x="1623" y="637"/>
                    </a:lnTo>
                    <a:lnTo>
                      <a:pt x="1715" y="670"/>
                    </a:lnTo>
                    <a:lnTo>
                      <a:pt x="1818" y="702"/>
                    </a:lnTo>
                    <a:lnTo>
                      <a:pt x="1927" y="735"/>
                    </a:lnTo>
                    <a:lnTo>
                      <a:pt x="2041" y="762"/>
                    </a:lnTo>
                    <a:lnTo>
                      <a:pt x="2155" y="789"/>
                    </a:lnTo>
                    <a:lnTo>
                      <a:pt x="2269" y="822"/>
                    </a:lnTo>
                    <a:lnTo>
                      <a:pt x="2372" y="849"/>
                    </a:lnTo>
                    <a:lnTo>
                      <a:pt x="2464" y="882"/>
                    </a:lnTo>
                    <a:lnTo>
                      <a:pt x="2551" y="920"/>
                    </a:lnTo>
                    <a:lnTo>
                      <a:pt x="2616" y="958"/>
                    </a:lnTo>
                    <a:lnTo>
                      <a:pt x="2638" y="980"/>
                    </a:lnTo>
                    <a:lnTo>
                      <a:pt x="2659" y="1007"/>
                    </a:lnTo>
                    <a:lnTo>
                      <a:pt x="2676" y="1029"/>
                    </a:lnTo>
                    <a:lnTo>
                      <a:pt x="2681" y="1056"/>
                    </a:lnTo>
                    <a:lnTo>
                      <a:pt x="2681" y="1083"/>
                    </a:lnTo>
                    <a:lnTo>
                      <a:pt x="2676" y="1105"/>
                    </a:lnTo>
                    <a:lnTo>
                      <a:pt x="2665" y="1127"/>
                    </a:lnTo>
                    <a:lnTo>
                      <a:pt x="2643" y="1149"/>
                    </a:lnTo>
                    <a:lnTo>
                      <a:pt x="2616" y="1170"/>
                    </a:lnTo>
                    <a:lnTo>
                      <a:pt x="2583" y="1187"/>
                    </a:lnTo>
                    <a:lnTo>
                      <a:pt x="2545" y="1208"/>
                    </a:lnTo>
                    <a:lnTo>
                      <a:pt x="2502" y="1225"/>
                    </a:lnTo>
                    <a:lnTo>
                      <a:pt x="2448" y="1241"/>
                    </a:lnTo>
                    <a:lnTo>
                      <a:pt x="2388" y="1257"/>
                    </a:lnTo>
                    <a:lnTo>
                      <a:pt x="2328" y="1274"/>
                    </a:lnTo>
                    <a:lnTo>
                      <a:pt x="2258" y="1290"/>
                    </a:lnTo>
                    <a:lnTo>
                      <a:pt x="2106" y="1328"/>
                    </a:lnTo>
                    <a:lnTo>
                      <a:pt x="1932" y="1372"/>
                    </a:lnTo>
                    <a:lnTo>
                      <a:pt x="1742" y="1421"/>
                    </a:lnTo>
                    <a:lnTo>
                      <a:pt x="1531" y="1475"/>
                    </a:lnTo>
                    <a:lnTo>
                      <a:pt x="1308" y="1540"/>
                    </a:lnTo>
                    <a:lnTo>
                      <a:pt x="1069" y="1617"/>
                    </a:lnTo>
                    <a:lnTo>
                      <a:pt x="820" y="1709"/>
                    </a:lnTo>
                    <a:lnTo>
                      <a:pt x="554" y="1818"/>
                    </a:lnTo>
                    <a:lnTo>
                      <a:pt x="282" y="1943"/>
                    </a:lnTo>
                    <a:lnTo>
                      <a:pt x="0" y="2085"/>
                    </a:lnTo>
                    <a:lnTo>
                      <a:pt x="152" y="2085"/>
                    </a:lnTo>
                    <a:lnTo>
                      <a:pt x="244" y="2074"/>
                    </a:lnTo>
                    <a:lnTo>
                      <a:pt x="386" y="1992"/>
                    </a:lnTo>
                    <a:lnTo>
                      <a:pt x="537" y="1910"/>
                    </a:lnTo>
                    <a:lnTo>
                      <a:pt x="700" y="1834"/>
                    </a:lnTo>
                    <a:lnTo>
                      <a:pt x="879" y="1763"/>
                    </a:lnTo>
                    <a:lnTo>
                      <a:pt x="1064" y="1693"/>
                    </a:lnTo>
                    <a:lnTo>
                      <a:pt x="1259" y="1622"/>
                    </a:lnTo>
                    <a:lnTo>
                      <a:pt x="1661" y="1497"/>
                    </a:lnTo>
                    <a:lnTo>
                      <a:pt x="1748" y="1470"/>
                    </a:lnTo>
                    <a:lnTo>
                      <a:pt x="1845" y="1442"/>
                    </a:lnTo>
                    <a:lnTo>
                      <a:pt x="2046" y="1393"/>
                    </a:lnTo>
                    <a:lnTo>
                      <a:pt x="2252" y="1339"/>
                    </a:lnTo>
                    <a:lnTo>
                      <a:pt x="2458" y="1285"/>
                    </a:lnTo>
                    <a:lnTo>
                      <a:pt x="2551" y="1263"/>
                    </a:lnTo>
                    <a:lnTo>
                      <a:pt x="2643" y="1236"/>
                    </a:lnTo>
                    <a:lnTo>
                      <a:pt x="2730" y="1214"/>
                    </a:lnTo>
                    <a:lnTo>
                      <a:pt x="2806" y="1192"/>
                    </a:lnTo>
                    <a:lnTo>
                      <a:pt x="2876" y="1170"/>
                    </a:lnTo>
                    <a:lnTo>
                      <a:pt x="2931" y="1149"/>
                    </a:lnTo>
                    <a:lnTo>
                      <a:pt x="2974" y="1132"/>
                    </a:lnTo>
                    <a:lnTo>
                      <a:pt x="3007" y="1116"/>
                    </a:lnTo>
                    <a:lnTo>
                      <a:pt x="3007" y="871"/>
                    </a:lnTo>
                    <a:lnTo>
                      <a:pt x="2941" y="860"/>
                    </a:lnTo>
                    <a:lnTo>
                      <a:pt x="2860" y="844"/>
                    </a:lnTo>
                    <a:lnTo>
                      <a:pt x="2773" y="827"/>
                    </a:lnTo>
                    <a:lnTo>
                      <a:pt x="2670" y="806"/>
                    </a:lnTo>
                    <a:lnTo>
                      <a:pt x="2567" y="784"/>
                    </a:lnTo>
                    <a:lnTo>
                      <a:pt x="2458" y="757"/>
                    </a:lnTo>
                    <a:lnTo>
                      <a:pt x="2241" y="702"/>
                    </a:lnTo>
                    <a:lnTo>
                      <a:pt x="2138" y="670"/>
                    </a:lnTo>
                    <a:lnTo>
                      <a:pt x="2046" y="637"/>
                    </a:lnTo>
                    <a:lnTo>
                      <a:pt x="1959" y="604"/>
                    </a:lnTo>
                    <a:lnTo>
                      <a:pt x="1883" y="566"/>
                    </a:lnTo>
                    <a:lnTo>
                      <a:pt x="1824" y="534"/>
                    </a:lnTo>
                    <a:lnTo>
                      <a:pt x="1780" y="495"/>
                    </a:lnTo>
                    <a:lnTo>
                      <a:pt x="1769" y="474"/>
                    </a:lnTo>
                    <a:lnTo>
                      <a:pt x="1758" y="457"/>
                    </a:lnTo>
                    <a:lnTo>
                      <a:pt x="1753" y="436"/>
                    </a:lnTo>
                    <a:lnTo>
                      <a:pt x="1758" y="419"/>
                    </a:lnTo>
                    <a:lnTo>
                      <a:pt x="1780" y="381"/>
                    </a:lnTo>
                    <a:lnTo>
                      <a:pt x="1813" y="343"/>
                    </a:lnTo>
                    <a:lnTo>
                      <a:pt x="1862" y="316"/>
                    </a:lnTo>
                    <a:lnTo>
                      <a:pt x="1921" y="289"/>
                    </a:lnTo>
                    <a:lnTo>
                      <a:pt x="1986" y="267"/>
                    </a:lnTo>
                    <a:lnTo>
                      <a:pt x="2062" y="245"/>
                    </a:lnTo>
                    <a:lnTo>
                      <a:pt x="2149" y="229"/>
                    </a:lnTo>
                    <a:lnTo>
                      <a:pt x="2236" y="213"/>
                    </a:lnTo>
                    <a:lnTo>
                      <a:pt x="2431" y="180"/>
                    </a:lnTo>
                    <a:lnTo>
                      <a:pt x="2627" y="158"/>
                    </a:lnTo>
                    <a:lnTo>
                      <a:pt x="2827" y="125"/>
                    </a:lnTo>
                    <a:lnTo>
                      <a:pt x="2920" y="109"/>
                    </a:lnTo>
                    <a:lnTo>
                      <a:pt x="3007" y="87"/>
                    </a:lnTo>
                    <a:lnTo>
                      <a:pt x="3007" y="0"/>
                    </a:lnTo>
                    <a:lnTo>
                      <a:pt x="2909" y="22"/>
                    </a:lnTo>
                    <a:lnTo>
                      <a:pt x="2795" y="44"/>
                    </a:lnTo>
                    <a:lnTo>
                      <a:pt x="2676" y="66"/>
                    </a:lnTo>
                    <a:lnTo>
                      <a:pt x="2551" y="82"/>
                    </a:lnTo>
                    <a:lnTo>
                      <a:pt x="2285" y="120"/>
                    </a:lnTo>
                    <a:lnTo>
                      <a:pt x="2155" y="136"/>
                    </a:lnTo>
                    <a:lnTo>
                      <a:pt x="2030" y="158"/>
                    </a:lnTo>
                    <a:lnTo>
                      <a:pt x="1905" y="174"/>
                    </a:lnTo>
                    <a:lnTo>
                      <a:pt x="1791" y="202"/>
                    </a:lnTo>
                    <a:lnTo>
                      <a:pt x="1688" y="229"/>
                    </a:lnTo>
                    <a:lnTo>
                      <a:pt x="1601" y="261"/>
                    </a:lnTo>
                    <a:lnTo>
                      <a:pt x="1525" y="300"/>
                    </a:lnTo>
                    <a:lnTo>
                      <a:pt x="1471" y="338"/>
                    </a:lnTo>
                    <a:lnTo>
                      <a:pt x="1455" y="359"/>
                    </a:lnTo>
                    <a:lnTo>
                      <a:pt x="1438" y="387"/>
                    </a:lnTo>
                    <a:lnTo>
                      <a:pt x="1427" y="414"/>
                    </a:lnTo>
                    <a:lnTo>
                      <a:pt x="1427" y="441"/>
                    </a:lnTo>
                    <a:close/>
                  </a:path>
                </a:pathLst>
              </a:custGeom>
              <a:solidFill>
                <a:schemeClr val="bg1"/>
              </a:solidFill>
              <a:ln>
                <a:noFill/>
              </a:ln>
              <a:extLst>
                <a:ext uri="{91240B29-F687-4F45-9708-019B960494DF}">
                  <a14:hiddenLine xmlns:a14="http://schemas.microsoft.com/office/drawing/2010/main" w="9525">
                    <a:solidFill>
                      <a:srgbClr val="000000"/>
                    </a:solidFill>
                    <a:round/>
                  </a14:hiddenLine>
                </a:ext>
              </a:extLst>
            </p:spPr>
            <p:txBody>
              <a:bodyPr/>
              <a:lstStyle/>
              <a:p>
                <a:endParaRPr lang="en-GB"/>
              </a:p>
            </p:txBody>
          </p:sp>
          <p:sp>
            <p:nvSpPr>
              <p:cNvPr id="414729" name="Freeform 9"/>
              <p:cNvSpPr/>
              <p:nvPr/>
            </p:nvSpPr>
            <p:spPr bwMode="hidden">
              <a:xfrm>
                <a:off x="4501" y="2317"/>
                <a:ext cx="1248" cy="539"/>
              </a:xfrm>
              <a:custGeom>
                <a:avLst/>
                <a:gdLst/>
                <a:ahLst/>
                <a:cxnLst>
                  <a:cxn ang="0">
                    <a:pos x="0" y="332"/>
                  </a:cxn>
                  <a:cxn ang="0">
                    <a:pos x="0" y="360"/>
                  </a:cxn>
                  <a:cxn ang="0">
                    <a:pos x="5" y="387"/>
                  </a:cxn>
                  <a:cxn ang="0">
                    <a:pos x="27" y="414"/>
                  </a:cxn>
                  <a:cxn ang="0">
                    <a:pos x="54" y="436"/>
                  </a:cxn>
                  <a:cxn ang="0">
                    <a:pos x="92" y="463"/>
                  </a:cxn>
                  <a:cxn ang="0">
                    <a:pos x="141" y="490"/>
                  </a:cxn>
                  <a:cxn ang="0">
                    <a:pos x="195" y="512"/>
                  </a:cxn>
                  <a:cxn ang="0">
                    <a:pos x="255" y="539"/>
                  </a:cxn>
                  <a:cxn ang="0">
                    <a:pos x="212" y="517"/>
                  </a:cxn>
                  <a:cxn ang="0">
                    <a:pos x="179" y="490"/>
                  </a:cxn>
                  <a:cxn ang="0">
                    <a:pos x="157" y="468"/>
                  </a:cxn>
                  <a:cxn ang="0">
                    <a:pos x="141" y="447"/>
                  </a:cxn>
                  <a:cxn ang="0">
                    <a:pos x="136" y="425"/>
                  </a:cxn>
                  <a:cxn ang="0">
                    <a:pos x="136" y="403"/>
                  </a:cxn>
                  <a:cxn ang="0">
                    <a:pos x="141" y="381"/>
                  </a:cxn>
                  <a:cxn ang="0">
                    <a:pos x="157" y="365"/>
                  </a:cxn>
                  <a:cxn ang="0">
                    <a:pos x="179" y="343"/>
                  </a:cxn>
                  <a:cxn ang="0">
                    <a:pos x="201" y="327"/>
                  </a:cxn>
                  <a:cxn ang="0">
                    <a:pos x="266" y="294"/>
                  </a:cxn>
                  <a:cxn ang="0">
                    <a:pos x="353" y="262"/>
                  </a:cxn>
                  <a:cxn ang="0">
                    <a:pos x="445" y="234"/>
                  </a:cxn>
                  <a:cxn ang="0">
                    <a:pos x="554" y="213"/>
                  </a:cxn>
                  <a:cxn ang="0">
                    <a:pos x="662" y="191"/>
                  </a:cxn>
                  <a:cxn ang="0">
                    <a:pos x="890" y="153"/>
                  </a:cxn>
                  <a:cxn ang="0">
                    <a:pos x="993" y="136"/>
                  </a:cxn>
                  <a:cxn ang="0">
                    <a:pos x="1091" y="120"/>
                  </a:cxn>
                  <a:cxn ang="0">
                    <a:pos x="1178" y="115"/>
                  </a:cxn>
                  <a:cxn ang="0">
                    <a:pos x="1248" y="104"/>
                  </a:cxn>
                  <a:cxn ang="0">
                    <a:pos x="1248" y="0"/>
                  </a:cxn>
                  <a:cxn ang="0">
                    <a:pos x="1161" y="22"/>
                  </a:cxn>
                  <a:cxn ang="0">
                    <a:pos x="1069" y="38"/>
                  </a:cxn>
                  <a:cxn ang="0">
                    <a:pos x="874" y="71"/>
                  </a:cxn>
                  <a:cxn ang="0">
                    <a:pos x="673" y="93"/>
                  </a:cxn>
                  <a:cxn ang="0">
                    <a:pos x="483" y="126"/>
                  </a:cxn>
                  <a:cxn ang="0">
                    <a:pos x="391" y="142"/>
                  </a:cxn>
                  <a:cxn ang="0">
                    <a:pos x="309" y="158"/>
                  </a:cxn>
                  <a:cxn ang="0">
                    <a:pos x="228" y="180"/>
                  </a:cxn>
                  <a:cxn ang="0">
                    <a:pos x="163" y="202"/>
                  </a:cxn>
                  <a:cxn ang="0">
                    <a:pos x="103" y="229"/>
                  </a:cxn>
                  <a:cxn ang="0">
                    <a:pos x="54" y="256"/>
                  </a:cxn>
                  <a:cxn ang="0">
                    <a:pos x="22" y="294"/>
                  </a:cxn>
                  <a:cxn ang="0">
                    <a:pos x="0" y="332"/>
                  </a:cxn>
                  <a:cxn ang="0">
                    <a:pos x="0" y="332"/>
                  </a:cxn>
                </a:cxnLst>
                <a:rect l="0" t="0" r="r" b="b"/>
                <a:pathLst>
                  <a:path w="1248" h="539">
                    <a:moveTo>
                      <a:pt x="0" y="332"/>
                    </a:moveTo>
                    <a:lnTo>
                      <a:pt x="0" y="360"/>
                    </a:lnTo>
                    <a:lnTo>
                      <a:pt x="5" y="387"/>
                    </a:lnTo>
                    <a:lnTo>
                      <a:pt x="27" y="414"/>
                    </a:lnTo>
                    <a:lnTo>
                      <a:pt x="54" y="436"/>
                    </a:lnTo>
                    <a:lnTo>
                      <a:pt x="92" y="463"/>
                    </a:lnTo>
                    <a:lnTo>
                      <a:pt x="141" y="490"/>
                    </a:lnTo>
                    <a:lnTo>
                      <a:pt x="195" y="512"/>
                    </a:lnTo>
                    <a:lnTo>
                      <a:pt x="255" y="539"/>
                    </a:lnTo>
                    <a:lnTo>
                      <a:pt x="212" y="517"/>
                    </a:lnTo>
                    <a:lnTo>
                      <a:pt x="179" y="490"/>
                    </a:lnTo>
                    <a:lnTo>
                      <a:pt x="157" y="468"/>
                    </a:lnTo>
                    <a:lnTo>
                      <a:pt x="141" y="447"/>
                    </a:lnTo>
                    <a:lnTo>
                      <a:pt x="136" y="425"/>
                    </a:lnTo>
                    <a:lnTo>
                      <a:pt x="136" y="403"/>
                    </a:lnTo>
                    <a:lnTo>
                      <a:pt x="141" y="381"/>
                    </a:lnTo>
                    <a:lnTo>
                      <a:pt x="157" y="365"/>
                    </a:lnTo>
                    <a:lnTo>
                      <a:pt x="179" y="343"/>
                    </a:lnTo>
                    <a:lnTo>
                      <a:pt x="201" y="327"/>
                    </a:lnTo>
                    <a:lnTo>
                      <a:pt x="266" y="294"/>
                    </a:lnTo>
                    <a:lnTo>
                      <a:pt x="353" y="262"/>
                    </a:lnTo>
                    <a:lnTo>
                      <a:pt x="445" y="234"/>
                    </a:lnTo>
                    <a:lnTo>
                      <a:pt x="554" y="213"/>
                    </a:lnTo>
                    <a:lnTo>
                      <a:pt x="662" y="191"/>
                    </a:lnTo>
                    <a:lnTo>
                      <a:pt x="890" y="153"/>
                    </a:lnTo>
                    <a:lnTo>
                      <a:pt x="993" y="136"/>
                    </a:lnTo>
                    <a:lnTo>
                      <a:pt x="1091" y="120"/>
                    </a:lnTo>
                    <a:lnTo>
                      <a:pt x="1178" y="115"/>
                    </a:lnTo>
                    <a:lnTo>
                      <a:pt x="1248" y="104"/>
                    </a:lnTo>
                    <a:lnTo>
                      <a:pt x="1248" y="0"/>
                    </a:lnTo>
                    <a:lnTo>
                      <a:pt x="1161" y="22"/>
                    </a:lnTo>
                    <a:lnTo>
                      <a:pt x="1069" y="38"/>
                    </a:lnTo>
                    <a:lnTo>
                      <a:pt x="874" y="71"/>
                    </a:lnTo>
                    <a:lnTo>
                      <a:pt x="673" y="93"/>
                    </a:lnTo>
                    <a:lnTo>
                      <a:pt x="483" y="126"/>
                    </a:lnTo>
                    <a:lnTo>
                      <a:pt x="391" y="142"/>
                    </a:lnTo>
                    <a:lnTo>
                      <a:pt x="309" y="158"/>
                    </a:lnTo>
                    <a:lnTo>
                      <a:pt x="228" y="180"/>
                    </a:lnTo>
                    <a:lnTo>
                      <a:pt x="163" y="202"/>
                    </a:lnTo>
                    <a:lnTo>
                      <a:pt x="103" y="229"/>
                    </a:lnTo>
                    <a:lnTo>
                      <a:pt x="54" y="256"/>
                    </a:lnTo>
                    <a:lnTo>
                      <a:pt x="22" y="294"/>
                    </a:lnTo>
                    <a:lnTo>
                      <a:pt x="0" y="332"/>
                    </a:lnTo>
                    <a:lnTo>
                      <a:pt x="0" y="332"/>
                    </a:lnTo>
                    <a:close/>
                  </a:path>
                </a:pathLst>
              </a:custGeom>
              <a:gradFill rotWithShape="0">
                <a:gsLst>
                  <a:gs pos="0">
                    <a:schemeClr val="bg1">
                      <a:gamma/>
                      <a:shade val="87843"/>
                      <a:invGamma/>
                    </a:schemeClr>
                  </a:gs>
                  <a:gs pos="100000">
                    <a:schemeClr val="bg1"/>
                  </a:gs>
                </a:gsLst>
                <a:lin ang="2700000" scaled="1"/>
              </a:gradFill>
              <a:ln w="9525">
                <a:noFill/>
                <a:round/>
              </a:ln>
            </p:spPr>
            <p:txBody>
              <a:bodyPr/>
              <a:lstStyle/>
              <a:p>
                <a:pPr>
                  <a:defRPr/>
                </a:pPr>
                <a:endParaRPr lang="en-US">
                  <a:latin typeface="Garamond" panose="02020404030301010803" pitchFamily="18" charset="0"/>
                  <a:ea typeface="+mn-ea"/>
                </a:endParaRPr>
              </a:p>
            </p:txBody>
          </p:sp>
        </p:grpSp>
        <p:sp>
          <p:nvSpPr>
            <p:cNvPr id="414730" name="Freeform 10"/>
            <p:cNvSpPr/>
            <p:nvPr/>
          </p:nvSpPr>
          <p:spPr bwMode="hidden">
            <a:xfrm>
              <a:off x="3322" y="1341"/>
              <a:ext cx="1825" cy="1537"/>
            </a:xfrm>
            <a:custGeom>
              <a:avLst/>
              <a:gdLst/>
              <a:ahLst/>
              <a:cxnLst>
                <a:cxn ang="0">
                  <a:pos x="982" y="1061"/>
                </a:cxn>
                <a:cxn ang="0">
                  <a:pos x="1357" y="1012"/>
                </a:cxn>
                <a:cxn ang="0">
                  <a:pos x="1666" y="957"/>
                </a:cxn>
                <a:cxn ang="0">
                  <a:pos x="1916" y="897"/>
                </a:cxn>
                <a:cxn ang="0">
                  <a:pos x="2100" y="832"/>
                </a:cxn>
                <a:cxn ang="0">
                  <a:pos x="2220" y="756"/>
                </a:cxn>
                <a:cxn ang="0">
                  <a:pos x="2285" y="669"/>
                </a:cxn>
                <a:cxn ang="0">
                  <a:pos x="2290" y="560"/>
                </a:cxn>
                <a:cxn ang="0">
                  <a:pos x="2241" y="457"/>
                </a:cxn>
                <a:cxn ang="0">
                  <a:pos x="2144" y="364"/>
                </a:cxn>
                <a:cxn ang="0">
                  <a:pos x="2008" y="277"/>
                </a:cxn>
                <a:cxn ang="0">
                  <a:pos x="1769" y="157"/>
                </a:cxn>
                <a:cxn ang="0">
                  <a:pos x="1612" y="92"/>
                </a:cxn>
                <a:cxn ang="0">
                  <a:pos x="1476" y="43"/>
                </a:cxn>
                <a:cxn ang="0">
                  <a:pos x="1384" y="10"/>
                </a:cxn>
                <a:cxn ang="0">
                  <a:pos x="1346" y="0"/>
                </a:cxn>
                <a:cxn ang="0">
                  <a:pos x="1655" y="119"/>
                </a:cxn>
                <a:cxn ang="0">
                  <a:pos x="1948" y="255"/>
                </a:cxn>
                <a:cxn ang="0">
                  <a:pos x="2068" y="326"/>
                </a:cxn>
                <a:cxn ang="0">
                  <a:pos x="2171" y="402"/>
                </a:cxn>
                <a:cxn ang="0">
                  <a:pos x="2236" y="478"/>
                </a:cxn>
                <a:cxn ang="0">
                  <a:pos x="2263" y="560"/>
                </a:cxn>
                <a:cxn ang="0">
                  <a:pos x="2241" y="636"/>
                </a:cxn>
                <a:cxn ang="0">
                  <a:pos x="2171" y="702"/>
                </a:cxn>
                <a:cxn ang="0">
                  <a:pos x="2062" y="756"/>
                </a:cxn>
                <a:cxn ang="0">
                  <a:pos x="1921" y="800"/>
                </a:cxn>
                <a:cxn ang="0">
                  <a:pos x="1748" y="843"/>
                </a:cxn>
                <a:cxn ang="0">
                  <a:pos x="1351" y="908"/>
                </a:cxn>
                <a:cxn ang="0">
                  <a:pos x="923" y="968"/>
                </a:cxn>
                <a:cxn ang="0">
                  <a:pos x="521" y="1028"/>
                </a:cxn>
                <a:cxn ang="0">
                  <a:pos x="353" y="1066"/>
                </a:cxn>
                <a:cxn ang="0">
                  <a:pos x="206" y="1104"/>
                </a:cxn>
                <a:cxn ang="0">
                  <a:pos x="92" y="1148"/>
                </a:cxn>
                <a:cxn ang="0">
                  <a:pos x="22" y="1202"/>
                </a:cxn>
                <a:cxn ang="0">
                  <a:pos x="0" y="1262"/>
                </a:cxn>
                <a:cxn ang="0">
                  <a:pos x="27" y="1327"/>
                </a:cxn>
                <a:cxn ang="0">
                  <a:pos x="98" y="1382"/>
                </a:cxn>
                <a:cxn ang="0">
                  <a:pos x="196" y="1425"/>
                </a:cxn>
                <a:cxn ang="0">
                  <a:pos x="326" y="1469"/>
                </a:cxn>
                <a:cxn ang="0">
                  <a:pos x="217" y="1414"/>
                </a:cxn>
                <a:cxn ang="0">
                  <a:pos x="147" y="1360"/>
                </a:cxn>
                <a:cxn ang="0">
                  <a:pos x="120" y="1306"/>
                </a:cxn>
                <a:cxn ang="0">
                  <a:pos x="141" y="1257"/>
                </a:cxn>
                <a:cxn ang="0">
                  <a:pos x="212" y="1208"/>
                </a:cxn>
                <a:cxn ang="0">
                  <a:pos x="342" y="1164"/>
                </a:cxn>
                <a:cxn ang="0">
                  <a:pos x="527" y="1121"/>
                </a:cxn>
                <a:cxn ang="0">
                  <a:pos x="771" y="1088"/>
                </a:cxn>
              </a:cxnLst>
              <a:rect l="0" t="0" r="r" b="b"/>
              <a:pathLst>
                <a:path w="2296" h="1469">
                  <a:moveTo>
                    <a:pt x="771" y="1088"/>
                  </a:moveTo>
                  <a:lnTo>
                    <a:pt x="982" y="1061"/>
                  </a:lnTo>
                  <a:lnTo>
                    <a:pt x="1178" y="1034"/>
                  </a:lnTo>
                  <a:lnTo>
                    <a:pt x="1357" y="1012"/>
                  </a:lnTo>
                  <a:lnTo>
                    <a:pt x="1520" y="985"/>
                  </a:lnTo>
                  <a:lnTo>
                    <a:pt x="1666" y="957"/>
                  </a:lnTo>
                  <a:lnTo>
                    <a:pt x="1796" y="930"/>
                  </a:lnTo>
                  <a:lnTo>
                    <a:pt x="1916" y="897"/>
                  </a:lnTo>
                  <a:lnTo>
                    <a:pt x="2013" y="870"/>
                  </a:lnTo>
                  <a:lnTo>
                    <a:pt x="2100" y="832"/>
                  </a:lnTo>
                  <a:lnTo>
                    <a:pt x="2171" y="800"/>
                  </a:lnTo>
                  <a:lnTo>
                    <a:pt x="2220" y="756"/>
                  </a:lnTo>
                  <a:lnTo>
                    <a:pt x="2263" y="712"/>
                  </a:lnTo>
                  <a:lnTo>
                    <a:pt x="2285" y="669"/>
                  </a:lnTo>
                  <a:lnTo>
                    <a:pt x="2296" y="614"/>
                  </a:lnTo>
                  <a:lnTo>
                    <a:pt x="2290" y="560"/>
                  </a:lnTo>
                  <a:lnTo>
                    <a:pt x="2269" y="500"/>
                  </a:lnTo>
                  <a:lnTo>
                    <a:pt x="2241" y="457"/>
                  </a:lnTo>
                  <a:lnTo>
                    <a:pt x="2198" y="408"/>
                  </a:lnTo>
                  <a:lnTo>
                    <a:pt x="2144" y="364"/>
                  </a:lnTo>
                  <a:lnTo>
                    <a:pt x="2079" y="321"/>
                  </a:lnTo>
                  <a:lnTo>
                    <a:pt x="2008" y="277"/>
                  </a:lnTo>
                  <a:lnTo>
                    <a:pt x="1927" y="234"/>
                  </a:lnTo>
                  <a:lnTo>
                    <a:pt x="1769" y="157"/>
                  </a:lnTo>
                  <a:lnTo>
                    <a:pt x="1688" y="125"/>
                  </a:lnTo>
                  <a:lnTo>
                    <a:pt x="1612" y="92"/>
                  </a:lnTo>
                  <a:lnTo>
                    <a:pt x="1536" y="65"/>
                  </a:lnTo>
                  <a:lnTo>
                    <a:pt x="1476" y="43"/>
                  </a:lnTo>
                  <a:lnTo>
                    <a:pt x="1422" y="27"/>
                  </a:lnTo>
                  <a:lnTo>
                    <a:pt x="1384" y="10"/>
                  </a:lnTo>
                  <a:lnTo>
                    <a:pt x="1357" y="5"/>
                  </a:lnTo>
                  <a:lnTo>
                    <a:pt x="1346" y="0"/>
                  </a:lnTo>
                  <a:lnTo>
                    <a:pt x="1498" y="54"/>
                  </a:lnTo>
                  <a:lnTo>
                    <a:pt x="1655" y="119"/>
                  </a:lnTo>
                  <a:lnTo>
                    <a:pt x="1807" y="185"/>
                  </a:lnTo>
                  <a:lnTo>
                    <a:pt x="1948" y="255"/>
                  </a:lnTo>
                  <a:lnTo>
                    <a:pt x="2013" y="288"/>
                  </a:lnTo>
                  <a:lnTo>
                    <a:pt x="2068" y="326"/>
                  </a:lnTo>
                  <a:lnTo>
                    <a:pt x="2122" y="364"/>
                  </a:lnTo>
                  <a:lnTo>
                    <a:pt x="2171" y="402"/>
                  </a:lnTo>
                  <a:lnTo>
                    <a:pt x="2209" y="440"/>
                  </a:lnTo>
                  <a:lnTo>
                    <a:pt x="2236" y="478"/>
                  </a:lnTo>
                  <a:lnTo>
                    <a:pt x="2252" y="522"/>
                  </a:lnTo>
                  <a:lnTo>
                    <a:pt x="2263" y="560"/>
                  </a:lnTo>
                  <a:lnTo>
                    <a:pt x="2258" y="598"/>
                  </a:lnTo>
                  <a:lnTo>
                    <a:pt x="2241" y="636"/>
                  </a:lnTo>
                  <a:lnTo>
                    <a:pt x="2214" y="669"/>
                  </a:lnTo>
                  <a:lnTo>
                    <a:pt x="2171" y="702"/>
                  </a:lnTo>
                  <a:lnTo>
                    <a:pt x="2122" y="729"/>
                  </a:lnTo>
                  <a:lnTo>
                    <a:pt x="2062" y="756"/>
                  </a:lnTo>
                  <a:lnTo>
                    <a:pt x="1997" y="778"/>
                  </a:lnTo>
                  <a:lnTo>
                    <a:pt x="1921" y="800"/>
                  </a:lnTo>
                  <a:lnTo>
                    <a:pt x="1834" y="821"/>
                  </a:lnTo>
                  <a:lnTo>
                    <a:pt x="1748" y="843"/>
                  </a:lnTo>
                  <a:lnTo>
                    <a:pt x="1552" y="876"/>
                  </a:lnTo>
                  <a:lnTo>
                    <a:pt x="1351" y="908"/>
                  </a:lnTo>
                  <a:lnTo>
                    <a:pt x="1134" y="941"/>
                  </a:lnTo>
                  <a:lnTo>
                    <a:pt x="923" y="968"/>
                  </a:lnTo>
                  <a:lnTo>
                    <a:pt x="716" y="995"/>
                  </a:lnTo>
                  <a:lnTo>
                    <a:pt x="521" y="1028"/>
                  </a:lnTo>
                  <a:lnTo>
                    <a:pt x="434" y="1044"/>
                  </a:lnTo>
                  <a:lnTo>
                    <a:pt x="353" y="1066"/>
                  </a:lnTo>
                  <a:lnTo>
                    <a:pt x="277" y="1082"/>
                  </a:lnTo>
                  <a:lnTo>
                    <a:pt x="206" y="1104"/>
                  </a:lnTo>
                  <a:lnTo>
                    <a:pt x="147" y="1126"/>
                  </a:lnTo>
                  <a:lnTo>
                    <a:pt x="92" y="1148"/>
                  </a:lnTo>
                  <a:lnTo>
                    <a:pt x="54" y="1175"/>
                  </a:lnTo>
                  <a:lnTo>
                    <a:pt x="22" y="1202"/>
                  </a:lnTo>
                  <a:lnTo>
                    <a:pt x="6" y="1229"/>
                  </a:lnTo>
                  <a:lnTo>
                    <a:pt x="0" y="1262"/>
                  </a:lnTo>
                  <a:lnTo>
                    <a:pt x="11" y="1295"/>
                  </a:lnTo>
                  <a:lnTo>
                    <a:pt x="27" y="1327"/>
                  </a:lnTo>
                  <a:lnTo>
                    <a:pt x="54" y="1355"/>
                  </a:lnTo>
                  <a:lnTo>
                    <a:pt x="98" y="1382"/>
                  </a:lnTo>
                  <a:lnTo>
                    <a:pt x="141" y="1404"/>
                  </a:lnTo>
                  <a:lnTo>
                    <a:pt x="196" y="1425"/>
                  </a:lnTo>
                  <a:lnTo>
                    <a:pt x="261" y="1447"/>
                  </a:lnTo>
                  <a:lnTo>
                    <a:pt x="326" y="1469"/>
                  </a:lnTo>
                  <a:lnTo>
                    <a:pt x="266" y="1442"/>
                  </a:lnTo>
                  <a:lnTo>
                    <a:pt x="217" y="1414"/>
                  </a:lnTo>
                  <a:lnTo>
                    <a:pt x="174" y="1387"/>
                  </a:lnTo>
                  <a:lnTo>
                    <a:pt x="147" y="1360"/>
                  </a:lnTo>
                  <a:lnTo>
                    <a:pt x="125" y="1333"/>
                  </a:lnTo>
                  <a:lnTo>
                    <a:pt x="120" y="1306"/>
                  </a:lnTo>
                  <a:lnTo>
                    <a:pt x="125" y="1278"/>
                  </a:lnTo>
                  <a:lnTo>
                    <a:pt x="141" y="1257"/>
                  </a:lnTo>
                  <a:lnTo>
                    <a:pt x="174" y="1229"/>
                  </a:lnTo>
                  <a:lnTo>
                    <a:pt x="212" y="1208"/>
                  </a:lnTo>
                  <a:lnTo>
                    <a:pt x="272" y="1186"/>
                  </a:lnTo>
                  <a:lnTo>
                    <a:pt x="342" y="1164"/>
                  </a:lnTo>
                  <a:lnTo>
                    <a:pt x="423" y="1142"/>
                  </a:lnTo>
                  <a:lnTo>
                    <a:pt x="527" y="1121"/>
                  </a:lnTo>
                  <a:lnTo>
                    <a:pt x="641" y="1104"/>
                  </a:lnTo>
                  <a:lnTo>
                    <a:pt x="771" y="1088"/>
                  </a:lnTo>
                  <a:lnTo>
                    <a:pt x="771" y="1088"/>
                  </a:lnTo>
                  <a:close/>
                </a:path>
              </a:pathLst>
            </a:custGeom>
            <a:gradFill rotWithShape="0">
              <a:gsLst>
                <a:gs pos="0">
                  <a:schemeClr val="bg1">
                    <a:gamma/>
                    <a:shade val="84706"/>
                    <a:invGamma/>
                  </a:schemeClr>
                </a:gs>
                <a:gs pos="100000">
                  <a:schemeClr val="bg1"/>
                </a:gs>
              </a:gsLst>
              <a:lin ang="2700000" scaled="1"/>
            </a:gradFill>
            <a:ln w="9525">
              <a:noFill/>
              <a:round/>
            </a:ln>
          </p:spPr>
          <p:txBody>
            <a:bodyPr/>
            <a:lstStyle/>
            <a:p>
              <a:pPr>
                <a:defRPr/>
              </a:pPr>
              <a:endParaRPr lang="en-US">
                <a:latin typeface="Garamond" panose="02020404030301010803" pitchFamily="18" charset="0"/>
                <a:ea typeface="+mn-ea"/>
              </a:endParaRPr>
            </a:p>
          </p:txBody>
        </p:sp>
        <p:sp>
          <p:nvSpPr>
            <p:cNvPr id="1034" name="Freeform 3"/>
            <p:cNvSpPr/>
            <p:nvPr/>
          </p:nvSpPr>
          <p:spPr bwMode="hidden">
            <a:xfrm>
              <a:off x="0" y="0"/>
              <a:ext cx="5758" cy="1776"/>
            </a:xfrm>
            <a:custGeom>
              <a:avLst/>
              <a:gdLst>
                <a:gd name="T0" fmla="*/ 0 w 5740"/>
                <a:gd name="T1" fmla="*/ 0 h 1906"/>
                <a:gd name="T2" fmla="*/ 0 w 5740"/>
                <a:gd name="T3" fmla="*/ 1906 h 1906"/>
                <a:gd name="T4" fmla="*/ 5740 w 5740"/>
                <a:gd name="T5" fmla="*/ 1906 h 1906"/>
                <a:gd name="T6" fmla="*/ 5740 w 5740"/>
                <a:gd name="T7" fmla="*/ 0 h 1906"/>
                <a:gd name="T8" fmla="*/ 0 w 5740"/>
                <a:gd name="T9" fmla="*/ 0 h 1906"/>
                <a:gd name="T10" fmla="*/ 0 w 5740"/>
                <a:gd name="T11" fmla="*/ 0 h 190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740" h="1906">
                  <a:moveTo>
                    <a:pt x="0" y="0"/>
                  </a:moveTo>
                  <a:lnTo>
                    <a:pt x="0" y="1906"/>
                  </a:lnTo>
                  <a:lnTo>
                    <a:pt x="5740" y="1906"/>
                  </a:lnTo>
                  <a:lnTo>
                    <a:pt x="5740" y="0"/>
                  </a:lnTo>
                  <a:lnTo>
                    <a:pt x="0" y="0"/>
                  </a:lnTo>
                  <a:close/>
                </a:path>
              </a:pathLst>
            </a:custGeom>
            <a:gradFill rotWithShape="0">
              <a:gsLst>
                <a:gs pos="0">
                  <a:schemeClr val="bg2"/>
                </a:gs>
                <a:gs pos="100000">
                  <a:schemeClr val="bg1"/>
                </a:gs>
              </a:gsLst>
              <a:lin ang="5400000" scaled="1"/>
            </a:gradFill>
            <a:ln>
              <a:noFill/>
            </a:ln>
            <a:extLst>
              <a:ext uri="{91240B29-F687-4F45-9708-019B960494DF}">
                <a14:hiddenLine xmlns:a14="http://schemas.microsoft.com/office/drawing/2010/main" w="9525">
                  <a:solidFill>
                    <a:srgbClr val="000000"/>
                  </a:solidFill>
                  <a:round/>
                </a14:hiddenLine>
              </a:ext>
            </a:extLst>
          </p:spPr>
          <p:txBody>
            <a:bodyPr/>
            <a:lstStyle/>
            <a:p>
              <a:endParaRPr lang="en-GB"/>
            </a:p>
          </p:txBody>
        </p:sp>
      </p:grpSp>
      <p:sp>
        <p:nvSpPr>
          <p:cNvPr id="414731" name="Rectangle 11"/>
          <p:cNvSpPr>
            <a:spLocks noGrp="1" noRot="1" noChangeArrowheads="1"/>
          </p:cNvSpPr>
          <p:nvPr>
            <p:ph type="title"/>
          </p:nvPr>
        </p:nvSpPr>
        <p:spPr bwMode="auto">
          <a:xfrm>
            <a:off x="457200" y="274638"/>
            <a:ext cx="8229600" cy="1143000"/>
          </a:xfrm>
          <a:prstGeom prst="rect">
            <a:avLst/>
          </a:prstGeom>
          <a:noFill/>
          <a:ln w="9525">
            <a:noFill/>
            <a:miter lim="800000"/>
          </a:ln>
          <a:effectLst/>
        </p:spPr>
        <p:txBody>
          <a:bodyPr vert="horz" wrap="square" lIns="91440" tIns="45720" rIns="91440" bIns="45720" numCol="1" anchor="ctr" anchorCtr="0" compatLnSpc="1"/>
          <a:lstStyle/>
          <a:p>
            <a:pPr lvl="0"/>
            <a:r>
              <a:rPr lang="en-US"/>
              <a:t>Click to edit Master title style</a:t>
            </a:r>
            <a:endParaRPr lang="en-US"/>
          </a:p>
        </p:txBody>
      </p:sp>
      <p:sp>
        <p:nvSpPr>
          <p:cNvPr id="414734" name="Rectangle 14"/>
          <p:cNvSpPr>
            <a:spLocks noGrp="1" noChangeArrowheads="1"/>
          </p:cNvSpPr>
          <p:nvPr>
            <p:ph type="ftr" sz="quarter" idx="3"/>
          </p:nvPr>
        </p:nvSpPr>
        <p:spPr bwMode="auto">
          <a:xfrm>
            <a:off x="3124200" y="6248400"/>
            <a:ext cx="2895600" cy="476250"/>
          </a:xfrm>
          <a:prstGeom prst="rect">
            <a:avLst/>
          </a:prstGeom>
          <a:noFill/>
          <a:ln w="9525">
            <a:noFill/>
            <a:miter lim="800000"/>
          </a:ln>
          <a:effectLst/>
        </p:spPr>
        <p:txBody>
          <a:bodyPr vert="horz" wrap="square" lIns="91440" tIns="45720" rIns="91440" bIns="45720" numCol="1" anchor="b" anchorCtr="0" compatLnSpc="1"/>
          <a:lstStyle>
            <a:lvl1pPr algn="ctr" eaLnBrk="1" hangingPunct="1">
              <a:defRPr sz="1200">
                <a:latin typeface="Arial" panose="020B0604020202020204" pitchFamily="34" charset="0"/>
                <a:ea typeface="+mn-ea"/>
              </a:defRPr>
            </a:lvl1pPr>
          </a:lstStyle>
          <a:p>
            <a:pPr>
              <a:defRPr/>
            </a:pPr>
            <a:endParaRPr lang="en-US"/>
          </a:p>
        </p:txBody>
      </p:sp>
      <p:sp>
        <p:nvSpPr>
          <p:cNvPr id="414740" name="Rectangle 20"/>
          <p:cNvSpPr>
            <a:spLocks noGrp="1" noChangeArrowheads="1"/>
          </p:cNvSpPr>
          <p:nvPr>
            <p:ph type="body" idx="1"/>
          </p:nvPr>
        </p:nvSpPr>
        <p:spPr bwMode="auto">
          <a:xfrm>
            <a:off x="457200" y="1600200"/>
            <a:ext cx="8229600" cy="4525963"/>
          </a:xfrm>
          <a:prstGeom prst="rect">
            <a:avLst/>
          </a:prstGeom>
          <a:noFill/>
          <a:ln w="9525">
            <a:noFill/>
            <a:miter lim="800000"/>
          </a:ln>
          <a:effectLst/>
        </p:spPr>
        <p:txBody>
          <a:bodyPr vert="horz" wrap="square" lIns="91440" tIns="45720" rIns="91440" bIns="45720" numCol="1" anchor="t" anchorCtr="0" compatLnSpc="1"/>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Lst>
  <p:txStyles>
    <p:titleStyle>
      <a:lvl1pPr algn="ctr" rtl="0" eaLnBrk="0" fontAlgn="base" hangingPunct="0">
        <a:spcBef>
          <a:spcPct val="0"/>
        </a:spcBef>
        <a:spcAft>
          <a:spcPct val="0"/>
        </a:spcAft>
        <a:defRPr sz="4400" b="1">
          <a:solidFill>
            <a:schemeClr val="tx2"/>
          </a:solidFill>
          <a:effectLst>
            <a:outerShdw blurRad="38100" dist="38100" dir="2700000" algn="tl">
              <a:srgbClr val="000000"/>
            </a:outerShdw>
          </a:effectLst>
          <a:latin typeface="+mj-lt"/>
          <a:ea typeface="MS PGothic" panose="020B0600070205080204" pitchFamily="34" charset="-128"/>
          <a:cs typeface="MS PGothic" panose="020B0600070205080204" pitchFamily="34" charset="-128"/>
        </a:defRPr>
      </a:lvl1pPr>
      <a:lvl2pPr algn="ctr" rtl="0" eaLnBrk="0" fontAlgn="base" hangingPunct="0">
        <a:spcBef>
          <a:spcPct val="0"/>
        </a:spcBef>
        <a:spcAft>
          <a:spcPct val="0"/>
        </a:spcAft>
        <a:defRPr sz="4400" b="1">
          <a:solidFill>
            <a:schemeClr val="tx2"/>
          </a:solidFill>
          <a:effectLst>
            <a:outerShdw blurRad="38100" dist="38100" dir="2700000" algn="tl">
              <a:srgbClr val="000000"/>
            </a:outerShdw>
          </a:effectLst>
          <a:latin typeface="Garamond" panose="02020404030301010803" pitchFamily="18" charset="0"/>
          <a:ea typeface="MS PGothic" panose="020B0600070205080204" pitchFamily="34" charset="-128"/>
          <a:cs typeface="MS PGothic" panose="020B0600070205080204" pitchFamily="34" charset="-128"/>
        </a:defRPr>
      </a:lvl2pPr>
      <a:lvl3pPr algn="ctr" rtl="0" eaLnBrk="0" fontAlgn="base" hangingPunct="0">
        <a:spcBef>
          <a:spcPct val="0"/>
        </a:spcBef>
        <a:spcAft>
          <a:spcPct val="0"/>
        </a:spcAft>
        <a:defRPr sz="4400" b="1">
          <a:solidFill>
            <a:schemeClr val="tx2"/>
          </a:solidFill>
          <a:effectLst>
            <a:outerShdw blurRad="38100" dist="38100" dir="2700000" algn="tl">
              <a:srgbClr val="000000"/>
            </a:outerShdw>
          </a:effectLst>
          <a:latin typeface="Garamond" panose="02020404030301010803" pitchFamily="18" charset="0"/>
          <a:ea typeface="MS PGothic" panose="020B0600070205080204" pitchFamily="34" charset="-128"/>
          <a:cs typeface="MS PGothic" panose="020B0600070205080204" pitchFamily="34" charset="-128"/>
        </a:defRPr>
      </a:lvl3pPr>
      <a:lvl4pPr algn="ctr" rtl="0" eaLnBrk="0" fontAlgn="base" hangingPunct="0">
        <a:spcBef>
          <a:spcPct val="0"/>
        </a:spcBef>
        <a:spcAft>
          <a:spcPct val="0"/>
        </a:spcAft>
        <a:defRPr sz="4400" b="1">
          <a:solidFill>
            <a:schemeClr val="tx2"/>
          </a:solidFill>
          <a:effectLst>
            <a:outerShdw blurRad="38100" dist="38100" dir="2700000" algn="tl">
              <a:srgbClr val="000000"/>
            </a:outerShdw>
          </a:effectLst>
          <a:latin typeface="Garamond" panose="02020404030301010803" pitchFamily="18" charset="0"/>
          <a:ea typeface="MS PGothic" panose="020B0600070205080204" pitchFamily="34" charset="-128"/>
          <a:cs typeface="MS PGothic" panose="020B0600070205080204" pitchFamily="34" charset="-128"/>
        </a:defRPr>
      </a:lvl4pPr>
      <a:lvl5pPr algn="ctr" rtl="0" eaLnBrk="0" fontAlgn="base" hangingPunct="0">
        <a:spcBef>
          <a:spcPct val="0"/>
        </a:spcBef>
        <a:spcAft>
          <a:spcPct val="0"/>
        </a:spcAft>
        <a:defRPr sz="4400" b="1">
          <a:solidFill>
            <a:schemeClr val="tx2"/>
          </a:solidFill>
          <a:effectLst>
            <a:outerShdw blurRad="38100" dist="38100" dir="2700000" algn="tl">
              <a:srgbClr val="000000"/>
            </a:outerShdw>
          </a:effectLst>
          <a:latin typeface="Garamond" panose="02020404030301010803" pitchFamily="18" charset="0"/>
          <a:ea typeface="MS PGothic" panose="020B0600070205080204" pitchFamily="34" charset="-128"/>
          <a:cs typeface="MS PGothic" panose="020B0600070205080204" pitchFamily="34" charset="-128"/>
        </a:defRPr>
      </a:lvl5pPr>
      <a:lvl6pPr marL="457200" algn="ctr" rtl="0" fontAlgn="base">
        <a:spcBef>
          <a:spcPct val="0"/>
        </a:spcBef>
        <a:spcAft>
          <a:spcPct val="0"/>
        </a:spcAft>
        <a:defRPr sz="4400" b="1">
          <a:solidFill>
            <a:schemeClr val="tx2"/>
          </a:solidFill>
          <a:effectLst>
            <a:outerShdw blurRad="38100" dist="38100" dir="2700000" algn="tl">
              <a:srgbClr val="000000"/>
            </a:outerShdw>
          </a:effectLst>
          <a:latin typeface="Garamond" panose="02020404030301010803" pitchFamily="18" charset="0"/>
        </a:defRPr>
      </a:lvl6pPr>
      <a:lvl7pPr marL="914400" algn="ctr" rtl="0" fontAlgn="base">
        <a:spcBef>
          <a:spcPct val="0"/>
        </a:spcBef>
        <a:spcAft>
          <a:spcPct val="0"/>
        </a:spcAft>
        <a:defRPr sz="4400" b="1">
          <a:solidFill>
            <a:schemeClr val="tx2"/>
          </a:solidFill>
          <a:effectLst>
            <a:outerShdw blurRad="38100" dist="38100" dir="2700000" algn="tl">
              <a:srgbClr val="000000"/>
            </a:outerShdw>
          </a:effectLst>
          <a:latin typeface="Garamond" panose="02020404030301010803" pitchFamily="18" charset="0"/>
        </a:defRPr>
      </a:lvl7pPr>
      <a:lvl8pPr marL="1371600" algn="ctr" rtl="0" fontAlgn="base">
        <a:spcBef>
          <a:spcPct val="0"/>
        </a:spcBef>
        <a:spcAft>
          <a:spcPct val="0"/>
        </a:spcAft>
        <a:defRPr sz="4400" b="1">
          <a:solidFill>
            <a:schemeClr val="tx2"/>
          </a:solidFill>
          <a:effectLst>
            <a:outerShdw blurRad="38100" dist="38100" dir="2700000" algn="tl">
              <a:srgbClr val="000000"/>
            </a:outerShdw>
          </a:effectLst>
          <a:latin typeface="Garamond" panose="02020404030301010803" pitchFamily="18" charset="0"/>
        </a:defRPr>
      </a:lvl8pPr>
      <a:lvl9pPr marL="1828800" algn="ctr" rtl="0" fontAlgn="base">
        <a:spcBef>
          <a:spcPct val="0"/>
        </a:spcBef>
        <a:spcAft>
          <a:spcPct val="0"/>
        </a:spcAft>
        <a:defRPr sz="4400" b="1">
          <a:solidFill>
            <a:schemeClr val="tx2"/>
          </a:solidFill>
          <a:effectLst>
            <a:outerShdw blurRad="38100" dist="38100" dir="2700000" algn="tl">
              <a:srgbClr val="000000"/>
            </a:outerShdw>
          </a:effectLst>
          <a:latin typeface="Garamond" panose="02020404030301010803" pitchFamily="18" charset="0"/>
        </a:defRPr>
      </a:lvl9pPr>
    </p:titleStyle>
    <p:bodyStyle>
      <a:lvl1pPr marL="342900" indent="-342900" algn="l" rtl="0" eaLnBrk="0" fontAlgn="base" hangingPunct="0">
        <a:spcBef>
          <a:spcPct val="20000"/>
        </a:spcBef>
        <a:spcAft>
          <a:spcPct val="0"/>
        </a:spcAft>
        <a:buClr>
          <a:schemeClr val="hlink"/>
        </a:buClr>
        <a:buSzPct val="70000"/>
        <a:buFont typeface="Wingdings" panose="05000000000000000000" pitchFamily="2" charset="2"/>
        <a:buChar char="n"/>
        <a:defRPr sz="3200">
          <a:solidFill>
            <a:schemeClr val="tx1"/>
          </a:solidFill>
          <a:effectLst>
            <a:outerShdw blurRad="38100" dist="38100" dir="2700000" algn="tl">
              <a:srgbClr val="000000"/>
            </a:outerShdw>
          </a:effectLst>
          <a:latin typeface="+mn-lt"/>
          <a:ea typeface="MS PGothic" panose="020B0600070205080204" pitchFamily="34" charset="-128"/>
          <a:cs typeface="MS PGothic" panose="020B0600070205080204" pitchFamily="34" charset="-128"/>
        </a:defRPr>
      </a:lvl1pPr>
      <a:lvl2pPr marL="742950" indent="-285750" algn="l" rtl="0" eaLnBrk="0" fontAlgn="base" hangingPunct="0">
        <a:spcBef>
          <a:spcPct val="20000"/>
        </a:spcBef>
        <a:spcAft>
          <a:spcPct val="0"/>
        </a:spcAft>
        <a:buClr>
          <a:schemeClr val="accent2"/>
        </a:buClr>
        <a:buSzPct val="70000"/>
        <a:buFont typeface="Wingdings" panose="05000000000000000000" pitchFamily="2" charset="2"/>
        <a:buChar char="n"/>
        <a:defRPr sz="2800">
          <a:solidFill>
            <a:schemeClr val="tx1"/>
          </a:solidFill>
          <a:effectLst>
            <a:outerShdw blurRad="38100" dist="38100" dir="2700000" algn="tl">
              <a:srgbClr val="000000"/>
            </a:outerShdw>
          </a:effectLst>
          <a:latin typeface="+mn-lt"/>
          <a:ea typeface="MS PGothic" panose="020B0600070205080204" pitchFamily="34" charset="-128"/>
        </a:defRPr>
      </a:lvl2pPr>
      <a:lvl3pPr marL="1143000" indent="-228600" algn="l" rtl="0" eaLnBrk="0" fontAlgn="base" hangingPunct="0">
        <a:spcBef>
          <a:spcPct val="20000"/>
        </a:spcBef>
        <a:spcAft>
          <a:spcPct val="0"/>
        </a:spcAft>
        <a:buClr>
          <a:schemeClr val="tx2"/>
        </a:buClr>
        <a:buSzPct val="70000"/>
        <a:buFont typeface="Wingdings" panose="05000000000000000000" pitchFamily="2" charset="2"/>
        <a:buChar char="n"/>
        <a:defRPr sz="2400">
          <a:solidFill>
            <a:schemeClr val="tx1"/>
          </a:solidFill>
          <a:effectLst>
            <a:outerShdw blurRad="38100" dist="38100" dir="2700000" algn="tl">
              <a:srgbClr val="000000"/>
            </a:outerShdw>
          </a:effectLst>
          <a:latin typeface="+mn-lt"/>
          <a:ea typeface="MS PGothic" panose="020B0600070205080204" pitchFamily="34" charset="-128"/>
        </a:defRPr>
      </a:lvl3pPr>
      <a:lvl4pPr marL="1600200" indent="-228600" algn="l" rtl="0" eaLnBrk="0" fontAlgn="base" hangingPunct="0">
        <a:spcBef>
          <a:spcPct val="20000"/>
        </a:spcBef>
        <a:spcAft>
          <a:spcPct val="0"/>
        </a:spcAft>
        <a:buClr>
          <a:schemeClr val="accent2"/>
        </a:buClr>
        <a:buSzPct val="70000"/>
        <a:buFont typeface="Wingdings" panose="05000000000000000000" pitchFamily="2" charset="2"/>
        <a:buChar char="n"/>
        <a:defRPr sz="2000">
          <a:solidFill>
            <a:schemeClr val="tx1"/>
          </a:solidFill>
          <a:effectLst>
            <a:outerShdw blurRad="38100" dist="38100" dir="2700000" algn="tl">
              <a:srgbClr val="000000"/>
            </a:outerShdw>
          </a:effectLst>
          <a:latin typeface="+mn-lt"/>
          <a:ea typeface="MS PGothic" panose="020B0600070205080204" pitchFamily="34" charset="-128"/>
        </a:defRPr>
      </a:lvl4pPr>
      <a:lvl5pPr marL="2057400" indent="-228600" algn="l" rtl="0" eaLnBrk="0" fontAlgn="base" hangingPunct="0">
        <a:spcBef>
          <a:spcPct val="20000"/>
        </a:spcBef>
        <a:spcAft>
          <a:spcPct val="0"/>
        </a:spcAft>
        <a:buClr>
          <a:schemeClr val="hlink"/>
        </a:buClr>
        <a:buSzPct val="70000"/>
        <a:buFont typeface="Wingdings" panose="05000000000000000000" pitchFamily="2" charset="2"/>
        <a:buChar char="n"/>
        <a:defRPr sz="2000">
          <a:solidFill>
            <a:schemeClr val="tx1"/>
          </a:solidFill>
          <a:effectLst>
            <a:outerShdw blurRad="38100" dist="38100" dir="2700000" algn="tl">
              <a:srgbClr val="000000"/>
            </a:outerShdw>
          </a:effectLst>
          <a:latin typeface="+mn-lt"/>
          <a:ea typeface="MS PGothic" panose="020B0600070205080204" pitchFamily="34" charset="-128"/>
        </a:defRPr>
      </a:lvl5pPr>
      <a:lvl6pPr marL="2514600" indent="-228600" algn="l" rtl="0" fontAlgn="base">
        <a:spcBef>
          <a:spcPct val="20000"/>
        </a:spcBef>
        <a:spcAft>
          <a:spcPct val="0"/>
        </a:spcAft>
        <a:buClr>
          <a:schemeClr val="hlink"/>
        </a:buClr>
        <a:buSzPct val="70000"/>
        <a:buFont typeface="Wingdings" panose="05000000000000000000" pitchFamily="2" charset="2"/>
        <a:buChar char="n"/>
        <a:defRPr sz="2000">
          <a:solidFill>
            <a:schemeClr val="tx1"/>
          </a:solidFill>
          <a:effectLst>
            <a:outerShdw blurRad="38100" dist="38100" dir="2700000" algn="tl">
              <a:srgbClr val="000000"/>
            </a:outerShdw>
          </a:effectLst>
          <a:latin typeface="+mn-lt"/>
          <a:ea typeface="MS PGothic" panose="020B0600070205080204" pitchFamily="34" charset="-128"/>
        </a:defRPr>
      </a:lvl6pPr>
      <a:lvl7pPr marL="2971800" indent="-228600" algn="l" rtl="0" fontAlgn="base">
        <a:spcBef>
          <a:spcPct val="20000"/>
        </a:spcBef>
        <a:spcAft>
          <a:spcPct val="0"/>
        </a:spcAft>
        <a:buClr>
          <a:schemeClr val="hlink"/>
        </a:buClr>
        <a:buSzPct val="70000"/>
        <a:buFont typeface="Wingdings" panose="05000000000000000000" pitchFamily="2" charset="2"/>
        <a:buChar char="n"/>
        <a:defRPr sz="2000">
          <a:solidFill>
            <a:schemeClr val="tx1"/>
          </a:solidFill>
          <a:effectLst>
            <a:outerShdw blurRad="38100" dist="38100" dir="2700000" algn="tl">
              <a:srgbClr val="000000"/>
            </a:outerShdw>
          </a:effectLst>
          <a:latin typeface="+mn-lt"/>
          <a:ea typeface="MS PGothic" panose="020B0600070205080204" pitchFamily="34" charset="-128"/>
        </a:defRPr>
      </a:lvl7pPr>
      <a:lvl8pPr marL="3429000" indent="-228600" algn="l" rtl="0" fontAlgn="base">
        <a:spcBef>
          <a:spcPct val="20000"/>
        </a:spcBef>
        <a:spcAft>
          <a:spcPct val="0"/>
        </a:spcAft>
        <a:buClr>
          <a:schemeClr val="hlink"/>
        </a:buClr>
        <a:buSzPct val="70000"/>
        <a:buFont typeface="Wingdings" panose="05000000000000000000" pitchFamily="2" charset="2"/>
        <a:buChar char="n"/>
        <a:defRPr sz="2000">
          <a:solidFill>
            <a:schemeClr val="tx1"/>
          </a:solidFill>
          <a:effectLst>
            <a:outerShdw blurRad="38100" dist="38100" dir="2700000" algn="tl">
              <a:srgbClr val="000000"/>
            </a:outerShdw>
          </a:effectLst>
          <a:latin typeface="+mn-lt"/>
          <a:ea typeface="MS PGothic" panose="020B0600070205080204" pitchFamily="34" charset="-128"/>
        </a:defRPr>
      </a:lvl8pPr>
      <a:lvl9pPr marL="3886200" indent="-228600" algn="l" rtl="0" fontAlgn="base">
        <a:spcBef>
          <a:spcPct val="20000"/>
        </a:spcBef>
        <a:spcAft>
          <a:spcPct val="0"/>
        </a:spcAft>
        <a:buClr>
          <a:schemeClr val="hlink"/>
        </a:buClr>
        <a:buSzPct val="70000"/>
        <a:buFont typeface="Wingdings" panose="05000000000000000000" pitchFamily="2" charset="2"/>
        <a:buChar char="n"/>
        <a:defRPr sz="2000">
          <a:solidFill>
            <a:schemeClr val="tx1"/>
          </a:solidFill>
          <a:effectLst>
            <a:outerShdw blurRad="38100" dist="38100" dir="2700000" algn="tl">
              <a:srgbClr val="000000"/>
            </a:outerShdw>
          </a:effectLst>
          <a:latin typeface="+mn-lt"/>
          <a:ea typeface="MS PGothic" panose="020B0600070205080204" pitchFamily="34" charset="-128"/>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xml"/><Relationship Id="rId1" Type="http://schemas.openxmlformats.org/officeDocument/2006/relationships/hyperlink" Target="https://www-vlebooks-com.ezproxy.library.qmul.ac.uk/vleweb/Product/Index/979714?page=0" TargetMode="Externa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14.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2.png"/></Relationships>
</file>

<file path=ppt/slides/_rels/slide15.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3.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slideLayout" Target="../slideLayouts/slideLayout12.xml"/><Relationship Id="rId1"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slideLayout" Target="../slideLayouts/slideLayout12.xml"/><Relationship Id="rId1" Type="http://schemas.openxmlformats.org/officeDocument/2006/relationships/image" Target="../media/image5.png"/></Relationships>
</file>

<file path=ppt/slides/_rels/slide22.xml.rels><?xml version="1.0" encoding="UTF-8" standalone="yes"?>
<Relationships xmlns="http://schemas.openxmlformats.org/package/2006/relationships"><Relationship Id="rId2" Type="http://schemas.openxmlformats.org/officeDocument/2006/relationships/slideLayout" Target="../slideLayouts/slideLayout12.xml"/><Relationship Id="rId1" Type="http://schemas.openxmlformats.org/officeDocument/2006/relationships/image" Target="../media/image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7.png"/></Relationships>
</file>

<file path=ppt/slides/_rels/slide2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8.jpeg"/></Relationships>
</file>

<file path=ppt/slides/_rels/slide2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9.jpe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4" Type="http://schemas.openxmlformats.org/officeDocument/2006/relationships/vmlDrawing" Target="../drawings/vmlDrawing1.vml"/><Relationship Id="rId3" Type="http://schemas.openxmlformats.org/officeDocument/2006/relationships/slideLayout" Target="../slideLayouts/slideLayout13.xml"/><Relationship Id="rId2" Type="http://schemas.openxmlformats.org/officeDocument/2006/relationships/image" Target="../media/image10.png"/><Relationship Id="rId1" Type="http://schemas.openxmlformats.org/officeDocument/2006/relationships/oleObject" Target="../embeddings/oleObject1.bin"/></Relationships>
</file>

<file path=ppt/slides/_rels/slide29.xml.rels><?xml version="1.0" encoding="UTF-8" standalone="yes"?>
<Relationships xmlns="http://schemas.openxmlformats.org/package/2006/relationships"><Relationship Id="rId4" Type="http://schemas.openxmlformats.org/officeDocument/2006/relationships/vmlDrawing" Target="../drawings/vmlDrawing2.vml"/><Relationship Id="rId3" Type="http://schemas.openxmlformats.org/officeDocument/2006/relationships/slideLayout" Target="../slideLayouts/slideLayout13.xml"/><Relationship Id="rId2" Type="http://schemas.openxmlformats.org/officeDocument/2006/relationships/image" Target="../media/image10.png"/><Relationship Id="rId1" Type="http://schemas.openxmlformats.org/officeDocument/2006/relationships/oleObject" Target="../embeddings/oleObject2.bin"/></Relationships>
</file>

<file path=ppt/slides/_rels/slide30.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1.png"/></Relationships>
</file>

<file path=ppt/slides/_rels/slide31.xml.rels><?xml version="1.0" encoding="UTF-8" standalone="yes"?>
<Relationships xmlns="http://schemas.openxmlformats.org/package/2006/relationships"><Relationship Id="rId4" Type="http://schemas.openxmlformats.org/officeDocument/2006/relationships/vmlDrawing" Target="../drawings/vmlDrawing3.vml"/><Relationship Id="rId3" Type="http://schemas.openxmlformats.org/officeDocument/2006/relationships/slideLayout" Target="../slideLayouts/slideLayout13.xml"/><Relationship Id="rId2" Type="http://schemas.openxmlformats.org/officeDocument/2006/relationships/image" Target="../media/image12.png"/><Relationship Id="rId1" Type="http://schemas.openxmlformats.org/officeDocument/2006/relationships/oleObject" Target="../embeddings/oleObject3.bin"/></Relationships>
</file>

<file path=ppt/slides/_rels/slide32.xml.rels><?xml version="1.0" encoding="UTF-8" standalone="yes"?>
<Relationships xmlns="http://schemas.openxmlformats.org/package/2006/relationships"><Relationship Id="rId4" Type="http://schemas.openxmlformats.org/officeDocument/2006/relationships/vmlDrawing" Target="../drawings/vmlDrawing4.vml"/><Relationship Id="rId3" Type="http://schemas.openxmlformats.org/officeDocument/2006/relationships/slideLayout" Target="../slideLayouts/slideLayout13.xml"/><Relationship Id="rId2" Type="http://schemas.openxmlformats.org/officeDocument/2006/relationships/image" Target="../media/image12.png"/><Relationship Id="rId1" Type="http://schemas.openxmlformats.org/officeDocument/2006/relationships/oleObject" Target="../embeddings/oleObject4.bin"/></Relationships>
</file>

<file path=ppt/slides/_rels/slide33.xml.rels><?xml version="1.0" encoding="UTF-8" standalone="yes"?>
<Relationships xmlns="http://schemas.openxmlformats.org/package/2006/relationships"><Relationship Id="rId2" Type="http://schemas.openxmlformats.org/officeDocument/2006/relationships/slideLayout" Target="../slideLayouts/slideLayout13.xml"/><Relationship Id="rId1" Type="http://schemas.openxmlformats.org/officeDocument/2006/relationships/image" Target="../media/image13.jpe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15.jpeg"/><Relationship Id="rId1" Type="http://schemas.openxmlformats.org/officeDocument/2006/relationships/image" Target="../media/image14.jpeg"/></Relationships>
</file>

<file path=ppt/slides/_rels/slide37.xml.rels><?xml version="1.0" encoding="UTF-8" standalone="yes"?>
<Relationships xmlns="http://schemas.openxmlformats.org/package/2006/relationships"><Relationship Id="rId5" Type="http://schemas.openxmlformats.org/officeDocument/2006/relationships/slideLayout" Target="../slideLayouts/slideLayout7.xml"/><Relationship Id="rId4" Type="http://schemas.openxmlformats.org/officeDocument/2006/relationships/image" Target="../media/image17.jpeg"/><Relationship Id="rId3" Type="http://schemas.openxmlformats.org/officeDocument/2006/relationships/image" Target="../media/image16.jpeg"/><Relationship Id="rId2" Type="http://schemas.openxmlformats.org/officeDocument/2006/relationships/image" Target="../media/image15.jpeg"/><Relationship Id="rId1" Type="http://schemas.openxmlformats.org/officeDocument/2006/relationships/image" Target="../media/image14.jpeg"/></Relationships>
</file>

<file path=ppt/slides/_rels/slide38.xml.rels><?xml version="1.0" encoding="UTF-8" standalone="yes"?>
<Relationships xmlns="http://schemas.openxmlformats.org/package/2006/relationships"><Relationship Id="rId5" Type="http://schemas.openxmlformats.org/officeDocument/2006/relationships/slideLayout" Target="../slideLayouts/slideLayout7.xml"/><Relationship Id="rId4" Type="http://schemas.openxmlformats.org/officeDocument/2006/relationships/image" Target="../media/image17.jpeg"/><Relationship Id="rId3" Type="http://schemas.openxmlformats.org/officeDocument/2006/relationships/image" Target="../media/image16.jpeg"/><Relationship Id="rId2" Type="http://schemas.openxmlformats.org/officeDocument/2006/relationships/image" Target="../media/image15.jpeg"/><Relationship Id="rId1" Type="http://schemas.openxmlformats.org/officeDocument/2006/relationships/image" Target="../media/image14.jpeg"/></Relationships>
</file>

<file path=ppt/slides/_rels/slide39.xml.rels><?xml version="1.0" encoding="UTF-8" standalone="yes"?>
<Relationships xmlns="http://schemas.openxmlformats.org/package/2006/relationships"><Relationship Id="rId4" Type="http://schemas.openxmlformats.org/officeDocument/2006/relationships/vmlDrawing" Target="../drawings/vmlDrawing5.vml"/><Relationship Id="rId3" Type="http://schemas.openxmlformats.org/officeDocument/2006/relationships/slideLayout" Target="../slideLayouts/slideLayout14.xml"/><Relationship Id="rId2" Type="http://schemas.openxmlformats.org/officeDocument/2006/relationships/image" Target="../media/image18.png"/><Relationship Id="rId1" Type="http://schemas.openxmlformats.org/officeDocument/2006/relationships/oleObject" Target="../embeddings/oleObject5.bin"/></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4" Type="http://schemas.openxmlformats.org/officeDocument/2006/relationships/vmlDrawing" Target="../drawings/vmlDrawing6.vml"/><Relationship Id="rId3" Type="http://schemas.openxmlformats.org/officeDocument/2006/relationships/slideLayout" Target="../slideLayouts/slideLayout15.xml"/><Relationship Id="rId2" Type="http://schemas.openxmlformats.org/officeDocument/2006/relationships/image" Target="../media/image19.png"/><Relationship Id="rId1" Type="http://schemas.openxmlformats.org/officeDocument/2006/relationships/oleObject" Target="../embeddings/oleObject6.bin"/></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0.jpeg"/></Relationships>
</file>

<file path=ppt/slides/_rels/slide44.xml.rels><?xml version="1.0" encoding="UTF-8" standalone="yes"?>
<Relationships xmlns="http://schemas.openxmlformats.org/package/2006/relationships"><Relationship Id="rId4" Type="http://schemas.openxmlformats.org/officeDocument/2006/relationships/vmlDrawing" Target="../drawings/vmlDrawing7.vml"/><Relationship Id="rId3" Type="http://schemas.openxmlformats.org/officeDocument/2006/relationships/slideLayout" Target="../slideLayouts/slideLayout12.xml"/><Relationship Id="rId2" Type="http://schemas.openxmlformats.org/officeDocument/2006/relationships/image" Target="../media/image21.png"/><Relationship Id="rId1" Type="http://schemas.openxmlformats.org/officeDocument/2006/relationships/oleObject" Target="../embeddings/oleObject7.bin"/></Relationships>
</file>

<file path=ppt/slides/_rels/slide45.xml.rels><?xml version="1.0" encoding="UTF-8" standalone="yes"?>
<Relationships xmlns="http://schemas.openxmlformats.org/package/2006/relationships"><Relationship Id="rId4" Type="http://schemas.openxmlformats.org/officeDocument/2006/relationships/vmlDrawing" Target="../drawings/vmlDrawing8.vml"/><Relationship Id="rId3" Type="http://schemas.openxmlformats.org/officeDocument/2006/relationships/slideLayout" Target="../slideLayouts/slideLayout12.xml"/><Relationship Id="rId2" Type="http://schemas.openxmlformats.org/officeDocument/2006/relationships/image" Target="../media/image22.png"/><Relationship Id="rId1" Type="http://schemas.openxmlformats.org/officeDocument/2006/relationships/oleObject" Target="../embeddings/oleObject8.bin"/></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4" Type="http://schemas.openxmlformats.org/officeDocument/2006/relationships/vmlDrawing" Target="../drawings/vmlDrawing9.vml"/><Relationship Id="rId3" Type="http://schemas.openxmlformats.org/officeDocument/2006/relationships/slideLayout" Target="../slideLayouts/slideLayout4.xml"/><Relationship Id="rId2" Type="http://schemas.openxmlformats.org/officeDocument/2006/relationships/image" Target="../media/image23.png"/><Relationship Id="rId1" Type="http://schemas.openxmlformats.org/officeDocument/2006/relationships/oleObject" Target="../embeddings/oleObject9.bin"/></Relationships>
</file>

<file path=ppt/slides/_rels/slide48.xml.rels><?xml version="1.0" encoding="UTF-8" standalone="yes"?>
<Relationships xmlns="http://schemas.openxmlformats.org/package/2006/relationships"><Relationship Id="rId4" Type="http://schemas.openxmlformats.org/officeDocument/2006/relationships/vmlDrawing" Target="../drawings/vmlDrawing10.vml"/><Relationship Id="rId3" Type="http://schemas.openxmlformats.org/officeDocument/2006/relationships/slideLayout" Target="../slideLayouts/slideLayout4.xml"/><Relationship Id="rId2" Type="http://schemas.openxmlformats.org/officeDocument/2006/relationships/image" Target="../media/image23.png"/><Relationship Id="rId1" Type="http://schemas.openxmlformats.org/officeDocument/2006/relationships/oleObject" Target="../embeddings/oleObject10.bin"/></Relationships>
</file>

<file path=ppt/slides/_rels/slide49.xml.rels><?xml version="1.0" encoding="UTF-8" standalone="yes"?>
<Relationships xmlns="http://schemas.openxmlformats.org/package/2006/relationships"><Relationship Id="rId4" Type="http://schemas.openxmlformats.org/officeDocument/2006/relationships/vmlDrawing" Target="../drawings/vmlDrawing11.vml"/><Relationship Id="rId3" Type="http://schemas.openxmlformats.org/officeDocument/2006/relationships/slideLayout" Target="../slideLayouts/slideLayout2.xml"/><Relationship Id="rId2" Type="http://schemas.openxmlformats.org/officeDocument/2006/relationships/image" Target="../media/image24.png"/><Relationship Id="rId1" Type="http://schemas.openxmlformats.org/officeDocument/2006/relationships/oleObject" Target="../embeddings/oleObject11.bin"/></Relationships>
</file>

<file path=ppt/slides/_rels/slide50.xml.rels><?xml version="1.0" encoding="UTF-8" standalone="yes"?>
<Relationships xmlns="http://schemas.openxmlformats.org/package/2006/relationships"><Relationship Id="rId4" Type="http://schemas.openxmlformats.org/officeDocument/2006/relationships/vmlDrawing" Target="../drawings/vmlDrawing12.vml"/><Relationship Id="rId3" Type="http://schemas.openxmlformats.org/officeDocument/2006/relationships/slideLayout" Target="../slideLayouts/slideLayout2.xml"/><Relationship Id="rId2" Type="http://schemas.openxmlformats.org/officeDocument/2006/relationships/image" Target="../media/image25.png"/><Relationship Id="rId1" Type="http://schemas.openxmlformats.org/officeDocument/2006/relationships/oleObject" Target="../embeddings/oleObject12.bin"/></Relationships>
</file>

<file path=ppt/slides/_rels/slide51.xml.rels><?xml version="1.0" encoding="UTF-8" standalone="yes"?>
<Relationships xmlns="http://schemas.openxmlformats.org/package/2006/relationships"><Relationship Id="rId6" Type="http://schemas.openxmlformats.org/officeDocument/2006/relationships/notesSlide" Target="../notesSlides/notesSlide7.xml"/><Relationship Id="rId5" Type="http://schemas.openxmlformats.org/officeDocument/2006/relationships/slideLayout" Target="../slideLayouts/slideLayout7.xml"/><Relationship Id="rId4" Type="http://schemas.openxmlformats.org/officeDocument/2006/relationships/image" Target="../media/image29.jpeg"/><Relationship Id="rId3" Type="http://schemas.openxmlformats.org/officeDocument/2006/relationships/image" Target="../media/image28.jpeg"/><Relationship Id="rId2" Type="http://schemas.openxmlformats.org/officeDocument/2006/relationships/image" Target="../media/image27.jpeg"/><Relationship Id="rId1" Type="http://schemas.openxmlformats.org/officeDocument/2006/relationships/image" Target="../media/image26.jpeg"/></Relationships>
</file>

<file path=ppt/slides/_rels/slide52.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image" Target="../media/image32.jpeg"/><Relationship Id="rId2" Type="http://schemas.openxmlformats.org/officeDocument/2006/relationships/image" Target="../media/image31.jpeg"/><Relationship Id="rId1" Type="http://schemas.openxmlformats.org/officeDocument/2006/relationships/image" Target="../media/image30.png"/></Relationships>
</file>

<file path=ppt/slides/_rels/slide53.xml.rels><?xml version="1.0" encoding="UTF-8" standalone="yes"?>
<Relationships xmlns="http://schemas.openxmlformats.org/package/2006/relationships"><Relationship Id="rId9" Type="http://schemas.openxmlformats.org/officeDocument/2006/relationships/slideLayout" Target="../slideLayouts/slideLayout7.xml"/><Relationship Id="rId8" Type="http://schemas.openxmlformats.org/officeDocument/2006/relationships/image" Target="../media/image37.jpeg"/><Relationship Id="rId7" Type="http://schemas.openxmlformats.org/officeDocument/2006/relationships/image" Target="../media/image36.jpeg"/><Relationship Id="rId6" Type="http://schemas.openxmlformats.org/officeDocument/2006/relationships/image" Target="../media/image29.jpeg"/><Relationship Id="rId5" Type="http://schemas.openxmlformats.org/officeDocument/2006/relationships/image" Target="../media/image32.jpeg"/><Relationship Id="rId4" Type="http://schemas.openxmlformats.org/officeDocument/2006/relationships/image" Target="../media/image35.jpeg"/><Relationship Id="rId3" Type="http://schemas.openxmlformats.org/officeDocument/2006/relationships/image" Target="../media/image27.jpeg"/><Relationship Id="rId2" Type="http://schemas.openxmlformats.org/officeDocument/2006/relationships/image" Target="../media/image34.jpeg"/><Relationship Id="rId1" Type="http://schemas.openxmlformats.org/officeDocument/2006/relationships/image" Target="../media/image33.jpeg"/></Relationships>
</file>

<file path=ppt/slides/_rels/slide54.xml.rels><?xml version="1.0" encoding="UTF-8" standalone="yes"?>
<Relationships xmlns="http://schemas.openxmlformats.org/package/2006/relationships"><Relationship Id="rId9" Type="http://schemas.openxmlformats.org/officeDocument/2006/relationships/slideLayout" Target="../slideLayouts/slideLayout7.xml"/><Relationship Id="rId8" Type="http://schemas.openxmlformats.org/officeDocument/2006/relationships/image" Target="../media/image37.jpeg"/><Relationship Id="rId7" Type="http://schemas.openxmlformats.org/officeDocument/2006/relationships/image" Target="../media/image36.jpeg"/><Relationship Id="rId6" Type="http://schemas.openxmlformats.org/officeDocument/2006/relationships/image" Target="../media/image29.jpeg"/><Relationship Id="rId5" Type="http://schemas.openxmlformats.org/officeDocument/2006/relationships/image" Target="../media/image32.jpeg"/><Relationship Id="rId4" Type="http://schemas.openxmlformats.org/officeDocument/2006/relationships/image" Target="../media/image35.jpeg"/><Relationship Id="rId3" Type="http://schemas.openxmlformats.org/officeDocument/2006/relationships/image" Target="../media/image27.jpeg"/><Relationship Id="rId2" Type="http://schemas.openxmlformats.org/officeDocument/2006/relationships/image" Target="../media/image34.jpeg"/><Relationship Id="rId1" Type="http://schemas.openxmlformats.org/officeDocument/2006/relationships/image" Target="../media/image33.jpe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slideLayout" Target="../slideLayouts/slideLayout12.xml"/><Relationship Id="rId1" Type="http://schemas.openxmlformats.org/officeDocument/2006/relationships/image" Target="../media/image38.png"/></Relationships>
</file>

<file path=ppt/slides/_rels/slide58.xml.rels><?xml version="1.0" encoding="UTF-8" standalone="yes"?>
<Relationships xmlns="http://schemas.openxmlformats.org/package/2006/relationships"><Relationship Id="rId4" Type="http://schemas.openxmlformats.org/officeDocument/2006/relationships/slideLayout" Target="../slideLayouts/slideLayout16.xml"/><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image" Target="../media/image39.png"/></Relationships>
</file>

<file path=ppt/slides/_rels/slide59.xml.rels><?xml version="1.0" encoding="UTF-8" standalone="yes"?>
<Relationships xmlns="http://schemas.openxmlformats.org/package/2006/relationships"><Relationship Id="rId8" Type="http://schemas.openxmlformats.org/officeDocument/2006/relationships/vmlDrawing" Target="../drawings/vmlDrawing13.vml"/><Relationship Id="rId7" Type="http://schemas.openxmlformats.org/officeDocument/2006/relationships/slideLayout" Target="../slideLayouts/slideLayout16.xml"/><Relationship Id="rId6" Type="http://schemas.openxmlformats.org/officeDocument/2006/relationships/image" Target="../media/image45.emf"/><Relationship Id="rId5" Type="http://schemas.openxmlformats.org/officeDocument/2006/relationships/oleObject" Target="../embeddings/oleObject14.bin"/><Relationship Id="rId4" Type="http://schemas.openxmlformats.org/officeDocument/2006/relationships/image" Target="../media/image44.emf"/><Relationship Id="rId3" Type="http://schemas.openxmlformats.org/officeDocument/2006/relationships/oleObject" Target="../embeddings/oleObject13.bin"/><Relationship Id="rId2" Type="http://schemas.openxmlformats.org/officeDocument/2006/relationships/image" Target="../media/image43.wmf"/><Relationship Id="rId1" Type="http://schemas.openxmlformats.org/officeDocument/2006/relationships/image" Target="../media/image42.wmf"/></Relationships>
</file>

<file path=ppt/slides/_rels/slide60.xml.rels><?xml version="1.0" encoding="UTF-8" standalone="yes"?>
<Relationships xmlns="http://schemas.openxmlformats.org/package/2006/relationships"><Relationship Id="rId6" Type="http://schemas.openxmlformats.org/officeDocument/2006/relationships/vmlDrawing" Target="../drawings/vmlDrawing14.vml"/><Relationship Id="rId5" Type="http://schemas.openxmlformats.org/officeDocument/2006/relationships/slideLayout" Target="../slideLayouts/slideLayout16.xml"/><Relationship Id="rId4" Type="http://schemas.openxmlformats.org/officeDocument/2006/relationships/image" Target="../media/image48.emf"/><Relationship Id="rId3" Type="http://schemas.openxmlformats.org/officeDocument/2006/relationships/oleObject" Target="../embeddings/oleObject15.bin"/><Relationship Id="rId2" Type="http://schemas.openxmlformats.org/officeDocument/2006/relationships/image" Target="../media/image47.png"/><Relationship Id="rId1" Type="http://schemas.openxmlformats.org/officeDocument/2006/relationships/image" Target="../media/image46.png"/></Relationships>
</file>

<file path=ppt/slides/_rels/slide61.xml.rels><?xml version="1.0" encoding="UTF-8" standalone="yes"?>
<Relationships xmlns="http://schemas.openxmlformats.org/package/2006/relationships"><Relationship Id="rId4" Type="http://schemas.openxmlformats.org/officeDocument/2006/relationships/vmlDrawing" Target="../drawings/vmlDrawing15.vml"/><Relationship Id="rId3" Type="http://schemas.openxmlformats.org/officeDocument/2006/relationships/slideLayout" Target="../slideLayouts/slideLayout16.xml"/><Relationship Id="rId2" Type="http://schemas.openxmlformats.org/officeDocument/2006/relationships/image" Target="../media/image49.emf"/><Relationship Id="rId1" Type="http://schemas.openxmlformats.org/officeDocument/2006/relationships/oleObject" Target="../embeddings/oleObject16.bin"/></Relationships>
</file>

<file path=ppt/slides/_rels/slide62.xml.rels><?xml version="1.0" encoding="UTF-8" standalone="yes"?>
<Relationships xmlns="http://schemas.openxmlformats.org/package/2006/relationships"><Relationship Id="rId6" Type="http://schemas.openxmlformats.org/officeDocument/2006/relationships/vmlDrawing" Target="../drawings/vmlDrawing16.vml"/><Relationship Id="rId5" Type="http://schemas.openxmlformats.org/officeDocument/2006/relationships/slideLayout" Target="../slideLayouts/slideLayout16.xml"/><Relationship Id="rId4" Type="http://schemas.openxmlformats.org/officeDocument/2006/relationships/image" Target="../media/image52.png"/><Relationship Id="rId3" Type="http://schemas.openxmlformats.org/officeDocument/2006/relationships/image" Target="../media/image51.png"/><Relationship Id="rId2" Type="http://schemas.openxmlformats.org/officeDocument/2006/relationships/image" Target="../media/image50.emf"/><Relationship Id="rId1" Type="http://schemas.openxmlformats.org/officeDocument/2006/relationships/oleObject" Target="../embeddings/oleObject17.bin"/></Relationships>
</file>

<file path=ppt/slides/_rels/slide63.xml.rels><?xml version="1.0" encoding="UTF-8" standalone="yes"?>
<Relationships xmlns="http://schemas.openxmlformats.org/package/2006/relationships"><Relationship Id="rId4" Type="http://schemas.openxmlformats.org/officeDocument/2006/relationships/vmlDrawing" Target="../drawings/vmlDrawing17.vml"/><Relationship Id="rId3" Type="http://schemas.openxmlformats.org/officeDocument/2006/relationships/slideLayout" Target="../slideLayouts/slideLayout16.xml"/><Relationship Id="rId2" Type="http://schemas.openxmlformats.org/officeDocument/2006/relationships/image" Target="../media/image53.emf"/><Relationship Id="rId1" Type="http://schemas.openxmlformats.org/officeDocument/2006/relationships/oleObject" Target="../embeddings/oleObject18.bin"/></Relationships>
</file>

<file path=ppt/slides/_rels/slide64.xml.rels><?xml version="1.0" encoding="UTF-8" standalone="yes"?>
<Relationships xmlns="http://schemas.openxmlformats.org/package/2006/relationships"><Relationship Id="rId8" Type="http://schemas.openxmlformats.org/officeDocument/2006/relationships/vmlDrawing" Target="../drawings/vmlDrawing18.vml"/><Relationship Id="rId7" Type="http://schemas.openxmlformats.org/officeDocument/2006/relationships/slideLayout" Target="../slideLayouts/slideLayout16.xml"/><Relationship Id="rId6" Type="http://schemas.openxmlformats.org/officeDocument/2006/relationships/image" Target="../media/image56.emf"/><Relationship Id="rId5" Type="http://schemas.openxmlformats.org/officeDocument/2006/relationships/oleObject" Target="../embeddings/oleObject20.bin"/><Relationship Id="rId4" Type="http://schemas.openxmlformats.org/officeDocument/2006/relationships/image" Target="../media/image55.emf"/><Relationship Id="rId3" Type="http://schemas.openxmlformats.org/officeDocument/2006/relationships/oleObject" Target="../embeddings/oleObject19.bin"/><Relationship Id="rId2" Type="http://schemas.openxmlformats.org/officeDocument/2006/relationships/image" Target="../media/image54.wmf"/><Relationship Id="rId1" Type="http://schemas.openxmlformats.org/officeDocument/2006/relationships/image" Target="../media/image42.wmf"/></Relationships>
</file>

<file path=ppt/slides/_rels/slide65.xml.rels><?xml version="1.0" encoding="UTF-8" standalone="yes"?>
<Relationships xmlns="http://schemas.openxmlformats.org/package/2006/relationships"><Relationship Id="rId6" Type="http://schemas.openxmlformats.org/officeDocument/2006/relationships/vmlDrawing" Target="../drawings/vmlDrawing19.vml"/><Relationship Id="rId5" Type="http://schemas.openxmlformats.org/officeDocument/2006/relationships/slideLayout" Target="../slideLayouts/slideLayout16.xml"/><Relationship Id="rId4" Type="http://schemas.openxmlformats.org/officeDocument/2006/relationships/image" Target="../media/image58.emf"/><Relationship Id="rId3" Type="http://schemas.openxmlformats.org/officeDocument/2006/relationships/oleObject" Target="../embeddings/oleObject22.bin"/><Relationship Id="rId2" Type="http://schemas.openxmlformats.org/officeDocument/2006/relationships/image" Target="../media/image57.emf"/><Relationship Id="rId1" Type="http://schemas.openxmlformats.org/officeDocument/2006/relationships/oleObject" Target="../embeddings/oleObject21.bin"/></Relationships>
</file>

<file path=ppt/slides/_rels/slide66.xml.rels><?xml version="1.0" encoding="UTF-8" standalone="yes"?>
<Relationships xmlns="http://schemas.openxmlformats.org/package/2006/relationships"><Relationship Id="rId9" Type="http://schemas.openxmlformats.org/officeDocument/2006/relationships/vmlDrawing" Target="../drawings/vmlDrawing20.vml"/><Relationship Id="rId8" Type="http://schemas.openxmlformats.org/officeDocument/2006/relationships/slideLayout" Target="../slideLayouts/slideLayout16.xml"/><Relationship Id="rId7" Type="http://schemas.openxmlformats.org/officeDocument/2006/relationships/image" Target="../media/image61.emf"/><Relationship Id="rId6" Type="http://schemas.openxmlformats.org/officeDocument/2006/relationships/oleObject" Target="../embeddings/oleObject25.bin"/><Relationship Id="rId5" Type="http://schemas.openxmlformats.org/officeDocument/2006/relationships/image" Target="../media/image60.emf"/><Relationship Id="rId4" Type="http://schemas.openxmlformats.org/officeDocument/2006/relationships/oleObject" Target="../embeddings/oleObject24.bin"/><Relationship Id="rId3" Type="http://schemas.openxmlformats.org/officeDocument/2006/relationships/image" Target="../media/image59.emf"/><Relationship Id="rId2" Type="http://schemas.openxmlformats.org/officeDocument/2006/relationships/oleObject" Target="../embeddings/oleObject23.bin"/><Relationship Id="rId1" Type="http://schemas.openxmlformats.org/officeDocument/2006/relationships/image" Target="../media/image40.png"/></Relationships>
</file>

<file path=ppt/slides/_rels/slide67.xml.rels><?xml version="1.0" encoding="UTF-8" standalone="yes"?>
<Relationships xmlns="http://schemas.openxmlformats.org/package/2006/relationships"><Relationship Id="rId8" Type="http://schemas.openxmlformats.org/officeDocument/2006/relationships/vmlDrawing" Target="../drawings/vmlDrawing21.vml"/><Relationship Id="rId7" Type="http://schemas.openxmlformats.org/officeDocument/2006/relationships/slideLayout" Target="../slideLayouts/slideLayout16.xml"/><Relationship Id="rId6" Type="http://schemas.openxmlformats.org/officeDocument/2006/relationships/image" Target="../media/image64.emf"/><Relationship Id="rId5" Type="http://schemas.openxmlformats.org/officeDocument/2006/relationships/oleObject" Target="../embeddings/oleObject27.bin"/><Relationship Id="rId4" Type="http://schemas.openxmlformats.org/officeDocument/2006/relationships/image" Target="../media/image63.emf"/><Relationship Id="rId3" Type="http://schemas.openxmlformats.org/officeDocument/2006/relationships/oleObject" Target="../embeddings/oleObject26.bin"/><Relationship Id="rId2" Type="http://schemas.openxmlformats.org/officeDocument/2006/relationships/image" Target="../media/image62.wmf"/><Relationship Id="rId1" Type="http://schemas.openxmlformats.org/officeDocument/2006/relationships/image" Target="../media/image42.wmf"/></Relationships>
</file>

<file path=ppt/slides/_rels/slide68.xml.rels><?xml version="1.0" encoding="UTF-8" standalone="yes"?>
<Relationships xmlns="http://schemas.openxmlformats.org/package/2006/relationships"><Relationship Id="rId7" Type="http://schemas.openxmlformats.org/officeDocument/2006/relationships/vmlDrawing" Target="../drawings/vmlDrawing22.vml"/><Relationship Id="rId6" Type="http://schemas.openxmlformats.org/officeDocument/2006/relationships/slideLayout" Target="../slideLayouts/slideLayout16.xml"/><Relationship Id="rId5" Type="http://schemas.openxmlformats.org/officeDocument/2006/relationships/image" Target="../media/image39.png"/><Relationship Id="rId4" Type="http://schemas.openxmlformats.org/officeDocument/2006/relationships/image" Target="../media/image66.emf"/><Relationship Id="rId3" Type="http://schemas.openxmlformats.org/officeDocument/2006/relationships/oleObject" Target="../embeddings/oleObject29.bin"/><Relationship Id="rId2" Type="http://schemas.openxmlformats.org/officeDocument/2006/relationships/image" Target="../media/image65.emf"/><Relationship Id="rId1" Type="http://schemas.openxmlformats.org/officeDocument/2006/relationships/oleObject" Target="../embeddings/oleObject28.bin"/></Relationships>
</file>

<file path=ppt/slides/_rels/slide69.xml.rels><?xml version="1.0" encoding="UTF-8" standalone="yes"?>
<Relationships xmlns="http://schemas.openxmlformats.org/package/2006/relationships"><Relationship Id="rId9" Type="http://schemas.openxmlformats.org/officeDocument/2006/relationships/vmlDrawing" Target="../drawings/vmlDrawing23.vml"/><Relationship Id="rId8" Type="http://schemas.openxmlformats.org/officeDocument/2006/relationships/slideLayout" Target="../slideLayouts/slideLayout16.xml"/><Relationship Id="rId7" Type="http://schemas.openxmlformats.org/officeDocument/2006/relationships/image" Target="../media/image71.png"/><Relationship Id="rId6" Type="http://schemas.openxmlformats.org/officeDocument/2006/relationships/image" Target="../media/image70.emf"/><Relationship Id="rId5" Type="http://schemas.openxmlformats.org/officeDocument/2006/relationships/oleObject" Target="../embeddings/oleObject31.bin"/><Relationship Id="rId4" Type="http://schemas.openxmlformats.org/officeDocument/2006/relationships/image" Target="../media/image69.emf"/><Relationship Id="rId3" Type="http://schemas.openxmlformats.org/officeDocument/2006/relationships/oleObject" Target="../embeddings/oleObject30.bin"/><Relationship Id="rId2" Type="http://schemas.openxmlformats.org/officeDocument/2006/relationships/image" Target="../media/image68.wmf"/><Relationship Id="rId1" Type="http://schemas.openxmlformats.org/officeDocument/2006/relationships/image" Target="../media/image67.wmf"/></Relationships>
</file>

<file path=ppt/slides/_rels/slide70.xml.rels><?xml version="1.0" encoding="UTF-8" standalone="yes"?>
<Relationships xmlns="http://schemas.openxmlformats.org/package/2006/relationships"><Relationship Id="rId9" Type="http://schemas.openxmlformats.org/officeDocument/2006/relationships/oleObject" Target="../embeddings/oleObject35.bin"/><Relationship Id="rId8" Type="http://schemas.openxmlformats.org/officeDocument/2006/relationships/image" Target="../media/image76.emf"/><Relationship Id="rId7" Type="http://schemas.openxmlformats.org/officeDocument/2006/relationships/oleObject" Target="../embeddings/oleObject34.bin"/><Relationship Id="rId6" Type="http://schemas.openxmlformats.org/officeDocument/2006/relationships/image" Target="../media/image75.wmf"/><Relationship Id="rId5" Type="http://schemas.openxmlformats.org/officeDocument/2006/relationships/image" Target="../media/image74.emf"/><Relationship Id="rId4" Type="http://schemas.openxmlformats.org/officeDocument/2006/relationships/oleObject" Target="../embeddings/oleObject33.bin"/><Relationship Id="rId3" Type="http://schemas.openxmlformats.org/officeDocument/2006/relationships/image" Target="../media/image73.emf"/><Relationship Id="rId2" Type="http://schemas.openxmlformats.org/officeDocument/2006/relationships/oleObject" Target="../embeddings/oleObject32.bin"/><Relationship Id="rId14" Type="http://schemas.openxmlformats.org/officeDocument/2006/relationships/vmlDrawing" Target="../drawings/vmlDrawing24.vml"/><Relationship Id="rId13" Type="http://schemas.openxmlformats.org/officeDocument/2006/relationships/slideLayout" Target="../slideLayouts/slideLayout16.xml"/><Relationship Id="rId12" Type="http://schemas.openxmlformats.org/officeDocument/2006/relationships/image" Target="../media/image78.emf"/><Relationship Id="rId11" Type="http://schemas.openxmlformats.org/officeDocument/2006/relationships/oleObject" Target="../embeddings/oleObject36.bin"/><Relationship Id="rId10" Type="http://schemas.openxmlformats.org/officeDocument/2006/relationships/image" Target="../media/image77.emf"/><Relationship Id="rId1" Type="http://schemas.openxmlformats.org/officeDocument/2006/relationships/image" Target="../media/image72.wmf"/></Relationships>
</file>

<file path=ppt/slides/_rels/slide71.xml.rels><?xml version="1.0" encoding="UTF-8" standalone="yes"?>
<Relationships xmlns="http://schemas.openxmlformats.org/package/2006/relationships"><Relationship Id="rId9" Type="http://schemas.openxmlformats.org/officeDocument/2006/relationships/oleObject" Target="../embeddings/oleObject40.bin"/><Relationship Id="rId8" Type="http://schemas.openxmlformats.org/officeDocument/2006/relationships/image" Target="../media/image83.png"/><Relationship Id="rId7" Type="http://schemas.openxmlformats.org/officeDocument/2006/relationships/image" Target="../media/image82.emf"/><Relationship Id="rId6" Type="http://schemas.openxmlformats.org/officeDocument/2006/relationships/oleObject" Target="../embeddings/oleObject39.bin"/><Relationship Id="rId5" Type="http://schemas.openxmlformats.org/officeDocument/2006/relationships/image" Target="../media/image81.emf"/><Relationship Id="rId4" Type="http://schemas.openxmlformats.org/officeDocument/2006/relationships/oleObject" Target="../embeddings/oleObject38.bin"/><Relationship Id="rId3" Type="http://schemas.openxmlformats.org/officeDocument/2006/relationships/image" Target="../media/image80.emf"/><Relationship Id="rId2" Type="http://schemas.openxmlformats.org/officeDocument/2006/relationships/oleObject" Target="../embeddings/oleObject37.bin"/><Relationship Id="rId12" Type="http://schemas.openxmlformats.org/officeDocument/2006/relationships/vmlDrawing" Target="../drawings/vmlDrawing25.vml"/><Relationship Id="rId11" Type="http://schemas.openxmlformats.org/officeDocument/2006/relationships/slideLayout" Target="../slideLayouts/slideLayout16.xml"/><Relationship Id="rId10" Type="http://schemas.openxmlformats.org/officeDocument/2006/relationships/image" Target="../media/image84.emf"/><Relationship Id="rId1" Type="http://schemas.openxmlformats.org/officeDocument/2006/relationships/image" Target="../media/image79.png"/></Relationships>
</file>

<file path=ppt/slides/_rels/slide72.xml.rels><?xml version="1.0" encoding="UTF-8" standalone="yes"?>
<Relationships xmlns="http://schemas.openxmlformats.org/package/2006/relationships"><Relationship Id="rId6" Type="http://schemas.openxmlformats.org/officeDocument/2006/relationships/notesSlide" Target="../notesSlides/notesSlide8.xml"/><Relationship Id="rId5" Type="http://schemas.openxmlformats.org/officeDocument/2006/relationships/vmlDrawing" Target="../drawings/vmlDrawing26.vml"/><Relationship Id="rId4" Type="http://schemas.openxmlformats.org/officeDocument/2006/relationships/slideLayout" Target="../slideLayouts/slideLayout16.xml"/><Relationship Id="rId3" Type="http://schemas.openxmlformats.org/officeDocument/2006/relationships/image" Target="../media/image86.emf"/><Relationship Id="rId2" Type="http://schemas.openxmlformats.org/officeDocument/2006/relationships/oleObject" Target="../embeddings/oleObject41.bin"/><Relationship Id="rId1" Type="http://schemas.openxmlformats.org/officeDocument/2006/relationships/image" Target="../media/image85.wmf"/></Relationships>
</file>

<file path=ppt/slides/_rels/slide73.xml.rels><?xml version="1.0" encoding="UTF-8" standalone="yes"?>
<Relationships xmlns="http://schemas.openxmlformats.org/package/2006/relationships"><Relationship Id="rId7" Type="http://schemas.openxmlformats.org/officeDocument/2006/relationships/notesSlide" Target="../notesSlides/notesSlide9.xml"/><Relationship Id="rId6" Type="http://schemas.openxmlformats.org/officeDocument/2006/relationships/vmlDrawing" Target="../drawings/vmlDrawing27.vml"/><Relationship Id="rId5" Type="http://schemas.openxmlformats.org/officeDocument/2006/relationships/slideLayout" Target="../slideLayouts/slideLayout16.xml"/><Relationship Id="rId4" Type="http://schemas.openxmlformats.org/officeDocument/2006/relationships/image" Target="../media/image88.emf"/><Relationship Id="rId3" Type="http://schemas.openxmlformats.org/officeDocument/2006/relationships/oleObject" Target="../embeddings/oleObject43.bin"/><Relationship Id="rId2" Type="http://schemas.openxmlformats.org/officeDocument/2006/relationships/image" Target="../media/image87.emf"/><Relationship Id="rId1" Type="http://schemas.openxmlformats.org/officeDocument/2006/relationships/oleObject" Target="../embeddings/oleObject42.bin"/></Relationships>
</file>

<file path=ppt/slides/_rels/slide74.xml.rels><?xml version="1.0" encoding="UTF-8" standalone="yes"?>
<Relationships xmlns="http://schemas.openxmlformats.org/package/2006/relationships"><Relationship Id="rId9" Type="http://schemas.openxmlformats.org/officeDocument/2006/relationships/notesSlide" Target="../notesSlides/notesSlide10.xml"/><Relationship Id="rId8" Type="http://schemas.openxmlformats.org/officeDocument/2006/relationships/vmlDrawing" Target="../drawings/vmlDrawing28.vml"/><Relationship Id="rId7" Type="http://schemas.openxmlformats.org/officeDocument/2006/relationships/slideLayout" Target="../slideLayouts/slideLayout13.xml"/><Relationship Id="rId6" Type="http://schemas.openxmlformats.org/officeDocument/2006/relationships/image" Target="../media/image92.emf"/><Relationship Id="rId5" Type="http://schemas.openxmlformats.org/officeDocument/2006/relationships/oleObject" Target="../embeddings/oleObject45.bin"/><Relationship Id="rId4" Type="http://schemas.openxmlformats.org/officeDocument/2006/relationships/image" Target="../media/image91.emf"/><Relationship Id="rId3" Type="http://schemas.openxmlformats.org/officeDocument/2006/relationships/oleObject" Target="../embeddings/oleObject44.bin"/><Relationship Id="rId2" Type="http://schemas.openxmlformats.org/officeDocument/2006/relationships/image" Target="../media/image90.png"/><Relationship Id="rId1" Type="http://schemas.openxmlformats.org/officeDocument/2006/relationships/image" Target="../media/image89.png"/></Relationships>
</file>

<file path=ppt/slides/_rels/slide75.xml.rels><?xml version="1.0" encoding="UTF-8" standalone="yes"?>
<Relationships xmlns="http://schemas.openxmlformats.org/package/2006/relationships"><Relationship Id="rId9" Type="http://schemas.openxmlformats.org/officeDocument/2006/relationships/notesSlide" Target="../notesSlides/notesSlide11.xml"/><Relationship Id="rId8" Type="http://schemas.openxmlformats.org/officeDocument/2006/relationships/vmlDrawing" Target="../drawings/vmlDrawing29.vml"/><Relationship Id="rId7" Type="http://schemas.openxmlformats.org/officeDocument/2006/relationships/slideLayout" Target="../slideLayouts/slideLayout16.xml"/><Relationship Id="rId6" Type="http://schemas.openxmlformats.org/officeDocument/2006/relationships/image" Target="../media/image95.emf"/><Relationship Id="rId5" Type="http://schemas.openxmlformats.org/officeDocument/2006/relationships/oleObject" Target="../embeddings/oleObject48.bin"/><Relationship Id="rId4" Type="http://schemas.openxmlformats.org/officeDocument/2006/relationships/image" Target="../media/image94.emf"/><Relationship Id="rId3" Type="http://schemas.openxmlformats.org/officeDocument/2006/relationships/oleObject" Target="../embeddings/oleObject47.bin"/><Relationship Id="rId2" Type="http://schemas.openxmlformats.org/officeDocument/2006/relationships/image" Target="../media/image93.emf"/><Relationship Id="rId1" Type="http://schemas.openxmlformats.org/officeDocument/2006/relationships/oleObject" Target="../embeddings/oleObject46.bin"/></Relationships>
</file>

<file path=ppt/slides/_rels/slide76.xml.rels><?xml version="1.0" encoding="UTF-8" standalone="yes"?>
<Relationships xmlns="http://schemas.openxmlformats.org/package/2006/relationships"><Relationship Id="rId5" Type="http://schemas.openxmlformats.org/officeDocument/2006/relationships/notesSlide" Target="../notesSlides/notesSlide12.xml"/><Relationship Id="rId4" Type="http://schemas.openxmlformats.org/officeDocument/2006/relationships/vmlDrawing" Target="../drawings/vmlDrawing30.vml"/><Relationship Id="rId3" Type="http://schemas.openxmlformats.org/officeDocument/2006/relationships/slideLayout" Target="../slideLayouts/slideLayout16.xml"/><Relationship Id="rId2" Type="http://schemas.openxmlformats.org/officeDocument/2006/relationships/image" Target="../media/image53.emf"/><Relationship Id="rId1" Type="http://schemas.openxmlformats.org/officeDocument/2006/relationships/oleObject" Target="../embeddings/oleObject49.bin"/></Relationships>
</file>

<file path=ppt/slides/_rels/slide77.xml.rels><?xml version="1.0" encoding="UTF-8" standalone="yes"?>
<Relationships xmlns="http://schemas.openxmlformats.org/package/2006/relationships"><Relationship Id="rId7" Type="http://schemas.openxmlformats.org/officeDocument/2006/relationships/notesSlide" Target="../notesSlides/notesSlide13.xml"/><Relationship Id="rId6" Type="http://schemas.openxmlformats.org/officeDocument/2006/relationships/vmlDrawing" Target="../drawings/vmlDrawing31.vml"/><Relationship Id="rId5" Type="http://schemas.openxmlformats.org/officeDocument/2006/relationships/slideLayout" Target="../slideLayouts/slideLayout16.xml"/><Relationship Id="rId4" Type="http://schemas.openxmlformats.org/officeDocument/2006/relationships/image" Target="../media/image98.png"/><Relationship Id="rId3" Type="http://schemas.openxmlformats.org/officeDocument/2006/relationships/image" Target="../media/image97.png"/><Relationship Id="rId2" Type="http://schemas.openxmlformats.org/officeDocument/2006/relationships/image" Target="../media/image96.emf"/><Relationship Id="rId1" Type="http://schemas.openxmlformats.org/officeDocument/2006/relationships/oleObject" Target="../embeddings/oleObject50.bin"/></Relationships>
</file>

<file path=ppt/slides/_rels/slide78.xml.rels><?xml version="1.0" encoding="UTF-8" standalone="yes"?>
<Relationships xmlns="http://schemas.openxmlformats.org/package/2006/relationships"><Relationship Id="rId9" Type="http://schemas.openxmlformats.org/officeDocument/2006/relationships/notesSlide" Target="../notesSlides/notesSlide14.xml"/><Relationship Id="rId8" Type="http://schemas.openxmlformats.org/officeDocument/2006/relationships/vmlDrawing" Target="../drawings/vmlDrawing32.vml"/><Relationship Id="rId7" Type="http://schemas.openxmlformats.org/officeDocument/2006/relationships/slideLayout" Target="../slideLayouts/slideLayout16.xml"/><Relationship Id="rId6" Type="http://schemas.openxmlformats.org/officeDocument/2006/relationships/image" Target="../media/image101.emf"/><Relationship Id="rId5" Type="http://schemas.openxmlformats.org/officeDocument/2006/relationships/oleObject" Target="../embeddings/oleObject53.bin"/><Relationship Id="rId4" Type="http://schemas.openxmlformats.org/officeDocument/2006/relationships/image" Target="../media/image100.emf"/><Relationship Id="rId3" Type="http://schemas.openxmlformats.org/officeDocument/2006/relationships/oleObject" Target="../embeddings/oleObject52.bin"/><Relationship Id="rId2" Type="http://schemas.openxmlformats.org/officeDocument/2006/relationships/image" Target="../media/image99.emf"/><Relationship Id="rId1" Type="http://schemas.openxmlformats.org/officeDocument/2006/relationships/oleObject" Target="../embeddings/oleObject51.bin"/></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p:cNvSpPr>
            <a:spLocks noGrp="1" noChangeArrowheads="1"/>
          </p:cNvSpPr>
          <p:nvPr>
            <p:ph type="ctrTitle"/>
          </p:nvPr>
        </p:nvSpPr>
        <p:spPr>
          <a:xfrm>
            <a:off x="611188" y="332656"/>
            <a:ext cx="7848600" cy="2880444"/>
          </a:xfrm>
          <a:solidFill>
            <a:srgbClr val="EBECB2"/>
          </a:solidFill>
          <a:ln>
            <a:solidFill>
              <a:srgbClr val="6600CC"/>
            </a:solidFill>
            <a:round/>
          </a:ln>
        </p:spPr>
        <p:txBody>
          <a:bodyPr/>
          <a:lstStyle/>
          <a:p>
            <a:r>
              <a:rPr lang="en-US" altLang="en-US" sz="4000" b="1" dirty="0">
                <a:effectLst/>
                <a:latin typeface="Arial" panose="020B0604020202020204" pitchFamily="34" charset="0"/>
                <a:cs typeface="Arial" panose="020B0604020202020204" pitchFamily="34" charset="0"/>
              </a:rPr>
              <a:t>QXU4004 Engineering Chemistry</a:t>
            </a:r>
            <a:endParaRPr lang="en-US" altLang="en-US" sz="4000" b="1" dirty="0">
              <a:effectLst/>
              <a:latin typeface="Arial" panose="020B0604020202020204" pitchFamily="34" charset="0"/>
              <a:cs typeface="Arial" panose="020B0604020202020204" pitchFamily="34" charset="0"/>
            </a:endParaRPr>
          </a:p>
        </p:txBody>
      </p:sp>
      <p:sp>
        <p:nvSpPr>
          <p:cNvPr id="3075" name="Text Box 3"/>
          <p:cNvSpPr txBox="1">
            <a:spLocks noChangeArrowheads="1"/>
          </p:cNvSpPr>
          <p:nvPr/>
        </p:nvSpPr>
        <p:spPr bwMode="auto">
          <a:xfrm>
            <a:off x="609600" y="4114800"/>
            <a:ext cx="7848600" cy="1446550"/>
          </a:xfrm>
          <a:prstGeom prst="rect">
            <a:avLst/>
          </a:prstGeom>
          <a:solidFill>
            <a:schemeClr val="accent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lnSpc>
                <a:spcPct val="93000"/>
              </a:lnSpc>
              <a:buClr>
                <a:srgbClr val="000000"/>
              </a:buClr>
              <a:buSzPct val="100000"/>
              <a:buFont typeface="Arial" panose="020B0604020202020204" pitchFamily="34" charset="0"/>
              <a:defRPr sz="2400">
                <a:solidFill>
                  <a:schemeClr val="bg1"/>
                </a:solidFill>
                <a:latin typeface="Arial" panose="020B0604020202020204" pitchFamily="34" charset="0"/>
              </a:defRPr>
            </a:lvl1pPr>
            <a:lvl2pPr marL="742950" indent="-285750">
              <a:lnSpc>
                <a:spcPct val="93000"/>
              </a:lnSpc>
              <a:buClr>
                <a:srgbClr val="000000"/>
              </a:buClr>
              <a:buSzPct val="100000"/>
              <a:buFont typeface="Arial" panose="020B0604020202020204" pitchFamily="34" charset="0"/>
              <a:defRPr sz="2400">
                <a:solidFill>
                  <a:schemeClr val="bg1"/>
                </a:solidFill>
                <a:latin typeface="Arial" panose="020B0604020202020204" pitchFamily="34" charset="0"/>
              </a:defRPr>
            </a:lvl2pPr>
            <a:lvl3pPr marL="1143000" indent="-228600">
              <a:lnSpc>
                <a:spcPct val="93000"/>
              </a:lnSpc>
              <a:buClr>
                <a:srgbClr val="000000"/>
              </a:buClr>
              <a:buSzPct val="100000"/>
              <a:buFont typeface="Arial" panose="020B0604020202020204" pitchFamily="34" charset="0"/>
              <a:defRPr sz="2400">
                <a:solidFill>
                  <a:schemeClr val="bg1"/>
                </a:solidFill>
                <a:latin typeface="Arial" panose="020B0604020202020204" pitchFamily="34" charset="0"/>
              </a:defRPr>
            </a:lvl3pPr>
            <a:lvl4pPr marL="1600200" indent="-228600">
              <a:lnSpc>
                <a:spcPct val="93000"/>
              </a:lnSpc>
              <a:buClr>
                <a:srgbClr val="000000"/>
              </a:buClr>
              <a:buSzPct val="100000"/>
              <a:buFont typeface="Arial" panose="020B0604020202020204" pitchFamily="34" charset="0"/>
              <a:defRPr sz="2400">
                <a:solidFill>
                  <a:schemeClr val="bg1"/>
                </a:solidFill>
                <a:latin typeface="Arial" panose="020B0604020202020204" pitchFamily="34" charset="0"/>
              </a:defRPr>
            </a:lvl4pPr>
            <a:lvl5pPr marL="2057400" indent="-228600">
              <a:lnSpc>
                <a:spcPct val="93000"/>
              </a:lnSpc>
              <a:buClr>
                <a:srgbClr val="000000"/>
              </a:buClr>
              <a:buSzPct val="100000"/>
              <a:buFont typeface="Arial" panose="020B0604020202020204" pitchFamily="34" charset="0"/>
              <a:defRPr sz="2400">
                <a:solidFill>
                  <a:schemeClr val="bg1"/>
                </a:solidFill>
                <a:latin typeface="Arial" panose="020B0604020202020204" pitchFamily="34" charset="0"/>
              </a:defRPr>
            </a:lvl5pPr>
            <a:lvl6pPr marL="2514600" indent="-228600" defTabSz="457200" eaLnBrk="0" fontAlgn="base" hangingPunct="0">
              <a:lnSpc>
                <a:spcPct val="93000"/>
              </a:lnSpc>
              <a:spcBef>
                <a:spcPct val="0"/>
              </a:spcBef>
              <a:spcAft>
                <a:spcPct val="0"/>
              </a:spcAft>
              <a:buClr>
                <a:srgbClr val="000000"/>
              </a:buClr>
              <a:buSzPct val="100000"/>
              <a:buFont typeface="Arial" panose="020B0604020202020204" pitchFamily="34" charset="0"/>
              <a:defRPr sz="2400">
                <a:solidFill>
                  <a:schemeClr val="bg1"/>
                </a:solidFill>
                <a:latin typeface="Arial" panose="020B0604020202020204" pitchFamily="34" charset="0"/>
              </a:defRPr>
            </a:lvl6pPr>
            <a:lvl7pPr marL="2971800" indent="-228600" defTabSz="457200" eaLnBrk="0" fontAlgn="base" hangingPunct="0">
              <a:lnSpc>
                <a:spcPct val="93000"/>
              </a:lnSpc>
              <a:spcBef>
                <a:spcPct val="0"/>
              </a:spcBef>
              <a:spcAft>
                <a:spcPct val="0"/>
              </a:spcAft>
              <a:buClr>
                <a:srgbClr val="000000"/>
              </a:buClr>
              <a:buSzPct val="100000"/>
              <a:buFont typeface="Arial" panose="020B0604020202020204" pitchFamily="34" charset="0"/>
              <a:defRPr sz="2400">
                <a:solidFill>
                  <a:schemeClr val="bg1"/>
                </a:solidFill>
                <a:latin typeface="Arial" panose="020B0604020202020204" pitchFamily="34" charset="0"/>
              </a:defRPr>
            </a:lvl7pPr>
            <a:lvl8pPr marL="3429000" indent="-228600" defTabSz="457200" eaLnBrk="0" fontAlgn="base" hangingPunct="0">
              <a:lnSpc>
                <a:spcPct val="93000"/>
              </a:lnSpc>
              <a:spcBef>
                <a:spcPct val="0"/>
              </a:spcBef>
              <a:spcAft>
                <a:spcPct val="0"/>
              </a:spcAft>
              <a:buClr>
                <a:srgbClr val="000000"/>
              </a:buClr>
              <a:buSzPct val="100000"/>
              <a:buFont typeface="Arial" panose="020B0604020202020204" pitchFamily="34" charset="0"/>
              <a:defRPr sz="2400">
                <a:solidFill>
                  <a:schemeClr val="bg1"/>
                </a:solidFill>
                <a:latin typeface="Arial" panose="020B0604020202020204" pitchFamily="34" charset="0"/>
              </a:defRPr>
            </a:lvl8pPr>
            <a:lvl9pPr marL="3886200" indent="-228600" defTabSz="457200" eaLnBrk="0" fontAlgn="base" hangingPunct="0">
              <a:lnSpc>
                <a:spcPct val="93000"/>
              </a:lnSpc>
              <a:spcBef>
                <a:spcPct val="0"/>
              </a:spcBef>
              <a:spcAft>
                <a:spcPct val="0"/>
              </a:spcAft>
              <a:buClr>
                <a:srgbClr val="000000"/>
              </a:buClr>
              <a:buSzPct val="100000"/>
              <a:buFont typeface="Arial" panose="020B0604020202020204" pitchFamily="34" charset="0"/>
              <a:defRPr sz="2400">
                <a:solidFill>
                  <a:schemeClr val="bg1"/>
                </a:solidFill>
                <a:latin typeface="Arial" panose="020B0604020202020204" pitchFamily="34" charset="0"/>
              </a:defRPr>
            </a:lvl9pPr>
          </a:lstStyle>
          <a:p>
            <a:pPr algn="ctr" eaLnBrk="1" hangingPunct="1">
              <a:lnSpc>
                <a:spcPct val="100000"/>
              </a:lnSpc>
              <a:buClrTx/>
              <a:buSzTx/>
              <a:buFontTx/>
              <a:buNone/>
            </a:pPr>
            <a:r>
              <a:rPr lang="en-US" altLang="en-US" sz="4400" b="1" dirty="0">
                <a:solidFill>
                  <a:schemeClr val="tx2"/>
                </a:solidFill>
              </a:rPr>
              <a:t>Dr Sulafudin Vukusic</a:t>
            </a:r>
            <a:endParaRPr lang="en-US" altLang="en-US" sz="4400" b="1" dirty="0">
              <a:solidFill>
                <a:schemeClr val="tx2"/>
              </a:solidFill>
            </a:endParaRPr>
          </a:p>
          <a:p>
            <a:pPr algn="ctr" eaLnBrk="1" hangingPunct="1">
              <a:lnSpc>
                <a:spcPct val="100000"/>
              </a:lnSpc>
              <a:buClrTx/>
              <a:buSzTx/>
              <a:buFontTx/>
              <a:buNone/>
            </a:pPr>
            <a:r>
              <a:rPr lang="en-US" altLang="en-US" sz="4400" b="1" dirty="0">
                <a:solidFill>
                  <a:schemeClr val="tx2"/>
                </a:solidFill>
              </a:rPr>
              <a:t>s.vukusic@qmul.ac.uk</a:t>
            </a:r>
            <a:endParaRPr lang="en-US" altLang="en-US" sz="4400" b="1" dirty="0">
              <a:solidFill>
                <a:schemeClr val="tx2"/>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ctrTitle"/>
          </p:nvPr>
        </p:nvSpPr>
        <p:spPr>
          <a:xfrm>
            <a:off x="609600" y="476672"/>
            <a:ext cx="7848600" cy="1478632"/>
          </a:xfrm>
          <a:solidFill>
            <a:srgbClr val="EBECB2"/>
          </a:solidFill>
          <a:ln>
            <a:solidFill>
              <a:srgbClr val="6600CC"/>
            </a:solidFill>
            <a:miter lim="800000"/>
          </a:ln>
        </p:spPr>
        <p:txBody>
          <a:bodyPr anchor="ctr"/>
          <a:lstStyle/>
          <a:p>
            <a:r>
              <a:rPr lang="en-US" altLang="en-US" sz="4000" dirty="0">
                <a:effectLst/>
                <a:latin typeface="Arial" panose="020B0604020202020204" pitchFamily="34" charset="0"/>
                <a:cs typeface="Arial" panose="020B0604020202020204" pitchFamily="34" charset="0"/>
              </a:rPr>
              <a:t>Suggested Reading List:</a:t>
            </a:r>
            <a:endParaRPr lang="en-US" altLang="en-US" sz="4000" dirty="0">
              <a:effectLst/>
              <a:latin typeface="Arial" panose="020B0604020202020204" pitchFamily="34" charset="0"/>
              <a:cs typeface="Arial" panose="020B0604020202020204" pitchFamily="34" charset="0"/>
            </a:endParaRPr>
          </a:p>
        </p:txBody>
      </p:sp>
      <p:sp>
        <p:nvSpPr>
          <p:cNvPr id="11267" name="Text Box 3"/>
          <p:cNvSpPr txBox="1">
            <a:spLocks noChangeArrowheads="1"/>
          </p:cNvSpPr>
          <p:nvPr/>
        </p:nvSpPr>
        <p:spPr bwMode="auto">
          <a:xfrm>
            <a:off x="609600" y="2132856"/>
            <a:ext cx="7848600" cy="1723549"/>
          </a:xfrm>
          <a:prstGeom prst="rect">
            <a:avLst/>
          </a:prstGeom>
          <a:noFill/>
          <a:ln>
            <a:noFill/>
          </a:ln>
          <a:effectLst/>
        </p:spPr>
        <p:txBody>
          <a:bodyPr wrap="square">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r>
              <a:rPr lang="en-US" altLang="en-US" sz="2200" dirty="0"/>
              <a:t>Chapter 9: Brown et al. Chemistry the central science,14</a:t>
            </a:r>
            <a:r>
              <a:rPr lang="en-US" altLang="en-US" sz="2200" baseline="30000" dirty="0"/>
              <a:t>th</a:t>
            </a:r>
            <a:r>
              <a:rPr lang="en-US" altLang="en-US" sz="2200" dirty="0"/>
              <a:t>  </a:t>
            </a:r>
            <a:r>
              <a:rPr lang="en-US" altLang="en-US" sz="2200" dirty="0" err="1"/>
              <a:t>int</a:t>
            </a:r>
            <a:r>
              <a:rPr lang="en-US" altLang="en-US" sz="2200" dirty="0"/>
              <a:t> Ed, Pearson / ISBN:978-1-292-02152-2</a:t>
            </a:r>
            <a:endParaRPr lang="en-US" altLang="en-US" sz="2200" dirty="0"/>
          </a:p>
          <a:p>
            <a:pPr eaLnBrk="1" hangingPunct="1"/>
            <a:r>
              <a:rPr lang="en-US" dirty="0">
                <a:hlinkClick r:id="rId1"/>
              </a:rPr>
              <a:t>https://www-vlebooks-com.ezproxy.library.qmul.ac.uk/vleweb/Product/Index/979714?page=0</a:t>
            </a:r>
            <a:endParaRPr lang="en-US" altLang="en-US" sz="2200" dirty="0"/>
          </a:p>
          <a:p>
            <a:pPr eaLnBrk="1" hangingPunct="1"/>
            <a:r>
              <a:rPr lang="en-GB" altLang="en-US" sz="2200" dirty="0"/>
              <a:t>(See QMPLUS for link)</a:t>
            </a:r>
            <a:endParaRPr lang="en-US" alt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170" name="Rectangle 2"/>
          <p:cNvSpPr>
            <a:spLocks noGrp="1" noChangeArrowheads="1"/>
          </p:cNvSpPr>
          <p:nvPr>
            <p:ph type="ctrTitle" idx="4294967295"/>
          </p:nvPr>
        </p:nvSpPr>
        <p:spPr>
          <a:xfrm>
            <a:off x="611188" y="1125538"/>
            <a:ext cx="7848600" cy="2735510"/>
          </a:xfrm>
          <a:solidFill>
            <a:srgbClr val="EBECB2"/>
          </a:solidFill>
          <a:ln>
            <a:solidFill>
              <a:srgbClr val="6600CC"/>
            </a:solidFill>
          </a:ln>
        </p:spPr>
        <p:txBody>
          <a:bodyPr/>
          <a:lstStyle/>
          <a:p>
            <a:r>
              <a:rPr lang="en-US" altLang="en-US" dirty="0">
                <a:effectLst/>
                <a:latin typeface="Arial" panose="020B0604020202020204" pitchFamily="34" charset="0"/>
                <a:cs typeface="Arial" panose="020B0604020202020204" pitchFamily="34" charset="0"/>
              </a:rPr>
              <a:t>Rotation 1 Notes 3 </a:t>
            </a:r>
            <a:endParaRPr lang="en-US" altLang="en-US" b="0" dirty="0">
              <a:effectLst/>
              <a:ea typeface="MS PGothic" panose="020B0600070205080204" pitchFamily="34" charset="-128"/>
            </a:endParaRPr>
          </a:p>
        </p:txBody>
      </p:sp>
      <p:sp>
        <p:nvSpPr>
          <p:cNvPr id="7171" name="Text Box 3"/>
          <p:cNvSpPr txBox="1">
            <a:spLocks noChangeArrowheads="1"/>
          </p:cNvSpPr>
          <p:nvPr/>
        </p:nvSpPr>
        <p:spPr bwMode="auto">
          <a:xfrm>
            <a:off x="179512" y="4114800"/>
            <a:ext cx="8496944" cy="692497"/>
          </a:xfrm>
          <a:prstGeom prst="rect">
            <a:avLst/>
          </a:prstGeom>
          <a:solidFill>
            <a:srgbClr val="33CC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sz="3900" b="1" dirty="0">
                <a:solidFill>
                  <a:schemeClr val="tx2"/>
                </a:solidFill>
                <a:latin typeface="Arial" panose="020B0604020202020204" pitchFamily="34" charset="0"/>
              </a:rPr>
              <a:t>Molecular Orbitals &amp; </a:t>
            </a:r>
            <a:r>
              <a:rPr lang="en-US" altLang="en-US" sz="3900" b="1" dirty="0" err="1">
                <a:solidFill>
                  <a:schemeClr val="tx2"/>
                </a:solidFill>
                <a:latin typeface="Arial" panose="020B0604020202020204" pitchFamily="34" charset="0"/>
              </a:rPr>
              <a:t>Hybridisation</a:t>
            </a:r>
            <a:endParaRPr lang="en-US" altLang="en-US" sz="3900" b="1" dirty="0">
              <a:solidFill>
                <a:schemeClr val="tx2"/>
              </a:solidFill>
              <a:latin typeface="Arial" panose="020B0604020202020204" pitchFamily="34"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22" name="Rectangle 2"/>
          <p:cNvSpPr>
            <a:spLocks noGrp="1" noChangeArrowheads="1"/>
          </p:cNvSpPr>
          <p:nvPr>
            <p:ph type="ctrTitle"/>
          </p:nvPr>
        </p:nvSpPr>
        <p:spPr/>
        <p:txBody>
          <a:bodyPr/>
          <a:lstStyle/>
          <a:p>
            <a:pPr eaLnBrk="1" hangingPunct="1">
              <a:defRPr/>
            </a:pPr>
            <a:r>
              <a:rPr lang="en-US">
                <a:ea typeface="+mj-ea"/>
                <a:cs typeface="+mj-cs"/>
              </a:rPr>
              <a:t>Molecular Orbitals</a:t>
            </a:r>
            <a:endParaRPr lang="en-US">
              <a:ea typeface="+mj-ea"/>
              <a:cs typeface="+mj-cs"/>
            </a:endParaRPr>
          </a:p>
        </p:txBody>
      </p:sp>
      <p:sp>
        <p:nvSpPr>
          <p:cNvPr id="440323" name="Rectangle 3"/>
          <p:cNvSpPr>
            <a:spLocks noGrp="1" noChangeArrowheads="1"/>
          </p:cNvSpPr>
          <p:nvPr>
            <p:ph type="subTitle" idx="1"/>
          </p:nvPr>
        </p:nvSpPr>
        <p:spPr>
          <a:xfrm>
            <a:off x="1371600" y="3657600"/>
            <a:ext cx="6400800" cy="1752600"/>
          </a:xfrm>
        </p:spPr>
        <p:txBody>
          <a:bodyPr/>
          <a:lstStyle/>
          <a:p>
            <a:pPr eaLnBrk="1" hangingPunct="1">
              <a:defRPr/>
            </a:pPr>
            <a:r>
              <a:rPr lang="en-US" i="1" dirty="0">
                <a:ea typeface="+mn-ea"/>
                <a:cs typeface="+mn-cs"/>
              </a:rPr>
              <a:t>You will learn an approximation to Molecular Orbital Theory that works well to conduct structural and reactivity analysis</a:t>
            </a:r>
            <a:endParaRPr lang="en-US" i="1" dirty="0">
              <a:ea typeface="+mn-ea"/>
              <a:cs typeface="+mn-cs"/>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22" name="Rectangle 2"/>
          <p:cNvSpPr>
            <a:spLocks noGrp="1" noChangeArrowheads="1"/>
          </p:cNvSpPr>
          <p:nvPr>
            <p:ph type="ctrTitle"/>
          </p:nvPr>
        </p:nvSpPr>
        <p:spPr/>
        <p:txBody>
          <a:bodyPr/>
          <a:lstStyle/>
          <a:p>
            <a:pPr eaLnBrk="1" hangingPunct="1">
              <a:defRPr/>
            </a:pPr>
            <a:r>
              <a:rPr lang="en-US">
                <a:ea typeface="+mj-ea"/>
                <a:cs typeface="+mj-cs"/>
              </a:rPr>
              <a:t>Molecular Orbitals</a:t>
            </a:r>
            <a:endParaRPr lang="en-US">
              <a:ea typeface="+mj-ea"/>
              <a:cs typeface="+mj-cs"/>
            </a:endParaRPr>
          </a:p>
        </p:txBody>
      </p:sp>
      <p:sp>
        <p:nvSpPr>
          <p:cNvPr id="440323" name="Rectangle 3"/>
          <p:cNvSpPr>
            <a:spLocks noGrp="1" noChangeArrowheads="1"/>
          </p:cNvSpPr>
          <p:nvPr>
            <p:ph type="subTitle" idx="1"/>
          </p:nvPr>
        </p:nvSpPr>
        <p:spPr/>
        <p:txBody>
          <a:bodyPr/>
          <a:lstStyle/>
          <a:p>
            <a:pPr eaLnBrk="1" hangingPunct="1">
              <a:defRPr/>
            </a:pPr>
            <a:r>
              <a:rPr lang="en-US" i="1" dirty="0">
                <a:ea typeface="+mn-ea"/>
                <a:cs typeface="+mn-cs"/>
              </a:rPr>
              <a:t>An approach to bonding in which orbitals encompass the entire molecule, rather than being localized between atoms.</a:t>
            </a:r>
            <a:endParaRPr lang="en-US" i="1" dirty="0">
              <a:ea typeface="+mn-ea"/>
              <a:cs typeface="+mn-cs"/>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1346" name="Rectangle 2"/>
          <p:cNvSpPr>
            <a:spLocks noGrp="1" noRot="1" noChangeArrowheads="1"/>
          </p:cNvSpPr>
          <p:nvPr>
            <p:ph type="title"/>
          </p:nvPr>
        </p:nvSpPr>
        <p:spPr/>
        <p:txBody>
          <a:bodyPr/>
          <a:lstStyle/>
          <a:p>
            <a:pPr eaLnBrk="1" hangingPunct="1">
              <a:defRPr/>
            </a:pPr>
            <a:r>
              <a:rPr lang="en-US">
                <a:ea typeface="+mj-ea"/>
                <a:cs typeface="+mj-cs"/>
              </a:rPr>
              <a:t>Molecular Orbitals</a:t>
            </a:r>
            <a:endParaRPr lang="en-US">
              <a:ea typeface="+mj-ea"/>
              <a:cs typeface="+mj-cs"/>
            </a:endParaRPr>
          </a:p>
        </p:txBody>
      </p:sp>
      <p:sp>
        <p:nvSpPr>
          <p:cNvPr id="441347" name="Rectangle 3"/>
          <p:cNvSpPr>
            <a:spLocks noGrp="1" noChangeArrowheads="1"/>
          </p:cNvSpPr>
          <p:nvPr>
            <p:ph type="body" idx="1"/>
          </p:nvPr>
        </p:nvSpPr>
        <p:spPr/>
        <p:txBody>
          <a:bodyPr/>
          <a:lstStyle/>
          <a:p>
            <a:pPr eaLnBrk="1" hangingPunct="1">
              <a:buFont typeface="Wingdings" panose="05000000000000000000" pitchFamily="2" charset="2"/>
              <a:buNone/>
              <a:defRPr/>
            </a:pPr>
            <a:r>
              <a:rPr lang="en-US">
                <a:ea typeface="+mn-ea"/>
                <a:cs typeface="+mn-cs"/>
              </a:rPr>
              <a:t>		Molecular orbitals result from the combination of atomic orbitals.  </a:t>
            </a:r>
            <a:endParaRPr lang="en-US">
              <a:ea typeface="+mn-ea"/>
              <a:cs typeface="+mn-cs"/>
            </a:endParaRPr>
          </a:p>
          <a:p>
            <a:pPr eaLnBrk="1" hangingPunct="1">
              <a:buFont typeface="Wingdings" panose="05000000000000000000" pitchFamily="2" charset="2"/>
              <a:buNone/>
              <a:defRPr/>
            </a:pPr>
            <a:r>
              <a:rPr lang="en-US">
                <a:ea typeface="+mn-ea"/>
                <a:cs typeface="+mn-cs"/>
              </a:rPr>
              <a:t>		Since orbitals are wave functions, they can combine either constructively (forming a bonding molecular orbital), or destructively (forming an antibonding molecular orbital).</a:t>
            </a:r>
            <a:endParaRPr lang="en-US">
              <a:ea typeface="+mn-ea"/>
              <a:cs typeface="+mn-cs"/>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370" name="Rectangle 2"/>
          <p:cNvSpPr>
            <a:spLocks noGrp="1" noRot="1" noChangeArrowheads="1"/>
          </p:cNvSpPr>
          <p:nvPr>
            <p:ph type="title"/>
          </p:nvPr>
        </p:nvSpPr>
        <p:spPr/>
        <p:txBody>
          <a:bodyPr/>
          <a:lstStyle/>
          <a:p>
            <a:pPr eaLnBrk="1" hangingPunct="1">
              <a:defRPr/>
            </a:pPr>
            <a:r>
              <a:rPr lang="en-US">
                <a:ea typeface="+mj-ea"/>
                <a:cs typeface="+mj-cs"/>
              </a:rPr>
              <a:t>Molecular Orbitals</a:t>
            </a:r>
            <a:endParaRPr lang="en-US">
              <a:ea typeface="+mj-ea"/>
              <a:cs typeface="+mj-cs"/>
            </a:endParaRPr>
          </a:p>
        </p:txBody>
      </p:sp>
      <p:sp>
        <p:nvSpPr>
          <p:cNvPr id="442371" name="Rectangle 3"/>
          <p:cNvSpPr>
            <a:spLocks noGrp="1" noChangeArrowheads="1"/>
          </p:cNvSpPr>
          <p:nvPr>
            <p:ph type="body" idx="1"/>
          </p:nvPr>
        </p:nvSpPr>
        <p:spPr/>
        <p:txBody>
          <a:bodyPr/>
          <a:lstStyle/>
          <a:p>
            <a:pPr eaLnBrk="1" hangingPunct="1">
              <a:buFont typeface="Wingdings" panose="05000000000000000000" pitchFamily="2" charset="2"/>
              <a:buNone/>
              <a:defRPr/>
            </a:pPr>
            <a:r>
              <a:rPr lang="en-US">
                <a:ea typeface="+mn-ea"/>
                <a:cs typeface="+mn-cs"/>
              </a:rPr>
              <a:t>		Molecular orbitals form when atomic orbitals with similar energies and proper symmetry can overlap.</a:t>
            </a:r>
            <a:endParaRPr lang="en-US">
              <a:ea typeface="+mn-ea"/>
              <a:cs typeface="+mn-cs"/>
            </a:endParaRPr>
          </a:p>
          <a:p>
            <a:pPr eaLnBrk="1" hangingPunct="1">
              <a:buFont typeface="Wingdings" panose="05000000000000000000" pitchFamily="2" charset="2"/>
              <a:buNone/>
              <a:defRPr/>
            </a:pPr>
            <a:r>
              <a:rPr lang="en-US">
                <a:ea typeface="+mn-ea"/>
                <a:cs typeface="+mn-cs"/>
              </a:rPr>
              <a:t>		Atomic orbitals with differing energies or the wrong spatial orientation (orthogonal) do not combine, and are called </a:t>
            </a:r>
            <a:r>
              <a:rPr lang="en-US" i="1">
                <a:ea typeface="+mn-ea"/>
                <a:cs typeface="+mn-cs"/>
              </a:rPr>
              <a:t>non-bonding</a:t>
            </a:r>
            <a:r>
              <a:rPr lang="en-US">
                <a:ea typeface="+mn-ea"/>
                <a:cs typeface="+mn-cs"/>
              </a:rPr>
              <a:t> orbitals.</a:t>
            </a:r>
            <a:endParaRPr lang="en-US">
              <a:ea typeface="+mn-ea"/>
              <a:cs typeface="+mn-cs"/>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3394" name="Rectangle 2"/>
          <p:cNvSpPr>
            <a:spLocks noGrp="1" noRot="1" noChangeArrowheads="1"/>
          </p:cNvSpPr>
          <p:nvPr>
            <p:ph type="title"/>
          </p:nvPr>
        </p:nvSpPr>
        <p:spPr/>
        <p:txBody>
          <a:bodyPr/>
          <a:lstStyle/>
          <a:p>
            <a:pPr eaLnBrk="1" hangingPunct="1">
              <a:defRPr/>
            </a:pPr>
            <a:r>
              <a:rPr lang="en-US">
                <a:ea typeface="+mj-ea"/>
                <a:cs typeface="+mj-cs"/>
              </a:rPr>
              <a:t>Need for MO Theory</a:t>
            </a:r>
            <a:endParaRPr lang="en-US">
              <a:ea typeface="+mj-ea"/>
              <a:cs typeface="+mj-cs"/>
            </a:endParaRPr>
          </a:p>
        </p:txBody>
      </p:sp>
      <p:sp>
        <p:nvSpPr>
          <p:cNvPr id="443395" name="Rectangle 3"/>
          <p:cNvSpPr>
            <a:spLocks noGrp="1" noChangeArrowheads="1"/>
          </p:cNvSpPr>
          <p:nvPr>
            <p:ph type="body" idx="1"/>
          </p:nvPr>
        </p:nvSpPr>
        <p:spPr/>
        <p:txBody>
          <a:bodyPr/>
          <a:lstStyle/>
          <a:p>
            <a:pPr eaLnBrk="1" hangingPunct="1">
              <a:buFont typeface="Wingdings" panose="05000000000000000000" pitchFamily="2" charset="2"/>
              <a:buNone/>
              <a:defRPr/>
            </a:pPr>
            <a:r>
              <a:rPr lang="en-US">
                <a:ea typeface="+mn-ea"/>
                <a:cs typeface="+mn-cs"/>
              </a:rPr>
              <a:t>		Valence bond theory fails to explain the bonding in many simple molecules.  </a:t>
            </a:r>
            <a:endParaRPr lang="en-US">
              <a:ea typeface="+mn-ea"/>
              <a:cs typeface="+mn-cs"/>
            </a:endParaRPr>
          </a:p>
          <a:p>
            <a:pPr eaLnBrk="1" hangingPunct="1">
              <a:buFont typeface="Wingdings" panose="05000000000000000000" pitchFamily="2" charset="2"/>
              <a:buNone/>
              <a:defRPr/>
            </a:pPr>
            <a:endParaRPr lang="en-US">
              <a:ea typeface="+mn-ea"/>
              <a:cs typeface="+mn-cs"/>
            </a:endParaRPr>
          </a:p>
          <a:p>
            <a:pPr eaLnBrk="1" hangingPunct="1">
              <a:buFont typeface="Wingdings" panose="05000000000000000000" pitchFamily="2" charset="2"/>
              <a:buNone/>
              <a:defRPr/>
            </a:pPr>
            <a:r>
              <a:rPr lang="en-US">
                <a:ea typeface="+mn-ea"/>
                <a:cs typeface="+mn-cs"/>
              </a:rPr>
              <a:t>		The oxygen molecule has a bond length and strength consistent with a double bond, and it contains two unpaired electrons.</a:t>
            </a:r>
            <a:endParaRPr lang="en-US">
              <a:ea typeface="+mn-ea"/>
              <a:cs typeface="+mn-cs"/>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5442" name="Rectangle 2"/>
          <p:cNvSpPr>
            <a:spLocks noGrp="1" noRot="1" noChangeArrowheads="1"/>
          </p:cNvSpPr>
          <p:nvPr>
            <p:ph type="title"/>
          </p:nvPr>
        </p:nvSpPr>
        <p:spPr/>
        <p:txBody>
          <a:bodyPr/>
          <a:lstStyle/>
          <a:p>
            <a:pPr eaLnBrk="1" hangingPunct="1">
              <a:defRPr/>
            </a:pPr>
            <a:r>
              <a:rPr lang="en-US">
                <a:ea typeface="+mj-ea"/>
                <a:cs typeface="+mj-cs"/>
              </a:rPr>
              <a:t>Need for MO Theory</a:t>
            </a:r>
            <a:endParaRPr lang="en-US">
              <a:ea typeface="+mj-ea"/>
              <a:cs typeface="+mj-cs"/>
            </a:endParaRPr>
          </a:p>
        </p:txBody>
      </p:sp>
      <p:sp>
        <p:nvSpPr>
          <p:cNvPr id="445443" name="Rectangle 3"/>
          <p:cNvSpPr>
            <a:spLocks noGrp="1" noChangeArrowheads="1"/>
          </p:cNvSpPr>
          <p:nvPr>
            <p:ph type="body" idx="1"/>
          </p:nvPr>
        </p:nvSpPr>
        <p:spPr/>
        <p:txBody>
          <a:bodyPr/>
          <a:lstStyle/>
          <a:p>
            <a:pPr eaLnBrk="1" hangingPunct="1">
              <a:buFont typeface="Wingdings" panose="05000000000000000000" pitchFamily="2" charset="2"/>
              <a:buNone/>
              <a:defRPr/>
            </a:pPr>
            <a:r>
              <a:rPr lang="en-US">
                <a:ea typeface="+mn-ea"/>
                <a:cs typeface="+mn-cs"/>
              </a:rPr>
              <a:t>		Valence bond theory predicts the double bond, but not the paramagnetism of oxygen.</a:t>
            </a:r>
            <a:endParaRPr lang="en-US">
              <a:ea typeface="+mn-ea"/>
              <a:cs typeface="+mn-cs"/>
            </a:endParaRPr>
          </a:p>
          <a:p>
            <a:pPr algn="ctr" eaLnBrk="1" hangingPunct="1">
              <a:buFont typeface="Wingdings" panose="05000000000000000000" pitchFamily="2" charset="2"/>
              <a:buNone/>
              <a:defRPr/>
            </a:pPr>
            <a:endParaRPr lang="en-US">
              <a:ea typeface="+mn-ea"/>
              <a:cs typeface="+mn-cs"/>
            </a:endParaRPr>
          </a:p>
          <a:p>
            <a:pPr algn="ctr" eaLnBrk="1" hangingPunct="1">
              <a:buFont typeface="Wingdings" panose="05000000000000000000" pitchFamily="2" charset="2"/>
              <a:buNone/>
              <a:defRPr/>
            </a:pPr>
            <a:r>
              <a:rPr lang="en-US" sz="3600">
                <a:latin typeface="Arial Unicode MS" charset="0"/>
                <a:ea typeface="+mn-ea"/>
                <a:cs typeface="+mn-cs"/>
              </a:rPr>
              <a:t>O=O</a:t>
            </a:r>
            <a:endParaRPr lang="en-US" sz="3600">
              <a:latin typeface="Arial Unicode MS" charset="0"/>
              <a:ea typeface="+mn-ea"/>
              <a:cs typeface="+mn-cs"/>
            </a:endParaRPr>
          </a:p>
        </p:txBody>
      </p:sp>
      <p:sp>
        <p:nvSpPr>
          <p:cNvPr id="34820" name="Text Box 4"/>
          <p:cNvSpPr txBox="1">
            <a:spLocks noChangeArrowheads="1"/>
          </p:cNvSpPr>
          <p:nvPr/>
        </p:nvSpPr>
        <p:spPr bwMode="auto">
          <a:xfrm rot="5400000">
            <a:off x="4778375" y="2994025"/>
            <a:ext cx="228600"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37931725" indent="-37474525">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a:spcBef>
                <a:spcPct val="50000"/>
              </a:spcBef>
            </a:pPr>
            <a:r>
              <a:rPr lang="en-US" altLang="en-US" sz="3600">
                <a:latin typeface="Arial Unicode MS" charset="0"/>
              </a:rPr>
              <a:t>:</a:t>
            </a:r>
            <a:endParaRPr lang="en-US" altLang="en-US" sz="3600">
              <a:latin typeface="Arial Unicode MS" charset="0"/>
            </a:endParaRPr>
          </a:p>
        </p:txBody>
      </p:sp>
      <p:sp>
        <p:nvSpPr>
          <p:cNvPr id="34821" name="Text Box 5"/>
          <p:cNvSpPr txBox="1">
            <a:spLocks noChangeArrowheads="1"/>
          </p:cNvSpPr>
          <p:nvPr/>
        </p:nvSpPr>
        <p:spPr bwMode="auto">
          <a:xfrm rot="5400000">
            <a:off x="4168775" y="3451225"/>
            <a:ext cx="228600"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37931725" indent="-37474525">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a:spcBef>
                <a:spcPct val="50000"/>
              </a:spcBef>
            </a:pPr>
            <a:r>
              <a:rPr lang="en-US" altLang="en-US" sz="3600">
                <a:latin typeface="Arial Unicode MS" charset="0"/>
              </a:rPr>
              <a:t>:</a:t>
            </a:r>
            <a:endParaRPr lang="en-US" altLang="en-US" sz="3600">
              <a:latin typeface="Arial Unicode MS" charset="0"/>
            </a:endParaRPr>
          </a:p>
        </p:txBody>
      </p:sp>
      <p:sp>
        <p:nvSpPr>
          <p:cNvPr id="34822" name="Text Box 6"/>
          <p:cNvSpPr txBox="1">
            <a:spLocks noChangeArrowheads="1"/>
          </p:cNvSpPr>
          <p:nvPr/>
        </p:nvSpPr>
        <p:spPr bwMode="auto">
          <a:xfrm rot="5400000">
            <a:off x="4168775" y="2994025"/>
            <a:ext cx="228600"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37931725" indent="-37474525">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a:spcBef>
                <a:spcPct val="50000"/>
              </a:spcBef>
            </a:pPr>
            <a:r>
              <a:rPr lang="en-US" altLang="en-US" sz="3600">
                <a:latin typeface="Arial Unicode MS" charset="0"/>
              </a:rPr>
              <a:t>:</a:t>
            </a:r>
            <a:endParaRPr lang="en-US" altLang="en-US" sz="3600">
              <a:latin typeface="Arial Unicode MS" charset="0"/>
            </a:endParaRPr>
          </a:p>
        </p:txBody>
      </p:sp>
      <p:sp>
        <p:nvSpPr>
          <p:cNvPr id="34823" name="Text Box 7"/>
          <p:cNvSpPr txBox="1">
            <a:spLocks noChangeArrowheads="1"/>
          </p:cNvSpPr>
          <p:nvPr/>
        </p:nvSpPr>
        <p:spPr bwMode="auto">
          <a:xfrm rot="5400000">
            <a:off x="4778375" y="3451225"/>
            <a:ext cx="228600"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37931725" indent="-37474525">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a:spcBef>
                <a:spcPct val="50000"/>
              </a:spcBef>
            </a:pPr>
            <a:r>
              <a:rPr lang="en-US" altLang="en-US" sz="3600">
                <a:latin typeface="Arial Unicode MS" charset="0"/>
              </a:rPr>
              <a:t>:</a:t>
            </a:r>
            <a:endParaRPr lang="en-US" altLang="en-US" sz="3600">
              <a:latin typeface="Arial Unicode MS"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6466" name="Rectangle 2"/>
          <p:cNvSpPr>
            <a:spLocks noGrp="1" noRot="1" noChangeArrowheads="1"/>
          </p:cNvSpPr>
          <p:nvPr>
            <p:ph type="title"/>
          </p:nvPr>
        </p:nvSpPr>
        <p:spPr/>
        <p:txBody>
          <a:bodyPr/>
          <a:lstStyle/>
          <a:p>
            <a:pPr eaLnBrk="1" hangingPunct="1">
              <a:defRPr/>
            </a:pPr>
            <a:r>
              <a:rPr lang="en-US">
                <a:ea typeface="+mj-ea"/>
                <a:cs typeface="+mj-cs"/>
              </a:rPr>
              <a:t>Need for MO Theory</a:t>
            </a:r>
            <a:endParaRPr lang="en-US">
              <a:ea typeface="+mj-ea"/>
              <a:cs typeface="+mj-cs"/>
            </a:endParaRPr>
          </a:p>
        </p:txBody>
      </p:sp>
      <p:sp>
        <p:nvSpPr>
          <p:cNvPr id="446467" name="Rectangle 3"/>
          <p:cNvSpPr>
            <a:spLocks noGrp="1" noChangeArrowheads="1"/>
          </p:cNvSpPr>
          <p:nvPr>
            <p:ph type="body" idx="1"/>
          </p:nvPr>
        </p:nvSpPr>
        <p:spPr/>
        <p:txBody>
          <a:bodyPr/>
          <a:lstStyle/>
          <a:p>
            <a:pPr eaLnBrk="1" hangingPunct="1">
              <a:buFont typeface="Wingdings" panose="05000000000000000000" pitchFamily="2" charset="2"/>
              <a:buNone/>
              <a:defRPr/>
            </a:pPr>
            <a:r>
              <a:rPr lang="en-US" altLang="en-US">
                <a:effectLst>
                  <a:outerShdw blurRad="38100" dist="38100" dir="2700000" algn="tl">
                    <a:srgbClr val="C0C0C0"/>
                  </a:outerShdw>
                </a:effectLst>
                <a:ea typeface="MS PGothic" panose="020B0600070205080204" pitchFamily="34" charset="-128"/>
              </a:rPr>
              <a:t>		Resonance is another example of the limitations of valence bond theory.  Bond lengths and strengths are intermediate between single, double or triple bonds.  </a:t>
            </a:r>
            <a:endParaRPr lang="en-US" altLang="en-US">
              <a:effectLst>
                <a:outerShdw blurRad="38100" dist="38100" dir="2700000" algn="tl">
                  <a:srgbClr val="C0C0C0"/>
                </a:outerShdw>
              </a:effectLst>
              <a:ea typeface="MS PGothic" panose="020B0600070205080204" pitchFamily="34" charset="-128"/>
            </a:endParaRPr>
          </a:p>
          <a:p>
            <a:pPr eaLnBrk="1" hangingPunct="1">
              <a:buFont typeface="Wingdings" panose="05000000000000000000" pitchFamily="2" charset="2"/>
              <a:buNone/>
              <a:defRPr/>
            </a:pPr>
            <a:r>
              <a:rPr lang="en-US" altLang="en-US">
                <a:effectLst>
                  <a:outerShdw blurRad="38100" dist="38100" dir="2700000" algn="tl">
                    <a:srgbClr val="C0C0C0"/>
                  </a:outerShdw>
                </a:effectLst>
                <a:ea typeface="MS PGothic" panose="020B0600070205080204" pitchFamily="34" charset="-128"/>
              </a:rPr>
              <a:t>		Molecular orbital theory is often a better approach to use with molecules that have extended </a:t>
            </a:r>
            <a:r>
              <a:rPr lang="el-GR" altLang="en-US">
                <a:effectLst>
                  <a:outerShdw blurRad="38100" dist="38100" dir="2700000" algn="tl">
                    <a:srgbClr val="C0C0C0"/>
                  </a:outerShdw>
                </a:effectLst>
                <a:latin typeface="Times" panose="02020603050405020304" pitchFamily="18" charset="0"/>
                <a:ea typeface="MS PGothic" panose="020B0600070205080204" pitchFamily="34" charset="-128"/>
              </a:rPr>
              <a:t>π</a:t>
            </a:r>
            <a:r>
              <a:rPr lang="en-US" altLang="en-US">
                <a:effectLst>
                  <a:outerShdw blurRad="38100" dist="38100" dir="2700000" algn="tl">
                    <a:srgbClr val="C0C0C0"/>
                  </a:outerShdw>
                </a:effectLst>
                <a:ea typeface="MS PGothic" panose="020B0600070205080204" pitchFamily="34" charset="-128"/>
              </a:rPr>
              <a:t> systems.</a:t>
            </a:r>
            <a:endParaRPr lang="el-GR" altLang="en-US">
              <a:effectLst>
                <a:outerShdw blurRad="38100" dist="38100" dir="2700000" algn="tl">
                  <a:srgbClr val="C0C0C0"/>
                </a:outerShdw>
              </a:effectLst>
              <a:ea typeface="MS PGothic" panose="020B0600070205080204" pitchFamily="34" charset="-128"/>
            </a:endParaRPr>
          </a:p>
          <a:p>
            <a:pPr algn="ctr" eaLnBrk="1" hangingPunct="1">
              <a:buFont typeface="Wingdings" panose="05000000000000000000" pitchFamily="2" charset="2"/>
              <a:buNone/>
              <a:defRPr/>
            </a:pPr>
            <a:endParaRPr lang="en-US" altLang="en-US" sz="3600">
              <a:effectLst>
                <a:outerShdw blurRad="38100" dist="38100" dir="2700000" algn="tl">
                  <a:srgbClr val="C0C0C0"/>
                </a:outerShdw>
              </a:effectLst>
              <a:latin typeface="Arial Unicode MS" panose="020B0604020202020204" pitchFamily="34" charset="-128"/>
              <a:ea typeface="MS PGothic" panose="020B0600070205080204" pitchFamily="34" charset="-128"/>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9458" name="Rectangle 2"/>
          <p:cNvSpPr>
            <a:spLocks noGrp="1" noChangeArrowheads="1"/>
          </p:cNvSpPr>
          <p:nvPr>
            <p:ph type="title" idx="429496729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effectLst/>
                <a:ea typeface="MS PGothic" panose="020B0600070205080204" pitchFamily="34" charset="-128"/>
              </a:rPr>
              <a:t>Molecular Orbital Theory</a:t>
            </a:r>
            <a:endParaRPr lang="en-US" altLang="en-US">
              <a:effectLst/>
              <a:ea typeface="MS PGothic" panose="020B0600070205080204" pitchFamily="34" charset="-128"/>
            </a:endParaRPr>
          </a:p>
        </p:txBody>
      </p:sp>
      <p:sp>
        <p:nvSpPr>
          <p:cNvPr id="19459" name="Rectangle 3"/>
          <p:cNvSpPr>
            <a:spLocks noGrp="1" noChangeArrowheads="1"/>
          </p:cNvSpPr>
          <p:nvPr>
            <p:ph type="body" idx="4294967295"/>
          </p:nvPr>
        </p:nvSpPr>
        <p:spPr>
          <a:xfrm>
            <a:off x="468313" y="2438400"/>
            <a:ext cx="8229600" cy="25146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buFont typeface="Wingdings" panose="05000000000000000000" pitchFamily="2" charset="2"/>
              <a:buNone/>
            </a:pPr>
            <a:r>
              <a:rPr lang="en-US" altLang="en-US">
                <a:effectLst/>
                <a:ea typeface="MS PGothic" panose="020B0600070205080204" pitchFamily="34" charset="-128"/>
              </a:rPr>
              <a:t>   The goal of molecular orbital theory is to describe molecules in a similar way to how we describe atoms, that is, in terms of orbitals, orbital diagrams, and electron configurations. </a:t>
            </a:r>
            <a:endParaRPr lang="en-US" altLang="en-US">
              <a:effectLst/>
              <a:ea typeface="MS PGothic" panose="020B0600070205080204" pitchFamily="34" charset="-128"/>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1506" name="Rectangle 2"/>
          <p:cNvSpPr>
            <a:spLocks noGrp="1" noChangeArrowheads="1"/>
          </p:cNvSpPr>
          <p:nvPr>
            <p:ph type="title" idx="429496729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effectLst/>
                <a:ea typeface="MS PGothic" panose="020B0600070205080204" pitchFamily="34" charset="-128"/>
              </a:rPr>
              <a:t>Forming a Covalent Bond </a:t>
            </a:r>
            <a:endParaRPr lang="en-US" altLang="en-US">
              <a:effectLst/>
              <a:ea typeface="MS PGothic" panose="020B0600070205080204" pitchFamily="34" charset="-128"/>
            </a:endParaRPr>
          </a:p>
        </p:txBody>
      </p:sp>
      <p:sp>
        <p:nvSpPr>
          <p:cNvPr id="21507" name="Rectangle 3"/>
          <p:cNvSpPr>
            <a:spLocks noGrp="1" noChangeArrowheads="1"/>
          </p:cNvSpPr>
          <p:nvPr>
            <p:ph type="body" idx="4294967295"/>
          </p:nvPr>
        </p:nvSpPr>
        <p:spPr>
          <a:xfrm>
            <a:off x="457200" y="1981200"/>
            <a:ext cx="8229600" cy="35814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90000"/>
              </a:lnSpc>
            </a:pPr>
            <a:r>
              <a:rPr lang="en-US" altLang="en-US">
                <a:effectLst/>
                <a:ea typeface="MS PGothic" panose="020B0600070205080204" pitchFamily="34" charset="-128"/>
              </a:rPr>
              <a:t>Molecules can form bonds by sharing electron</a:t>
            </a:r>
            <a:endParaRPr lang="en-US" altLang="en-US">
              <a:effectLst/>
              <a:ea typeface="MS PGothic" panose="020B0600070205080204" pitchFamily="34" charset="-128"/>
            </a:endParaRPr>
          </a:p>
          <a:p>
            <a:pPr lvl="1">
              <a:lnSpc>
                <a:spcPct val="90000"/>
              </a:lnSpc>
            </a:pPr>
            <a:r>
              <a:rPr lang="en-US" altLang="en-US">
                <a:effectLst/>
                <a:ea typeface="MS PGothic" panose="020B0600070205080204" pitchFamily="34" charset="-128"/>
              </a:rPr>
              <a:t>Two shared electrons form a single bond </a:t>
            </a:r>
            <a:endParaRPr lang="en-US" altLang="en-US">
              <a:effectLst/>
              <a:ea typeface="MS PGothic" panose="020B0600070205080204" pitchFamily="34" charset="-128"/>
            </a:endParaRPr>
          </a:p>
          <a:p>
            <a:pPr>
              <a:lnSpc>
                <a:spcPct val="90000"/>
              </a:lnSpc>
            </a:pPr>
            <a:r>
              <a:rPr lang="en-US" altLang="en-US">
                <a:effectLst/>
                <a:ea typeface="MS PGothic" panose="020B0600070205080204" pitchFamily="34" charset="-128"/>
              </a:rPr>
              <a:t>Atoms can share one, two or three pairs of electrons</a:t>
            </a:r>
            <a:endParaRPr lang="en-US" altLang="en-US">
              <a:effectLst/>
              <a:ea typeface="MS PGothic" panose="020B0600070205080204" pitchFamily="34" charset="-128"/>
            </a:endParaRPr>
          </a:p>
          <a:p>
            <a:pPr lvl="1">
              <a:lnSpc>
                <a:spcPct val="90000"/>
              </a:lnSpc>
            </a:pPr>
            <a:r>
              <a:rPr lang="en-US" altLang="en-US">
                <a:effectLst/>
                <a:ea typeface="MS PGothic" panose="020B0600070205080204" pitchFamily="34" charset="-128"/>
              </a:rPr>
              <a:t>forming single, double and triple bonds</a:t>
            </a:r>
            <a:endParaRPr lang="en-US" altLang="en-US">
              <a:effectLst/>
              <a:ea typeface="MS PGothic" panose="020B0600070205080204" pitchFamily="34" charset="-128"/>
            </a:endParaRPr>
          </a:p>
          <a:p>
            <a:pPr>
              <a:lnSpc>
                <a:spcPct val="90000"/>
              </a:lnSpc>
            </a:pPr>
            <a:r>
              <a:rPr lang="en-US" altLang="en-US">
                <a:effectLst/>
                <a:ea typeface="MS PGothic" panose="020B0600070205080204" pitchFamily="34" charset="-128"/>
              </a:rPr>
              <a:t>Other types of bonds are formed by charged atoms (ionic) and metal atoms (metallic).</a:t>
            </a:r>
            <a:endParaRPr lang="en-US" altLang="en-US">
              <a:effectLst/>
              <a:ea typeface="MS PGothic" panose="020B0600070205080204" pitchFamily="34" charset="-128"/>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2530" name="Rectangle 2"/>
          <p:cNvSpPr>
            <a:spLocks noGrp="1" noRot="1" noChangeArrowheads="1"/>
          </p:cNvSpPr>
          <p:nvPr>
            <p:ph type="title" idx="4294967295"/>
          </p:nvPr>
        </p:nvSpPr>
        <p:spPr>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n-US" altLang="en-US" sz="4000">
                <a:effectLst/>
                <a:ea typeface="MS PGothic" panose="020B0600070205080204" pitchFamily="34" charset="-128"/>
              </a:rPr>
              <a:t>Atomic and Molecular Orbitals </a:t>
            </a:r>
            <a:r>
              <a:rPr lang="en-US" altLang="en-US" sz="2000">
                <a:effectLst/>
                <a:ea typeface="MS PGothic" panose="020B0600070205080204" pitchFamily="34" charset="-128"/>
              </a:rPr>
              <a:t>(cont’d)</a:t>
            </a:r>
            <a:r>
              <a:rPr lang="en-US" altLang="en-US" sz="4000">
                <a:effectLst/>
                <a:ea typeface="MS PGothic" panose="020B0600070205080204" pitchFamily="34" charset="-128"/>
              </a:rPr>
              <a:t> </a:t>
            </a:r>
            <a:endParaRPr lang="en-US" altLang="en-US" sz="4000">
              <a:effectLst/>
              <a:ea typeface="MS PGothic" panose="020B0600070205080204" pitchFamily="34" charset="-128"/>
            </a:endParaRPr>
          </a:p>
        </p:txBody>
      </p:sp>
      <p:sp>
        <p:nvSpPr>
          <p:cNvPr id="22531" name="Rectangle 3"/>
          <p:cNvSpPr>
            <a:spLocks noGrp="1" noChangeArrowheads="1"/>
          </p:cNvSpPr>
          <p:nvPr>
            <p:ph type="body" sz="half" idx="4294967295"/>
          </p:nvPr>
        </p:nvSpPr>
        <p:spPr>
          <a:xfrm>
            <a:off x="457200" y="1371600"/>
            <a:ext cx="8153400" cy="23622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80000"/>
              </a:lnSpc>
            </a:pPr>
            <a:r>
              <a:rPr lang="en-US" altLang="en-US" sz="2800">
                <a:effectLst/>
                <a:ea typeface="MS PGothic" panose="020B0600070205080204" pitchFamily="34" charset="-128"/>
              </a:rPr>
              <a:t>Orbital Mixing</a:t>
            </a:r>
            <a:endParaRPr lang="en-US" altLang="en-US" sz="2800">
              <a:effectLst/>
              <a:ea typeface="MS PGothic" panose="020B0600070205080204" pitchFamily="34" charset="-128"/>
            </a:endParaRPr>
          </a:p>
          <a:p>
            <a:pPr lvl="1">
              <a:lnSpc>
                <a:spcPct val="80000"/>
              </a:lnSpc>
            </a:pPr>
            <a:r>
              <a:rPr lang="en-US" altLang="en-US" sz="2400">
                <a:effectLst/>
                <a:ea typeface="MS PGothic" panose="020B0600070205080204" pitchFamily="34" charset="-128"/>
              </a:rPr>
              <a:t>When atoms share electrons to form a bond, their atomic orbitals mix to form molecular bonds. In order for these orbitals to mix they must:</a:t>
            </a:r>
            <a:endParaRPr lang="en-US" altLang="en-US" sz="2400">
              <a:effectLst/>
              <a:ea typeface="MS PGothic" panose="020B0600070205080204" pitchFamily="34" charset="-128"/>
            </a:endParaRPr>
          </a:p>
          <a:p>
            <a:pPr lvl="2">
              <a:lnSpc>
                <a:spcPct val="80000"/>
              </a:lnSpc>
            </a:pPr>
            <a:r>
              <a:rPr lang="en-US" altLang="en-US" sz="2000">
                <a:effectLst/>
                <a:ea typeface="MS PGothic" panose="020B0600070205080204" pitchFamily="34" charset="-128"/>
              </a:rPr>
              <a:t>Have similar energy levels.</a:t>
            </a:r>
            <a:endParaRPr lang="en-US" altLang="en-US" sz="2000">
              <a:effectLst/>
              <a:ea typeface="MS PGothic" panose="020B0600070205080204" pitchFamily="34" charset="-128"/>
            </a:endParaRPr>
          </a:p>
          <a:p>
            <a:pPr lvl="2">
              <a:lnSpc>
                <a:spcPct val="80000"/>
              </a:lnSpc>
            </a:pPr>
            <a:r>
              <a:rPr lang="en-US" altLang="en-US" sz="2000">
                <a:effectLst/>
                <a:ea typeface="MS PGothic" panose="020B0600070205080204" pitchFamily="34" charset="-128"/>
              </a:rPr>
              <a:t>Overlap well.</a:t>
            </a:r>
            <a:endParaRPr lang="en-US" altLang="en-US" sz="2000">
              <a:effectLst/>
              <a:ea typeface="MS PGothic" panose="020B0600070205080204" pitchFamily="34" charset="-128"/>
            </a:endParaRPr>
          </a:p>
          <a:p>
            <a:pPr lvl="2">
              <a:lnSpc>
                <a:spcPct val="80000"/>
              </a:lnSpc>
            </a:pPr>
            <a:r>
              <a:rPr lang="en-US" altLang="en-US" sz="2000">
                <a:effectLst/>
                <a:ea typeface="MS PGothic" panose="020B0600070205080204" pitchFamily="34" charset="-128"/>
              </a:rPr>
              <a:t>Be close together</a:t>
            </a:r>
            <a:r>
              <a:rPr lang="en-US" altLang="en-US" sz="1800">
                <a:effectLst/>
                <a:ea typeface="MS PGothic" panose="020B0600070205080204" pitchFamily="34" charset="-128"/>
              </a:rPr>
              <a:t>.</a:t>
            </a:r>
            <a:endParaRPr lang="en-US" altLang="en-US" sz="1800">
              <a:effectLst/>
              <a:ea typeface="MS PGothic" panose="020B0600070205080204" pitchFamily="34" charset="-128"/>
            </a:endParaRPr>
          </a:p>
        </p:txBody>
      </p:sp>
      <p:pic>
        <p:nvPicPr>
          <p:cNvPr id="22532" name="Picture 4" descr="covalent bond"/>
          <p:cNvPicPr>
            <a:picLocks noGrp="1" noChangeAspect="1" noChangeArrowheads="1"/>
          </p:cNvPicPr>
          <p:nvPr>
            <p:ph sz="half" idx="4294967295"/>
          </p:nvPr>
        </p:nvPicPr>
        <p:blipFill>
          <a:blip r:embed="rId1">
            <a:extLst>
              <a:ext uri="{28A0092B-C50C-407E-A947-70E740481C1C}">
                <a14:useLocalDpi xmlns:a14="http://schemas.microsoft.com/office/drawing/2010/main" val="0"/>
              </a:ext>
            </a:extLst>
          </a:blip>
          <a:srcRect/>
          <a:stretch>
            <a:fillRect/>
          </a:stretch>
        </p:blipFill>
        <p:spPr>
          <a:xfrm>
            <a:off x="1371600" y="3810000"/>
            <a:ext cx="2667000" cy="26670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22533" name="Text Box 5"/>
          <p:cNvSpPr txBox="1">
            <a:spLocks noChangeArrowheads="1"/>
          </p:cNvSpPr>
          <p:nvPr/>
        </p:nvSpPr>
        <p:spPr bwMode="auto">
          <a:xfrm>
            <a:off x="4343400" y="4183063"/>
            <a:ext cx="3505200" cy="1920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a:spcBef>
                <a:spcPct val="50000"/>
              </a:spcBef>
            </a:pPr>
            <a:r>
              <a:rPr lang="en-US" altLang="en-US" sz="2000">
                <a:latin typeface="Times New Roman" panose="02020603050405020304" charset="0"/>
                <a:cs typeface="Arial" panose="020B0604020202020204" pitchFamily="34" charset="0"/>
              </a:rPr>
              <a:t>This is and example of orbital mixing. The two atoms share one electron each from there outer shell. In this case both 1s orbitals overlap and share their valence electrons.</a:t>
            </a:r>
            <a:endParaRPr lang="en-US" altLang="en-US" sz="2000">
              <a:latin typeface="Times New Roman" panose="02020603050405020304" charset="0"/>
              <a:cs typeface="Arial" panose="020B0604020202020204" pitchFamily="34" charset="0"/>
            </a:endParaRPr>
          </a:p>
        </p:txBody>
      </p:sp>
      <p:sp>
        <p:nvSpPr>
          <p:cNvPr id="22534" name="Text Box 6"/>
          <p:cNvSpPr txBox="1">
            <a:spLocks noChangeArrowheads="1"/>
          </p:cNvSpPr>
          <p:nvPr/>
        </p:nvSpPr>
        <p:spPr bwMode="auto">
          <a:xfrm>
            <a:off x="1295400" y="6477000"/>
            <a:ext cx="2895600"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a:spcBef>
                <a:spcPct val="50000"/>
              </a:spcBef>
            </a:pPr>
            <a:r>
              <a:rPr lang="en-US" altLang="en-US" sz="1000">
                <a:latin typeface="Arial" panose="020B0604020202020204" pitchFamily="34" charset="0"/>
                <a:cs typeface="Arial" panose="020B0604020202020204" pitchFamily="34" charset="0"/>
              </a:rPr>
              <a:t>http://library.thinkquest.org/27819/ch2_2.shtml</a:t>
            </a:r>
            <a:endParaRPr lang="en-US" altLang="en-US" sz="1000">
              <a:latin typeface="Arial" panose="020B0604020202020204" pitchFamily="34" charset="0"/>
              <a:cs typeface="Arial" panose="020B0604020202020204" pitchFamily="34"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3554"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1143000" y="1676400"/>
            <a:ext cx="6724650" cy="4691063"/>
          </a:xfrm>
          <a:prstGeom prst="rect">
            <a:avLst/>
          </a:prstGeom>
          <a:noFill/>
          <a:ln>
            <a:noFill/>
          </a:ln>
          <a:effectLst>
            <a:outerShdw dist="53882" dir="2700000" algn="ctr" rotWithShape="0">
              <a:schemeClr val="bg2"/>
            </a:outerShdw>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Lst>
        </p:spPr>
      </p:pic>
      <p:sp>
        <p:nvSpPr>
          <p:cNvPr id="23555" name="Rectangle 3"/>
          <p:cNvSpPr>
            <a:spLocks noGrp="1" noChangeArrowheads="1"/>
          </p:cNvSpPr>
          <p:nvPr>
            <p:ph type="title" idx="429496729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sz="4000">
                <a:effectLst/>
                <a:ea typeface="MS PGothic" panose="020B0600070205080204" pitchFamily="34" charset="-128"/>
              </a:rPr>
              <a:t>Energy Diagram of Sigma Bond Formation by Orbital Overlap</a:t>
            </a:r>
            <a:endParaRPr lang="en-US" altLang="en-US" sz="4000">
              <a:effectLst/>
              <a:ea typeface="MS PGothic" panose="020B0600070205080204" pitchFamily="34" charset="-128"/>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5602" name="Rectangle 2"/>
          <p:cNvSpPr>
            <a:spLocks noGrp="1" noChangeArrowheads="1"/>
          </p:cNvSpPr>
          <p:nvPr>
            <p:ph type="title" idx="429496729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effectLst/>
                <a:ea typeface="MS PGothic" panose="020B0600070205080204" pitchFamily="34" charset="-128"/>
              </a:rPr>
              <a:t>Atomic and Molecular Orbitals</a:t>
            </a:r>
            <a:endParaRPr lang="en-US" altLang="en-US">
              <a:effectLst/>
              <a:ea typeface="MS PGothic" panose="020B0600070205080204" pitchFamily="34" charset="-128"/>
            </a:endParaRPr>
          </a:p>
        </p:txBody>
      </p:sp>
      <p:sp>
        <p:nvSpPr>
          <p:cNvPr id="25603" name="Rectangle 3"/>
          <p:cNvSpPr>
            <a:spLocks noGrp="1" noChangeArrowheads="1"/>
          </p:cNvSpPr>
          <p:nvPr>
            <p:ph type="body" sz="half" idx="4294967295"/>
          </p:nvPr>
        </p:nvSpPr>
        <p:spPr>
          <a:xfrm>
            <a:off x="457200" y="1447800"/>
            <a:ext cx="8229600" cy="18288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90000"/>
              </a:lnSpc>
            </a:pPr>
            <a:r>
              <a:rPr lang="en-US" altLang="en-US" sz="2400">
                <a:effectLst/>
                <a:ea typeface="MS PGothic" panose="020B0600070205080204" pitchFamily="34" charset="-128"/>
              </a:rPr>
              <a:t>In atoms, electrons occupy </a:t>
            </a:r>
            <a:r>
              <a:rPr lang="en-US" altLang="en-US" sz="2400" b="1">
                <a:effectLst/>
                <a:ea typeface="MS PGothic" panose="020B0600070205080204" pitchFamily="34" charset="-128"/>
              </a:rPr>
              <a:t>atomic orbitals</a:t>
            </a:r>
            <a:r>
              <a:rPr lang="en-US" altLang="en-US" sz="2400">
                <a:effectLst/>
                <a:ea typeface="MS PGothic" panose="020B0600070205080204" pitchFamily="34" charset="-128"/>
              </a:rPr>
              <a:t>, but in molecules they occupy similar </a:t>
            </a:r>
            <a:r>
              <a:rPr lang="en-US" altLang="en-US" sz="2400" b="1">
                <a:effectLst/>
                <a:ea typeface="MS PGothic" panose="020B0600070205080204" pitchFamily="34" charset="-128"/>
              </a:rPr>
              <a:t>molecular orbitals</a:t>
            </a:r>
            <a:r>
              <a:rPr lang="en-US" altLang="en-US" sz="2400">
                <a:effectLst/>
                <a:ea typeface="MS PGothic" panose="020B0600070205080204" pitchFamily="34" charset="-128"/>
              </a:rPr>
              <a:t> which surround the molecule.</a:t>
            </a:r>
            <a:endParaRPr lang="en-US" altLang="en-US" sz="2400">
              <a:effectLst/>
              <a:ea typeface="MS PGothic" panose="020B0600070205080204" pitchFamily="34" charset="-128"/>
            </a:endParaRPr>
          </a:p>
          <a:p>
            <a:pPr>
              <a:lnSpc>
                <a:spcPct val="90000"/>
              </a:lnSpc>
            </a:pPr>
            <a:r>
              <a:rPr lang="en-US" altLang="en-US" sz="2400">
                <a:effectLst/>
                <a:ea typeface="MS PGothic" panose="020B0600070205080204" pitchFamily="34" charset="-128"/>
              </a:rPr>
              <a:t>The two 1s atomic orbitals combine to form two molecular orbitals, one bonding (</a:t>
            </a:r>
            <a:r>
              <a:rPr lang="en-US" altLang="en-US" sz="2400">
                <a:effectLst/>
                <a:latin typeface="Symbol" panose="05050102010706020507" pitchFamily="18" charset="2"/>
                <a:ea typeface="MS PGothic" panose="020B0600070205080204" pitchFamily="34" charset="-128"/>
              </a:rPr>
              <a:t>s</a:t>
            </a:r>
            <a:r>
              <a:rPr lang="en-US" altLang="en-US" sz="2400">
                <a:effectLst/>
                <a:ea typeface="MS PGothic" panose="020B0600070205080204" pitchFamily="34" charset="-128"/>
              </a:rPr>
              <a:t>) and one antibonding (</a:t>
            </a:r>
            <a:r>
              <a:rPr lang="en-US" altLang="en-US" sz="2400">
                <a:effectLst/>
                <a:latin typeface="Symbol" panose="05050102010706020507" pitchFamily="18" charset="2"/>
                <a:ea typeface="MS PGothic" panose="020B0600070205080204" pitchFamily="34" charset="-128"/>
              </a:rPr>
              <a:t>s</a:t>
            </a:r>
            <a:r>
              <a:rPr lang="en-US" altLang="en-US" sz="2400">
                <a:effectLst/>
                <a:ea typeface="MS PGothic" panose="020B0600070205080204" pitchFamily="34" charset="-128"/>
              </a:rPr>
              <a:t>*). </a:t>
            </a:r>
            <a:endParaRPr lang="en-US" altLang="en-US" sz="2400">
              <a:effectLst/>
              <a:ea typeface="MS PGothic" panose="020B0600070205080204" pitchFamily="34" charset="-128"/>
            </a:endParaRPr>
          </a:p>
        </p:txBody>
      </p:sp>
      <p:pic>
        <p:nvPicPr>
          <p:cNvPr id="25604" name="Picture 4" descr="h2ed"/>
          <p:cNvPicPr>
            <a:picLocks noGrp="1" noChangeAspect="1" noChangeArrowheads="1"/>
          </p:cNvPicPr>
          <p:nvPr>
            <p:ph sz="half" idx="4294967295"/>
          </p:nvPr>
        </p:nvPicPr>
        <p:blipFill>
          <a:blip r:embed="rId1">
            <a:extLst>
              <a:ext uri="{28A0092B-C50C-407E-A947-70E740481C1C}">
                <a14:useLocalDpi xmlns:a14="http://schemas.microsoft.com/office/drawing/2010/main" val="0"/>
              </a:ext>
            </a:extLst>
          </a:blip>
          <a:srcRect/>
          <a:stretch>
            <a:fillRect/>
          </a:stretch>
        </p:blipFill>
        <p:spPr>
          <a:xfrm>
            <a:off x="533400" y="3429000"/>
            <a:ext cx="4992688" cy="3116263"/>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25605" name="Text Box 5"/>
          <p:cNvSpPr txBox="1">
            <a:spLocks noChangeArrowheads="1"/>
          </p:cNvSpPr>
          <p:nvPr/>
        </p:nvSpPr>
        <p:spPr bwMode="auto">
          <a:xfrm>
            <a:off x="1066800" y="6537325"/>
            <a:ext cx="3733800"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a:spcBef>
                <a:spcPct val="50000"/>
              </a:spcBef>
            </a:pPr>
            <a:r>
              <a:rPr lang="en-US" altLang="en-US" sz="1000">
                <a:latin typeface="Arial" panose="020B0604020202020204" pitchFamily="34" charset="0"/>
                <a:cs typeface="Arial" panose="020B0604020202020204" pitchFamily="34" charset="0"/>
              </a:rPr>
              <a:t>http://www.ch.ic.ac.uk/vchemlib/course/mo_theory/main.html</a:t>
            </a:r>
            <a:endParaRPr lang="en-US" altLang="en-US" sz="1000">
              <a:latin typeface="Arial" panose="020B0604020202020204" pitchFamily="34" charset="0"/>
              <a:cs typeface="Arial" panose="020B0604020202020204" pitchFamily="34" charset="0"/>
            </a:endParaRPr>
          </a:p>
        </p:txBody>
      </p:sp>
      <p:sp>
        <p:nvSpPr>
          <p:cNvPr id="25606" name="Text Box 6"/>
          <p:cNvSpPr txBox="1">
            <a:spLocks noChangeArrowheads="1"/>
          </p:cNvSpPr>
          <p:nvPr/>
        </p:nvSpPr>
        <p:spPr bwMode="auto">
          <a:xfrm>
            <a:off x="6019800" y="3814763"/>
            <a:ext cx="2667000" cy="9159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a:spcBef>
                <a:spcPct val="50000"/>
              </a:spcBef>
              <a:buFontTx/>
              <a:buChar char="•"/>
            </a:pPr>
            <a:r>
              <a:rPr lang="en-US" altLang="en-US">
                <a:cs typeface="Arial" panose="020B0604020202020204" pitchFamily="34" charset="0"/>
              </a:rPr>
              <a:t> This is an illustration of molecular orbital diagram of H</a:t>
            </a:r>
            <a:r>
              <a:rPr lang="en-US" altLang="en-US" baseline="-25000">
                <a:cs typeface="Arial" panose="020B0604020202020204" pitchFamily="34" charset="0"/>
              </a:rPr>
              <a:t>2.</a:t>
            </a:r>
            <a:endParaRPr lang="en-US" altLang="en-US" baseline="-25000">
              <a:cs typeface="Arial" panose="020B0604020202020204" pitchFamily="34" charset="0"/>
            </a:endParaRPr>
          </a:p>
        </p:txBody>
      </p:sp>
      <p:sp>
        <p:nvSpPr>
          <p:cNvPr id="25607" name="Text Box 7"/>
          <p:cNvSpPr txBox="1">
            <a:spLocks noChangeArrowheads="1"/>
          </p:cNvSpPr>
          <p:nvPr/>
        </p:nvSpPr>
        <p:spPr bwMode="auto">
          <a:xfrm>
            <a:off x="6019800" y="4724400"/>
            <a:ext cx="2743200" cy="14652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a:spcBef>
                <a:spcPct val="50000"/>
              </a:spcBef>
              <a:buFontTx/>
              <a:buChar char="•"/>
            </a:pPr>
            <a:r>
              <a:rPr lang="en-US" altLang="en-US">
                <a:cs typeface="Arial" panose="020B0604020202020204" pitchFamily="34" charset="0"/>
              </a:rPr>
              <a:t> Notice that one electron from each atom is being “shared” to form a covalent bond. This is an example of orbital mixing. </a:t>
            </a:r>
            <a:endParaRPr lang="en-US" altLang="en-US">
              <a:cs typeface="Arial" panose="020B0604020202020204" pitchFamily="34" charset="0"/>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6626" name="Rectangle 2"/>
          <p:cNvSpPr>
            <a:spLocks noGrp="1" noChangeArrowheads="1"/>
          </p:cNvSpPr>
          <p:nvPr>
            <p:ph type="title" idx="429496729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effectLst/>
                <a:ea typeface="MS PGothic" panose="020B0600070205080204" pitchFamily="34" charset="-128"/>
              </a:rPr>
              <a:t>Molecular Orbital Theory</a:t>
            </a:r>
            <a:endParaRPr lang="en-US" altLang="en-US">
              <a:effectLst/>
              <a:ea typeface="MS PGothic" panose="020B0600070205080204" pitchFamily="34" charset="-128"/>
            </a:endParaRPr>
          </a:p>
        </p:txBody>
      </p:sp>
      <p:sp>
        <p:nvSpPr>
          <p:cNvPr id="26627" name="Rectangle 3"/>
          <p:cNvSpPr>
            <a:spLocks noGrp="1" noChangeArrowheads="1"/>
          </p:cNvSpPr>
          <p:nvPr>
            <p:ph type="body" idx="4294967295"/>
          </p:nvPr>
        </p:nvSpPr>
        <p:spPr>
          <a:xfrm>
            <a:off x="457200" y="2362200"/>
            <a:ext cx="8229600" cy="3763963"/>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effectLst/>
                <a:ea typeface="MS PGothic" panose="020B0600070205080204" pitchFamily="34" charset="-128"/>
              </a:rPr>
              <a:t>Each line in the diagram represents an orbital.</a:t>
            </a:r>
            <a:endParaRPr lang="en-US" altLang="en-US">
              <a:effectLst/>
              <a:ea typeface="MS PGothic" panose="020B0600070205080204" pitchFamily="34" charset="-128"/>
            </a:endParaRPr>
          </a:p>
          <a:p>
            <a:r>
              <a:rPr lang="en-US" altLang="en-US">
                <a:effectLst/>
                <a:ea typeface="MS PGothic" panose="020B0600070205080204" pitchFamily="34" charset="-128"/>
              </a:rPr>
              <a:t>The molecular orbital volume encompasses the whole molecule.</a:t>
            </a:r>
            <a:endParaRPr lang="en-US" altLang="en-US">
              <a:effectLst/>
              <a:ea typeface="MS PGothic" panose="020B0600070205080204" pitchFamily="34" charset="-128"/>
            </a:endParaRPr>
          </a:p>
          <a:p>
            <a:r>
              <a:rPr lang="en-US" altLang="en-US">
                <a:effectLst/>
                <a:ea typeface="MS PGothic" panose="020B0600070205080204" pitchFamily="34" charset="-128"/>
              </a:rPr>
              <a:t>The electrons fill the molecular orbitals of molecules like electrons fill atomic orbitals in atoms</a:t>
            </a:r>
            <a:endParaRPr lang="en-US" altLang="en-US">
              <a:effectLst/>
              <a:ea typeface="MS PGothic" panose="020B0600070205080204" pitchFamily="34" charset="-128"/>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8674" name="Rectangle 2"/>
          <p:cNvSpPr>
            <a:spLocks noGrp="1" noChangeArrowheads="1"/>
          </p:cNvSpPr>
          <p:nvPr>
            <p:ph type="title" idx="429496729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effectLst/>
                <a:ea typeface="MS PGothic" panose="020B0600070205080204" pitchFamily="34" charset="-128"/>
              </a:rPr>
              <a:t>Molecular Orbital Theory</a:t>
            </a:r>
            <a:endParaRPr lang="en-US" altLang="en-US">
              <a:effectLst/>
              <a:ea typeface="MS PGothic" panose="020B0600070205080204" pitchFamily="34" charset="-128"/>
            </a:endParaRPr>
          </a:p>
        </p:txBody>
      </p:sp>
      <p:sp>
        <p:nvSpPr>
          <p:cNvPr id="28675" name="Rectangle 3"/>
          <p:cNvSpPr>
            <a:spLocks noGrp="1" noChangeArrowheads="1"/>
          </p:cNvSpPr>
          <p:nvPr>
            <p:ph type="body" idx="429496729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90000"/>
              </a:lnSpc>
            </a:pPr>
            <a:r>
              <a:rPr lang="en-US" altLang="en-US">
                <a:effectLst/>
                <a:ea typeface="MS PGothic" panose="020B0600070205080204" pitchFamily="34" charset="-128"/>
              </a:rPr>
              <a:t>Electrons go into the lowest energy orbital available to form lowest potential energy for the molecule.</a:t>
            </a:r>
            <a:endParaRPr lang="en-US" altLang="en-US">
              <a:effectLst/>
              <a:ea typeface="MS PGothic" panose="020B0600070205080204" pitchFamily="34" charset="-128"/>
            </a:endParaRPr>
          </a:p>
          <a:p>
            <a:pPr>
              <a:lnSpc>
                <a:spcPct val="90000"/>
              </a:lnSpc>
            </a:pPr>
            <a:r>
              <a:rPr lang="en-US" altLang="en-US">
                <a:effectLst/>
                <a:ea typeface="MS PGothic" panose="020B0600070205080204" pitchFamily="34" charset="-128"/>
              </a:rPr>
              <a:t>The maximum number of electrons in each molecular orbital is two. (Pauli exclusion principle) </a:t>
            </a:r>
            <a:endParaRPr lang="en-US" altLang="en-US">
              <a:effectLst/>
              <a:ea typeface="MS PGothic" panose="020B0600070205080204" pitchFamily="34" charset="-128"/>
            </a:endParaRPr>
          </a:p>
          <a:p>
            <a:pPr>
              <a:lnSpc>
                <a:spcPct val="90000"/>
              </a:lnSpc>
            </a:pPr>
            <a:r>
              <a:rPr lang="en-US" altLang="en-US">
                <a:effectLst/>
                <a:ea typeface="MS PGothic" panose="020B0600070205080204" pitchFamily="34" charset="-128"/>
              </a:rPr>
              <a:t>One electron goes into orbitals of equal energy, with parallel spin, before they begin to pair up. (Hund's Rule.) </a:t>
            </a:r>
            <a:endParaRPr lang="en-US" altLang="en-US">
              <a:effectLst/>
              <a:ea typeface="MS PGothic" panose="020B0600070205080204" pitchFamily="34" charset="-128"/>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4418" name="Rectangle 2"/>
          <p:cNvSpPr>
            <a:spLocks noGrp="1" noRot="1" noChangeArrowheads="1"/>
          </p:cNvSpPr>
          <p:nvPr>
            <p:ph type="title"/>
          </p:nvPr>
        </p:nvSpPr>
        <p:spPr/>
        <p:txBody>
          <a:bodyPr/>
          <a:lstStyle/>
          <a:p>
            <a:pPr eaLnBrk="1" hangingPunct="1">
              <a:defRPr/>
            </a:pPr>
            <a:r>
              <a:rPr lang="en-US">
                <a:ea typeface="+mj-ea"/>
                <a:cs typeface="+mj-cs"/>
              </a:rPr>
              <a:t>Molecular Orbital Theory</a:t>
            </a:r>
            <a:endParaRPr lang="en-US">
              <a:ea typeface="+mj-ea"/>
              <a:cs typeface="+mj-cs"/>
            </a:endParaRPr>
          </a:p>
        </p:txBody>
      </p:sp>
      <p:sp>
        <p:nvSpPr>
          <p:cNvPr id="444419" name="Rectangle 3"/>
          <p:cNvSpPr>
            <a:spLocks noGrp="1" noChangeArrowheads="1"/>
          </p:cNvSpPr>
          <p:nvPr>
            <p:ph type="body" idx="1"/>
          </p:nvPr>
        </p:nvSpPr>
        <p:spPr/>
        <p:txBody>
          <a:bodyPr/>
          <a:lstStyle/>
          <a:p>
            <a:pPr eaLnBrk="1" hangingPunct="1">
              <a:buFont typeface="Wingdings" panose="05000000000000000000" pitchFamily="2" charset="2"/>
              <a:buNone/>
              <a:defRPr/>
            </a:pPr>
            <a:r>
              <a:rPr lang="en-US" altLang="en-US">
                <a:effectLst>
                  <a:outerShdw blurRad="38100" dist="38100" dir="2700000" algn="tl">
                    <a:srgbClr val="C0C0C0"/>
                  </a:outerShdw>
                </a:effectLst>
                <a:ea typeface="MS PGothic" panose="020B0600070205080204" pitchFamily="34" charset="-128"/>
              </a:rPr>
              <a:t>		In order to simplify things, we’ll consider the interaction of the orbitals containing valence electrons to create molecular orbitals.</a:t>
            </a:r>
            <a:endParaRPr lang="en-US" altLang="en-US">
              <a:effectLst>
                <a:outerShdw blurRad="38100" dist="38100" dir="2700000" algn="tl">
                  <a:srgbClr val="C0C0C0"/>
                </a:outerShdw>
              </a:effectLst>
              <a:ea typeface="MS PGothic" panose="020B0600070205080204" pitchFamily="34" charset="-128"/>
            </a:endParaRPr>
          </a:p>
          <a:p>
            <a:pPr eaLnBrk="1" hangingPunct="1">
              <a:buFont typeface="Wingdings" panose="05000000000000000000" pitchFamily="2" charset="2"/>
              <a:buNone/>
              <a:defRPr/>
            </a:pPr>
            <a:r>
              <a:rPr lang="en-US" altLang="en-US">
                <a:effectLst>
                  <a:outerShdw blurRad="38100" dist="38100" dir="2700000" algn="tl">
                    <a:srgbClr val="C0C0C0"/>
                  </a:outerShdw>
                </a:effectLst>
                <a:ea typeface="MS PGothic" panose="020B0600070205080204" pitchFamily="34" charset="-128"/>
              </a:rPr>
              <a:t>		The wave functions of hydrogen atom A and hydrogen atom B can interact either constructively or destructively.</a:t>
            </a:r>
            <a:endParaRPr lang="en-US" altLang="en-US">
              <a:effectLst>
                <a:outerShdw blurRad="38100" dist="38100" dir="2700000" algn="tl">
                  <a:srgbClr val="C0C0C0"/>
                </a:outerShdw>
              </a:effectLst>
              <a:ea typeface="MS PGothic" panose="020B0600070205080204" pitchFamily="34" charset="-128"/>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52610" name="Rectangle 2"/>
          <p:cNvSpPr>
            <a:spLocks noGrp="1" noRot="1" noChangeArrowheads="1"/>
          </p:cNvSpPr>
          <p:nvPr>
            <p:ph type="title"/>
          </p:nvPr>
        </p:nvSpPr>
        <p:spPr/>
        <p:txBody>
          <a:bodyPr/>
          <a:lstStyle/>
          <a:p>
            <a:pPr eaLnBrk="1" hangingPunct="1">
              <a:defRPr/>
            </a:pPr>
            <a:r>
              <a:rPr lang="en-US">
                <a:ea typeface="+mj-ea"/>
                <a:cs typeface="+mj-cs"/>
              </a:rPr>
              <a:t>Molecular Orbital Theory</a:t>
            </a:r>
            <a:endParaRPr lang="en-US">
              <a:ea typeface="+mj-ea"/>
              <a:cs typeface="+mj-cs"/>
            </a:endParaRPr>
          </a:p>
        </p:txBody>
      </p:sp>
      <p:sp>
        <p:nvSpPr>
          <p:cNvPr id="452611" name="Rectangle 3"/>
          <p:cNvSpPr>
            <a:spLocks noGrp="1" noChangeArrowheads="1"/>
          </p:cNvSpPr>
          <p:nvPr>
            <p:ph type="body" sz="half" idx="2"/>
          </p:nvPr>
        </p:nvSpPr>
        <p:spPr>
          <a:xfrm>
            <a:off x="4648200" y="1447800"/>
            <a:ext cx="4038600" cy="4525963"/>
          </a:xfrm>
        </p:spPr>
        <p:txBody>
          <a:bodyPr/>
          <a:lstStyle/>
          <a:p>
            <a:pPr eaLnBrk="1" hangingPunct="1">
              <a:buFont typeface="Wingdings" panose="05000000000000000000" pitchFamily="2" charset="2"/>
              <a:buNone/>
              <a:defRPr/>
            </a:pPr>
            <a:r>
              <a:rPr lang="en-US" sz="2800">
                <a:ea typeface="+mn-ea"/>
                <a:cs typeface="+mn-cs"/>
              </a:rPr>
              <a:t>		The result is an energy level diagram with the bonding orbital occupied by a pair of electrons.  The filling of the lower molecular orbital indicates that the molecule is stable compared to the two individual atoms.</a:t>
            </a:r>
            <a:endParaRPr lang="en-US" sz="2800">
              <a:ea typeface="+mn-ea"/>
              <a:cs typeface="+mn-cs"/>
            </a:endParaRPr>
          </a:p>
        </p:txBody>
      </p:sp>
      <p:pic>
        <p:nvPicPr>
          <p:cNvPr id="40964" name="Picture 6" descr="fig0311c"/>
          <p:cNvPicPr>
            <a:picLocks noGrp="1" noChangeAspect="1" noChangeArrowheads="1"/>
          </p:cNvPicPr>
          <p:nvPr>
            <p:ph sz="half" idx="1"/>
          </p:nvPr>
        </p:nvPicPr>
        <p:blipFill>
          <a:blip r:embed="rId1">
            <a:extLst>
              <a:ext uri="{28A0092B-C50C-407E-A947-70E740481C1C}">
                <a14:useLocalDpi xmlns:a14="http://schemas.microsoft.com/office/drawing/2010/main" val="0"/>
              </a:ext>
            </a:extLst>
          </a:blip>
          <a:srcRect/>
          <a:stretch>
            <a:fillRect/>
          </a:stretch>
        </p:blipFill>
        <p:spPr>
          <a:xfrm>
            <a:off x="609600" y="1752600"/>
            <a:ext cx="4005263" cy="2535238"/>
          </a:xfr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48514" name="Rectangle 2"/>
          <p:cNvSpPr>
            <a:spLocks noGrp="1" noRot="1" noChangeArrowheads="1"/>
          </p:cNvSpPr>
          <p:nvPr>
            <p:ph type="title"/>
          </p:nvPr>
        </p:nvSpPr>
        <p:spPr/>
        <p:txBody>
          <a:bodyPr/>
          <a:lstStyle/>
          <a:p>
            <a:pPr eaLnBrk="1" hangingPunct="1">
              <a:defRPr/>
            </a:pPr>
            <a:r>
              <a:rPr lang="en-US">
                <a:ea typeface="+mj-ea"/>
                <a:cs typeface="+mj-cs"/>
              </a:rPr>
              <a:t>Molecular Orbital Theory</a:t>
            </a:r>
            <a:endParaRPr lang="en-US">
              <a:ea typeface="+mj-ea"/>
              <a:cs typeface="+mj-cs"/>
            </a:endParaRPr>
          </a:p>
        </p:txBody>
      </p:sp>
      <p:sp>
        <p:nvSpPr>
          <p:cNvPr id="448515" name="Rectangle 3"/>
          <p:cNvSpPr>
            <a:spLocks noGrp="1" noChangeArrowheads="1"/>
          </p:cNvSpPr>
          <p:nvPr>
            <p:ph type="body" idx="1"/>
          </p:nvPr>
        </p:nvSpPr>
        <p:spPr/>
        <p:txBody>
          <a:bodyPr/>
          <a:lstStyle/>
          <a:p>
            <a:pPr eaLnBrk="1" hangingPunct="1">
              <a:buFont typeface="Wingdings" panose="05000000000000000000" pitchFamily="2" charset="2"/>
              <a:buNone/>
              <a:defRPr/>
            </a:pPr>
            <a:r>
              <a:rPr lang="en-US" altLang="en-US" dirty="0">
                <a:effectLst>
                  <a:outerShdw blurRad="38100" dist="38100" dir="2700000" algn="tl">
                    <a:srgbClr val="C0C0C0"/>
                  </a:outerShdw>
                </a:effectLst>
                <a:ea typeface="MS PGothic" panose="020B0600070205080204" pitchFamily="34" charset="-128"/>
              </a:rPr>
              <a:t>	Constructively:</a:t>
            </a:r>
            <a:endParaRPr lang="en-US" altLang="en-US" dirty="0">
              <a:effectLst>
                <a:outerShdw blurRad="38100" dist="38100" dir="2700000" algn="tl">
                  <a:srgbClr val="C0C0C0"/>
                </a:outerShdw>
              </a:effectLst>
              <a:ea typeface="MS PGothic" panose="020B0600070205080204" pitchFamily="34" charset="-128"/>
            </a:endParaRPr>
          </a:p>
          <a:p>
            <a:pPr algn="ctr" eaLnBrk="1" hangingPunct="1">
              <a:buFont typeface="Wingdings" panose="05000000000000000000" pitchFamily="2" charset="2"/>
              <a:buNone/>
              <a:defRPr/>
            </a:pPr>
            <a:r>
              <a:rPr lang="el-GR" altLang="en-US" dirty="0">
                <a:effectLst>
                  <a:outerShdw blurRad="38100" dist="38100" dir="2700000" algn="tl">
                    <a:srgbClr val="C0C0C0"/>
                  </a:outerShdw>
                </a:effectLst>
                <a:latin typeface="Times" panose="02020603050405020304" pitchFamily="18" charset="0"/>
                <a:ea typeface="MS PGothic" panose="020B0600070205080204" pitchFamily="34" charset="-128"/>
              </a:rPr>
              <a:t>Ψ</a:t>
            </a:r>
            <a:r>
              <a:rPr lang="en-US" altLang="en-US" baseline="-25000" dirty="0">
                <a:effectLst>
                  <a:outerShdw blurRad="38100" dist="38100" dir="2700000" algn="tl">
                    <a:srgbClr val="C0C0C0"/>
                  </a:outerShdw>
                </a:effectLst>
                <a:ea typeface="MS PGothic" panose="020B0600070205080204" pitchFamily="34" charset="-128"/>
              </a:rPr>
              <a:t>(</a:t>
            </a:r>
            <a:r>
              <a:rPr lang="el-GR" altLang="en-US" baseline="-25000" dirty="0">
                <a:effectLst>
                  <a:outerShdw blurRad="38100" dist="38100" dir="2700000" algn="tl">
                    <a:srgbClr val="C0C0C0"/>
                  </a:outerShdw>
                </a:effectLst>
                <a:latin typeface="Times" panose="02020603050405020304" pitchFamily="18" charset="0"/>
                <a:ea typeface="MS PGothic" panose="020B0600070205080204" pitchFamily="34" charset="-128"/>
              </a:rPr>
              <a:t>σ</a:t>
            </a:r>
            <a:r>
              <a:rPr lang="en-US" altLang="en-US" baseline="-25000" dirty="0">
                <a:effectLst>
                  <a:outerShdw blurRad="38100" dist="38100" dir="2700000" algn="tl">
                    <a:srgbClr val="C0C0C0"/>
                  </a:outerShdw>
                </a:effectLst>
                <a:ea typeface="MS PGothic" panose="020B0600070205080204" pitchFamily="34" charset="-128"/>
              </a:rPr>
              <a:t>)</a:t>
            </a:r>
            <a:r>
              <a:rPr lang="en-US" altLang="en-US" dirty="0">
                <a:effectLst>
                  <a:outerShdw blurRad="38100" dist="38100" dir="2700000" algn="tl">
                    <a:srgbClr val="C0C0C0"/>
                  </a:outerShdw>
                </a:effectLst>
                <a:ea typeface="MS PGothic" panose="020B0600070205080204" pitchFamily="34" charset="-128"/>
              </a:rPr>
              <a:t> or </a:t>
            </a:r>
            <a:r>
              <a:rPr lang="el-GR" altLang="en-US" dirty="0">
                <a:effectLst>
                  <a:outerShdw blurRad="38100" dist="38100" dir="2700000" algn="tl">
                    <a:srgbClr val="C0C0C0"/>
                  </a:outerShdw>
                </a:effectLst>
                <a:latin typeface="Times" panose="02020603050405020304" pitchFamily="18" charset="0"/>
                <a:ea typeface="MS PGothic" panose="020B0600070205080204" pitchFamily="34" charset="-128"/>
              </a:rPr>
              <a:t>Ψ</a:t>
            </a:r>
            <a:r>
              <a:rPr lang="en-US" altLang="en-US" baseline="-25000" dirty="0">
                <a:effectLst>
                  <a:outerShdw blurRad="38100" dist="38100" dir="2700000" algn="tl">
                    <a:srgbClr val="C0C0C0"/>
                  </a:outerShdw>
                </a:effectLst>
                <a:ea typeface="MS PGothic" panose="020B0600070205080204" pitchFamily="34" charset="-128"/>
              </a:rPr>
              <a:t>+</a:t>
            </a:r>
            <a:r>
              <a:rPr lang="en-US" altLang="en-US" dirty="0">
                <a:effectLst>
                  <a:outerShdw blurRad="38100" dist="38100" dir="2700000" algn="tl">
                    <a:srgbClr val="C0C0C0"/>
                  </a:outerShdw>
                </a:effectLst>
                <a:ea typeface="MS PGothic" panose="020B0600070205080204" pitchFamily="34" charset="-128"/>
              </a:rPr>
              <a:t> = (</a:t>
            </a:r>
            <a:r>
              <a:rPr lang="en-US" altLang="en-US" sz="2800" dirty="0">
                <a:effectLst>
                  <a:outerShdw blurRad="38100" dist="38100" dir="2700000" algn="tl">
                    <a:srgbClr val="C0C0C0"/>
                  </a:outerShdw>
                </a:effectLst>
                <a:ea typeface="MS PGothic" panose="020B0600070205080204" pitchFamily="34" charset="-128"/>
              </a:rPr>
              <a:t>1/√2 ) </a:t>
            </a:r>
            <a:r>
              <a:rPr lang="en-US" altLang="en-US" dirty="0">
                <a:effectLst>
                  <a:outerShdw blurRad="38100" dist="38100" dir="2700000" algn="tl">
                    <a:srgbClr val="C0C0C0"/>
                  </a:outerShdw>
                </a:effectLst>
                <a:ea typeface="MS PGothic" panose="020B0600070205080204" pitchFamily="34" charset="-128"/>
              </a:rPr>
              <a:t>[</a:t>
            </a:r>
            <a:r>
              <a:rPr lang="el-GR" altLang="en-US" dirty="0">
                <a:effectLst>
                  <a:outerShdw blurRad="38100" dist="38100" dir="2700000" algn="tl">
                    <a:srgbClr val="C0C0C0"/>
                  </a:outerShdw>
                </a:effectLst>
                <a:latin typeface="Times" panose="02020603050405020304" pitchFamily="18" charset="0"/>
                <a:ea typeface="MS PGothic" panose="020B0600070205080204" pitchFamily="34" charset="-128"/>
              </a:rPr>
              <a:t>φ</a:t>
            </a:r>
            <a:r>
              <a:rPr lang="en-US" altLang="en-US" baseline="-25000" dirty="0">
                <a:effectLst>
                  <a:outerShdw blurRad="38100" dist="38100" dir="2700000" algn="tl">
                    <a:srgbClr val="C0C0C0"/>
                  </a:outerShdw>
                </a:effectLst>
                <a:latin typeface="Bookman Old Style" panose="02050604050505020204" pitchFamily="18" charset="0"/>
                <a:ea typeface="MS PGothic" panose="020B0600070205080204" pitchFamily="34" charset="-128"/>
              </a:rPr>
              <a:t>(1s</a:t>
            </a:r>
            <a:r>
              <a:rPr lang="en-US" altLang="en-US" sz="2400" baseline="-25000" dirty="0">
                <a:effectLst>
                  <a:outerShdw blurRad="38100" dist="38100" dir="2700000" algn="tl">
                    <a:srgbClr val="C0C0C0"/>
                  </a:outerShdw>
                </a:effectLst>
                <a:latin typeface="Bookman Old Style" panose="02050604050505020204" pitchFamily="18" charset="0"/>
                <a:ea typeface="MS PGothic" panose="020B0600070205080204" pitchFamily="34" charset="-128"/>
              </a:rPr>
              <a:t>a</a:t>
            </a:r>
            <a:r>
              <a:rPr lang="en-US" altLang="en-US" baseline="-25000" dirty="0">
                <a:effectLst>
                  <a:outerShdw blurRad="38100" dist="38100" dir="2700000" algn="tl">
                    <a:srgbClr val="C0C0C0"/>
                  </a:outerShdw>
                </a:effectLst>
                <a:latin typeface="Bookman Old Style" panose="02050604050505020204" pitchFamily="18" charset="0"/>
                <a:ea typeface="MS PGothic" panose="020B0600070205080204" pitchFamily="34" charset="-128"/>
              </a:rPr>
              <a:t>) </a:t>
            </a:r>
            <a:r>
              <a:rPr lang="en-US" altLang="en-US" dirty="0">
                <a:effectLst>
                  <a:outerShdw blurRad="38100" dist="38100" dir="2700000" algn="tl">
                    <a:srgbClr val="C0C0C0"/>
                  </a:outerShdw>
                </a:effectLst>
                <a:latin typeface="Bookman Old Style" panose="02050604050505020204" pitchFamily="18" charset="0"/>
                <a:ea typeface="MS PGothic" panose="020B0600070205080204" pitchFamily="34" charset="-128"/>
              </a:rPr>
              <a:t>+ </a:t>
            </a:r>
            <a:r>
              <a:rPr lang="el-GR" altLang="en-US" dirty="0">
                <a:effectLst>
                  <a:outerShdw blurRad="38100" dist="38100" dir="2700000" algn="tl">
                    <a:srgbClr val="C0C0C0"/>
                  </a:outerShdw>
                </a:effectLst>
                <a:latin typeface="Times" panose="02020603050405020304" pitchFamily="18" charset="0"/>
                <a:ea typeface="MS PGothic" panose="020B0600070205080204" pitchFamily="34" charset="-128"/>
              </a:rPr>
              <a:t>φ</a:t>
            </a:r>
            <a:r>
              <a:rPr lang="en-US" altLang="en-US" baseline="-25000" dirty="0">
                <a:effectLst>
                  <a:outerShdw blurRad="38100" dist="38100" dir="2700000" algn="tl">
                    <a:srgbClr val="C0C0C0"/>
                  </a:outerShdw>
                </a:effectLst>
                <a:latin typeface="Bookman Old Style" panose="02050604050505020204" pitchFamily="18" charset="0"/>
                <a:ea typeface="MS PGothic" panose="020B0600070205080204" pitchFamily="34" charset="-128"/>
              </a:rPr>
              <a:t>(1s</a:t>
            </a:r>
            <a:r>
              <a:rPr lang="en-US" altLang="en-US" sz="2400" baseline="-25000" dirty="0">
                <a:effectLst>
                  <a:outerShdw blurRad="38100" dist="38100" dir="2700000" algn="tl">
                    <a:srgbClr val="C0C0C0"/>
                  </a:outerShdw>
                </a:effectLst>
                <a:latin typeface="Bookman Old Style" panose="02050604050505020204" pitchFamily="18" charset="0"/>
                <a:ea typeface="MS PGothic" panose="020B0600070205080204" pitchFamily="34" charset="-128"/>
              </a:rPr>
              <a:t>b</a:t>
            </a:r>
            <a:r>
              <a:rPr lang="en-US" altLang="en-US" baseline="-25000" dirty="0">
                <a:effectLst>
                  <a:outerShdw blurRad="38100" dist="38100" dir="2700000" algn="tl">
                    <a:srgbClr val="C0C0C0"/>
                  </a:outerShdw>
                </a:effectLst>
                <a:latin typeface="Bookman Old Style" panose="02050604050505020204" pitchFamily="18" charset="0"/>
                <a:ea typeface="MS PGothic" panose="020B0600070205080204" pitchFamily="34" charset="-128"/>
              </a:rPr>
              <a:t>) </a:t>
            </a:r>
            <a:r>
              <a:rPr lang="en-US" altLang="en-US" dirty="0">
                <a:effectLst>
                  <a:outerShdw blurRad="38100" dist="38100" dir="2700000" algn="tl">
                    <a:srgbClr val="C0C0C0"/>
                  </a:outerShdw>
                </a:effectLst>
                <a:ea typeface="MS PGothic" panose="020B0600070205080204" pitchFamily="34" charset="-128"/>
              </a:rPr>
              <a:t>]</a:t>
            </a:r>
            <a:endParaRPr lang="en-US" altLang="en-US" dirty="0">
              <a:effectLst>
                <a:outerShdw blurRad="38100" dist="38100" dir="2700000" algn="tl">
                  <a:srgbClr val="C0C0C0"/>
                </a:outerShdw>
              </a:effectLst>
              <a:ea typeface="MS PGothic" panose="020B0600070205080204" pitchFamily="34" charset="-128"/>
            </a:endParaRPr>
          </a:p>
          <a:p>
            <a:pPr eaLnBrk="1" hangingPunct="1">
              <a:buFont typeface="Wingdings" panose="05000000000000000000" pitchFamily="2" charset="2"/>
              <a:buNone/>
              <a:defRPr/>
            </a:pPr>
            <a:endParaRPr lang="en-US" altLang="en-US" baseline="-25000" dirty="0">
              <a:effectLst>
                <a:outerShdw blurRad="38100" dist="38100" dir="2700000" algn="tl">
                  <a:srgbClr val="C0C0C0"/>
                </a:outerShdw>
              </a:effectLst>
              <a:ea typeface="MS PGothic" panose="020B0600070205080204" pitchFamily="34" charset="-128"/>
            </a:endParaRPr>
          </a:p>
          <a:p>
            <a:pPr eaLnBrk="1" hangingPunct="1">
              <a:buFont typeface="Wingdings" panose="05000000000000000000" pitchFamily="2" charset="2"/>
              <a:buNone/>
              <a:defRPr/>
            </a:pPr>
            <a:r>
              <a:rPr lang="en-US" altLang="en-US" baseline="-25000" dirty="0">
                <a:effectLst>
                  <a:outerShdw blurRad="38100" dist="38100" dir="2700000" algn="tl">
                    <a:srgbClr val="C0C0C0"/>
                  </a:outerShdw>
                </a:effectLst>
                <a:ea typeface="MS PGothic" panose="020B0600070205080204" pitchFamily="34" charset="-128"/>
              </a:rPr>
              <a:t>	</a:t>
            </a:r>
            <a:r>
              <a:rPr lang="en-US" altLang="en-US" dirty="0">
                <a:effectLst>
                  <a:outerShdw blurRad="38100" dist="38100" dir="2700000" algn="tl">
                    <a:srgbClr val="C0C0C0"/>
                  </a:outerShdw>
                </a:effectLst>
                <a:ea typeface="MS PGothic" panose="020B0600070205080204" pitchFamily="34" charset="-128"/>
              </a:rPr>
              <a:t>Destructively:</a:t>
            </a:r>
            <a:endParaRPr lang="en-US" altLang="en-US" dirty="0">
              <a:effectLst>
                <a:outerShdw blurRad="38100" dist="38100" dir="2700000" algn="tl">
                  <a:srgbClr val="C0C0C0"/>
                </a:outerShdw>
              </a:effectLst>
              <a:ea typeface="MS PGothic" panose="020B0600070205080204" pitchFamily="34" charset="-128"/>
            </a:endParaRPr>
          </a:p>
          <a:p>
            <a:pPr algn="ctr" eaLnBrk="1" hangingPunct="1">
              <a:buFont typeface="Wingdings" panose="05000000000000000000" pitchFamily="2" charset="2"/>
              <a:buNone/>
              <a:defRPr/>
            </a:pPr>
            <a:r>
              <a:rPr lang="el-GR" altLang="en-US" dirty="0">
                <a:effectLst>
                  <a:outerShdw blurRad="38100" dist="38100" dir="2700000" algn="tl">
                    <a:srgbClr val="C0C0C0"/>
                  </a:outerShdw>
                </a:effectLst>
                <a:latin typeface="Times" panose="02020603050405020304" pitchFamily="18" charset="0"/>
                <a:ea typeface="MS PGothic" panose="020B0600070205080204" pitchFamily="34" charset="-128"/>
              </a:rPr>
              <a:t>Ψ</a:t>
            </a:r>
            <a:r>
              <a:rPr lang="en-US" altLang="en-US" baseline="-25000" dirty="0">
                <a:effectLst>
                  <a:outerShdw blurRad="38100" dist="38100" dir="2700000" algn="tl">
                    <a:srgbClr val="C0C0C0"/>
                  </a:outerShdw>
                </a:effectLst>
                <a:ea typeface="MS PGothic" panose="020B0600070205080204" pitchFamily="34" charset="-128"/>
              </a:rPr>
              <a:t>(</a:t>
            </a:r>
            <a:r>
              <a:rPr lang="el-GR" altLang="en-US" baseline="-25000" dirty="0">
                <a:effectLst>
                  <a:outerShdw blurRad="38100" dist="38100" dir="2700000" algn="tl">
                    <a:srgbClr val="C0C0C0"/>
                  </a:outerShdw>
                </a:effectLst>
                <a:latin typeface="Times" panose="02020603050405020304" pitchFamily="18" charset="0"/>
                <a:ea typeface="MS PGothic" panose="020B0600070205080204" pitchFamily="34" charset="-128"/>
              </a:rPr>
              <a:t>σ</a:t>
            </a:r>
            <a:r>
              <a:rPr lang="en-US" altLang="en-US" baseline="-25000" dirty="0">
                <a:effectLst>
                  <a:outerShdw blurRad="38100" dist="38100" dir="2700000" algn="tl">
                    <a:srgbClr val="C0C0C0"/>
                  </a:outerShdw>
                </a:effectLst>
                <a:ea typeface="MS PGothic" panose="020B0600070205080204" pitchFamily="34" charset="-128"/>
              </a:rPr>
              <a:t>*)</a:t>
            </a:r>
            <a:r>
              <a:rPr lang="en-US" altLang="en-US" dirty="0">
                <a:effectLst>
                  <a:outerShdw blurRad="38100" dist="38100" dir="2700000" algn="tl">
                    <a:srgbClr val="C0C0C0"/>
                  </a:outerShdw>
                </a:effectLst>
                <a:ea typeface="MS PGothic" panose="020B0600070205080204" pitchFamily="34" charset="-128"/>
              </a:rPr>
              <a:t> or </a:t>
            </a:r>
            <a:r>
              <a:rPr lang="el-GR" altLang="en-US" dirty="0">
                <a:effectLst>
                  <a:outerShdw blurRad="38100" dist="38100" dir="2700000" algn="tl">
                    <a:srgbClr val="C0C0C0"/>
                  </a:outerShdw>
                </a:effectLst>
                <a:latin typeface="Times" panose="02020603050405020304" pitchFamily="18" charset="0"/>
                <a:ea typeface="MS PGothic" panose="020B0600070205080204" pitchFamily="34" charset="-128"/>
              </a:rPr>
              <a:t>Ψ</a:t>
            </a:r>
            <a:r>
              <a:rPr lang="en-US" altLang="en-US" baseline="-25000" dirty="0">
                <a:effectLst>
                  <a:outerShdw blurRad="38100" dist="38100" dir="2700000" algn="tl">
                    <a:srgbClr val="C0C0C0"/>
                  </a:outerShdw>
                </a:effectLst>
                <a:ea typeface="MS PGothic" panose="020B0600070205080204" pitchFamily="34" charset="-128"/>
              </a:rPr>
              <a:t>-</a:t>
            </a:r>
            <a:r>
              <a:rPr lang="en-US" altLang="en-US" dirty="0">
                <a:effectLst>
                  <a:outerShdw blurRad="38100" dist="38100" dir="2700000" algn="tl">
                    <a:srgbClr val="C0C0C0"/>
                  </a:outerShdw>
                </a:effectLst>
                <a:ea typeface="MS PGothic" panose="020B0600070205080204" pitchFamily="34" charset="-128"/>
              </a:rPr>
              <a:t> = (</a:t>
            </a:r>
            <a:r>
              <a:rPr lang="en-US" altLang="en-US" sz="2800" dirty="0">
                <a:effectLst>
                  <a:outerShdw blurRad="38100" dist="38100" dir="2700000" algn="tl">
                    <a:srgbClr val="C0C0C0"/>
                  </a:outerShdw>
                </a:effectLst>
                <a:ea typeface="MS PGothic" panose="020B0600070205080204" pitchFamily="34" charset="-128"/>
              </a:rPr>
              <a:t>1/√2 ) </a:t>
            </a:r>
            <a:r>
              <a:rPr lang="en-US" altLang="en-US" dirty="0">
                <a:effectLst>
                  <a:outerShdw blurRad="38100" dist="38100" dir="2700000" algn="tl">
                    <a:srgbClr val="C0C0C0"/>
                  </a:outerShdw>
                </a:effectLst>
                <a:ea typeface="MS PGothic" panose="020B0600070205080204" pitchFamily="34" charset="-128"/>
              </a:rPr>
              <a:t>[</a:t>
            </a:r>
            <a:r>
              <a:rPr lang="el-GR" altLang="en-US" dirty="0">
                <a:effectLst>
                  <a:outerShdw blurRad="38100" dist="38100" dir="2700000" algn="tl">
                    <a:srgbClr val="C0C0C0"/>
                  </a:outerShdw>
                </a:effectLst>
                <a:latin typeface="Times" panose="02020603050405020304" pitchFamily="18" charset="0"/>
                <a:ea typeface="MS PGothic" panose="020B0600070205080204" pitchFamily="34" charset="-128"/>
              </a:rPr>
              <a:t>φ</a:t>
            </a:r>
            <a:r>
              <a:rPr lang="en-US" altLang="en-US" baseline="-25000" dirty="0">
                <a:effectLst>
                  <a:outerShdw blurRad="38100" dist="38100" dir="2700000" algn="tl">
                    <a:srgbClr val="C0C0C0"/>
                  </a:outerShdw>
                </a:effectLst>
                <a:latin typeface="Bookman Old Style" panose="02050604050505020204" pitchFamily="18" charset="0"/>
                <a:ea typeface="MS PGothic" panose="020B0600070205080204" pitchFamily="34" charset="-128"/>
              </a:rPr>
              <a:t>(1s</a:t>
            </a:r>
            <a:r>
              <a:rPr lang="en-US" altLang="en-US" sz="2400" baseline="-25000" dirty="0">
                <a:effectLst>
                  <a:outerShdw blurRad="38100" dist="38100" dir="2700000" algn="tl">
                    <a:srgbClr val="C0C0C0"/>
                  </a:outerShdw>
                </a:effectLst>
                <a:latin typeface="Bookman Old Style" panose="02050604050505020204" pitchFamily="18" charset="0"/>
                <a:ea typeface="MS PGothic" panose="020B0600070205080204" pitchFamily="34" charset="-128"/>
              </a:rPr>
              <a:t>a</a:t>
            </a:r>
            <a:r>
              <a:rPr lang="en-US" altLang="en-US" baseline="-25000" dirty="0">
                <a:effectLst>
                  <a:outerShdw blurRad="38100" dist="38100" dir="2700000" algn="tl">
                    <a:srgbClr val="C0C0C0"/>
                  </a:outerShdw>
                </a:effectLst>
                <a:latin typeface="Bookman Old Style" panose="02050604050505020204" pitchFamily="18" charset="0"/>
                <a:ea typeface="MS PGothic" panose="020B0600070205080204" pitchFamily="34" charset="-128"/>
              </a:rPr>
              <a:t>) </a:t>
            </a:r>
            <a:r>
              <a:rPr lang="en-US" altLang="en-US" dirty="0">
                <a:effectLst>
                  <a:outerShdw blurRad="38100" dist="38100" dir="2700000" algn="tl">
                    <a:srgbClr val="C0C0C0"/>
                  </a:outerShdw>
                </a:effectLst>
                <a:latin typeface="Bookman Old Style" panose="02050604050505020204" pitchFamily="18" charset="0"/>
                <a:ea typeface="MS PGothic" panose="020B0600070205080204" pitchFamily="34" charset="-128"/>
              </a:rPr>
              <a:t>- </a:t>
            </a:r>
            <a:r>
              <a:rPr lang="el-GR" altLang="en-US" dirty="0">
                <a:effectLst>
                  <a:outerShdw blurRad="38100" dist="38100" dir="2700000" algn="tl">
                    <a:srgbClr val="C0C0C0"/>
                  </a:outerShdw>
                </a:effectLst>
                <a:latin typeface="Times" panose="02020603050405020304" pitchFamily="18" charset="0"/>
                <a:ea typeface="MS PGothic" panose="020B0600070205080204" pitchFamily="34" charset="-128"/>
              </a:rPr>
              <a:t>φ</a:t>
            </a:r>
            <a:r>
              <a:rPr lang="en-US" altLang="en-US" baseline="-25000" dirty="0">
                <a:effectLst>
                  <a:outerShdw blurRad="38100" dist="38100" dir="2700000" algn="tl">
                    <a:srgbClr val="C0C0C0"/>
                  </a:outerShdw>
                </a:effectLst>
                <a:latin typeface="Bookman Old Style" panose="02050604050505020204" pitchFamily="18" charset="0"/>
                <a:ea typeface="MS PGothic" panose="020B0600070205080204" pitchFamily="34" charset="-128"/>
              </a:rPr>
              <a:t>(1s</a:t>
            </a:r>
            <a:r>
              <a:rPr lang="en-US" altLang="en-US" sz="2400" baseline="-25000" dirty="0">
                <a:effectLst>
                  <a:outerShdw blurRad="38100" dist="38100" dir="2700000" algn="tl">
                    <a:srgbClr val="C0C0C0"/>
                  </a:outerShdw>
                </a:effectLst>
                <a:latin typeface="Bookman Old Style" panose="02050604050505020204" pitchFamily="18" charset="0"/>
                <a:ea typeface="MS PGothic" panose="020B0600070205080204" pitchFamily="34" charset="-128"/>
              </a:rPr>
              <a:t>b</a:t>
            </a:r>
            <a:r>
              <a:rPr lang="en-US" altLang="en-US" baseline="-25000" dirty="0">
                <a:effectLst>
                  <a:outerShdw blurRad="38100" dist="38100" dir="2700000" algn="tl">
                    <a:srgbClr val="C0C0C0"/>
                  </a:outerShdw>
                </a:effectLst>
                <a:latin typeface="Bookman Old Style" panose="02050604050505020204" pitchFamily="18" charset="0"/>
                <a:ea typeface="MS PGothic" panose="020B0600070205080204" pitchFamily="34" charset="-128"/>
              </a:rPr>
              <a:t>) </a:t>
            </a:r>
            <a:r>
              <a:rPr lang="en-US" altLang="en-US" dirty="0">
                <a:effectLst>
                  <a:outerShdw blurRad="38100" dist="38100" dir="2700000" algn="tl">
                    <a:srgbClr val="C0C0C0"/>
                  </a:outerShdw>
                </a:effectLst>
                <a:ea typeface="MS PGothic" panose="020B0600070205080204" pitchFamily="34" charset="-128"/>
              </a:rPr>
              <a:t>]</a:t>
            </a:r>
            <a:endParaRPr lang="en-US" altLang="en-US" dirty="0">
              <a:effectLst>
                <a:outerShdw blurRad="38100" dist="38100" dir="2700000" algn="tl">
                  <a:srgbClr val="C0C0C0"/>
                </a:outerShdw>
              </a:effectLst>
              <a:ea typeface="MS PGothic" panose="020B0600070205080204" pitchFamily="34" charset="-128"/>
            </a:endParaRPr>
          </a:p>
          <a:p>
            <a:pPr eaLnBrk="1" hangingPunct="1">
              <a:buFont typeface="Wingdings" panose="05000000000000000000" pitchFamily="2" charset="2"/>
              <a:buNone/>
              <a:defRPr/>
            </a:pPr>
            <a:endParaRPr lang="en-US" altLang="en-US" baseline="-25000" dirty="0">
              <a:effectLst>
                <a:outerShdw blurRad="38100" dist="38100" dir="2700000" algn="tl">
                  <a:srgbClr val="C0C0C0"/>
                </a:outerShdw>
              </a:effectLst>
              <a:ea typeface="MS PGothic" panose="020B0600070205080204" pitchFamily="34" charset="-128"/>
            </a:endParaRPr>
          </a:p>
          <a:p>
            <a:pPr algn="ctr" eaLnBrk="1" hangingPunct="1">
              <a:buFont typeface="Wingdings" panose="05000000000000000000" pitchFamily="2" charset="2"/>
              <a:buNone/>
              <a:defRPr/>
            </a:pPr>
            <a:endParaRPr lang="en-US" altLang="en-US" dirty="0">
              <a:effectLst>
                <a:outerShdw blurRad="38100" dist="38100" dir="2700000" algn="tl">
                  <a:srgbClr val="C0C0C0"/>
                </a:outerShdw>
              </a:effectLst>
              <a:ea typeface="MS PGothic" panose="020B0600070205080204" pitchFamily="34" charset="-128"/>
            </a:endParaRPr>
          </a:p>
          <a:p>
            <a:pPr eaLnBrk="1" hangingPunct="1">
              <a:buFont typeface="Wingdings" panose="05000000000000000000" pitchFamily="2" charset="2"/>
              <a:buNone/>
              <a:defRPr/>
            </a:pPr>
            <a:endParaRPr lang="el-GR" altLang="en-US" baseline="-25000" dirty="0">
              <a:effectLst>
                <a:outerShdw blurRad="38100" dist="38100" dir="2700000" algn="tl">
                  <a:srgbClr val="C0C0C0"/>
                </a:outerShdw>
              </a:effectLst>
              <a:ea typeface="MS PGothic" panose="020B0600070205080204" pitchFamily="34" charset="-128"/>
            </a:endParaRPr>
          </a:p>
        </p:txBody>
      </p:sp>
      <p:sp>
        <p:nvSpPr>
          <p:cNvPr id="2" name="Rectangle 1"/>
          <p:cNvSpPr/>
          <p:nvPr/>
        </p:nvSpPr>
        <p:spPr bwMode="auto">
          <a:xfrm>
            <a:off x="5940152" y="2276872"/>
            <a:ext cx="360040" cy="432048"/>
          </a:xfrm>
          <a:prstGeom prst="rect">
            <a:avLst/>
          </a:prstGeom>
          <a:noFill/>
          <a:ln w="57150"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lstStyle/>
          <a:p>
            <a:pPr marL="0" marR="0" indent="0" algn="l" defTabSz="914400" rtl="0" eaLnBrk="0" fontAlgn="base" latinLnBrk="0" hangingPunct="0">
              <a:lnSpc>
                <a:spcPct val="100000"/>
              </a:lnSpc>
              <a:spcBef>
                <a:spcPct val="0"/>
              </a:spcBef>
              <a:spcAft>
                <a:spcPct val="0"/>
              </a:spcAft>
              <a:buClrTx/>
              <a:buSzTx/>
              <a:buFontTx/>
              <a:buNone/>
            </a:pPr>
            <a:endParaRPr kumimoji="0" lang="en-US" sz="1800" b="0" i="0" u="none" strike="noStrike" cap="none" normalizeH="0" baseline="0">
              <a:ln>
                <a:noFill/>
              </a:ln>
              <a:solidFill>
                <a:schemeClr val="tx1"/>
              </a:solidFill>
              <a:effectLst/>
              <a:latin typeface="Garamond" panose="02020404030301010803" pitchFamily="18" charset="0"/>
            </a:endParaRPr>
          </a:p>
        </p:txBody>
      </p:sp>
      <p:sp>
        <p:nvSpPr>
          <p:cNvPr id="5" name="Rectangle 4"/>
          <p:cNvSpPr/>
          <p:nvPr/>
        </p:nvSpPr>
        <p:spPr bwMode="auto">
          <a:xfrm>
            <a:off x="5940152" y="3848998"/>
            <a:ext cx="360040" cy="432048"/>
          </a:xfrm>
          <a:prstGeom prst="rect">
            <a:avLst/>
          </a:prstGeom>
          <a:noFill/>
          <a:ln w="57150"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lstStyle/>
          <a:p>
            <a:pPr marL="0" marR="0" indent="0" algn="l" defTabSz="914400" rtl="0" eaLnBrk="0" fontAlgn="base" latinLnBrk="0" hangingPunct="0">
              <a:lnSpc>
                <a:spcPct val="100000"/>
              </a:lnSpc>
              <a:spcBef>
                <a:spcPct val="0"/>
              </a:spcBef>
              <a:spcAft>
                <a:spcPct val="0"/>
              </a:spcAft>
              <a:buClrTx/>
              <a:buSzTx/>
              <a:buFontTx/>
              <a:buNone/>
            </a:pPr>
            <a:endParaRPr kumimoji="0" lang="en-US" sz="1800" b="0" i="0" u="none" strike="noStrike" cap="none" normalizeH="0" baseline="0">
              <a:ln>
                <a:noFill/>
              </a:ln>
              <a:solidFill>
                <a:schemeClr val="tx1"/>
              </a:solidFill>
              <a:effectLst/>
              <a:latin typeface="Garamond" panose="02020404030301010803"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animBg="1"/>
    </p:bldLst>
  </p:timing>
</p:sld>
</file>

<file path=ppt/slides/slide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49538" name="Rectangle 2"/>
          <p:cNvSpPr>
            <a:spLocks noGrp="1" noRot="1" noChangeArrowheads="1"/>
          </p:cNvSpPr>
          <p:nvPr>
            <p:ph type="title"/>
          </p:nvPr>
        </p:nvSpPr>
        <p:spPr/>
        <p:txBody>
          <a:bodyPr/>
          <a:lstStyle/>
          <a:p>
            <a:pPr eaLnBrk="1" hangingPunct="1">
              <a:defRPr/>
            </a:pPr>
            <a:r>
              <a:rPr lang="en-US">
                <a:ea typeface="+mj-ea"/>
                <a:cs typeface="+mj-cs"/>
              </a:rPr>
              <a:t>Molecular Orbital Theory</a:t>
            </a:r>
            <a:endParaRPr lang="en-US">
              <a:ea typeface="+mj-ea"/>
              <a:cs typeface="+mj-cs"/>
            </a:endParaRPr>
          </a:p>
        </p:txBody>
      </p:sp>
      <p:sp>
        <p:nvSpPr>
          <p:cNvPr id="449541" name="Rectangle 5"/>
          <p:cNvSpPr>
            <a:spLocks noGrp="1" noChangeArrowheads="1"/>
          </p:cNvSpPr>
          <p:nvPr>
            <p:ph type="body" sz="half" idx="2"/>
          </p:nvPr>
        </p:nvSpPr>
        <p:spPr/>
        <p:txBody>
          <a:bodyPr/>
          <a:lstStyle/>
          <a:p>
            <a:pPr eaLnBrk="1" hangingPunct="1">
              <a:buFont typeface="Wingdings" panose="05000000000000000000" pitchFamily="2" charset="2"/>
              <a:buNone/>
              <a:defRPr/>
            </a:pPr>
            <a:r>
              <a:rPr lang="en-US" sz="2800">
                <a:ea typeface="+mn-ea"/>
                <a:cs typeface="+mn-cs"/>
              </a:rPr>
              <a:t>		The bonding orbital results in increased electron density between the two nuclei, and is of lower energy than the two separate atomic orbitals.</a:t>
            </a:r>
            <a:endParaRPr lang="en-US" sz="2800">
              <a:ea typeface="+mn-ea"/>
              <a:cs typeface="+mn-cs"/>
            </a:endParaRPr>
          </a:p>
        </p:txBody>
      </p:sp>
      <p:pic>
        <p:nvPicPr>
          <p:cNvPr id="38916" name="Picture 6" descr="fig0309c"/>
          <p:cNvPicPr>
            <a:picLocks noGrp="1" noChangeAspect="1" noChangeArrowheads="1"/>
          </p:cNvPicPr>
          <p:nvPr>
            <p:ph sz="half" idx="1"/>
          </p:nvPr>
        </p:nvPicPr>
        <p:blipFill>
          <a:blip r:embed="rId1">
            <a:extLst>
              <a:ext uri="{28A0092B-C50C-407E-A947-70E740481C1C}">
                <a14:useLocalDpi xmlns:a14="http://schemas.microsoft.com/office/drawing/2010/main" val="0"/>
              </a:ext>
            </a:extLst>
          </a:blip>
          <a:srcRect/>
          <a:stretch>
            <a:fillRect/>
          </a:stretch>
        </p:blipFill>
        <p:spPr>
          <a:xfrm>
            <a:off x="914400" y="1752600"/>
            <a:ext cx="3505200" cy="3100388"/>
          </a:xfr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51586" name="Rectangle 2"/>
          <p:cNvSpPr>
            <a:spLocks noGrp="1" noRot="1" noChangeArrowheads="1"/>
          </p:cNvSpPr>
          <p:nvPr>
            <p:ph type="title"/>
          </p:nvPr>
        </p:nvSpPr>
        <p:spPr/>
        <p:txBody>
          <a:bodyPr/>
          <a:lstStyle/>
          <a:p>
            <a:pPr eaLnBrk="1" hangingPunct="1">
              <a:defRPr/>
            </a:pPr>
            <a:r>
              <a:rPr lang="en-US">
                <a:ea typeface="+mj-ea"/>
                <a:cs typeface="+mj-cs"/>
              </a:rPr>
              <a:t>Molecular Orbital Theory</a:t>
            </a:r>
            <a:endParaRPr lang="en-US">
              <a:ea typeface="+mj-ea"/>
              <a:cs typeface="+mj-cs"/>
            </a:endParaRPr>
          </a:p>
        </p:txBody>
      </p:sp>
      <p:sp>
        <p:nvSpPr>
          <p:cNvPr id="451587" name="Rectangle 3"/>
          <p:cNvSpPr>
            <a:spLocks noGrp="1" noChangeArrowheads="1"/>
          </p:cNvSpPr>
          <p:nvPr>
            <p:ph type="body" sz="half" idx="2"/>
          </p:nvPr>
        </p:nvSpPr>
        <p:spPr/>
        <p:txBody>
          <a:bodyPr/>
          <a:lstStyle/>
          <a:p>
            <a:pPr eaLnBrk="1" hangingPunct="1">
              <a:buFont typeface="Wingdings" panose="05000000000000000000" pitchFamily="2" charset="2"/>
              <a:buNone/>
              <a:defRPr/>
            </a:pPr>
            <a:r>
              <a:rPr lang="en-US" sz="2800">
                <a:ea typeface="+mn-ea"/>
                <a:cs typeface="+mn-cs"/>
              </a:rPr>
              <a:t>		The antibonding orbital results in a node between the two nuclei, and is of greater energy than the two separate atomic orbitals.</a:t>
            </a:r>
            <a:endParaRPr lang="en-US" sz="2800">
              <a:ea typeface="+mn-ea"/>
              <a:cs typeface="+mn-cs"/>
            </a:endParaRPr>
          </a:p>
        </p:txBody>
      </p:sp>
      <p:pic>
        <p:nvPicPr>
          <p:cNvPr id="39940" name="Picture 6" descr="fig0310c"/>
          <p:cNvPicPr>
            <a:picLocks noGrp="1" noChangeAspect="1" noChangeArrowheads="1"/>
          </p:cNvPicPr>
          <p:nvPr>
            <p:ph sz="half" idx="1"/>
          </p:nvPr>
        </p:nvPicPr>
        <p:blipFill>
          <a:blip r:embed="rId1">
            <a:extLst>
              <a:ext uri="{28A0092B-C50C-407E-A947-70E740481C1C}">
                <a14:useLocalDpi xmlns:a14="http://schemas.microsoft.com/office/drawing/2010/main" val="0"/>
              </a:ext>
            </a:extLst>
          </a:blip>
          <a:srcRect/>
          <a:stretch>
            <a:fillRect/>
          </a:stretch>
        </p:blipFill>
        <p:spPr>
          <a:xfrm>
            <a:off x="990600" y="1752600"/>
            <a:ext cx="3471863" cy="3025775"/>
          </a:xfr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53634" name="Rectangle 2"/>
          <p:cNvSpPr>
            <a:spLocks noGrp="1" noRot="1" noChangeArrowheads="1"/>
          </p:cNvSpPr>
          <p:nvPr>
            <p:ph type="title"/>
          </p:nvPr>
        </p:nvSpPr>
        <p:spPr/>
        <p:txBody>
          <a:bodyPr/>
          <a:lstStyle/>
          <a:p>
            <a:pPr eaLnBrk="1" hangingPunct="1">
              <a:defRPr/>
            </a:pPr>
            <a:r>
              <a:rPr lang="en-US" sz="4000">
                <a:ea typeface="+mj-ea"/>
                <a:cs typeface="+mj-cs"/>
              </a:rPr>
              <a:t>Rules for Combining Atomic Orbitals</a:t>
            </a:r>
            <a:endParaRPr lang="en-US" sz="4000">
              <a:ea typeface="+mj-ea"/>
              <a:cs typeface="+mj-cs"/>
            </a:endParaRPr>
          </a:p>
        </p:txBody>
      </p:sp>
      <p:sp>
        <p:nvSpPr>
          <p:cNvPr id="453635" name="Rectangle 3"/>
          <p:cNvSpPr>
            <a:spLocks noGrp="1" noChangeArrowheads="1"/>
          </p:cNvSpPr>
          <p:nvPr>
            <p:ph type="body" idx="1"/>
          </p:nvPr>
        </p:nvSpPr>
        <p:spPr/>
        <p:txBody>
          <a:bodyPr/>
          <a:lstStyle/>
          <a:p>
            <a:pPr marL="609600" indent="-609600" eaLnBrk="1" hangingPunct="1">
              <a:defRPr/>
            </a:pPr>
            <a:r>
              <a:rPr lang="en-US" altLang="en-US">
                <a:effectLst>
                  <a:outerShdw blurRad="38100" dist="38100" dir="2700000" algn="tl">
                    <a:srgbClr val="C0C0C0"/>
                  </a:outerShdw>
                </a:effectLst>
                <a:ea typeface="MS PGothic" panose="020B0600070205080204" pitchFamily="34" charset="-128"/>
              </a:rPr>
              <a:t>The number of molecular orbitals = the        number of atomic orbitals combined.</a:t>
            </a:r>
            <a:endParaRPr lang="en-US" altLang="en-US">
              <a:effectLst>
                <a:outerShdw blurRad="38100" dist="38100" dir="2700000" algn="tl">
                  <a:srgbClr val="C0C0C0"/>
                </a:outerShdw>
              </a:effectLst>
              <a:ea typeface="MS PGothic" panose="020B0600070205080204" pitchFamily="34" charset="-128"/>
            </a:endParaRPr>
          </a:p>
          <a:p>
            <a:pPr marL="609600" indent="-609600" eaLnBrk="1" hangingPunct="1">
              <a:defRPr/>
            </a:pPr>
            <a:r>
              <a:rPr lang="en-US" altLang="en-US">
                <a:effectLst>
                  <a:outerShdw blurRad="38100" dist="38100" dir="2700000" algn="tl">
                    <a:srgbClr val="C0C0C0"/>
                  </a:outerShdw>
                </a:effectLst>
                <a:ea typeface="MS PGothic" panose="020B0600070205080204" pitchFamily="34" charset="-128"/>
              </a:rPr>
              <a:t>The strength of the bond depends upon the degree of orbital overlap.</a:t>
            </a:r>
            <a:endParaRPr lang="en-US" altLang="en-US">
              <a:effectLst>
                <a:outerShdw blurRad="38100" dist="38100" dir="2700000" algn="tl">
                  <a:srgbClr val="C0C0C0"/>
                </a:outerShdw>
              </a:effectLst>
              <a:ea typeface="MS PGothic" panose="020B0600070205080204" pitchFamily="34" charset="-128"/>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4578" name="Rectangle 2"/>
          <p:cNvSpPr>
            <a:spLocks noGrp="1" noChangeArrowheads="1"/>
          </p:cNvSpPr>
          <p:nvPr>
            <p:ph type="title" idx="429496729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sz="4000">
                <a:effectLst/>
                <a:ea typeface="MS PGothic" panose="020B0600070205080204" pitchFamily="34" charset="-128"/>
              </a:rPr>
              <a:t>Examples of Sigma Bond Formation</a:t>
            </a:r>
            <a:endParaRPr lang="en-US" altLang="en-US" sz="4000">
              <a:effectLst/>
              <a:ea typeface="MS PGothic" panose="020B0600070205080204" pitchFamily="34" charset="-128"/>
            </a:endParaRPr>
          </a:p>
        </p:txBody>
      </p:sp>
      <p:pic>
        <p:nvPicPr>
          <p:cNvPr id="24579" name="Picture 3"/>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1295400" y="1295400"/>
            <a:ext cx="6419850" cy="5078413"/>
          </a:xfrm>
          <a:prstGeom prst="rect">
            <a:avLst/>
          </a:prstGeom>
          <a:noFill/>
          <a:ln>
            <a:noFill/>
          </a:ln>
          <a:effectLst>
            <a:outerShdw dist="53882" dir="2700000" algn="ctr" rotWithShape="0">
              <a:schemeClr val="bg2"/>
            </a:outerShdw>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Lst>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H</a:t>
            </a:r>
            <a:r>
              <a:rPr lang="en-GB" baseline="-25000" dirty="0"/>
              <a:t>2</a:t>
            </a:r>
            <a:endParaRPr lang="en-US" dirty="0"/>
          </a:p>
        </p:txBody>
      </p:sp>
      <p:sp>
        <p:nvSpPr>
          <p:cNvPr id="4" name="Rectangle 3"/>
          <p:cNvSpPr txBox="1">
            <a:spLocks noChangeArrowheads="1"/>
          </p:cNvSpPr>
          <p:nvPr/>
        </p:nvSpPr>
        <p:spPr bwMode="auto">
          <a:xfrm>
            <a:off x="755650" y="4076849"/>
            <a:ext cx="7772400" cy="1981200"/>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lvl1pPr marL="342900" indent="-342900" algn="l" rtl="0" eaLnBrk="0" fontAlgn="base" hangingPunct="0">
              <a:spcBef>
                <a:spcPct val="20000"/>
              </a:spcBef>
              <a:spcAft>
                <a:spcPct val="0"/>
              </a:spcAft>
              <a:buClr>
                <a:schemeClr val="hlink"/>
              </a:buClr>
              <a:buSzPct val="70000"/>
              <a:buFont typeface="Wingdings" panose="05000000000000000000" pitchFamily="2" charset="2"/>
              <a:buChar char="n"/>
              <a:defRPr sz="3200">
                <a:solidFill>
                  <a:schemeClr val="tx1"/>
                </a:solidFill>
                <a:effectLst>
                  <a:outerShdw blurRad="38100" dist="38100" dir="2700000" algn="tl">
                    <a:srgbClr val="000000"/>
                  </a:outerShdw>
                </a:effectLst>
                <a:latin typeface="+mn-lt"/>
                <a:ea typeface="MS PGothic" panose="020B0600070205080204" pitchFamily="34" charset="-128"/>
                <a:cs typeface="MS PGothic" panose="020B0600070205080204" pitchFamily="34" charset="-128"/>
              </a:defRPr>
            </a:lvl1pPr>
            <a:lvl2pPr marL="742950" indent="-285750" algn="l" rtl="0" eaLnBrk="0" fontAlgn="base" hangingPunct="0">
              <a:spcBef>
                <a:spcPct val="20000"/>
              </a:spcBef>
              <a:spcAft>
                <a:spcPct val="0"/>
              </a:spcAft>
              <a:buClr>
                <a:schemeClr val="accent2"/>
              </a:buClr>
              <a:buSzPct val="70000"/>
              <a:buFont typeface="Wingdings" panose="05000000000000000000" pitchFamily="2" charset="2"/>
              <a:buChar char="n"/>
              <a:defRPr sz="2800">
                <a:solidFill>
                  <a:schemeClr val="tx1"/>
                </a:solidFill>
                <a:effectLst>
                  <a:outerShdw blurRad="38100" dist="38100" dir="2700000" algn="tl">
                    <a:srgbClr val="000000"/>
                  </a:outerShdw>
                </a:effectLst>
                <a:latin typeface="+mn-lt"/>
                <a:ea typeface="MS PGothic" panose="020B0600070205080204" pitchFamily="34" charset="-128"/>
              </a:defRPr>
            </a:lvl2pPr>
            <a:lvl3pPr marL="1143000" indent="-228600" algn="l" rtl="0" eaLnBrk="0" fontAlgn="base" hangingPunct="0">
              <a:spcBef>
                <a:spcPct val="20000"/>
              </a:spcBef>
              <a:spcAft>
                <a:spcPct val="0"/>
              </a:spcAft>
              <a:buClr>
                <a:schemeClr val="tx2"/>
              </a:buClr>
              <a:buSzPct val="70000"/>
              <a:buFont typeface="Wingdings" panose="05000000000000000000" pitchFamily="2" charset="2"/>
              <a:buChar char="n"/>
              <a:defRPr sz="2400">
                <a:solidFill>
                  <a:schemeClr val="tx1"/>
                </a:solidFill>
                <a:effectLst>
                  <a:outerShdw blurRad="38100" dist="38100" dir="2700000" algn="tl">
                    <a:srgbClr val="000000"/>
                  </a:outerShdw>
                </a:effectLst>
                <a:latin typeface="+mn-lt"/>
                <a:ea typeface="MS PGothic" panose="020B0600070205080204" pitchFamily="34" charset="-128"/>
              </a:defRPr>
            </a:lvl3pPr>
            <a:lvl4pPr marL="1600200" indent="-228600" algn="l" rtl="0" eaLnBrk="0" fontAlgn="base" hangingPunct="0">
              <a:spcBef>
                <a:spcPct val="20000"/>
              </a:spcBef>
              <a:spcAft>
                <a:spcPct val="0"/>
              </a:spcAft>
              <a:buClr>
                <a:schemeClr val="accent2"/>
              </a:buClr>
              <a:buSzPct val="70000"/>
              <a:buFont typeface="Wingdings" panose="05000000000000000000" pitchFamily="2" charset="2"/>
              <a:buChar char="n"/>
              <a:defRPr sz="2000">
                <a:solidFill>
                  <a:schemeClr val="tx1"/>
                </a:solidFill>
                <a:effectLst>
                  <a:outerShdw blurRad="38100" dist="38100" dir="2700000" algn="tl">
                    <a:srgbClr val="000000"/>
                  </a:outerShdw>
                </a:effectLst>
                <a:latin typeface="+mn-lt"/>
                <a:ea typeface="MS PGothic" panose="020B0600070205080204" pitchFamily="34" charset="-128"/>
              </a:defRPr>
            </a:lvl4pPr>
            <a:lvl5pPr marL="2057400" indent="-228600" algn="l" rtl="0" eaLnBrk="0" fontAlgn="base" hangingPunct="0">
              <a:spcBef>
                <a:spcPct val="20000"/>
              </a:spcBef>
              <a:spcAft>
                <a:spcPct val="0"/>
              </a:spcAft>
              <a:buClr>
                <a:schemeClr val="hlink"/>
              </a:buClr>
              <a:buSzPct val="70000"/>
              <a:buFont typeface="Wingdings" panose="05000000000000000000" pitchFamily="2" charset="2"/>
              <a:buChar char="n"/>
              <a:defRPr sz="2000">
                <a:solidFill>
                  <a:schemeClr val="tx1"/>
                </a:solidFill>
                <a:effectLst>
                  <a:outerShdw blurRad="38100" dist="38100" dir="2700000" algn="tl">
                    <a:srgbClr val="000000"/>
                  </a:outerShdw>
                </a:effectLst>
                <a:latin typeface="+mn-lt"/>
                <a:ea typeface="MS PGothic" panose="020B0600070205080204" pitchFamily="34" charset="-128"/>
              </a:defRPr>
            </a:lvl5pPr>
            <a:lvl6pPr marL="2514600" indent="-228600" algn="l" rtl="0" fontAlgn="base">
              <a:spcBef>
                <a:spcPct val="20000"/>
              </a:spcBef>
              <a:spcAft>
                <a:spcPct val="0"/>
              </a:spcAft>
              <a:buClr>
                <a:schemeClr val="hlink"/>
              </a:buClr>
              <a:buSzPct val="70000"/>
              <a:buFont typeface="Wingdings" panose="05000000000000000000" pitchFamily="2" charset="2"/>
              <a:buChar char="n"/>
              <a:defRPr sz="2000">
                <a:solidFill>
                  <a:schemeClr val="tx1"/>
                </a:solidFill>
                <a:effectLst>
                  <a:outerShdw blurRad="38100" dist="38100" dir="2700000" algn="tl">
                    <a:srgbClr val="000000"/>
                  </a:outerShdw>
                </a:effectLst>
                <a:latin typeface="+mn-lt"/>
                <a:ea typeface="MS PGothic" panose="020B0600070205080204" pitchFamily="34" charset="-128"/>
              </a:defRPr>
            </a:lvl6pPr>
            <a:lvl7pPr marL="2971800" indent="-228600" algn="l" rtl="0" fontAlgn="base">
              <a:spcBef>
                <a:spcPct val="20000"/>
              </a:spcBef>
              <a:spcAft>
                <a:spcPct val="0"/>
              </a:spcAft>
              <a:buClr>
                <a:schemeClr val="hlink"/>
              </a:buClr>
              <a:buSzPct val="70000"/>
              <a:buFont typeface="Wingdings" panose="05000000000000000000" pitchFamily="2" charset="2"/>
              <a:buChar char="n"/>
              <a:defRPr sz="2000">
                <a:solidFill>
                  <a:schemeClr val="tx1"/>
                </a:solidFill>
                <a:effectLst>
                  <a:outerShdw blurRad="38100" dist="38100" dir="2700000" algn="tl">
                    <a:srgbClr val="000000"/>
                  </a:outerShdw>
                </a:effectLst>
                <a:latin typeface="+mn-lt"/>
                <a:ea typeface="MS PGothic" panose="020B0600070205080204" pitchFamily="34" charset="-128"/>
              </a:defRPr>
            </a:lvl7pPr>
            <a:lvl8pPr marL="3429000" indent="-228600" algn="l" rtl="0" fontAlgn="base">
              <a:spcBef>
                <a:spcPct val="20000"/>
              </a:spcBef>
              <a:spcAft>
                <a:spcPct val="0"/>
              </a:spcAft>
              <a:buClr>
                <a:schemeClr val="hlink"/>
              </a:buClr>
              <a:buSzPct val="70000"/>
              <a:buFont typeface="Wingdings" panose="05000000000000000000" pitchFamily="2" charset="2"/>
              <a:buChar char="n"/>
              <a:defRPr sz="2000">
                <a:solidFill>
                  <a:schemeClr val="tx1"/>
                </a:solidFill>
                <a:effectLst>
                  <a:outerShdw blurRad="38100" dist="38100" dir="2700000" algn="tl">
                    <a:srgbClr val="000000"/>
                  </a:outerShdw>
                </a:effectLst>
                <a:latin typeface="+mn-lt"/>
                <a:ea typeface="MS PGothic" panose="020B0600070205080204" pitchFamily="34" charset="-128"/>
              </a:defRPr>
            </a:lvl8pPr>
            <a:lvl9pPr marL="3886200" indent="-228600" algn="l" rtl="0" fontAlgn="base">
              <a:spcBef>
                <a:spcPct val="20000"/>
              </a:spcBef>
              <a:spcAft>
                <a:spcPct val="0"/>
              </a:spcAft>
              <a:buClr>
                <a:schemeClr val="hlink"/>
              </a:buClr>
              <a:buSzPct val="70000"/>
              <a:buFont typeface="Wingdings" panose="05000000000000000000" pitchFamily="2" charset="2"/>
              <a:buChar char="n"/>
              <a:defRPr sz="2000">
                <a:solidFill>
                  <a:schemeClr val="tx1"/>
                </a:solidFill>
                <a:effectLst>
                  <a:outerShdw blurRad="38100" dist="38100" dir="2700000" algn="tl">
                    <a:srgbClr val="000000"/>
                  </a:outerShdw>
                </a:effectLst>
                <a:latin typeface="+mn-lt"/>
                <a:ea typeface="MS PGothic" panose="020B0600070205080204" pitchFamily="34" charset="-128"/>
              </a:defRPr>
            </a:lvl9pPr>
          </a:lstStyle>
          <a:p>
            <a:pPr eaLnBrk="1" hangingPunct="1">
              <a:lnSpc>
                <a:spcPct val="90000"/>
              </a:lnSpc>
            </a:pPr>
            <a:r>
              <a:rPr lang="en-GB" altLang="en-US" sz="2400" kern="0">
                <a:latin typeface="Aharoni" pitchFamily="2" charset="0"/>
                <a:cs typeface="Aharoni" pitchFamily="2" charset="0"/>
              </a:rPr>
              <a:t>A covalent bond is formed by </a:t>
            </a:r>
            <a:r>
              <a:rPr lang="en-GB" altLang="en-US" sz="2400" b="1" kern="0">
                <a:latin typeface="Aharoni" pitchFamily="2" charset="0"/>
                <a:cs typeface="Aharoni" pitchFamily="2" charset="0"/>
              </a:rPr>
              <a:t>overlap </a:t>
            </a:r>
            <a:r>
              <a:rPr lang="en-GB" altLang="en-US" sz="2400" kern="0">
                <a:latin typeface="Aharoni" pitchFamily="2" charset="0"/>
                <a:cs typeface="Aharoni" pitchFamily="2" charset="0"/>
              </a:rPr>
              <a:t>of 1</a:t>
            </a:r>
            <a:r>
              <a:rPr lang="en-GB" altLang="en-US" sz="2400" i="1" kern="0">
                <a:latin typeface="Aharoni" pitchFamily="2" charset="0"/>
                <a:cs typeface="Aharoni" pitchFamily="2" charset="0"/>
              </a:rPr>
              <a:t>s </a:t>
            </a:r>
            <a:r>
              <a:rPr lang="en-GB" altLang="en-US" sz="2400" kern="0">
                <a:latin typeface="Aharoni" pitchFamily="2" charset="0"/>
                <a:cs typeface="Aharoni" pitchFamily="2" charset="0"/>
              </a:rPr>
              <a:t>orbitals (each with1 e)  on different H and sharing of the electrons</a:t>
            </a:r>
            <a:endParaRPr lang="en-GB" altLang="en-US" sz="2400" kern="0">
              <a:latin typeface="Aharoni" pitchFamily="2" charset="0"/>
              <a:cs typeface="Aharoni" pitchFamily="2" charset="0"/>
            </a:endParaRPr>
          </a:p>
          <a:p>
            <a:pPr eaLnBrk="1" hangingPunct="1">
              <a:lnSpc>
                <a:spcPct val="90000"/>
              </a:lnSpc>
            </a:pPr>
            <a:r>
              <a:rPr lang="en-GB" altLang="en-US" sz="2400" kern="0">
                <a:latin typeface="Aharoni" pitchFamily="2" charset="0"/>
                <a:cs typeface="Aharoni" pitchFamily="2" charset="0"/>
              </a:rPr>
              <a:t>Overlap of the atomic orbitals gives a </a:t>
            </a:r>
            <a:r>
              <a:rPr lang="en-GB" altLang="en-US" sz="2400" b="1" kern="0">
                <a:latin typeface="Aharoni" pitchFamily="2" charset="0"/>
                <a:cs typeface="Aharoni" pitchFamily="2" charset="0"/>
              </a:rPr>
              <a:t>molecular orbital </a:t>
            </a:r>
            <a:r>
              <a:rPr lang="en-GB" altLang="en-US" sz="2400" kern="0">
                <a:latin typeface="Aharoni" pitchFamily="2" charset="0"/>
                <a:cs typeface="Aharoni" pitchFamily="2" charset="0"/>
              </a:rPr>
              <a:t>(MO)</a:t>
            </a:r>
            <a:endParaRPr lang="en-GB" altLang="en-US" sz="2400" kern="0">
              <a:latin typeface="Aharoni" pitchFamily="2" charset="0"/>
              <a:cs typeface="Aharoni" pitchFamily="2" charset="0"/>
            </a:endParaRPr>
          </a:p>
          <a:p>
            <a:pPr eaLnBrk="1" hangingPunct="1">
              <a:lnSpc>
                <a:spcPct val="90000"/>
              </a:lnSpc>
            </a:pPr>
            <a:r>
              <a:rPr lang="en-GB" altLang="en-US" sz="2400" kern="0">
                <a:latin typeface="Aharoni" pitchFamily="2" charset="0"/>
                <a:cs typeface="Aharoni" pitchFamily="2" charset="0"/>
              </a:rPr>
              <a:t>The 2 shared electrons fill this MO </a:t>
            </a:r>
            <a:endParaRPr lang="en-GB" altLang="en-US" sz="2400" kern="0">
              <a:latin typeface="Aharoni" pitchFamily="2" charset="0"/>
              <a:cs typeface="Aharoni" pitchFamily="2" charset="0"/>
            </a:endParaRPr>
          </a:p>
        </p:txBody>
      </p:sp>
      <p:pic>
        <p:nvPicPr>
          <p:cNvPr id="5" name="Picture 5" descr="01p9b"/>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1403350" y="1844824"/>
            <a:ext cx="6562725" cy="1974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6"/>
          <p:cNvSpPr>
            <a:spLocks noGrp="1"/>
          </p:cNvSpPr>
          <p:nvPr>
            <p:ph type="sldNum" sz="quarter" idx="12"/>
          </p:nvPr>
        </p:nvSpPr>
        <p:spPr bwMode="auto">
          <a:xfrm>
            <a:off x="6553200" y="6324600"/>
            <a:ext cx="1905000" cy="4572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sz="2400" b="1">
                <a:solidFill>
                  <a:schemeClr val="tx1"/>
                </a:solidFill>
                <a:latin typeface="Times New Roman" panose="02020603050405020304" charset="0"/>
              </a:defRPr>
            </a:lvl1pPr>
            <a:lvl2pPr marL="742950" indent="-285750" eaLnBrk="0" hangingPunct="0">
              <a:defRPr sz="2400" b="1">
                <a:solidFill>
                  <a:schemeClr val="tx1"/>
                </a:solidFill>
                <a:latin typeface="Times New Roman" panose="02020603050405020304" charset="0"/>
              </a:defRPr>
            </a:lvl2pPr>
            <a:lvl3pPr marL="1143000" indent="-228600" eaLnBrk="0" hangingPunct="0">
              <a:defRPr sz="2400" b="1">
                <a:solidFill>
                  <a:schemeClr val="tx1"/>
                </a:solidFill>
                <a:latin typeface="Times New Roman" panose="02020603050405020304" charset="0"/>
              </a:defRPr>
            </a:lvl3pPr>
            <a:lvl4pPr marL="1600200" indent="-228600" eaLnBrk="0" hangingPunct="0">
              <a:defRPr sz="2400" b="1">
                <a:solidFill>
                  <a:schemeClr val="tx1"/>
                </a:solidFill>
                <a:latin typeface="Times New Roman" panose="02020603050405020304" charset="0"/>
              </a:defRPr>
            </a:lvl4pPr>
            <a:lvl5pPr marL="2057400" indent="-228600" eaLnBrk="0" hangingPunct="0">
              <a:defRPr sz="2400" b="1">
                <a:solidFill>
                  <a:schemeClr val="tx1"/>
                </a:solidFill>
                <a:latin typeface="Times New Roman" panose="02020603050405020304" charset="0"/>
              </a:defRPr>
            </a:lvl5pPr>
            <a:lvl6pPr marL="2514600" indent="-228600" eaLnBrk="0" fontAlgn="base" hangingPunct="0">
              <a:spcBef>
                <a:spcPct val="0"/>
              </a:spcBef>
              <a:spcAft>
                <a:spcPct val="0"/>
              </a:spcAft>
              <a:defRPr sz="2400" b="1">
                <a:solidFill>
                  <a:schemeClr val="tx1"/>
                </a:solidFill>
                <a:latin typeface="Times New Roman" panose="02020603050405020304" charset="0"/>
              </a:defRPr>
            </a:lvl6pPr>
            <a:lvl7pPr marL="2971800" indent="-228600" eaLnBrk="0" fontAlgn="base" hangingPunct="0">
              <a:spcBef>
                <a:spcPct val="0"/>
              </a:spcBef>
              <a:spcAft>
                <a:spcPct val="0"/>
              </a:spcAft>
              <a:defRPr sz="2400" b="1">
                <a:solidFill>
                  <a:schemeClr val="tx1"/>
                </a:solidFill>
                <a:latin typeface="Times New Roman" panose="02020603050405020304" charset="0"/>
              </a:defRPr>
            </a:lvl7pPr>
            <a:lvl8pPr marL="3429000" indent="-228600" eaLnBrk="0" fontAlgn="base" hangingPunct="0">
              <a:spcBef>
                <a:spcPct val="0"/>
              </a:spcBef>
              <a:spcAft>
                <a:spcPct val="0"/>
              </a:spcAft>
              <a:defRPr sz="2400" b="1">
                <a:solidFill>
                  <a:schemeClr val="tx1"/>
                </a:solidFill>
                <a:latin typeface="Times New Roman" panose="02020603050405020304" charset="0"/>
              </a:defRPr>
            </a:lvl8pPr>
            <a:lvl9pPr marL="3886200" indent="-228600" eaLnBrk="0" fontAlgn="base" hangingPunct="0">
              <a:spcBef>
                <a:spcPct val="0"/>
              </a:spcBef>
              <a:spcAft>
                <a:spcPct val="0"/>
              </a:spcAft>
              <a:defRPr sz="2400" b="1">
                <a:solidFill>
                  <a:schemeClr val="tx1"/>
                </a:solidFill>
                <a:latin typeface="Times New Roman" panose="02020603050405020304" charset="0"/>
              </a:defRPr>
            </a:lvl9pPr>
          </a:lstStyle>
          <a:p>
            <a:pPr eaLnBrk="1" hangingPunct="1"/>
            <a:fld id="{005EDA79-920B-4A9B-8AAE-5CEB058C6172}" type="slidenum">
              <a:rPr lang="en-GB" altLang="en-US" sz="1400">
                <a:latin typeface="Arial" panose="020B0604020202020204" pitchFamily="34" charset="0"/>
              </a:rPr>
            </a:fld>
            <a:endParaRPr lang="en-GB" altLang="en-US" sz="1400">
              <a:latin typeface="Arial" panose="020B0604020202020204" pitchFamily="34" charset="0"/>
            </a:endParaRPr>
          </a:p>
        </p:txBody>
      </p:sp>
      <p:sp>
        <p:nvSpPr>
          <p:cNvPr id="5" name="Rectangle 3"/>
          <p:cNvSpPr txBox="1">
            <a:spLocks noChangeArrowheads="1"/>
          </p:cNvSpPr>
          <p:nvPr/>
        </p:nvSpPr>
        <p:spPr bwMode="auto">
          <a:xfrm>
            <a:off x="5435600" y="2057400"/>
            <a:ext cx="3022600" cy="4114800"/>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lvl1pPr marL="342900" indent="-342900" algn="l" rtl="0" eaLnBrk="0" fontAlgn="base" hangingPunct="0">
              <a:spcBef>
                <a:spcPct val="20000"/>
              </a:spcBef>
              <a:spcAft>
                <a:spcPct val="0"/>
              </a:spcAft>
              <a:buClr>
                <a:schemeClr val="hlink"/>
              </a:buClr>
              <a:buSzPct val="70000"/>
              <a:buFont typeface="Wingdings" panose="05000000000000000000" pitchFamily="2" charset="2"/>
              <a:buChar char="n"/>
              <a:defRPr sz="3200">
                <a:solidFill>
                  <a:schemeClr val="tx1"/>
                </a:solidFill>
                <a:effectLst>
                  <a:outerShdw blurRad="38100" dist="38100" dir="2700000" algn="tl">
                    <a:srgbClr val="000000"/>
                  </a:outerShdw>
                </a:effectLst>
                <a:latin typeface="+mn-lt"/>
                <a:ea typeface="MS PGothic" panose="020B0600070205080204" pitchFamily="34" charset="-128"/>
                <a:cs typeface="MS PGothic" panose="020B0600070205080204" pitchFamily="34" charset="-128"/>
              </a:defRPr>
            </a:lvl1pPr>
            <a:lvl2pPr marL="742950" indent="-285750" algn="l" rtl="0" eaLnBrk="0" fontAlgn="base" hangingPunct="0">
              <a:spcBef>
                <a:spcPct val="20000"/>
              </a:spcBef>
              <a:spcAft>
                <a:spcPct val="0"/>
              </a:spcAft>
              <a:buClr>
                <a:schemeClr val="accent2"/>
              </a:buClr>
              <a:buSzPct val="70000"/>
              <a:buFont typeface="Wingdings" panose="05000000000000000000" pitchFamily="2" charset="2"/>
              <a:buChar char="n"/>
              <a:defRPr sz="2800">
                <a:solidFill>
                  <a:schemeClr val="tx1"/>
                </a:solidFill>
                <a:effectLst>
                  <a:outerShdw blurRad="38100" dist="38100" dir="2700000" algn="tl">
                    <a:srgbClr val="000000"/>
                  </a:outerShdw>
                </a:effectLst>
                <a:latin typeface="+mn-lt"/>
                <a:ea typeface="MS PGothic" panose="020B0600070205080204" pitchFamily="34" charset="-128"/>
              </a:defRPr>
            </a:lvl2pPr>
            <a:lvl3pPr marL="1143000" indent="-228600" algn="l" rtl="0" eaLnBrk="0" fontAlgn="base" hangingPunct="0">
              <a:spcBef>
                <a:spcPct val="20000"/>
              </a:spcBef>
              <a:spcAft>
                <a:spcPct val="0"/>
              </a:spcAft>
              <a:buClr>
                <a:schemeClr val="tx2"/>
              </a:buClr>
              <a:buSzPct val="70000"/>
              <a:buFont typeface="Wingdings" panose="05000000000000000000" pitchFamily="2" charset="2"/>
              <a:buChar char="n"/>
              <a:defRPr sz="2400">
                <a:solidFill>
                  <a:schemeClr val="tx1"/>
                </a:solidFill>
                <a:effectLst>
                  <a:outerShdw blurRad="38100" dist="38100" dir="2700000" algn="tl">
                    <a:srgbClr val="000000"/>
                  </a:outerShdw>
                </a:effectLst>
                <a:latin typeface="+mn-lt"/>
                <a:ea typeface="MS PGothic" panose="020B0600070205080204" pitchFamily="34" charset="-128"/>
              </a:defRPr>
            </a:lvl3pPr>
            <a:lvl4pPr marL="1600200" indent="-228600" algn="l" rtl="0" eaLnBrk="0" fontAlgn="base" hangingPunct="0">
              <a:spcBef>
                <a:spcPct val="20000"/>
              </a:spcBef>
              <a:spcAft>
                <a:spcPct val="0"/>
              </a:spcAft>
              <a:buClr>
                <a:schemeClr val="accent2"/>
              </a:buClr>
              <a:buSzPct val="70000"/>
              <a:buFont typeface="Wingdings" panose="05000000000000000000" pitchFamily="2" charset="2"/>
              <a:buChar char="n"/>
              <a:defRPr sz="2000">
                <a:solidFill>
                  <a:schemeClr val="tx1"/>
                </a:solidFill>
                <a:effectLst>
                  <a:outerShdw blurRad="38100" dist="38100" dir="2700000" algn="tl">
                    <a:srgbClr val="000000"/>
                  </a:outerShdw>
                </a:effectLst>
                <a:latin typeface="+mn-lt"/>
                <a:ea typeface="MS PGothic" panose="020B0600070205080204" pitchFamily="34" charset="-128"/>
              </a:defRPr>
            </a:lvl4pPr>
            <a:lvl5pPr marL="2057400" indent="-228600" algn="l" rtl="0" eaLnBrk="0" fontAlgn="base" hangingPunct="0">
              <a:spcBef>
                <a:spcPct val="20000"/>
              </a:spcBef>
              <a:spcAft>
                <a:spcPct val="0"/>
              </a:spcAft>
              <a:buClr>
                <a:schemeClr val="hlink"/>
              </a:buClr>
              <a:buSzPct val="70000"/>
              <a:buFont typeface="Wingdings" panose="05000000000000000000" pitchFamily="2" charset="2"/>
              <a:buChar char="n"/>
              <a:defRPr sz="2000">
                <a:solidFill>
                  <a:schemeClr val="tx1"/>
                </a:solidFill>
                <a:effectLst>
                  <a:outerShdw blurRad="38100" dist="38100" dir="2700000" algn="tl">
                    <a:srgbClr val="000000"/>
                  </a:outerShdw>
                </a:effectLst>
                <a:latin typeface="+mn-lt"/>
                <a:ea typeface="MS PGothic" panose="020B0600070205080204" pitchFamily="34" charset="-128"/>
              </a:defRPr>
            </a:lvl5pPr>
            <a:lvl6pPr marL="2514600" indent="-228600" algn="l" rtl="0" fontAlgn="base">
              <a:spcBef>
                <a:spcPct val="20000"/>
              </a:spcBef>
              <a:spcAft>
                <a:spcPct val="0"/>
              </a:spcAft>
              <a:buClr>
                <a:schemeClr val="hlink"/>
              </a:buClr>
              <a:buSzPct val="70000"/>
              <a:buFont typeface="Wingdings" panose="05000000000000000000" pitchFamily="2" charset="2"/>
              <a:buChar char="n"/>
              <a:defRPr sz="2000">
                <a:solidFill>
                  <a:schemeClr val="tx1"/>
                </a:solidFill>
                <a:effectLst>
                  <a:outerShdw blurRad="38100" dist="38100" dir="2700000" algn="tl">
                    <a:srgbClr val="000000"/>
                  </a:outerShdw>
                </a:effectLst>
                <a:latin typeface="+mn-lt"/>
                <a:ea typeface="MS PGothic" panose="020B0600070205080204" pitchFamily="34" charset="-128"/>
              </a:defRPr>
            </a:lvl6pPr>
            <a:lvl7pPr marL="2971800" indent="-228600" algn="l" rtl="0" fontAlgn="base">
              <a:spcBef>
                <a:spcPct val="20000"/>
              </a:spcBef>
              <a:spcAft>
                <a:spcPct val="0"/>
              </a:spcAft>
              <a:buClr>
                <a:schemeClr val="hlink"/>
              </a:buClr>
              <a:buSzPct val="70000"/>
              <a:buFont typeface="Wingdings" panose="05000000000000000000" pitchFamily="2" charset="2"/>
              <a:buChar char="n"/>
              <a:defRPr sz="2000">
                <a:solidFill>
                  <a:schemeClr val="tx1"/>
                </a:solidFill>
                <a:effectLst>
                  <a:outerShdw blurRad="38100" dist="38100" dir="2700000" algn="tl">
                    <a:srgbClr val="000000"/>
                  </a:outerShdw>
                </a:effectLst>
                <a:latin typeface="+mn-lt"/>
                <a:ea typeface="MS PGothic" panose="020B0600070205080204" pitchFamily="34" charset="-128"/>
              </a:defRPr>
            </a:lvl7pPr>
            <a:lvl8pPr marL="3429000" indent="-228600" algn="l" rtl="0" fontAlgn="base">
              <a:spcBef>
                <a:spcPct val="20000"/>
              </a:spcBef>
              <a:spcAft>
                <a:spcPct val="0"/>
              </a:spcAft>
              <a:buClr>
                <a:schemeClr val="hlink"/>
              </a:buClr>
              <a:buSzPct val="70000"/>
              <a:buFont typeface="Wingdings" panose="05000000000000000000" pitchFamily="2" charset="2"/>
              <a:buChar char="n"/>
              <a:defRPr sz="2000">
                <a:solidFill>
                  <a:schemeClr val="tx1"/>
                </a:solidFill>
                <a:effectLst>
                  <a:outerShdw blurRad="38100" dist="38100" dir="2700000" algn="tl">
                    <a:srgbClr val="000000"/>
                  </a:outerShdw>
                </a:effectLst>
                <a:latin typeface="+mn-lt"/>
                <a:ea typeface="MS PGothic" panose="020B0600070205080204" pitchFamily="34" charset="-128"/>
              </a:defRPr>
            </a:lvl8pPr>
            <a:lvl9pPr marL="3886200" indent="-228600" algn="l" rtl="0" fontAlgn="base">
              <a:spcBef>
                <a:spcPct val="20000"/>
              </a:spcBef>
              <a:spcAft>
                <a:spcPct val="0"/>
              </a:spcAft>
              <a:buClr>
                <a:schemeClr val="hlink"/>
              </a:buClr>
              <a:buSzPct val="70000"/>
              <a:buFont typeface="Wingdings" panose="05000000000000000000" pitchFamily="2" charset="2"/>
              <a:buChar char="n"/>
              <a:defRPr sz="2000">
                <a:solidFill>
                  <a:schemeClr val="tx1"/>
                </a:solidFill>
                <a:effectLst>
                  <a:outerShdw blurRad="38100" dist="38100" dir="2700000" algn="tl">
                    <a:srgbClr val="000000"/>
                  </a:outerShdw>
                </a:effectLst>
                <a:latin typeface="+mn-lt"/>
                <a:ea typeface="MS PGothic" panose="020B0600070205080204" pitchFamily="34" charset="-128"/>
              </a:defRPr>
            </a:lvl9pPr>
          </a:lstStyle>
          <a:p>
            <a:pPr eaLnBrk="1" hangingPunct="1"/>
            <a:r>
              <a:rPr lang="en-GB" altLang="en-US" sz="2400" kern="0" dirty="0">
                <a:latin typeface="Aharoni" pitchFamily="2" charset="0"/>
                <a:cs typeface="Aharoni" pitchFamily="2" charset="0"/>
              </a:rPr>
              <a:t>The filled shared MO is preferred to the ‘half-filled’ AOs</a:t>
            </a:r>
            <a:endParaRPr lang="en-GB" altLang="en-US" sz="2400" kern="0" dirty="0">
              <a:latin typeface="Aharoni" pitchFamily="2" charset="0"/>
              <a:cs typeface="Aharoni" pitchFamily="2" charset="0"/>
            </a:endParaRPr>
          </a:p>
          <a:p>
            <a:pPr eaLnBrk="1" hangingPunct="1"/>
            <a:r>
              <a:rPr lang="en-GB" altLang="en-US" sz="2400" kern="0" dirty="0">
                <a:latin typeface="Aharoni" pitchFamily="2" charset="0"/>
                <a:cs typeface="Aharoni" pitchFamily="2" charset="0"/>
              </a:rPr>
              <a:t>Stabilisation energy is 436 kJ/</a:t>
            </a:r>
            <a:r>
              <a:rPr lang="en-GB" altLang="en-US" sz="2400" kern="0" dirty="0" err="1">
                <a:latin typeface="Aharoni" pitchFamily="2" charset="0"/>
                <a:cs typeface="Aharoni" pitchFamily="2" charset="0"/>
              </a:rPr>
              <a:t>mol</a:t>
            </a:r>
            <a:endParaRPr lang="en-GB" altLang="en-US" sz="2400" kern="0" dirty="0">
              <a:latin typeface="Aharoni" pitchFamily="2" charset="0"/>
              <a:cs typeface="Aharoni" pitchFamily="2" charset="0"/>
            </a:endParaRPr>
          </a:p>
          <a:p>
            <a:pPr eaLnBrk="1" hangingPunct="1"/>
            <a:r>
              <a:rPr lang="en-GB" altLang="en-US" sz="2400" kern="0" dirty="0">
                <a:latin typeface="Aharoni" pitchFamily="2" charset="0"/>
                <a:cs typeface="Aharoni" pitchFamily="2" charset="0"/>
              </a:rPr>
              <a:t>A second, but empty anti-bonding MO is also formed </a:t>
            </a:r>
            <a:endParaRPr lang="en-GB" altLang="en-US" sz="2400" kern="0" dirty="0">
              <a:latin typeface="Aharoni" pitchFamily="2" charset="0"/>
              <a:cs typeface="Aharoni" pitchFamily="2" charset="0"/>
            </a:endParaRPr>
          </a:p>
        </p:txBody>
      </p:sp>
      <p:pic>
        <p:nvPicPr>
          <p:cNvPr id="6" name="Picture 5" descr="FG01_04"/>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395288" y="2205038"/>
            <a:ext cx="5046662" cy="34607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7" name="Title 1"/>
          <p:cNvSpPr>
            <a:spLocks noGrp="1"/>
          </p:cNvSpPr>
          <p:nvPr>
            <p:ph type="title"/>
          </p:nvPr>
        </p:nvSpPr>
        <p:spPr>
          <a:xfrm>
            <a:off x="457200" y="274638"/>
            <a:ext cx="8229600" cy="1143000"/>
          </a:xfrm>
        </p:spPr>
        <p:txBody>
          <a:bodyPr/>
          <a:lstStyle/>
          <a:p>
            <a:r>
              <a:rPr lang="en-GB" dirty="0"/>
              <a:t>H</a:t>
            </a:r>
            <a:r>
              <a:rPr lang="en-GB" baseline="-25000" dirty="0"/>
              <a:t>2</a:t>
            </a:r>
            <a:endParaRPr lang="en-US" dirty="0"/>
          </a:p>
        </p:txBody>
      </p:sp>
      <p:sp>
        <p:nvSpPr>
          <p:cNvPr id="8" name="Rectangle 7"/>
          <p:cNvSpPr/>
          <p:nvPr/>
        </p:nvSpPr>
        <p:spPr bwMode="auto">
          <a:xfrm>
            <a:off x="2483768" y="2420888"/>
            <a:ext cx="1080492" cy="432048"/>
          </a:xfrm>
          <a:prstGeom prst="rect">
            <a:avLst/>
          </a:prstGeom>
          <a:noFill/>
          <a:ln w="57150"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lstStyle/>
          <a:p>
            <a:pPr marL="0" marR="0" indent="0" algn="l" defTabSz="914400" rtl="0" eaLnBrk="0" fontAlgn="base" latinLnBrk="0" hangingPunct="0">
              <a:lnSpc>
                <a:spcPct val="100000"/>
              </a:lnSpc>
              <a:spcBef>
                <a:spcPct val="0"/>
              </a:spcBef>
              <a:spcAft>
                <a:spcPct val="0"/>
              </a:spcAft>
              <a:buClrTx/>
              <a:buSzTx/>
              <a:buFontTx/>
              <a:buNone/>
            </a:pPr>
            <a:endParaRPr kumimoji="0" lang="en-US" sz="1800" b="0" i="0" u="none" strike="noStrike" cap="none" normalizeH="0" baseline="0">
              <a:ln>
                <a:noFill/>
              </a:ln>
              <a:solidFill>
                <a:schemeClr val="tx1"/>
              </a:solidFill>
              <a:effectLst/>
              <a:latin typeface="Garamond" panose="02020404030301010803" pitchFamily="18" charset="0"/>
            </a:endParaRPr>
          </a:p>
        </p:txBody>
      </p:sp>
      <p:sp>
        <p:nvSpPr>
          <p:cNvPr id="9" name="Rectangle 3"/>
          <p:cNvSpPr txBox="1">
            <a:spLocks noChangeArrowheads="1"/>
          </p:cNvSpPr>
          <p:nvPr/>
        </p:nvSpPr>
        <p:spPr bwMode="auto">
          <a:xfrm>
            <a:off x="107876" y="541338"/>
            <a:ext cx="3456384" cy="1270000"/>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lvl1pPr marL="342900" indent="-342900" algn="l" rtl="0" eaLnBrk="0" fontAlgn="base" hangingPunct="0">
              <a:spcBef>
                <a:spcPct val="20000"/>
              </a:spcBef>
              <a:spcAft>
                <a:spcPct val="0"/>
              </a:spcAft>
              <a:buClr>
                <a:schemeClr val="hlink"/>
              </a:buClr>
              <a:buSzPct val="70000"/>
              <a:buFont typeface="Wingdings" panose="05000000000000000000" pitchFamily="2" charset="2"/>
              <a:buChar char="n"/>
              <a:defRPr sz="3200">
                <a:solidFill>
                  <a:schemeClr val="tx1"/>
                </a:solidFill>
                <a:effectLst>
                  <a:outerShdw blurRad="38100" dist="38100" dir="2700000" algn="tl">
                    <a:srgbClr val="000000"/>
                  </a:outerShdw>
                </a:effectLst>
                <a:latin typeface="+mn-lt"/>
                <a:ea typeface="MS PGothic" panose="020B0600070205080204" pitchFamily="34" charset="-128"/>
                <a:cs typeface="MS PGothic" panose="020B0600070205080204" pitchFamily="34" charset="-128"/>
              </a:defRPr>
            </a:lvl1pPr>
            <a:lvl2pPr marL="742950" indent="-285750" algn="l" rtl="0" eaLnBrk="0" fontAlgn="base" hangingPunct="0">
              <a:spcBef>
                <a:spcPct val="20000"/>
              </a:spcBef>
              <a:spcAft>
                <a:spcPct val="0"/>
              </a:spcAft>
              <a:buClr>
                <a:schemeClr val="accent2"/>
              </a:buClr>
              <a:buSzPct val="70000"/>
              <a:buFont typeface="Wingdings" panose="05000000000000000000" pitchFamily="2" charset="2"/>
              <a:buChar char="n"/>
              <a:defRPr sz="2800">
                <a:solidFill>
                  <a:schemeClr val="tx1"/>
                </a:solidFill>
                <a:effectLst>
                  <a:outerShdw blurRad="38100" dist="38100" dir="2700000" algn="tl">
                    <a:srgbClr val="000000"/>
                  </a:outerShdw>
                </a:effectLst>
                <a:latin typeface="+mn-lt"/>
                <a:ea typeface="MS PGothic" panose="020B0600070205080204" pitchFamily="34" charset="-128"/>
              </a:defRPr>
            </a:lvl2pPr>
            <a:lvl3pPr marL="1143000" indent="-228600" algn="l" rtl="0" eaLnBrk="0" fontAlgn="base" hangingPunct="0">
              <a:spcBef>
                <a:spcPct val="20000"/>
              </a:spcBef>
              <a:spcAft>
                <a:spcPct val="0"/>
              </a:spcAft>
              <a:buClr>
                <a:schemeClr val="tx2"/>
              </a:buClr>
              <a:buSzPct val="70000"/>
              <a:buFont typeface="Wingdings" panose="05000000000000000000" pitchFamily="2" charset="2"/>
              <a:buChar char="n"/>
              <a:defRPr sz="2400">
                <a:solidFill>
                  <a:schemeClr val="tx1"/>
                </a:solidFill>
                <a:effectLst>
                  <a:outerShdw blurRad="38100" dist="38100" dir="2700000" algn="tl">
                    <a:srgbClr val="000000"/>
                  </a:outerShdw>
                </a:effectLst>
                <a:latin typeface="+mn-lt"/>
                <a:ea typeface="MS PGothic" panose="020B0600070205080204" pitchFamily="34" charset="-128"/>
              </a:defRPr>
            </a:lvl3pPr>
            <a:lvl4pPr marL="1600200" indent="-228600" algn="l" rtl="0" eaLnBrk="0" fontAlgn="base" hangingPunct="0">
              <a:spcBef>
                <a:spcPct val="20000"/>
              </a:spcBef>
              <a:spcAft>
                <a:spcPct val="0"/>
              </a:spcAft>
              <a:buClr>
                <a:schemeClr val="accent2"/>
              </a:buClr>
              <a:buSzPct val="70000"/>
              <a:buFont typeface="Wingdings" panose="05000000000000000000" pitchFamily="2" charset="2"/>
              <a:buChar char="n"/>
              <a:defRPr sz="2000">
                <a:solidFill>
                  <a:schemeClr val="tx1"/>
                </a:solidFill>
                <a:effectLst>
                  <a:outerShdw blurRad="38100" dist="38100" dir="2700000" algn="tl">
                    <a:srgbClr val="000000"/>
                  </a:outerShdw>
                </a:effectLst>
                <a:latin typeface="+mn-lt"/>
                <a:ea typeface="MS PGothic" panose="020B0600070205080204" pitchFamily="34" charset="-128"/>
              </a:defRPr>
            </a:lvl4pPr>
            <a:lvl5pPr marL="2057400" indent="-228600" algn="l" rtl="0" eaLnBrk="0" fontAlgn="base" hangingPunct="0">
              <a:spcBef>
                <a:spcPct val="20000"/>
              </a:spcBef>
              <a:spcAft>
                <a:spcPct val="0"/>
              </a:spcAft>
              <a:buClr>
                <a:schemeClr val="hlink"/>
              </a:buClr>
              <a:buSzPct val="70000"/>
              <a:buFont typeface="Wingdings" panose="05000000000000000000" pitchFamily="2" charset="2"/>
              <a:buChar char="n"/>
              <a:defRPr sz="2000">
                <a:solidFill>
                  <a:schemeClr val="tx1"/>
                </a:solidFill>
                <a:effectLst>
                  <a:outerShdw blurRad="38100" dist="38100" dir="2700000" algn="tl">
                    <a:srgbClr val="000000"/>
                  </a:outerShdw>
                </a:effectLst>
                <a:latin typeface="+mn-lt"/>
                <a:ea typeface="MS PGothic" panose="020B0600070205080204" pitchFamily="34" charset="-128"/>
              </a:defRPr>
            </a:lvl5pPr>
            <a:lvl6pPr marL="2514600" indent="-228600" algn="l" rtl="0" fontAlgn="base">
              <a:spcBef>
                <a:spcPct val="20000"/>
              </a:spcBef>
              <a:spcAft>
                <a:spcPct val="0"/>
              </a:spcAft>
              <a:buClr>
                <a:schemeClr val="hlink"/>
              </a:buClr>
              <a:buSzPct val="70000"/>
              <a:buFont typeface="Wingdings" panose="05000000000000000000" pitchFamily="2" charset="2"/>
              <a:buChar char="n"/>
              <a:defRPr sz="2000">
                <a:solidFill>
                  <a:schemeClr val="tx1"/>
                </a:solidFill>
                <a:effectLst>
                  <a:outerShdw blurRad="38100" dist="38100" dir="2700000" algn="tl">
                    <a:srgbClr val="000000"/>
                  </a:outerShdw>
                </a:effectLst>
                <a:latin typeface="+mn-lt"/>
                <a:ea typeface="MS PGothic" panose="020B0600070205080204" pitchFamily="34" charset="-128"/>
              </a:defRPr>
            </a:lvl6pPr>
            <a:lvl7pPr marL="2971800" indent="-228600" algn="l" rtl="0" fontAlgn="base">
              <a:spcBef>
                <a:spcPct val="20000"/>
              </a:spcBef>
              <a:spcAft>
                <a:spcPct val="0"/>
              </a:spcAft>
              <a:buClr>
                <a:schemeClr val="hlink"/>
              </a:buClr>
              <a:buSzPct val="70000"/>
              <a:buFont typeface="Wingdings" panose="05000000000000000000" pitchFamily="2" charset="2"/>
              <a:buChar char="n"/>
              <a:defRPr sz="2000">
                <a:solidFill>
                  <a:schemeClr val="tx1"/>
                </a:solidFill>
                <a:effectLst>
                  <a:outerShdw blurRad="38100" dist="38100" dir="2700000" algn="tl">
                    <a:srgbClr val="000000"/>
                  </a:outerShdw>
                </a:effectLst>
                <a:latin typeface="+mn-lt"/>
                <a:ea typeface="MS PGothic" panose="020B0600070205080204" pitchFamily="34" charset="-128"/>
              </a:defRPr>
            </a:lvl7pPr>
            <a:lvl8pPr marL="3429000" indent="-228600" algn="l" rtl="0" fontAlgn="base">
              <a:spcBef>
                <a:spcPct val="20000"/>
              </a:spcBef>
              <a:spcAft>
                <a:spcPct val="0"/>
              </a:spcAft>
              <a:buClr>
                <a:schemeClr val="hlink"/>
              </a:buClr>
              <a:buSzPct val="70000"/>
              <a:buFont typeface="Wingdings" panose="05000000000000000000" pitchFamily="2" charset="2"/>
              <a:buChar char="n"/>
              <a:defRPr sz="2000">
                <a:solidFill>
                  <a:schemeClr val="tx1"/>
                </a:solidFill>
                <a:effectLst>
                  <a:outerShdw blurRad="38100" dist="38100" dir="2700000" algn="tl">
                    <a:srgbClr val="000000"/>
                  </a:outerShdw>
                </a:effectLst>
                <a:latin typeface="+mn-lt"/>
                <a:ea typeface="MS PGothic" panose="020B0600070205080204" pitchFamily="34" charset="-128"/>
              </a:defRPr>
            </a:lvl8pPr>
            <a:lvl9pPr marL="3886200" indent="-228600" algn="l" rtl="0" fontAlgn="base">
              <a:spcBef>
                <a:spcPct val="20000"/>
              </a:spcBef>
              <a:spcAft>
                <a:spcPct val="0"/>
              </a:spcAft>
              <a:buClr>
                <a:schemeClr val="hlink"/>
              </a:buClr>
              <a:buSzPct val="70000"/>
              <a:buFont typeface="Wingdings" panose="05000000000000000000" pitchFamily="2" charset="2"/>
              <a:buChar char="n"/>
              <a:defRPr sz="2000">
                <a:solidFill>
                  <a:schemeClr val="tx1"/>
                </a:solidFill>
                <a:effectLst>
                  <a:outerShdw blurRad="38100" dist="38100" dir="2700000" algn="tl">
                    <a:srgbClr val="000000"/>
                  </a:outerShdw>
                </a:effectLst>
                <a:latin typeface="+mn-lt"/>
                <a:ea typeface="MS PGothic" panose="020B0600070205080204" pitchFamily="34" charset="-128"/>
              </a:defRPr>
            </a:lvl9pPr>
          </a:lstStyle>
          <a:p>
            <a:pPr eaLnBrk="1" hangingPunct="1"/>
            <a:r>
              <a:rPr lang="en-GB" altLang="en-US" sz="1800" kern="0" dirty="0">
                <a:latin typeface="Aharoni" pitchFamily="2" charset="0"/>
                <a:cs typeface="Aharoni" pitchFamily="2" charset="0"/>
              </a:rPr>
              <a:t>This image does not represent phases well as the antibonding orbital should have different phases (colours? +/- ? At either side of the node)</a:t>
            </a:r>
            <a:endParaRPr lang="en-GB" altLang="en-US" sz="1800" kern="0" dirty="0">
              <a:latin typeface="Aharoni" pitchFamily="2" charset="0"/>
              <a:cs typeface="Aharoni" pitchFamily="2"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p:bldLst>
  </p:timing>
</p:sld>
</file>

<file path=ppt/slides/slide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65922" name="Rectangle 2"/>
          <p:cNvSpPr>
            <a:spLocks noGrp="1" noRot="1" noChangeArrowheads="1"/>
          </p:cNvSpPr>
          <p:nvPr>
            <p:ph type="title"/>
          </p:nvPr>
        </p:nvSpPr>
        <p:spPr/>
        <p:txBody>
          <a:bodyPr/>
          <a:lstStyle/>
          <a:p>
            <a:pPr eaLnBrk="1" hangingPunct="1">
              <a:defRPr/>
            </a:pPr>
            <a:r>
              <a:rPr lang="en-US">
                <a:ea typeface="+mj-ea"/>
                <a:cs typeface="+mj-cs"/>
              </a:rPr>
              <a:t>Period 2 Diatomic Molecules</a:t>
            </a:r>
            <a:endParaRPr lang="en-US">
              <a:ea typeface="+mj-ea"/>
              <a:cs typeface="+mj-cs"/>
            </a:endParaRPr>
          </a:p>
        </p:txBody>
      </p:sp>
      <p:sp>
        <p:nvSpPr>
          <p:cNvPr id="465923" name="Rectangle 3"/>
          <p:cNvSpPr>
            <a:spLocks noGrp="1" noChangeArrowheads="1"/>
          </p:cNvSpPr>
          <p:nvPr>
            <p:ph type="body" idx="1"/>
          </p:nvPr>
        </p:nvSpPr>
        <p:spPr/>
        <p:txBody>
          <a:bodyPr/>
          <a:lstStyle/>
          <a:p>
            <a:pPr eaLnBrk="1" hangingPunct="1">
              <a:buFont typeface="Wingdings" panose="05000000000000000000" pitchFamily="2" charset="2"/>
              <a:buNone/>
              <a:defRPr/>
            </a:pPr>
            <a:r>
              <a:rPr lang="en-US" dirty="0">
                <a:ea typeface="+mn-ea"/>
                <a:cs typeface="+mn-cs"/>
              </a:rPr>
              <a:t>		For the second period, assume that, due to a better energy match, </a:t>
            </a:r>
            <a:r>
              <a:rPr lang="en-US" i="1" dirty="0">
                <a:ea typeface="+mn-ea"/>
                <a:cs typeface="+mn-cs"/>
              </a:rPr>
              <a:t>s</a:t>
            </a:r>
            <a:r>
              <a:rPr lang="en-US" dirty="0">
                <a:ea typeface="+mn-ea"/>
                <a:cs typeface="+mn-cs"/>
              </a:rPr>
              <a:t> orbitals combine with </a:t>
            </a:r>
            <a:r>
              <a:rPr lang="en-US" i="1" dirty="0">
                <a:ea typeface="+mn-ea"/>
                <a:cs typeface="+mn-cs"/>
              </a:rPr>
              <a:t>s</a:t>
            </a:r>
            <a:r>
              <a:rPr lang="en-US" dirty="0">
                <a:ea typeface="+mn-ea"/>
                <a:cs typeface="+mn-cs"/>
              </a:rPr>
              <a:t> orbitals, and </a:t>
            </a:r>
            <a:r>
              <a:rPr lang="en-US" i="1" dirty="0">
                <a:ea typeface="+mn-ea"/>
                <a:cs typeface="+mn-cs"/>
              </a:rPr>
              <a:t>p</a:t>
            </a:r>
            <a:r>
              <a:rPr lang="en-US" dirty="0">
                <a:ea typeface="+mn-ea"/>
                <a:cs typeface="+mn-cs"/>
              </a:rPr>
              <a:t> orbitals combine with </a:t>
            </a:r>
            <a:r>
              <a:rPr lang="en-US" i="1" dirty="0">
                <a:ea typeface="+mn-ea"/>
                <a:cs typeface="+mn-cs"/>
              </a:rPr>
              <a:t>p</a:t>
            </a:r>
            <a:r>
              <a:rPr lang="en-US" dirty="0">
                <a:ea typeface="+mn-ea"/>
                <a:cs typeface="+mn-cs"/>
              </a:rPr>
              <a:t> orbitals.</a:t>
            </a:r>
            <a:endParaRPr lang="en-US" dirty="0">
              <a:ea typeface="+mn-ea"/>
              <a:cs typeface="+mn-cs"/>
            </a:endParaRPr>
          </a:p>
          <a:p>
            <a:pPr eaLnBrk="1" hangingPunct="1">
              <a:buFont typeface="Wingdings" panose="05000000000000000000" pitchFamily="2" charset="2"/>
              <a:buNone/>
              <a:defRPr/>
            </a:pPr>
            <a:r>
              <a:rPr lang="en-US" dirty="0">
                <a:ea typeface="+mn-ea"/>
                <a:cs typeface="+mn-cs"/>
              </a:rPr>
              <a:t>		The symmetry of </a:t>
            </a:r>
            <a:r>
              <a:rPr lang="en-US" i="1" dirty="0">
                <a:ea typeface="+mn-ea"/>
                <a:cs typeface="+mn-cs"/>
              </a:rPr>
              <a:t>p</a:t>
            </a:r>
            <a:r>
              <a:rPr lang="en-US" dirty="0">
                <a:ea typeface="+mn-ea"/>
                <a:cs typeface="+mn-cs"/>
              </a:rPr>
              <a:t> orbitals permits end-on-end overlap (also called frontal) along the bond axis, or side-by-side (also called lateral) overlap around, but not along, the </a:t>
            </a:r>
            <a:r>
              <a:rPr lang="en-US" dirty="0" err="1">
                <a:ea typeface="+mn-ea"/>
                <a:cs typeface="+mn-cs"/>
              </a:rPr>
              <a:t>internuclear</a:t>
            </a:r>
            <a:r>
              <a:rPr lang="en-US" dirty="0">
                <a:ea typeface="+mn-ea"/>
                <a:cs typeface="+mn-cs"/>
              </a:rPr>
              <a:t> axis.</a:t>
            </a:r>
            <a:endParaRPr lang="en-US" dirty="0">
              <a:ea typeface="+mn-ea"/>
              <a:cs typeface="+mn-cs"/>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66952" name="Rectangle 8"/>
          <p:cNvSpPr>
            <a:spLocks noGrp="1" noRot="1" noChangeArrowheads="1"/>
          </p:cNvSpPr>
          <p:nvPr>
            <p:ph type="title"/>
          </p:nvPr>
        </p:nvSpPr>
        <p:spPr/>
        <p:txBody>
          <a:bodyPr/>
          <a:lstStyle/>
          <a:p>
            <a:pPr eaLnBrk="1" hangingPunct="1">
              <a:defRPr/>
            </a:pPr>
            <a:r>
              <a:rPr lang="en-US">
                <a:ea typeface="+mj-ea"/>
                <a:cs typeface="+mj-cs"/>
              </a:rPr>
              <a:t>MOs using </a:t>
            </a:r>
            <a:r>
              <a:rPr lang="en-US" i="1">
                <a:ea typeface="+mj-ea"/>
                <a:cs typeface="+mj-cs"/>
              </a:rPr>
              <a:t>p</a:t>
            </a:r>
            <a:r>
              <a:rPr lang="en-US">
                <a:ea typeface="+mj-ea"/>
                <a:cs typeface="+mj-cs"/>
              </a:rPr>
              <a:t> orbitals</a:t>
            </a:r>
            <a:endParaRPr lang="en-US">
              <a:ea typeface="+mj-ea"/>
              <a:cs typeface="+mj-cs"/>
            </a:endParaRPr>
          </a:p>
        </p:txBody>
      </p:sp>
      <p:sp>
        <p:nvSpPr>
          <p:cNvPr id="466953" name="Rectangle 9"/>
          <p:cNvSpPr>
            <a:spLocks noGrp="1" noChangeArrowheads="1"/>
          </p:cNvSpPr>
          <p:nvPr>
            <p:ph type="body" sz="half" idx="2"/>
          </p:nvPr>
        </p:nvSpPr>
        <p:spPr>
          <a:xfrm>
            <a:off x="457200" y="3886200"/>
            <a:ext cx="8229600" cy="2239963"/>
          </a:xfrm>
        </p:spPr>
        <p:txBody>
          <a:bodyPr/>
          <a:lstStyle/>
          <a:p>
            <a:pPr eaLnBrk="1" hangingPunct="1">
              <a:buNone/>
              <a:defRPr/>
            </a:pPr>
            <a:r>
              <a:rPr lang="en-US" altLang="en-US" dirty="0">
                <a:effectLst>
                  <a:outerShdw blurRad="38100" dist="38100" dir="2700000" algn="tl">
                    <a:srgbClr val="C0C0C0"/>
                  </a:outerShdw>
                </a:effectLst>
                <a:ea typeface="MS PGothic" panose="020B0600070205080204" pitchFamily="34" charset="-128"/>
              </a:rPr>
              <a:t>		With the </a:t>
            </a:r>
            <a:r>
              <a:rPr lang="en-US" altLang="en-US" i="1" dirty="0">
                <a:effectLst>
                  <a:outerShdw blurRad="38100" dist="38100" dir="2700000" algn="tl">
                    <a:srgbClr val="C0C0C0"/>
                  </a:outerShdw>
                </a:effectLst>
                <a:ea typeface="MS PGothic" panose="020B0600070205080204" pitchFamily="34" charset="-128"/>
              </a:rPr>
              <a:t>x</a:t>
            </a:r>
            <a:r>
              <a:rPr lang="en-US" altLang="en-US" dirty="0">
                <a:effectLst>
                  <a:outerShdw blurRad="38100" dist="38100" dir="2700000" algn="tl">
                    <a:srgbClr val="C0C0C0"/>
                  </a:outerShdw>
                </a:effectLst>
                <a:ea typeface="MS PGothic" panose="020B0600070205080204" pitchFamily="34" charset="-128"/>
              </a:rPr>
              <a:t> axis as the bond axis, the </a:t>
            </a:r>
            <a:r>
              <a:rPr lang="en-US" altLang="en-US" dirty="0" err="1">
                <a:effectLst>
                  <a:outerShdw blurRad="38100" dist="38100" dir="2700000" algn="tl">
                    <a:srgbClr val="C0C0C0"/>
                  </a:outerShdw>
                </a:effectLst>
                <a:ea typeface="MS PGothic" panose="020B0600070205080204" pitchFamily="34" charset="-128"/>
              </a:rPr>
              <a:t>p</a:t>
            </a:r>
            <a:r>
              <a:rPr lang="en-US" altLang="en-US" baseline="-25000" dirty="0" err="1">
                <a:effectLst>
                  <a:outerShdw blurRad="38100" dist="38100" dir="2700000" algn="tl">
                    <a:srgbClr val="C0C0C0"/>
                  </a:outerShdw>
                </a:effectLst>
                <a:ea typeface="MS PGothic" panose="020B0600070205080204" pitchFamily="34" charset="-128"/>
              </a:rPr>
              <a:t>x</a:t>
            </a:r>
            <a:r>
              <a:rPr lang="en-US" altLang="en-US" dirty="0">
                <a:effectLst>
                  <a:outerShdw blurRad="38100" dist="38100" dir="2700000" algn="tl">
                    <a:srgbClr val="C0C0C0"/>
                  </a:outerShdw>
                </a:effectLst>
                <a:ea typeface="MS PGothic" panose="020B0600070205080204" pitchFamily="34" charset="-128"/>
              </a:rPr>
              <a:t> orbitals may combine constructively (in-phase) or destructively (out-of-phase).  The result is a </a:t>
            </a:r>
            <a:r>
              <a:rPr lang="el-GR" altLang="en-US" dirty="0">
                <a:effectLst>
                  <a:outerShdw blurRad="38100" dist="38100" dir="2700000" algn="tl">
                    <a:srgbClr val="C0C0C0"/>
                  </a:outerShdw>
                </a:effectLst>
                <a:latin typeface="Times" panose="02020603050405020304" pitchFamily="18" charset="0"/>
                <a:ea typeface="MS PGothic" panose="020B0600070205080204" pitchFamily="34" charset="-128"/>
              </a:rPr>
              <a:t>σ</a:t>
            </a:r>
            <a:r>
              <a:rPr lang="en-US" altLang="en-US" dirty="0">
                <a:effectLst>
                  <a:outerShdw blurRad="38100" dist="38100" dir="2700000" algn="tl">
                    <a:srgbClr val="C0C0C0"/>
                  </a:outerShdw>
                </a:effectLst>
                <a:ea typeface="MS PGothic" panose="020B0600070205080204" pitchFamily="34" charset="-128"/>
              </a:rPr>
              <a:t> bonding orbital and a </a:t>
            </a:r>
            <a:r>
              <a:rPr lang="el-GR" altLang="en-US" dirty="0">
                <a:effectLst>
                  <a:outerShdw blurRad="38100" dist="38100" dir="2700000" algn="tl">
                    <a:srgbClr val="C0C0C0"/>
                  </a:outerShdw>
                </a:effectLst>
                <a:latin typeface="Times" panose="02020603050405020304" pitchFamily="18" charset="0"/>
                <a:ea typeface="MS PGothic" panose="020B0600070205080204" pitchFamily="34" charset="-128"/>
              </a:rPr>
              <a:t>σ</a:t>
            </a:r>
            <a:r>
              <a:rPr lang="en-GB" altLang="en-US" baseline="30000" dirty="0">
                <a:effectLst>
                  <a:outerShdw blurRad="38100" dist="38100" dir="2700000" algn="tl">
                    <a:srgbClr val="C0C0C0"/>
                  </a:outerShdw>
                </a:effectLst>
                <a:latin typeface="Times" panose="02020603050405020304" pitchFamily="18" charset="0"/>
                <a:ea typeface="MS PGothic" panose="020B0600070205080204" pitchFamily="34" charset="-128"/>
              </a:rPr>
              <a:t>*</a:t>
            </a:r>
            <a:r>
              <a:rPr lang="en-US" altLang="en-US" dirty="0">
                <a:effectLst>
                  <a:outerShdw blurRad="38100" dist="38100" dir="2700000" algn="tl">
                    <a:srgbClr val="C0C0C0"/>
                  </a:outerShdw>
                </a:effectLst>
                <a:ea typeface="MS PGothic" panose="020B0600070205080204" pitchFamily="34" charset="-128"/>
              </a:rPr>
              <a:t> anti-bonding orbital. </a:t>
            </a:r>
            <a:r>
              <a:rPr lang="en-GB" altLang="en-US" dirty="0">
                <a:effectLst>
                  <a:outerShdw blurRad="38100" dist="38100" dir="2700000" algn="tl">
                    <a:srgbClr val="C0C0C0"/>
                  </a:outerShdw>
                </a:effectLst>
                <a:latin typeface="Symbol" panose="05050102010706020507" pitchFamily="18" charset="2"/>
                <a:ea typeface="MS PGothic" panose="020B0600070205080204" pitchFamily="34" charset="-128"/>
              </a:rPr>
              <a:t>s</a:t>
            </a:r>
            <a:r>
              <a:rPr lang="en-GB" altLang="en-US" dirty="0">
                <a:effectLst>
                  <a:outerShdw blurRad="38100" dist="38100" dir="2700000" algn="tl">
                    <a:srgbClr val="C0C0C0"/>
                  </a:outerShdw>
                </a:effectLst>
                <a:latin typeface="Times" panose="02020603050405020304" pitchFamily="18" charset="0"/>
                <a:ea typeface="MS PGothic" panose="020B0600070205080204" pitchFamily="34" charset="-128"/>
              </a:rPr>
              <a:t> orbitals result from end-to-end or frontal overlap</a:t>
            </a:r>
            <a:endParaRPr lang="en-US" altLang="en-US" dirty="0">
              <a:effectLst>
                <a:outerShdw blurRad="38100" dist="38100" dir="2700000" algn="tl">
                  <a:srgbClr val="C0C0C0"/>
                </a:outerShdw>
              </a:effectLst>
              <a:ea typeface="MS PGothic" panose="020B0600070205080204" pitchFamily="34" charset="-128"/>
            </a:endParaRPr>
          </a:p>
          <a:p>
            <a:pPr eaLnBrk="1" hangingPunct="1">
              <a:buFont typeface="Wingdings" panose="05000000000000000000" pitchFamily="2" charset="2"/>
              <a:buNone/>
              <a:defRPr/>
            </a:pPr>
            <a:endParaRPr lang="el-GR" altLang="en-US" dirty="0">
              <a:effectLst>
                <a:outerShdw blurRad="38100" dist="38100" dir="2700000" algn="tl">
                  <a:srgbClr val="C0C0C0"/>
                </a:outerShdw>
              </a:effectLst>
              <a:ea typeface="MS PGothic" panose="020B0600070205080204" pitchFamily="34" charset="-128"/>
            </a:endParaRPr>
          </a:p>
        </p:txBody>
      </p:sp>
      <p:graphicFrame>
        <p:nvGraphicFramePr>
          <p:cNvPr id="49156" name="Object 2"/>
          <p:cNvGraphicFramePr>
            <a:graphicFrameLocks noGrp="1" noChangeAspect="1"/>
          </p:cNvGraphicFramePr>
          <p:nvPr>
            <p:ph sz="half" idx="1"/>
          </p:nvPr>
        </p:nvGraphicFramePr>
        <p:xfrm>
          <a:off x="2133600" y="1447800"/>
          <a:ext cx="4827588" cy="2185988"/>
        </p:xfrm>
        <a:graphic>
          <a:graphicData uri="http://schemas.openxmlformats.org/presentationml/2006/ole">
            <mc:AlternateContent xmlns:mc="http://schemas.openxmlformats.org/markup-compatibility/2006">
              <mc:Choice xmlns:v="urn:schemas-microsoft-com:vml" Requires="v">
                <p:oleObj spid="_x0000_s2" name="Image" r:id="rId1" imgW="3933825" imgH="1781175" progId="PhotoshopElements.Image.3">
                  <p:embed/>
                </p:oleObj>
              </mc:Choice>
              <mc:Fallback>
                <p:oleObj name="Image" r:id="rId1" imgW="3933825" imgH="1781175" progId="PhotoshopElements.Image.3">
                  <p:embed/>
                  <p:pic>
                    <p:nvPicPr>
                      <p:cNvPr id="0" name="Object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33600" y="1447800"/>
                        <a:ext cx="4827588" cy="2185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49157" name="Text Box 12"/>
          <p:cNvSpPr txBox="1">
            <a:spLocks noChangeArrowheads="1"/>
          </p:cNvSpPr>
          <p:nvPr/>
        </p:nvSpPr>
        <p:spPr bwMode="auto">
          <a:xfrm>
            <a:off x="5029200" y="3048000"/>
            <a:ext cx="381000"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37931725" indent="-37474525">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a:spcBef>
                <a:spcPct val="50000"/>
              </a:spcBef>
            </a:pPr>
            <a:r>
              <a:rPr lang="en-US" altLang="en-US" sz="2800" b="1">
                <a:solidFill>
                  <a:srgbClr val="FF0000"/>
                </a:solidFill>
                <a:latin typeface="Arial Unicode MS" charset="0"/>
              </a:rPr>
              <a:t>+</a:t>
            </a:r>
            <a:endParaRPr lang="en-US" altLang="en-US" sz="2800" b="1">
              <a:solidFill>
                <a:srgbClr val="FF0000"/>
              </a:solidFill>
              <a:latin typeface="Arial Unicode MS" charset="0"/>
            </a:endParaRPr>
          </a:p>
        </p:txBody>
      </p:sp>
      <p:sp>
        <p:nvSpPr>
          <p:cNvPr id="49158" name="Text Box 13"/>
          <p:cNvSpPr txBox="1">
            <a:spLocks noChangeArrowheads="1"/>
          </p:cNvSpPr>
          <p:nvPr/>
        </p:nvSpPr>
        <p:spPr bwMode="auto">
          <a:xfrm>
            <a:off x="5257800" y="1524000"/>
            <a:ext cx="381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37931725" indent="-37474525">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a:spcBef>
                <a:spcPct val="50000"/>
              </a:spcBef>
            </a:pPr>
            <a:r>
              <a:rPr lang="en-US" altLang="en-US" sz="2400" b="1">
                <a:solidFill>
                  <a:srgbClr val="FF0000"/>
                </a:solidFill>
                <a:latin typeface="Arial Unicode MS" charset="0"/>
              </a:rPr>
              <a:t>+</a:t>
            </a:r>
            <a:endParaRPr lang="en-US" altLang="en-US" sz="2400" b="1">
              <a:solidFill>
                <a:srgbClr val="FF0000"/>
              </a:solidFill>
              <a:latin typeface="Arial Unicode MS" charset="0"/>
            </a:endParaRPr>
          </a:p>
        </p:txBody>
      </p:sp>
      <p:sp>
        <p:nvSpPr>
          <p:cNvPr id="49159" name="Text Box 14"/>
          <p:cNvSpPr txBox="1">
            <a:spLocks noChangeArrowheads="1"/>
          </p:cNvSpPr>
          <p:nvPr/>
        </p:nvSpPr>
        <p:spPr bwMode="auto">
          <a:xfrm>
            <a:off x="4343400" y="1524000"/>
            <a:ext cx="381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37931725" indent="-37474525">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a:spcBef>
                <a:spcPct val="50000"/>
              </a:spcBef>
            </a:pPr>
            <a:r>
              <a:rPr lang="en-US" altLang="en-US" sz="2400" b="1">
                <a:solidFill>
                  <a:srgbClr val="FF0000"/>
                </a:solidFill>
                <a:latin typeface="Arial Unicode MS" charset="0"/>
              </a:rPr>
              <a:t>+</a:t>
            </a:r>
            <a:endParaRPr lang="en-US" altLang="en-US" sz="2400" b="1">
              <a:solidFill>
                <a:srgbClr val="FF0000"/>
              </a:solidFill>
              <a:latin typeface="Arial Unicode MS" charset="0"/>
            </a:endParaRPr>
          </a:p>
        </p:txBody>
      </p:sp>
      <p:sp>
        <p:nvSpPr>
          <p:cNvPr id="49160" name="Text Box 15"/>
          <p:cNvSpPr txBox="1">
            <a:spLocks noChangeArrowheads="1"/>
          </p:cNvSpPr>
          <p:nvPr/>
        </p:nvSpPr>
        <p:spPr bwMode="auto">
          <a:xfrm>
            <a:off x="5791200" y="1447800"/>
            <a:ext cx="381000"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37931725" indent="-37474525">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a:spcBef>
                <a:spcPct val="50000"/>
              </a:spcBef>
            </a:pPr>
            <a:r>
              <a:rPr lang="en-US" altLang="en-US" sz="2800" b="1">
                <a:latin typeface="Arial Unicode MS" charset="0"/>
              </a:rPr>
              <a:t>-</a:t>
            </a:r>
            <a:endParaRPr lang="en-US" altLang="en-US" sz="2800" b="1">
              <a:latin typeface="Arial Unicode MS" charset="0"/>
            </a:endParaRPr>
          </a:p>
        </p:txBody>
      </p:sp>
      <p:sp>
        <p:nvSpPr>
          <p:cNvPr id="49161" name="Text Box 16"/>
          <p:cNvSpPr txBox="1">
            <a:spLocks noChangeArrowheads="1"/>
          </p:cNvSpPr>
          <p:nvPr/>
        </p:nvSpPr>
        <p:spPr bwMode="auto">
          <a:xfrm>
            <a:off x="5638800" y="3048000"/>
            <a:ext cx="381000"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37931725" indent="-37474525">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a:spcBef>
                <a:spcPct val="50000"/>
              </a:spcBef>
            </a:pPr>
            <a:r>
              <a:rPr lang="en-US" altLang="en-US" sz="2800" b="1">
                <a:latin typeface="Arial Unicode MS" charset="0"/>
              </a:rPr>
              <a:t>-</a:t>
            </a:r>
            <a:endParaRPr lang="en-US" altLang="en-US" sz="2800" b="1">
              <a:latin typeface="Arial Unicode MS" charset="0"/>
            </a:endParaRPr>
          </a:p>
        </p:txBody>
      </p:sp>
      <p:sp>
        <p:nvSpPr>
          <p:cNvPr id="49162" name="Text Box 17"/>
          <p:cNvSpPr txBox="1">
            <a:spLocks noChangeArrowheads="1"/>
          </p:cNvSpPr>
          <p:nvPr/>
        </p:nvSpPr>
        <p:spPr bwMode="auto">
          <a:xfrm>
            <a:off x="4495800" y="3048000"/>
            <a:ext cx="381000"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37931725" indent="-37474525">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a:spcBef>
                <a:spcPct val="50000"/>
              </a:spcBef>
            </a:pPr>
            <a:r>
              <a:rPr lang="en-US" altLang="en-US" sz="2800" b="1">
                <a:latin typeface="Arial Unicode MS" charset="0"/>
              </a:rPr>
              <a:t>-</a:t>
            </a:r>
            <a:endParaRPr lang="en-US" altLang="en-US" sz="2800" b="1">
              <a:latin typeface="Arial Unicode MS" charset="0"/>
            </a:endParaRPr>
          </a:p>
        </p:txBody>
      </p:sp>
      <p:sp>
        <p:nvSpPr>
          <p:cNvPr id="49163" name="Text Box 18"/>
          <p:cNvSpPr txBox="1">
            <a:spLocks noChangeArrowheads="1"/>
          </p:cNvSpPr>
          <p:nvPr/>
        </p:nvSpPr>
        <p:spPr bwMode="auto">
          <a:xfrm>
            <a:off x="4800600" y="1447800"/>
            <a:ext cx="381000"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37931725" indent="-37474525">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a:spcBef>
                <a:spcPct val="50000"/>
              </a:spcBef>
            </a:pPr>
            <a:r>
              <a:rPr lang="en-US" altLang="en-US" sz="2800" b="1">
                <a:latin typeface="Arial Unicode MS" charset="0"/>
              </a:rPr>
              <a:t>-</a:t>
            </a:r>
            <a:endParaRPr lang="en-US" altLang="en-US" sz="2800" b="1">
              <a:latin typeface="Arial Unicode MS" charset="0"/>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70018" name="Rectangle 2"/>
          <p:cNvSpPr>
            <a:spLocks noGrp="1" noRot="1" noChangeArrowheads="1"/>
          </p:cNvSpPr>
          <p:nvPr>
            <p:ph type="title"/>
          </p:nvPr>
        </p:nvSpPr>
        <p:spPr/>
        <p:txBody>
          <a:bodyPr/>
          <a:lstStyle/>
          <a:p>
            <a:pPr eaLnBrk="1" hangingPunct="1">
              <a:defRPr/>
            </a:pPr>
            <a:r>
              <a:rPr lang="en-US">
                <a:ea typeface="+mj-ea"/>
                <a:cs typeface="+mj-cs"/>
              </a:rPr>
              <a:t>MOs using </a:t>
            </a:r>
            <a:r>
              <a:rPr lang="en-US" i="1">
                <a:ea typeface="+mj-ea"/>
                <a:cs typeface="+mj-cs"/>
              </a:rPr>
              <a:t>p</a:t>
            </a:r>
            <a:r>
              <a:rPr lang="en-US">
                <a:ea typeface="+mj-ea"/>
                <a:cs typeface="+mj-cs"/>
              </a:rPr>
              <a:t> orbitals</a:t>
            </a:r>
            <a:endParaRPr lang="en-US">
              <a:ea typeface="+mj-ea"/>
              <a:cs typeface="+mj-cs"/>
            </a:endParaRPr>
          </a:p>
        </p:txBody>
      </p:sp>
      <p:sp>
        <p:nvSpPr>
          <p:cNvPr id="470019" name="Rectangle 3"/>
          <p:cNvSpPr>
            <a:spLocks noGrp="1" noChangeArrowheads="1"/>
          </p:cNvSpPr>
          <p:nvPr>
            <p:ph type="body" sz="half" idx="2"/>
          </p:nvPr>
        </p:nvSpPr>
        <p:spPr>
          <a:xfrm>
            <a:off x="457200" y="3886200"/>
            <a:ext cx="8229600" cy="2239963"/>
          </a:xfrm>
        </p:spPr>
        <p:txBody>
          <a:bodyPr/>
          <a:lstStyle/>
          <a:p>
            <a:pPr eaLnBrk="1" hangingPunct="1">
              <a:buFont typeface="Wingdings" panose="05000000000000000000" pitchFamily="2" charset="2"/>
              <a:buNone/>
              <a:defRPr/>
            </a:pPr>
            <a:r>
              <a:rPr lang="en-US" altLang="en-US">
                <a:effectLst>
                  <a:outerShdw blurRad="38100" dist="38100" dir="2700000" algn="tl">
                    <a:srgbClr val="C0C0C0"/>
                  </a:outerShdw>
                </a:effectLst>
                <a:ea typeface="MS PGothic" panose="020B0600070205080204" pitchFamily="34" charset="-128"/>
              </a:rPr>
              <a:t>		The designation </a:t>
            </a:r>
            <a:r>
              <a:rPr lang="el-GR" altLang="en-US">
                <a:effectLst>
                  <a:outerShdw blurRad="38100" dist="38100" dir="2700000" algn="tl">
                    <a:srgbClr val="C0C0C0"/>
                  </a:outerShdw>
                </a:effectLst>
                <a:latin typeface="Times" panose="02020603050405020304" pitchFamily="18" charset="0"/>
                <a:ea typeface="MS PGothic" panose="020B0600070205080204" pitchFamily="34" charset="-128"/>
              </a:rPr>
              <a:t>σ</a:t>
            </a:r>
            <a:r>
              <a:rPr lang="en-US" altLang="en-US">
                <a:effectLst>
                  <a:outerShdw blurRad="38100" dist="38100" dir="2700000" algn="tl">
                    <a:srgbClr val="C0C0C0"/>
                  </a:outerShdw>
                </a:effectLst>
                <a:ea typeface="MS PGothic" panose="020B0600070205080204" pitchFamily="34" charset="-128"/>
              </a:rPr>
              <a:t> indicates symmetric electron density around the internuclear (</a:t>
            </a:r>
            <a:r>
              <a:rPr lang="en-US" altLang="en-US" i="1">
                <a:effectLst>
                  <a:outerShdw blurRad="38100" dist="38100" dir="2700000" algn="tl">
                    <a:srgbClr val="C0C0C0"/>
                  </a:outerShdw>
                </a:effectLst>
                <a:ea typeface="MS PGothic" panose="020B0600070205080204" pitchFamily="34" charset="-128"/>
              </a:rPr>
              <a:t>x</a:t>
            </a:r>
            <a:r>
              <a:rPr lang="en-US" altLang="en-US">
                <a:effectLst>
                  <a:outerShdw blurRad="38100" dist="38100" dir="2700000" algn="tl">
                    <a:srgbClr val="C0C0C0"/>
                  </a:outerShdw>
                </a:effectLst>
                <a:ea typeface="MS PGothic" panose="020B0600070205080204" pitchFamily="34" charset="-128"/>
              </a:rPr>
              <a:t>) axis.  The + and – signs indicate the sign of the wave function, and not electrical charges.</a:t>
            </a:r>
            <a:endParaRPr lang="el-GR" altLang="en-US">
              <a:effectLst>
                <a:outerShdw blurRad="38100" dist="38100" dir="2700000" algn="tl">
                  <a:srgbClr val="C0C0C0"/>
                </a:outerShdw>
              </a:effectLst>
              <a:ea typeface="MS PGothic" panose="020B0600070205080204" pitchFamily="34" charset="-128"/>
            </a:endParaRPr>
          </a:p>
        </p:txBody>
      </p:sp>
      <p:graphicFrame>
        <p:nvGraphicFramePr>
          <p:cNvPr id="50180" name="Object 2"/>
          <p:cNvGraphicFramePr>
            <a:graphicFrameLocks noGrp="1" noChangeAspect="1"/>
          </p:cNvGraphicFramePr>
          <p:nvPr>
            <p:ph sz="half" idx="1"/>
          </p:nvPr>
        </p:nvGraphicFramePr>
        <p:xfrm>
          <a:off x="2133600" y="1447800"/>
          <a:ext cx="4827588" cy="2185988"/>
        </p:xfrm>
        <a:graphic>
          <a:graphicData uri="http://schemas.openxmlformats.org/presentationml/2006/ole">
            <mc:AlternateContent xmlns:mc="http://schemas.openxmlformats.org/markup-compatibility/2006">
              <mc:Choice xmlns:v="urn:schemas-microsoft-com:vml" Requires="v">
                <p:oleObj spid="_x0000_s2" name="Image" r:id="rId1" imgW="3933825" imgH="1781175" progId="PhotoshopElements.Image.3">
                  <p:embed/>
                </p:oleObj>
              </mc:Choice>
              <mc:Fallback>
                <p:oleObj name="Image" r:id="rId1" imgW="3933825" imgH="1781175" progId="PhotoshopElements.Image.3">
                  <p:embed/>
                  <p:pic>
                    <p:nvPicPr>
                      <p:cNvPr id="0" name="Object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33600" y="1447800"/>
                        <a:ext cx="4827588" cy="2185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50181" name="Text Box 5"/>
          <p:cNvSpPr txBox="1">
            <a:spLocks noChangeArrowheads="1"/>
          </p:cNvSpPr>
          <p:nvPr/>
        </p:nvSpPr>
        <p:spPr bwMode="auto">
          <a:xfrm>
            <a:off x="5029200" y="3048000"/>
            <a:ext cx="381000" cy="5794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37931725" indent="-37474525">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a:spcBef>
                <a:spcPct val="50000"/>
              </a:spcBef>
            </a:pPr>
            <a:r>
              <a:rPr lang="en-US" altLang="en-US" sz="3200" b="1">
                <a:latin typeface="Arial Unicode MS" charset="0"/>
              </a:rPr>
              <a:t>+</a:t>
            </a:r>
            <a:endParaRPr lang="en-US" altLang="en-US" sz="3200" b="1">
              <a:latin typeface="Arial Unicode MS" charset="0"/>
            </a:endParaRPr>
          </a:p>
        </p:txBody>
      </p:sp>
      <p:sp>
        <p:nvSpPr>
          <p:cNvPr id="50182" name="Text Box 6"/>
          <p:cNvSpPr txBox="1">
            <a:spLocks noChangeArrowheads="1"/>
          </p:cNvSpPr>
          <p:nvPr/>
        </p:nvSpPr>
        <p:spPr bwMode="auto">
          <a:xfrm>
            <a:off x="5257800" y="1524000"/>
            <a:ext cx="381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37931725" indent="-37474525">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a:spcBef>
                <a:spcPct val="50000"/>
              </a:spcBef>
            </a:pPr>
            <a:r>
              <a:rPr lang="en-US" altLang="en-US" sz="2400" b="1">
                <a:latin typeface="Arial Unicode MS" charset="0"/>
              </a:rPr>
              <a:t>+</a:t>
            </a:r>
            <a:endParaRPr lang="en-US" altLang="en-US" sz="2400" b="1">
              <a:latin typeface="Arial Unicode MS" charset="0"/>
            </a:endParaRPr>
          </a:p>
        </p:txBody>
      </p:sp>
      <p:sp>
        <p:nvSpPr>
          <p:cNvPr id="50183" name="Text Box 7"/>
          <p:cNvSpPr txBox="1">
            <a:spLocks noChangeArrowheads="1"/>
          </p:cNvSpPr>
          <p:nvPr/>
        </p:nvSpPr>
        <p:spPr bwMode="auto">
          <a:xfrm>
            <a:off x="4343400" y="1524000"/>
            <a:ext cx="381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37931725" indent="-37474525">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a:spcBef>
                <a:spcPct val="50000"/>
              </a:spcBef>
            </a:pPr>
            <a:r>
              <a:rPr lang="en-US" altLang="en-US" sz="2400" b="1">
                <a:latin typeface="Arial Unicode MS" charset="0"/>
              </a:rPr>
              <a:t>+</a:t>
            </a:r>
            <a:endParaRPr lang="en-US" altLang="en-US" sz="2400" b="1">
              <a:latin typeface="Arial Unicode MS" charset="0"/>
            </a:endParaRPr>
          </a:p>
        </p:txBody>
      </p:sp>
      <p:sp>
        <p:nvSpPr>
          <p:cNvPr id="50184" name="Text Box 8"/>
          <p:cNvSpPr txBox="1">
            <a:spLocks noChangeArrowheads="1"/>
          </p:cNvSpPr>
          <p:nvPr/>
        </p:nvSpPr>
        <p:spPr bwMode="auto">
          <a:xfrm>
            <a:off x="5791200" y="1447800"/>
            <a:ext cx="381000"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37931725" indent="-37474525">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a:spcBef>
                <a:spcPct val="50000"/>
              </a:spcBef>
            </a:pPr>
            <a:r>
              <a:rPr lang="en-US" altLang="en-US" sz="2800" b="1">
                <a:latin typeface="Arial Unicode MS" charset="0"/>
              </a:rPr>
              <a:t>-</a:t>
            </a:r>
            <a:endParaRPr lang="en-US" altLang="en-US" sz="2800" b="1">
              <a:latin typeface="Arial Unicode MS" charset="0"/>
            </a:endParaRPr>
          </a:p>
        </p:txBody>
      </p:sp>
      <p:sp>
        <p:nvSpPr>
          <p:cNvPr id="50185" name="Text Box 9"/>
          <p:cNvSpPr txBox="1">
            <a:spLocks noChangeArrowheads="1"/>
          </p:cNvSpPr>
          <p:nvPr/>
        </p:nvSpPr>
        <p:spPr bwMode="auto">
          <a:xfrm>
            <a:off x="5638800" y="3048000"/>
            <a:ext cx="381000"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37931725" indent="-37474525">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a:spcBef>
                <a:spcPct val="50000"/>
              </a:spcBef>
            </a:pPr>
            <a:r>
              <a:rPr lang="en-US" altLang="en-US" sz="2800" b="1">
                <a:latin typeface="Arial Unicode MS" charset="0"/>
              </a:rPr>
              <a:t>-</a:t>
            </a:r>
            <a:endParaRPr lang="en-US" altLang="en-US" sz="2800" b="1">
              <a:latin typeface="Arial Unicode MS" charset="0"/>
            </a:endParaRPr>
          </a:p>
        </p:txBody>
      </p:sp>
      <p:sp>
        <p:nvSpPr>
          <p:cNvPr id="50186" name="Text Box 10"/>
          <p:cNvSpPr txBox="1">
            <a:spLocks noChangeArrowheads="1"/>
          </p:cNvSpPr>
          <p:nvPr/>
        </p:nvSpPr>
        <p:spPr bwMode="auto">
          <a:xfrm>
            <a:off x="4495800" y="3048000"/>
            <a:ext cx="381000"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37931725" indent="-37474525">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a:spcBef>
                <a:spcPct val="50000"/>
              </a:spcBef>
            </a:pPr>
            <a:r>
              <a:rPr lang="en-US" altLang="en-US" sz="2800" b="1">
                <a:latin typeface="Arial Unicode MS" charset="0"/>
              </a:rPr>
              <a:t>-</a:t>
            </a:r>
            <a:endParaRPr lang="en-US" altLang="en-US" sz="2800" b="1">
              <a:latin typeface="Arial Unicode MS" charset="0"/>
            </a:endParaRPr>
          </a:p>
        </p:txBody>
      </p:sp>
      <p:sp>
        <p:nvSpPr>
          <p:cNvPr id="50187" name="Text Box 11"/>
          <p:cNvSpPr txBox="1">
            <a:spLocks noChangeArrowheads="1"/>
          </p:cNvSpPr>
          <p:nvPr/>
        </p:nvSpPr>
        <p:spPr bwMode="auto">
          <a:xfrm>
            <a:off x="4800600" y="1447800"/>
            <a:ext cx="381000"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37931725" indent="-37474525">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a:spcBef>
                <a:spcPct val="50000"/>
              </a:spcBef>
            </a:pPr>
            <a:r>
              <a:rPr lang="en-US" altLang="en-US" sz="2800" b="1">
                <a:latin typeface="Arial Unicode MS" charset="0"/>
              </a:rPr>
              <a:t>-</a:t>
            </a:r>
            <a:endParaRPr lang="en-US" altLang="en-US" sz="2800" b="1">
              <a:latin typeface="Arial Unicode MS" charset="0"/>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2411760" y="1168269"/>
            <a:ext cx="4436452" cy="4925027"/>
          </a:xfrm>
          <a:prstGeom prst="rect">
            <a:avLst/>
          </a:prstGeom>
        </p:spPr>
      </p:pic>
      <p:pic>
        <p:nvPicPr>
          <p:cNvPr id="2" name="Picture 1"/>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35496" y="1160875"/>
            <a:ext cx="4436452" cy="4925027"/>
          </a:xfrm>
          <a:prstGeom prst="rect">
            <a:avLst/>
          </a:prstGeom>
        </p:spPr>
      </p:pic>
      <p:sp>
        <p:nvSpPr>
          <p:cNvPr id="4" name="Rectangle 6"/>
          <p:cNvSpPr txBox="1">
            <a:spLocks noChangeArrowheads="1"/>
          </p:cNvSpPr>
          <p:nvPr/>
        </p:nvSpPr>
        <p:spPr bwMode="auto">
          <a:xfrm>
            <a:off x="6156176" y="908720"/>
            <a:ext cx="2806700" cy="4114800"/>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lvl1pPr marL="342900" indent="-342900" algn="l" rtl="0" eaLnBrk="0" fontAlgn="base" hangingPunct="0">
              <a:spcBef>
                <a:spcPct val="20000"/>
              </a:spcBef>
              <a:spcAft>
                <a:spcPct val="0"/>
              </a:spcAft>
              <a:buClr>
                <a:schemeClr val="hlink"/>
              </a:buClr>
              <a:buSzPct val="70000"/>
              <a:buFont typeface="Wingdings" panose="05000000000000000000" pitchFamily="2" charset="2"/>
              <a:buChar char="n"/>
              <a:defRPr sz="3200">
                <a:solidFill>
                  <a:schemeClr val="tx1"/>
                </a:solidFill>
                <a:effectLst>
                  <a:outerShdw blurRad="38100" dist="38100" dir="2700000" algn="tl">
                    <a:srgbClr val="000000"/>
                  </a:outerShdw>
                </a:effectLst>
                <a:latin typeface="+mn-lt"/>
                <a:ea typeface="MS PGothic" panose="020B0600070205080204" pitchFamily="34" charset="-128"/>
                <a:cs typeface="MS PGothic" panose="020B0600070205080204" pitchFamily="34" charset="-128"/>
              </a:defRPr>
            </a:lvl1pPr>
            <a:lvl2pPr marL="742950" indent="-285750" algn="l" rtl="0" eaLnBrk="0" fontAlgn="base" hangingPunct="0">
              <a:spcBef>
                <a:spcPct val="20000"/>
              </a:spcBef>
              <a:spcAft>
                <a:spcPct val="0"/>
              </a:spcAft>
              <a:buClr>
                <a:schemeClr val="accent2"/>
              </a:buClr>
              <a:buSzPct val="70000"/>
              <a:buFont typeface="Wingdings" panose="05000000000000000000" pitchFamily="2" charset="2"/>
              <a:buChar char="n"/>
              <a:defRPr sz="2800">
                <a:solidFill>
                  <a:schemeClr val="tx1"/>
                </a:solidFill>
                <a:effectLst>
                  <a:outerShdw blurRad="38100" dist="38100" dir="2700000" algn="tl">
                    <a:srgbClr val="000000"/>
                  </a:outerShdw>
                </a:effectLst>
                <a:latin typeface="+mn-lt"/>
                <a:ea typeface="MS PGothic" panose="020B0600070205080204" pitchFamily="34" charset="-128"/>
              </a:defRPr>
            </a:lvl2pPr>
            <a:lvl3pPr marL="1143000" indent="-228600" algn="l" rtl="0" eaLnBrk="0" fontAlgn="base" hangingPunct="0">
              <a:spcBef>
                <a:spcPct val="20000"/>
              </a:spcBef>
              <a:spcAft>
                <a:spcPct val="0"/>
              </a:spcAft>
              <a:buClr>
                <a:schemeClr val="tx2"/>
              </a:buClr>
              <a:buSzPct val="70000"/>
              <a:buFont typeface="Wingdings" panose="05000000000000000000" pitchFamily="2" charset="2"/>
              <a:buChar char="n"/>
              <a:defRPr sz="2400">
                <a:solidFill>
                  <a:schemeClr val="tx1"/>
                </a:solidFill>
                <a:effectLst>
                  <a:outerShdw blurRad="38100" dist="38100" dir="2700000" algn="tl">
                    <a:srgbClr val="000000"/>
                  </a:outerShdw>
                </a:effectLst>
                <a:latin typeface="+mn-lt"/>
                <a:ea typeface="MS PGothic" panose="020B0600070205080204" pitchFamily="34" charset="-128"/>
              </a:defRPr>
            </a:lvl3pPr>
            <a:lvl4pPr marL="1600200" indent="-228600" algn="l" rtl="0" eaLnBrk="0" fontAlgn="base" hangingPunct="0">
              <a:spcBef>
                <a:spcPct val="20000"/>
              </a:spcBef>
              <a:spcAft>
                <a:spcPct val="0"/>
              </a:spcAft>
              <a:buClr>
                <a:schemeClr val="accent2"/>
              </a:buClr>
              <a:buSzPct val="70000"/>
              <a:buFont typeface="Wingdings" panose="05000000000000000000" pitchFamily="2" charset="2"/>
              <a:buChar char="n"/>
              <a:defRPr sz="2000">
                <a:solidFill>
                  <a:schemeClr val="tx1"/>
                </a:solidFill>
                <a:effectLst>
                  <a:outerShdw blurRad="38100" dist="38100" dir="2700000" algn="tl">
                    <a:srgbClr val="000000"/>
                  </a:outerShdw>
                </a:effectLst>
                <a:latin typeface="+mn-lt"/>
                <a:ea typeface="MS PGothic" panose="020B0600070205080204" pitchFamily="34" charset="-128"/>
              </a:defRPr>
            </a:lvl4pPr>
            <a:lvl5pPr marL="2057400" indent="-228600" algn="l" rtl="0" eaLnBrk="0" fontAlgn="base" hangingPunct="0">
              <a:spcBef>
                <a:spcPct val="20000"/>
              </a:spcBef>
              <a:spcAft>
                <a:spcPct val="0"/>
              </a:spcAft>
              <a:buClr>
                <a:schemeClr val="hlink"/>
              </a:buClr>
              <a:buSzPct val="70000"/>
              <a:buFont typeface="Wingdings" panose="05000000000000000000" pitchFamily="2" charset="2"/>
              <a:buChar char="n"/>
              <a:defRPr sz="2000">
                <a:solidFill>
                  <a:schemeClr val="tx1"/>
                </a:solidFill>
                <a:effectLst>
                  <a:outerShdw blurRad="38100" dist="38100" dir="2700000" algn="tl">
                    <a:srgbClr val="000000"/>
                  </a:outerShdw>
                </a:effectLst>
                <a:latin typeface="+mn-lt"/>
                <a:ea typeface="MS PGothic" panose="020B0600070205080204" pitchFamily="34" charset="-128"/>
              </a:defRPr>
            </a:lvl5pPr>
            <a:lvl6pPr marL="2514600" indent="-228600" algn="l" rtl="0" fontAlgn="base">
              <a:spcBef>
                <a:spcPct val="20000"/>
              </a:spcBef>
              <a:spcAft>
                <a:spcPct val="0"/>
              </a:spcAft>
              <a:buClr>
                <a:schemeClr val="hlink"/>
              </a:buClr>
              <a:buSzPct val="70000"/>
              <a:buFont typeface="Wingdings" panose="05000000000000000000" pitchFamily="2" charset="2"/>
              <a:buChar char="n"/>
              <a:defRPr sz="2000">
                <a:solidFill>
                  <a:schemeClr val="tx1"/>
                </a:solidFill>
                <a:effectLst>
                  <a:outerShdw blurRad="38100" dist="38100" dir="2700000" algn="tl">
                    <a:srgbClr val="000000"/>
                  </a:outerShdw>
                </a:effectLst>
                <a:latin typeface="+mn-lt"/>
                <a:ea typeface="MS PGothic" panose="020B0600070205080204" pitchFamily="34" charset="-128"/>
              </a:defRPr>
            </a:lvl6pPr>
            <a:lvl7pPr marL="2971800" indent="-228600" algn="l" rtl="0" fontAlgn="base">
              <a:spcBef>
                <a:spcPct val="20000"/>
              </a:spcBef>
              <a:spcAft>
                <a:spcPct val="0"/>
              </a:spcAft>
              <a:buClr>
                <a:schemeClr val="hlink"/>
              </a:buClr>
              <a:buSzPct val="70000"/>
              <a:buFont typeface="Wingdings" panose="05000000000000000000" pitchFamily="2" charset="2"/>
              <a:buChar char="n"/>
              <a:defRPr sz="2000">
                <a:solidFill>
                  <a:schemeClr val="tx1"/>
                </a:solidFill>
                <a:effectLst>
                  <a:outerShdw blurRad="38100" dist="38100" dir="2700000" algn="tl">
                    <a:srgbClr val="000000"/>
                  </a:outerShdw>
                </a:effectLst>
                <a:latin typeface="+mn-lt"/>
                <a:ea typeface="MS PGothic" panose="020B0600070205080204" pitchFamily="34" charset="-128"/>
              </a:defRPr>
            </a:lvl7pPr>
            <a:lvl8pPr marL="3429000" indent="-228600" algn="l" rtl="0" fontAlgn="base">
              <a:spcBef>
                <a:spcPct val="20000"/>
              </a:spcBef>
              <a:spcAft>
                <a:spcPct val="0"/>
              </a:spcAft>
              <a:buClr>
                <a:schemeClr val="hlink"/>
              </a:buClr>
              <a:buSzPct val="70000"/>
              <a:buFont typeface="Wingdings" panose="05000000000000000000" pitchFamily="2" charset="2"/>
              <a:buChar char="n"/>
              <a:defRPr sz="2000">
                <a:solidFill>
                  <a:schemeClr val="tx1"/>
                </a:solidFill>
                <a:effectLst>
                  <a:outerShdw blurRad="38100" dist="38100" dir="2700000" algn="tl">
                    <a:srgbClr val="000000"/>
                  </a:outerShdw>
                </a:effectLst>
                <a:latin typeface="+mn-lt"/>
                <a:ea typeface="MS PGothic" panose="020B0600070205080204" pitchFamily="34" charset="-128"/>
              </a:defRPr>
            </a:lvl8pPr>
            <a:lvl9pPr marL="3886200" indent="-228600" algn="l" rtl="0" fontAlgn="base">
              <a:spcBef>
                <a:spcPct val="20000"/>
              </a:spcBef>
              <a:spcAft>
                <a:spcPct val="0"/>
              </a:spcAft>
              <a:buClr>
                <a:schemeClr val="hlink"/>
              </a:buClr>
              <a:buSzPct val="70000"/>
              <a:buFont typeface="Wingdings" panose="05000000000000000000" pitchFamily="2" charset="2"/>
              <a:buChar char="n"/>
              <a:defRPr sz="2000">
                <a:solidFill>
                  <a:schemeClr val="tx1"/>
                </a:solidFill>
                <a:effectLst>
                  <a:outerShdw blurRad="38100" dist="38100" dir="2700000" algn="tl">
                    <a:srgbClr val="000000"/>
                  </a:outerShdw>
                </a:effectLst>
                <a:latin typeface="+mn-lt"/>
                <a:ea typeface="MS PGothic" panose="020B0600070205080204" pitchFamily="34" charset="-128"/>
              </a:defRPr>
            </a:lvl9pPr>
          </a:lstStyle>
          <a:p>
            <a:pPr eaLnBrk="1" hangingPunct="1">
              <a:lnSpc>
                <a:spcPct val="90000"/>
              </a:lnSpc>
            </a:pPr>
            <a:r>
              <a:rPr lang="en-GB" altLang="en-US" sz="2400" kern="0" dirty="0">
                <a:latin typeface="Aharoni" pitchFamily="2" charset="0"/>
                <a:cs typeface="Aharoni" pitchFamily="2" charset="0"/>
              </a:rPr>
              <a:t>Because p orbitals on the same atom are orthogonal, once you form </a:t>
            </a:r>
            <a:r>
              <a:rPr lang="el-GR" altLang="en-US" sz="2400" kern="0" dirty="0">
                <a:latin typeface="Arial" panose="020B0604020202020204" pitchFamily="34" charset="0"/>
                <a:cs typeface="Arial" panose="020B0604020202020204" pitchFamily="34" charset="0"/>
              </a:rPr>
              <a:t>σ</a:t>
            </a:r>
            <a:r>
              <a:rPr lang="en-GB" altLang="en-US" sz="2400" kern="0" dirty="0">
                <a:latin typeface="Arial" panose="020B0604020202020204" pitchFamily="34" charset="0"/>
                <a:cs typeface="Arial" panose="020B0604020202020204" pitchFamily="34" charset="0"/>
              </a:rPr>
              <a:t> bonds through frontal overlap (here shown on x axis, blue orbitals) the other two pair of orbitals (</a:t>
            </a:r>
            <a:r>
              <a:rPr lang="en-GB" altLang="en-US" sz="2400" kern="0" dirty="0" err="1">
                <a:latin typeface="Arial" panose="020B0604020202020204" pitchFamily="34" charset="0"/>
                <a:cs typeface="Arial" panose="020B0604020202020204" pitchFamily="34" charset="0"/>
              </a:rPr>
              <a:t>p</a:t>
            </a:r>
            <a:r>
              <a:rPr lang="en-GB" altLang="en-US" sz="2400" kern="0" baseline="-25000" dirty="0" err="1">
                <a:latin typeface="Arial" panose="020B0604020202020204" pitchFamily="34" charset="0"/>
                <a:cs typeface="Arial" panose="020B0604020202020204" pitchFamily="34" charset="0"/>
              </a:rPr>
              <a:t>z</a:t>
            </a:r>
            <a:r>
              <a:rPr lang="en-GB" altLang="en-US" sz="2400" kern="0" baseline="-25000" dirty="0">
                <a:latin typeface="Arial" panose="020B0604020202020204" pitchFamily="34" charset="0"/>
                <a:cs typeface="Arial" panose="020B0604020202020204" pitchFamily="34" charset="0"/>
              </a:rPr>
              <a:t> </a:t>
            </a:r>
            <a:r>
              <a:rPr lang="en-GB" altLang="en-US" sz="2400" kern="0" dirty="0">
                <a:latin typeface="Arial" panose="020B0604020202020204" pitchFamily="34" charset="0"/>
                <a:cs typeface="Arial" panose="020B0604020202020204" pitchFamily="34" charset="0"/>
              </a:rPr>
              <a:t>and </a:t>
            </a:r>
            <a:r>
              <a:rPr lang="en-GB" altLang="en-US" sz="2400" kern="0" dirty="0" err="1">
                <a:latin typeface="Arial" panose="020B0604020202020204" pitchFamily="34" charset="0"/>
                <a:cs typeface="Arial" panose="020B0604020202020204" pitchFamily="34" charset="0"/>
              </a:rPr>
              <a:t>p</a:t>
            </a:r>
            <a:r>
              <a:rPr lang="en-GB" altLang="en-US" sz="2400" kern="0" baseline="-25000" dirty="0" err="1">
                <a:latin typeface="Arial" panose="020B0604020202020204" pitchFamily="34" charset="0"/>
                <a:cs typeface="Arial" panose="020B0604020202020204" pitchFamily="34" charset="0"/>
              </a:rPr>
              <a:t>y</a:t>
            </a:r>
            <a:r>
              <a:rPr lang="en-GB" altLang="en-US" sz="2400" kern="0" dirty="0">
                <a:latin typeface="Aharoni" pitchFamily="2" charset="0"/>
                <a:cs typeface="Arial" panose="020B0604020202020204" pitchFamily="34" charset="0"/>
              </a:rPr>
              <a:t>, red and black can only overlap laterally to form </a:t>
            </a:r>
            <a:r>
              <a:rPr lang="el-GR" altLang="en-US" sz="2400" kern="0" dirty="0">
                <a:latin typeface="Arial" panose="020B0604020202020204" pitchFamily="34" charset="0"/>
                <a:cs typeface="Arial" panose="020B0604020202020204" pitchFamily="34" charset="0"/>
              </a:rPr>
              <a:t>π</a:t>
            </a:r>
            <a:r>
              <a:rPr lang="en-GB" altLang="en-US" sz="2400" kern="0" dirty="0">
                <a:latin typeface="Arial" panose="020B0604020202020204" pitchFamily="34" charset="0"/>
                <a:cs typeface="Arial" panose="020B0604020202020204" pitchFamily="34" charset="0"/>
              </a:rPr>
              <a:t> bonds)</a:t>
            </a:r>
            <a:endParaRPr lang="en-GB" altLang="en-US" sz="2400" kern="0" dirty="0">
              <a:latin typeface="Aharoni" pitchFamily="2" charset="0"/>
              <a:cs typeface="Aharoni" pitchFamily="2"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nodeType="clickEffect">
                                  <p:stCondLst>
                                    <p:cond delay="0"/>
                                  </p:stCondLst>
                                  <p:childTnLst>
                                    <p:animMotion origin="layout" path="M 0.03281 0.00208 L -0.09149 0.00416 " pathEditMode="relative" rAng="0" ptsTypes="AA">
                                      <p:cBhvr>
                                        <p:cTn id="6" dur="2000" fill="hold"/>
                                        <p:tgtEl>
                                          <p:spTgt spid="3"/>
                                        </p:tgtEl>
                                        <p:attrNameLst>
                                          <p:attrName>ppt_x</p:attrName>
                                          <p:attrName>ppt_y</p:attrName>
                                        </p:attrNameLst>
                                      </p:cBhvr>
                                      <p:rCtr x="-6215" y="93"/>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71042" name="Rectangle 2"/>
          <p:cNvSpPr>
            <a:spLocks noGrp="1" noRot="1" noChangeArrowheads="1"/>
          </p:cNvSpPr>
          <p:nvPr>
            <p:ph type="title"/>
          </p:nvPr>
        </p:nvSpPr>
        <p:spPr/>
        <p:txBody>
          <a:bodyPr/>
          <a:lstStyle/>
          <a:p>
            <a:pPr eaLnBrk="1" hangingPunct="1">
              <a:defRPr/>
            </a:pPr>
            <a:r>
              <a:rPr lang="el-GR" altLang="en-US">
                <a:effectLst>
                  <a:outerShdw blurRad="38100" dist="38100" dir="2700000" algn="tl">
                    <a:srgbClr val="C0C0C0"/>
                  </a:outerShdw>
                </a:effectLst>
                <a:latin typeface="Times" panose="02020603050405020304" pitchFamily="18" charset="0"/>
                <a:ea typeface="MS PGothic" panose="020B0600070205080204" pitchFamily="34" charset="-128"/>
              </a:rPr>
              <a:t>π</a:t>
            </a:r>
            <a:r>
              <a:rPr lang="en-US" altLang="en-US">
                <a:effectLst>
                  <a:outerShdw blurRad="38100" dist="38100" dir="2700000" algn="tl">
                    <a:srgbClr val="C0C0C0"/>
                  </a:outerShdw>
                </a:effectLst>
                <a:ea typeface="MS PGothic" panose="020B0600070205080204" pitchFamily="34" charset="-128"/>
              </a:rPr>
              <a:t> Molecular Orbitals</a:t>
            </a:r>
            <a:endParaRPr lang="el-GR" altLang="en-US">
              <a:effectLst>
                <a:outerShdw blurRad="38100" dist="38100" dir="2700000" algn="tl">
                  <a:srgbClr val="C0C0C0"/>
                </a:outerShdw>
              </a:effectLst>
              <a:ea typeface="MS PGothic" panose="020B0600070205080204" pitchFamily="34" charset="-128"/>
            </a:endParaRPr>
          </a:p>
        </p:txBody>
      </p:sp>
      <p:sp>
        <p:nvSpPr>
          <p:cNvPr id="471043" name="Rectangle 3"/>
          <p:cNvSpPr>
            <a:spLocks noGrp="1" noChangeArrowheads="1"/>
          </p:cNvSpPr>
          <p:nvPr>
            <p:ph type="body" sz="half" idx="2"/>
          </p:nvPr>
        </p:nvSpPr>
        <p:spPr>
          <a:xfrm>
            <a:off x="457200" y="4191000"/>
            <a:ext cx="8229600" cy="1935163"/>
          </a:xfrm>
        </p:spPr>
        <p:txBody>
          <a:bodyPr/>
          <a:lstStyle/>
          <a:p>
            <a:pPr eaLnBrk="1" hangingPunct="1">
              <a:lnSpc>
                <a:spcPct val="90000"/>
              </a:lnSpc>
              <a:buFont typeface="Wingdings" panose="05000000000000000000" pitchFamily="2" charset="2"/>
              <a:buNone/>
              <a:defRPr/>
            </a:pPr>
            <a:r>
              <a:rPr lang="en-US" sz="2800" dirty="0">
                <a:ea typeface="+mn-ea"/>
                <a:cs typeface="+mn-cs"/>
              </a:rPr>
              <a:t>		</a:t>
            </a:r>
            <a:r>
              <a:rPr lang="en-US" dirty="0">
                <a:ea typeface="+mn-ea"/>
                <a:cs typeface="+mn-cs"/>
              </a:rPr>
              <a:t>The orbital overlap side-by-side (lateral overlap) is less than that of overlap along the bond axis (end-on-end or frontal). As a result, the bonding orbital will be higher in energy than the previous example.</a:t>
            </a:r>
            <a:r>
              <a:rPr lang="en-US" sz="2800" dirty="0">
                <a:ea typeface="+mn-ea"/>
                <a:cs typeface="+mn-cs"/>
              </a:rPr>
              <a:t>	</a:t>
            </a:r>
            <a:endParaRPr lang="en-US" sz="2800" dirty="0">
              <a:ea typeface="+mn-ea"/>
              <a:cs typeface="+mn-cs"/>
            </a:endParaRPr>
          </a:p>
        </p:txBody>
      </p:sp>
      <p:graphicFrame>
        <p:nvGraphicFramePr>
          <p:cNvPr id="54276" name="Object 2"/>
          <p:cNvGraphicFramePr>
            <a:graphicFrameLocks noGrp="1" noChangeAspect="1"/>
          </p:cNvGraphicFramePr>
          <p:nvPr>
            <p:ph sz="half" idx="1"/>
          </p:nvPr>
        </p:nvGraphicFramePr>
        <p:xfrm>
          <a:off x="2133600" y="1276350"/>
          <a:ext cx="4724400" cy="2744788"/>
        </p:xfrm>
        <a:graphic>
          <a:graphicData uri="http://schemas.openxmlformats.org/presentationml/2006/ole">
            <mc:AlternateContent xmlns:mc="http://schemas.openxmlformats.org/markup-compatibility/2006">
              <mc:Choice xmlns:v="urn:schemas-microsoft-com:vml" Requires="v">
                <p:oleObj spid="_x0000_s2" name="Image" r:id="rId1" imgW="3933825" imgH="2286000" progId="PhotoshopElements.Image.3">
                  <p:embed/>
                </p:oleObj>
              </mc:Choice>
              <mc:Fallback>
                <p:oleObj name="Image" r:id="rId1" imgW="3933825" imgH="2286000" progId="PhotoshopElements.Image.3">
                  <p:embed/>
                  <p:pic>
                    <p:nvPicPr>
                      <p:cNvPr id="0" name="Object 2"/>
                      <p:cNvPicPr>
                        <a:picLocks noGrp="1"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33600" y="1276350"/>
                        <a:ext cx="4724400" cy="2744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54277" name="Oval 6"/>
          <p:cNvSpPr>
            <a:spLocks noChangeArrowheads="1"/>
          </p:cNvSpPr>
          <p:nvPr/>
        </p:nvSpPr>
        <p:spPr bwMode="auto">
          <a:xfrm>
            <a:off x="5486400" y="1676400"/>
            <a:ext cx="76200" cy="76200"/>
          </a:xfrm>
          <a:prstGeom prst="ellipse">
            <a:avLst/>
          </a:prstGeom>
          <a:solidFill>
            <a:srgbClr val="FF0000"/>
          </a:solidFill>
          <a:ln w="9525">
            <a:solidFill>
              <a:schemeClr val="tx1"/>
            </a:solidFill>
            <a:round/>
          </a:ln>
        </p:spPr>
        <p:txBody>
          <a:bodyPr wrap="none" anchor="ctr"/>
          <a:lstStyle>
            <a:lvl1pPr>
              <a:defRPr>
                <a:solidFill>
                  <a:schemeClr val="tx1"/>
                </a:solidFill>
                <a:latin typeface="Garamond" panose="02020404030301010803" pitchFamily="18" charset="0"/>
                <a:ea typeface="MS PGothic" panose="020B0600070205080204" pitchFamily="34" charset="-128"/>
              </a:defRPr>
            </a:lvl1pPr>
            <a:lvl2pPr marL="37931725" indent="-37474525">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endParaRPr lang="en-US" altLang="en-US"/>
          </a:p>
        </p:txBody>
      </p:sp>
      <p:sp>
        <p:nvSpPr>
          <p:cNvPr id="54278" name="Oval 7"/>
          <p:cNvSpPr>
            <a:spLocks noChangeArrowheads="1"/>
          </p:cNvSpPr>
          <p:nvPr/>
        </p:nvSpPr>
        <p:spPr bwMode="auto">
          <a:xfrm>
            <a:off x="4800600" y="1676400"/>
            <a:ext cx="76200" cy="76200"/>
          </a:xfrm>
          <a:prstGeom prst="ellipse">
            <a:avLst/>
          </a:prstGeom>
          <a:solidFill>
            <a:srgbClr val="FF0000"/>
          </a:solidFill>
          <a:ln w="9525">
            <a:solidFill>
              <a:schemeClr val="tx1"/>
            </a:solidFill>
            <a:round/>
          </a:ln>
        </p:spPr>
        <p:txBody>
          <a:bodyPr wrap="none" anchor="ctr"/>
          <a:lstStyle>
            <a:lvl1pPr>
              <a:defRPr>
                <a:solidFill>
                  <a:schemeClr val="tx1"/>
                </a:solidFill>
                <a:latin typeface="Garamond" panose="02020404030301010803" pitchFamily="18" charset="0"/>
                <a:ea typeface="MS PGothic" panose="020B0600070205080204" pitchFamily="34" charset="-128"/>
              </a:defRPr>
            </a:lvl1pPr>
            <a:lvl2pPr marL="37931725" indent="-37474525">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endParaRPr lang="en-US" altLang="en-US"/>
          </a:p>
        </p:txBody>
      </p:sp>
      <p:sp>
        <p:nvSpPr>
          <p:cNvPr id="54279" name="Oval 8"/>
          <p:cNvSpPr>
            <a:spLocks noChangeArrowheads="1"/>
          </p:cNvSpPr>
          <p:nvPr/>
        </p:nvSpPr>
        <p:spPr bwMode="auto">
          <a:xfrm>
            <a:off x="5486400" y="3429000"/>
            <a:ext cx="76200" cy="76200"/>
          </a:xfrm>
          <a:prstGeom prst="ellipse">
            <a:avLst/>
          </a:prstGeom>
          <a:solidFill>
            <a:srgbClr val="FF0000"/>
          </a:solidFill>
          <a:ln w="9525">
            <a:solidFill>
              <a:schemeClr val="tx1"/>
            </a:solidFill>
            <a:round/>
          </a:ln>
        </p:spPr>
        <p:txBody>
          <a:bodyPr wrap="none" anchor="ctr"/>
          <a:lstStyle>
            <a:lvl1pPr>
              <a:defRPr>
                <a:solidFill>
                  <a:schemeClr val="tx1"/>
                </a:solidFill>
                <a:latin typeface="Garamond" panose="02020404030301010803" pitchFamily="18" charset="0"/>
                <a:ea typeface="MS PGothic" panose="020B0600070205080204" pitchFamily="34" charset="-128"/>
              </a:defRPr>
            </a:lvl1pPr>
            <a:lvl2pPr marL="37931725" indent="-37474525">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endParaRPr lang="en-US" altLang="en-US"/>
          </a:p>
        </p:txBody>
      </p:sp>
      <p:sp>
        <p:nvSpPr>
          <p:cNvPr id="54280" name="Oval 9"/>
          <p:cNvSpPr>
            <a:spLocks noChangeArrowheads="1"/>
          </p:cNvSpPr>
          <p:nvPr/>
        </p:nvSpPr>
        <p:spPr bwMode="auto">
          <a:xfrm>
            <a:off x="4876800" y="3429000"/>
            <a:ext cx="76200" cy="76200"/>
          </a:xfrm>
          <a:prstGeom prst="ellipse">
            <a:avLst/>
          </a:prstGeom>
          <a:solidFill>
            <a:srgbClr val="FF0000"/>
          </a:solidFill>
          <a:ln w="9525">
            <a:solidFill>
              <a:schemeClr val="tx1"/>
            </a:solidFill>
            <a:round/>
          </a:ln>
        </p:spPr>
        <p:txBody>
          <a:bodyPr wrap="none" anchor="ctr"/>
          <a:lstStyle>
            <a:lvl1pPr>
              <a:defRPr>
                <a:solidFill>
                  <a:schemeClr val="tx1"/>
                </a:solidFill>
                <a:latin typeface="Garamond" panose="02020404030301010803" pitchFamily="18" charset="0"/>
                <a:ea typeface="MS PGothic" panose="020B0600070205080204" pitchFamily="34" charset="-128"/>
              </a:defRPr>
            </a:lvl1pPr>
            <a:lvl2pPr marL="37931725" indent="-37474525">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endParaRPr lang="en-US" altLang="en-US"/>
          </a:p>
        </p:txBody>
      </p:sp>
      <p:sp>
        <p:nvSpPr>
          <p:cNvPr id="54281" name="Text Box 10"/>
          <p:cNvSpPr txBox="1">
            <a:spLocks noChangeArrowheads="1"/>
          </p:cNvSpPr>
          <p:nvPr/>
        </p:nvSpPr>
        <p:spPr bwMode="auto">
          <a:xfrm>
            <a:off x="2133600" y="3581400"/>
            <a:ext cx="20574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37931725" indent="-37474525">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a:lnSpc>
                <a:spcPct val="50000"/>
              </a:lnSpc>
              <a:spcBef>
                <a:spcPct val="50000"/>
              </a:spcBef>
            </a:pPr>
            <a:r>
              <a:rPr lang="en-US" altLang="en-US" sz="2400">
                <a:solidFill>
                  <a:schemeClr val="bg2"/>
                </a:solidFill>
                <a:latin typeface="Arial Unicode MS" charset="0"/>
              </a:rPr>
              <a:t>side-by-side overlap</a:t>
            </a:r>
            <a:endParaRPr lang="en-US" altLang="en-US" sz="2400">
              <a:solidFill>
                <a:schemeClr val="bg2"/>
              </a:solidFill>
              <a:latin typeface="Arial Unicode MS" charset="0"/>
            </a:endParaRPr>
          </a:p>
        </p:txBody>
      </p:sp>
      <p:sp>
        <p:nvSpPr>
          <p:cNvPr id="54282" name="Text Box 11"/>
          <p:cNvSpPr txBox="1">
            <a:spLocks noChangeArrowheads="1"/>
          </p:cNvSpPr>
          <p:nvPr/>
        </p:nvSpPr>
        <p:spPr bwMode="auto">
          <a:xfrm>
            <a:off x="4495800" y="1295400"/>
            <a:ext cx="228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37931725" indent="-37474525">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a:spcBef>
                <a:spcPct val="50000"/>
              </a:spcBef>
            </a:pPr>
            <a:r>
              <a:rPr lang="en-US" altLang="en-US" sz="2400" b="1">
                <a:latin typeface="Arial Unicode MS" charset="0"/>
              </a:rPr>
              <a:t>+</a:t>
            </a:r>
            <a:endParaRPr lang="en-US" altLang="en-US" sz="2400" b="1">
              <a:latin typeface="Arial Unicode MS" charset="0"/>
            </a:endParaRPr>
          </a:p>
        </p:txBody>
      </p:sp>
      <p:sp>
        <p:nvSpPr>
          <p:cNvPr id="54283" name="Text Box 12"/>
          <p:cNvSpPr txBox="1">
            <a:spLocks noChangeArrowheads="1"/>
          </p:cNvSpPr>
          <p:nvPr/>
        </p:nvSpPr>
        <p:spPr bwMode="auto">
          <a:xfrm>
            <a:off x="5562600" y="1752600"/>
            <a:ext cx="228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37931725" indent="-37474525">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a:spcBef>
                <a:spcPct val="50000"/>
              </a:spcBef>
            </a:pPr>
            <a:r>
              <a:rPr lang="en-US" altLang="en-US" sz="2400" b="1">
                <a:latin typeface="Arial Unicode MS" charset="0"/>
              </a:rPr>
              <a:t>+</a:t>
            </a:r>
            <a:endParaRPr lang="en-US" altLang="en-US" sz="2400" b="1">
              <a:latin typeface="Arial Unicode MS" charset="0"/>
            </a:endParaRPr>
          </a:p>
        </p:txBody>
      </p:sp>
      <p:sp>
        <p:nvSpPr>
          <p:cNvPr id="54284" name="Text Box 13"/>
          <p:cNvSpPr txBox="1">
            <a:spLocks noChangeArrowheads="1"/>
          </p:cNvSpPr>
          <p:nvPr/>
        </p:nvSpPr>
        <p:spPr bwMode="auto">
          <a:xfrm>
            <a:off x="5029200" y="2971800"/>
            <a:ext cx="228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37931725" indent="-37474525">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a:spcBef>
                <a:spcPct val="50000"/>
              </a:spcBef>
            </a:pPr>
            <a:r>
              <a:rPr lang="en-US" altLang="en-US" sz="2400" b="1">
                <a:latin typeface="Arial Unicode MS" charset="0"/>
              </a:rPr>
              <a:t>+</a:t>
            </a:r>
            <a:endParaRPr lang="en-US" altLang="en-US" sz="2400" b="1">
              <a:latin typeface="Arial Unicode MS" charset="0"/>
            </a:endParaRPr>
          </a:p>
        </p:txBody>
      </p:sp>
      <p:sp>
        <p:nvSpPr>
          <p:cNvPr id="54285" name="Text Box 14"/>
          <p:cNvSpPr txBox="1">
            <a:spLocks noChangeArrowheads="1"/>
          </p:cNvSpPr>
          <p:nvPr/>
        </p:nvSpPr>
        <p:spPr bwMode="auto">
          <a:xfrm>
            <a:off x="5638800" y="1295400"/>
            <a:ext cx="228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37931725" indent="-37474525">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a:spcBef>
                <a:spcPct val="50000"/>
              </a:spcBef>
            </a:pPr>
            <a:r>
              <a:rPr lang="en-US" altLang="en-US" sz="2400" b="1">
                <a:latin typeface="Arial Unicode MS" charset="0"/>
              </a:rPr>
              <a:t>-</a:t>
            </a:r>
            <a:endParaRPr lang="en-US" altLang="en-US" sz="2400" b="1">
              <a:latin typeface="Arial Unicode MS" charset="0"/>
            </a:endParaRPr>
          </a:p>
        </p:txBody>
      </p:sp>
      <p:sp>
        <p:nvSpPr>
          <p:cNvPr id="54286" name="Text Box 15"/>
          <p:cNvSpPr txBox="1">
            <a:spLocks noChangeArrowheads="1"/>
          </p:cNvSpPr>
          <p:nvPr/>
        </p:nvSpPr>
        <p:spPr bwMode="auto">
          <a:xfrm>
            <a:off x="4572000" y="1752600"/>
            <a:ext cx="228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37931725" indent="-37474525">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a:spcBef>
                <a:spcPct val="50000"/>
              </a:spcBef>
            </a:pPr>
            <a:r>
              <a:rPr lang="en-US" altLang="en-US" sz="2400" b="1">
                <a:latin typeface="Arial Unicode MS" charset="0"/>
              </a:rPr>
              <a:t>-</a:t>
            </a:r>
            <a:endParaRPr lang="en-US" altLang="en-US" sz="2400" b="1">
              <a:latin typeface="Arial Unicode MS" charset="0"/>
            </a:endParaRPr>
          </a:p>
        </p:txBody>
      </p:sp>
      <p:sp>
        <p:nvSpPr>
          <p:cNvPr id="54287" name="Text Box 16"/>
          <p:cNvSpPr txBox="1">
            <a:spLocks noChangeArrowheads="1"/>
          </p:cNvSpPr>
          <p:nvPr/>
        </p:nvSpPr>
        <p:spPr bwMode="auto">
          <a:xfrm>
            <a:off x="5105400" y="3505200"/>
            <a:ext cx="228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37931725" indent="-37474525">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a:spcBef>
                <a:spcPct val="50000"/>
              </a:spcBef>
            </a:pPr>
            <a:r>
              <a:rPr lang="en-US" altLang="en-US" sz="2400" b="1">
                <a:latin typeface="Arial Unicode MS" charset="0"/>
              </a:rPr>
              <a:t>-</a:t>
            </a:r>
            <a:endParaRPr lang="en-US" altLang="en-US" sz="2400" b="1">
              <a:latin typeface="Arial Unicode MS" charset="0"/>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77186" name="Rectangle 2"/>
          <p:cNvSpPr>
            <a:spLocks noGrp="1" noRot="1" noChangeArrowheads="1"/>
          </p:cNvSpPr>
          <p:nvPr>
            <p:ph type="title"/>
          </p:nvPr>
        </p:nvSpPr>
        <p:spPr/>
        <p:txBody>
          <a:bodyPr/>
          <a:lstStyle/>
          <a:p>
            <a:pPr eaLnBrk="1" hangingPunct="1">
              <a:defRPr/>
            </a:pPr>
            <a:r>
              <a:rPr lang="el-GR" altLang="en-US" dirty="0">
                <a:effectLst>
                  <a:outerShdw blurRad="38100" dist="38100" dir="2700000" algn="tl">
                    <a:srgbClr val="C0C0C0"/>
                  </a:outerShdw>
                </a:effectLst>
                <a:latin typeface="Times" panose="02020603050405020304" pitchFamily="18" charset="0"/>
                <a:ea typeface="MS PGothic" panose="020B0600070205080204" pitchFamily="34" charset="-128"/>
              </a:rPr>
              <a:t>π</a:t>
            </a:r>
            <a:r>
              <a:rPr lang="en-US" altLang="en-US" dirty="0">
                <a:effectLst>
                  <a:outerShdw blurRad="38100" dist="38100" dir="2700000" algn="tl">
                    <a:srgbClr val="C0C0C0"/>
                  </a:outerShdw>
                </a:effectLst>
                <a:ea typeface="MS PGothic" panose="020B0600070205080204" pitchFamily="34" charset="-128"/>
              </a:rPr>
              <a:t> Molecular Orbitals</a:t>
            </a:r>
            <a:endParaRPr lang="el-GR" altLang="en-US" dirty="0">
              <a:effectLst>
                <a:outerShdw blurRad="38100" dist="38100" dir="2700000" algn="tl">
                  <a:srgbClr val="C0C0C0"/>
                </a:outerShdw>
              </a:effectLst>
              <a:ea typeface="MS PGothic" panose="020B0600070205080204" pitchFamily="34" charset="-128"/>
            </a:endParaRPr>
          </a:p>
        </p:txBody>
      </p:sp>
      <p:sp>
        <p:nvSpPr>
          <p:cNvPr id="477187" name="Rectangle 3"/>
          <p:cNvSpPr>
            <a:spLocks noGrp="1" noChangeArrowheads="1"/>
          </p:cNvSpPr>
          <p:nvPr>
            <p:ph type="body" sz="half" idx="2"/>
          </p:nvPr>
        </p:nvSpPr>
        <p:spPr>
          <a:xfrm>
            <a:off x="457200" y="4191000"/>
            <a:ext cx="8229600" cy="1935163"/>
          </a:xfrm>
        </p:spPr>
        <p:txBody>
          <a:bodyPr/>
          <a:lstStyle/>
          <a:p>
            <a:pPr eaLnBrk="1" hangingPunct="1">
              <a:lnSpc>
                <a:spcPct val="90000"/>
              </a:lnSpc>
              <a:buFont typeface="Wingdings" panose="05000000000000000000" pitchFamily="2" charset="2"/>
              <a:buNone/>
              <a:defRPr/>
            </a:pPr>
            <a:r>
              <a:rPr lang="en-US" altLang="en-US" sz="2800">
                <a:effectLst>
                  <a:outerShdw blurRad="38100" dist="38100" dir="2700000" algn="tl">
                    <a:srgbClr val="C0C0C0"/>
                  </a:outerShdw>
                </a:effectLst>
                <a:ea typeface="MS PGothic" panose="020B0600070205080204" pitchFamily="34" charset="-128"/>
              </a:rPr>
              <a:t>		</a:t>
            </a:r>
            <a:r>
              <a:rPr lang="el-GR" altLang="en-US">
                <a:effectLst>
                  <a:outerShdw blurRad="38100" dist="38100" dir="2700000" algn="tl">
                    <a:srgbClr val="C0C0C0"/>
                  </a:outerShdw>
                </a:effectLst>
                <a:latin typeface="Times" panose="02020603050405020304" pitchFamily="18" charset="0"/>
                <a:ea typeface="MS PGothic" panose="020B0600070205080204" pitchFamily="34" charset="-128"/>
              </a:rPr>
              <a:t>π</a:t>
            </a:r>
            <a:r>
              <a:rPr lang="en-US" altLang="en-US">
                <a:effectLst>
                  <a:outerShdw blurRad="38100" dist="38100" dir="2700000" algn="tl">
                    <a:srgbClr val="C0C0C0"/>
                  </a:outerShdw>
                </a:effectLst>
                <a:ea typeface="MS PGothic" panose="020B0600070205080204" pitchFamily="34" charset="-128"/>
              </a:rPr>
              <a:t> orbitals are asymmetric with respect to the bond axis.  There is electron density surrounding the bond axis, with a node along the internuclear axis.</a:t>
            </a:r>
            <a:endParaRPr lang="el-GR" altLang="en-US" sz="2800">
              <a:effectLst>
                <a:outerShdw blurRad="38100" dist="38100" dir="2700000" algn="tl">
                  <a:srgbClr val="C0C0C0"/>
                </a:outerShdw>
              </a:effectLst>
              <a:ea typeface="MS PGothic" panose="020B0600070205080204" pitchFamily="34" charset="-128"/>
            </a:endParaRPr>
          </a:p>
        </p:txBody>
      </p:sp>
      <p:graphicFrame>
        <p:nvGraphicFramePr>
          <p:cNvPr id="55300" name="Object 2"/>
          <p:cNvGraphicFramePr>
            <a:graphicFrameLocks noGrp="1" noChangeAspect="1"/>
          </p:cNvGraphicFramePr>
          <p:nvPr>
            <p:ph sz="half" idx="1"/>
          </p:nvPr>
        </p:nvGraphicFramePr>
        <p:xfrm>
          <a:off x="2133600" y="1276350"/>
          <a:ext cx="4724400" cy="2744788"/>
        </p:xfrm>
        <a:graphic>
          <a:graphicData uri="http://schemas.openxmlformats.org/presentationml/2006/ole">
            <mc:AlternateContent xmlns:mc="http://schemas.openxmlformats.org/markup-compatibility/2006">
              <mc:Choice xmlns:v="urn:schemas-microsoft-com:vml" Requires="v">
                <p:oleObj spid="_x0000_s2" name="Image" r:id="rId1" imgW="3933825" imgH="2286000" progId="PhotoshopElements.Image.3">
                  <p:embed/>
                </p:oleObj>
              </mc:Choice>
              <mc:Fallback>
                <p:oleObj name="Image" r:id="rId1" imgW="3933825" imgH="2286000" progId="PhotoshopElements.Image.3">
                  <p:embed/>
                  <p:pic>
                    <p:nvPicPr>
                      <p:cNvPr id="0" name="Object 2"/>
                      <p:cNvPicPr>
                        <a:picLocks noGrp="1"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33600" y="1276350"/>
                        <a:ext cx="4724400" cy="2744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55301" name="Oval 5"/>
          <p:cNvSpPr>
            <a:spLocks noChangeArrowheads="1"/>
          </p:cNvSpPr>
          <p:nvPr/>
        </p:nvSpPr>
        <p:spPr bwMode="auto">
          <a:xfrm>
            <a:off x="5486400" y="1676400"/>
            <a:ext cx="76200" cy="76200"/>
          </a:xfrm>
          <a:prstGeom prst="ellipse">
            <a:avLst/>
          </a:prstGeom>
          <a:solidFill>
            <a:srgbClr val="FF0000"/>
          </a:solidFill>
          <a:ln w="9525">
            <a:solidFill>
              <a:schemeClr val="tx1"/>
            </a:solidFill>
            <a:round/>
          </a:ln>
        </p:spPr>
        <p:txBody>
          <a:bodyPr wrap="none" anchor="ctr"/>
          <a:lstStyle>
            <a:lvl1pPr>
              <a:defRPr>
                <a:solidFill>
                  <a:schemeClr val="tx1"/>
                </a:solidFill>
                <a:latin typeface="Garamond" panose="02020404030301010803" pitchFamily="18" charset="0"/>
                <a:ea typeface="MS PGothic" panose="020B0600070205080204" pitchFamily="34" charset="-128"/>
              </a:defRPr>
            </a:lvl1pPr>
            <a:lvl2pPr marL="37931725" indent="-37474525">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endParaRPr lang="en-US" altLang="en-US"/>
          </a:p>
        </p:txBody>
      </p:sp>
      <p:sp>
        <p:nvSpPr>
          <p:cNvPr id="55302" name="Oval 6"/>
          <p:cNvSpPr>
            <a:spLocks noChangeArrowheads="1"/>
          </p:cNvSpPr>
          <p:nvPr/>
        </p:nvSpPr>
        <p:spPr bwMode="auto">
          <a:xfrm>
            <a:off x="4800600" y="1676400"/>
            <a:ext cx="76200" cy="76200"/>
          </a:xfrm>
          <a:prstGeom prst="ellipse">
            <a:avLst/>
          </a:prstGeom>
          <a:solidFill>
            <a:srgbClr val="FF0000"/>
          </a:solidFill>
          <a:ln w="9525">
            <a:solidFill>
              <a:schemeClr val="tx1"/>
            </a:solidFill>
            <a:round/>
          </a:ln>
        </p:spPr>
        <p:txBody>
          <a:bodyPr wrap="none" anchor="ctr"/>
          <a:lstStyle>
            <a:lvl1pPr>
              <a:defRPr>
                <a:solidFill>
                  <a:schemeClr val="tx1"/>
                </a:solidFill>
                <a:latin typeface="Garamond" panose="02020404030301010803" pitchFamily="18" charset="0"/>
                <a:ea typeface="MS PGothic" panose="020B0600070205080204" pitchFamily="34" charset="-128"/>
              </a:defRPr>
            </a:lvl1pPr>
            <a:lvl2pPr marL="37931725" indent="-37474525">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endParaRPr lang="en-US" altLang="en-US"/>
          </a:p>
        </p:txBody>
      </p:sp>
      <p:sp>
        <p:nvSpPr>
          <p:cNvPr id="55303" name="Oval 7"/>
          <p:cNvSpPr>
            <a:spLocks noChangeArrowheads="1"/>
          </p:cNvSpPr>
          <p:nvPr/>
        </p:nvSpPr>
        <p:spPr bwMode="auto">
          <a:xfrm>
            <a:off x="5486400" y="3429000"/>
            <a:ext cx="76200" cy="76200"/>
          </a:xfrm>
          <a:prstGeom prst="ellipse">
            <a:avLst/>
          </a:prstGeom>
          <a:solidFill>
            <a:srgbClr val="FF0000"/>
          </a:solidFill>
          <a:ln w="9525">
            <a:solidFill>
              <a:schemeClr val="tx1"/>
            </a:solidFill>
            <a:round/>
          </a:ln>
        </p:spPr>
        <p:txBody>
          <a:bodyPr wrap="none" anchor="ctr"/>
          <a:lstStyle>
            <a:lvl1pPr>
              <a:defRPr>
                <a:solidFill>
                  <a:schemeClr val="tx1"/>
                </a:solidFill>
                <a:latin typeface="Garamond" panose="02020404030301010803" pitchFamily="18" charset="0"/>
                <a:ea typeface="MS PGothic" panose="020B0600070205080204" pitchFamily="34" charset="-128"/>
              </a:defRPr>
            </a:lvl1pPr>
            <a:lvl2pPr marL="37931725" indent="-37474525">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endParaRPr lang="en-US" altLang="en-US"/>
          </a:p>
        </p:txBody>
      </p:sp>
      <p:sp>
        <p:nvSpPr>
          <p:cNvPr id="55304" name="Oval 8"/>
          <p:cNvSpPr>
            <a:spLocks noChangeArrowheads="1"/>
          </p:cNvSpPr>
          <p:nvPr/>
        </p:nvSpPr>
        <p:spPr bwMode="auto">
          <a:xfrm>
            <a:off x="4876800" y="3429000"/>
            <a:ext cx="76200" cy="76200"/>
          </a:xfrm>
          <a:prstGeom prst="ellipse">
            <a:avLst/>
          </a:prstGeom>
          <a:solidFill>
            <a:srgbClr val="FF0000"/>
          </a:solidFill>
          <a:ln w="9525">
            <a:solidFill>
              <a:schemeClr val="tx1"/>
            </a:solidFill>
            <a:round/>
          </a:ln>
        </p:spPr>
        <p:txBody>
          <a:bodyPr wrap="none" anchor="ctr"/>
          <a:lstStyle>
            <a:lvl1pPr>
              <a:defRPr>
                <a:solidFill>
                  <a:schemeClr val="tx1"/>
                </a:solidFill>
                <a:latin typeface="Garamond" panose="02020404030301010803" pitchFamily="18" charset="0"/>
                <a:ea typeface="MS PGothic" panose="020B0600070205080204" pitchFamily="34" charset="-128"/>
              </a:defRPr>
            </a:lvl1pPr>
            <a:lvl2pPr marL="37931725" indent="-37474525">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endParaRPr lang="en-US" altLang="en-US"/>
          </a:p>
        </p:txBody>
      </p:sp>
      <p:sp>
        <p:nvSpPr>
          <p:cNvPr id="55305" name="Text Box 9"/>
          <p:cNvSpPr txBox="1">
            <a:spLocks noChangeArrowheads="1"/>
          </p:cNvSpPr>
          <p:nvPr/>
        </p:nvSpPr>
        <p:spPr bwMode="auto">
          <a:xfrm>
            <a:off x="2133600" y="3581400"/>
            <a:ext cx="20574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37931725" indent="-37474525">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a:lnSpc>
                <a:spcPct val="50000"/>
              </a:lnSpc>
              <a:spcBef>
                <a:spcPct val="50000"/>
              </a:spcBef>
            </a:pPr>
            <a:r>
              <a:rPr lang="en-US" altLang="en-US" sz="2400">
                <a:solidFill>
                  <a:schemeClr val="bg2"/>
                </a:solidFill>
                <a:latin typeface="Arial Unicode MS" charset="0"/>
              </a:rPr>
              <a:t>side-by-side overlap</a:t>
            </a:r>
            <a:endParaRPr lang="en-US" altLang="en-US" sz="2400">
              <a:solidFill>
                <a:schemeClr val="bg2"/>
              </a:solidFill>
              <a:latin typeface="Arial Unicode MS" charset="0"/>
            </a:endParaRPr>
          </a:p>
        </p:txBody>
      </p:sp>
      <p:sp>
        <p:nvSpPr>
          <p:cNvPr id="55306" name="Text Box 10"/>
          <p:cNvSpPr txBox="1">
            <a:spLocks noChangeArrowheads="1"/>
          </p:cNvSpPr>
          <p:nvPr/>
        </p:nvSpPr>
        <p:spPr bwMode="auto">
          <a:xfrm>
            <a:off x="4495800" y="1295400"/>
            <a:ext cx="228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37931725" indent="-37474525">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a:spcBef>
                <a:spcPct val="50000"/>
              </a:spcBef>
            </a:pPr>
            <a:r>
              <a:rPr lang="en-US" altLang="en-US" sz="2400" b="1">
                <a:latin typeface="Arial Unicode MS" charset="0"/>
              </a:rPr>
              <a:t>+</a:t>
            </a:r>
            <a:endParaRPr lang="en-US" altLang="en-US" sz="2400" b="1">
              <a:latin typeface="Arial Unicode MS" charset="0"/>
            </a:endParaRPr>
          </a:p>
        </p:txBody>
      </p:sp>
      <p:sp>
        <p:nvSpPr>
          <p:cNvPr id="55307" name="Text Box 11"/>
          <p:cNvSpPr txBox="1">
            <a:spLocks noChangeArrowheads="1"/>
          </p:cNvSpPr>
          <p:nvPr/>
        </p:nvSpPr>
        <p:spPr bwMode="auto">
          <a:xfrm>
            <a:off x="5562600" y="1752600"/>
            <a:ext cx="228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37931725" indent="-37474525">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a:spcBef>
                <a:spcPct val="50000"/>
              </a:spcBef>
            </a:pPr>
            <a:r>
              <a:rPr lang="en-US" altLang="en-US" sz="2400" b="1">
                <a:latin typeface="Arial Unicode MS" charset="0"/>
              </a:rPr>
              <a:t>+</a:t>
            </a:r>
            <a:endParaRPr lang="en-US" altLang="en-US" sz="2400" b="1">
              <a:latin typeface="Arial Unicode MS" charset="0"/>
            </a:endParaRPr>
          </a:p>
        </p:txBody>
      </p:sp>
      <p:sp>
        <p:nvSpPr>
          <p:cNvPr id="55308" name="Text Box 12"/>
          <p:cNvSpPr txBox="1">
            <a:spLocks noChangeArrowheads="1"/>
          </p:cNvSpPr>
          <p:nvPr/>
        </p:nvSpPr>
        <p:spPr bwMode="auto">
          <a:xfrm>
            <a:off x="5029200" y="2971800"/>
            <a:ext cx="228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37931725" indent="-37474525">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a:spcBef>
                <a:spcPct val="50000"/>
              </a:spcBef>
            </a:pPr>
            <a:r>
              <a:rPr lang="en-US" altLang="en-US" sz="2400" b="1">
                <a:latin typeface="Arial Unicode MS" charset="0"/>
              </a:rPr>
              <a:t>+</a:t>
            </a:r>
            <a:endParaRPr lang="en-US" altLang="en-US" sz="2400" b="1">
              <a:latin typeface="Arial Unicode MS" charset="0"/>
            </a:endParaRPr>
          </a:p>
        </p:txBody>
      </p:sp>
      <p:sp>
        <p:nvSpPr>
          <p:cNvPr id="55309" name="Text Box 13"/>
          <p:cNvSpPr txBox="1">
            <a:spLocks noChangeArrowheads="1"/>
          </p:cNvSpPr>
          <p:nvPr/>
        </p:nvSpPr>
        <p:spPr bwMode="auto">
          <a:xfrm>
            <a:off x="5638800" y="1295400"/>
            <a:ext cx="228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37931725" indent="-37474525">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a:spcBef>
                <a:spcPct val="50000"/>
              </a:spcBef>
            </a:pPr>
            <a:r>
              <a:rPr lang="en-US" altLang="en-US" sz="2400" b="1">
                <a:latin typeface="Arial Unicode MS" charset="0"/>
              </a:rPr>
              <a:t>-</a:t>
            </a:r>
            <a:endParaRPr lang="en-US" altLang="en-US" sz="2400" b="1">
              <a:latin typeface="Arial Unicode MS" charset="0"/>
            </a:endParaRPr>
          </a:p>
        </p:txBody>
      </p:sp>
      <p:sp>
        <p:nvSpPr>
          <p:cNvPr id="55310" name="Text Box 14"/>
          <p:cNvSpPr txBox="1">
            <a:spLocks noChangeArrowheads="1"/>
          </p:cNvSpPr>
          <p:nvPr/>
        </p:nvSpPr>
        <p:spPr bwMode="auto">
          <a:xfrm>
            <a:off x="4572000" y="1752600"/>
            <a:ext cx="228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37931725" indent="-37474525">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a:spcBef>
                <a:spcPct val="50000"/>
              </a:spcBef>
            </a:pPr>
            <a:r>
              <a:rPr lang="en-US" altLang="en-US" sz="2400" b="1">
                <a:latin typeface="Arial Unicode MS" charset="0"/>
              </a:rPr>
              <a:t>-</a:t>
            </a:r>
            <a:endParaRPr lang="en-US" altLang="en-US" sz="2400" b="1">
              <a:latin typeface="Arial Unicode MS" charset="0"/>
            </a:endParaRPr>
          </a:p>
        </p:txBody>
      </p:sp>
      <p:sp>
        <p:nvSpPr>
          <p:cNvPr id="55311" name="Text Box 15"/>
          <p:cNvSpPr txBox="1">
            <a:spLocks noChangeArrowheads="1"/>
          </p:cNvSpPr>
          <p:nvPr/>
        </p:nvSpPr>
        <p:spPr bwMode="auto">
          <a:xfrm>
            <a:off x="5105400" y="3505200"/>
            <a:ext cx="228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37931725" indent="-37474525">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a:spcBef>
                <a:spcPct val="50000"/>
              </a:spcBef>
            </a:pPr>
            <a:r>
              <a:rPr lang="en-US" altLang="en-US" sz="2400" b="1">
                <a:latin typeface="Arial Unicode MS" charset="0"/>
              </a:rPr>
              <a:t>-</a:t>
            </a:r>
            <a:endParaRPr lang="en-US" altLang="en-US" sz="2400" b="1">
              <a:latin typeface="Arial Unicode MS" charset="0"/>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6"/>
          <p:cNvSpPr>
            <a:spLocks noGrp="1"/>
          </p:cNvSpPr>
          <p:nvPr>
            <p:ph type="sldNum" sz="quarter" idx="12"/>
          </p:nvPr>
        </p:nvSpPr>
        <p:spPr bwMode="auto">
          <a:xfrm>
            <a:off x="6553200" y="6324600"/>
            <a:ext cx="1905000" cy="4572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sz="2400" b="1">
                <a:solidFill>
                  <a:schemeClr val="tx1"/>
                </a:solidFill>
                <a:latin typeface="Times New Roman" panose="02020603050405020304" charset="0"/>
              </a:defRPr>
            </a:lvl1pPr>
            <a:lvl2pPr marL="742950" indent="-285750" eaLnBrk="0" hangingPunct="0">
              <a:defRPr sz="2400" b="1">
                <a:solidFill>
                  <a:schemeClr val="tx1"/>
                </a:solidFill>
                <a:latin typeface="Times New Roman" panose="02020603050405020304" charset="0"/>
              </a:defRPr>
            </a:lvl2pPr>
            <a:lvl3pPr marL="1143000" indent="-228600" eaLnBrk="0" hangingPunct="0">
              <a:defRPr sz="2400" b="1">
                <a:solidFill>
                  <a:schemeClr val="tx1"/>
                </a:solidFill>
                <a:latin typeface="Times New Roman" panose="02020603050405020304" charset="0"/>
              </a:defRPr>
            </a:lvl3pPr>
            <a:lvl4pPr marL="1600200" indent="-228600" eaLnBrk="0" hangingPunct="0">
              <a:defRPr sz="2400" b="1">
                <a:solidFill>
                  <a:schemeClr val="tx1"/>
                </a:solidFill>
                <a:latin typeface="Times New Roman" panose="02020603050405020304" charset="0"/>
              </a:defRPr>
            </a:lvl4pPr>
            <a:lvl5pPr marL="2057400" indent="-228600" eaLnBrk="0" hangingPunct="0">
              <a:defRPr sz="2400" b="1">
                <a:solidFill>
                  <a:schemeClr val="tx1"/>
                </a:solidFill>
                <a:latin typeface="Times New Roman" panose="02020603050405020304" charset="0"/>
              </a:defRPr>
            </a:lvl5pPr>
            <a:lvl6pPr marL="2514600" indent="-228600" eaLnBrk="0" fontAlgn="base" hangingPunct="0">
              <a:spcBef>
                <a:spcPct val="0"/>
              </a:spcBef>
              <a:spcAft>
                <a:spcPct val="0"/>
              </a:spcAft>
              <a:defRPr sz="2400" b="1">
                <a:solidFill>
                  <a:schemeClr val="tx1"/>
                </a:solidFill>
                <a:latin typeface="Times New Roman" panose="02020603050405020304" charset="0"/>
              </a:defRPr>
            </a:lvl6pPr>
            <a:lvl7pPr marL="2971800" indent="-228600" eaLnBrk="0" fontAlgn="base" hangingPunct="0">
              <a:spcBef>
                <a:spcPct val="0"/>
              </a:spcBef>
              <a:spcAft>
                <a:spcPct val="0"/>
              </a:spcAft>
              <a:defRPr sz="2400" b="1">
                <a:solidFill>
                  <a:schemeClr val="tx1"/>
                </a:solidFill>
                <a:latin typeface="Times New Roman" panose="02020603050405020304" charset="0"/>
              </a:defRPr>
            </a:lvl7pPr>
            <a:lvl8pPr marL="3429000" indent="-228600" eaLnBrk="0" fontAlgn="base" hangingPunct="0">
              <a:spcBef>
                <a:spcPct val="0"/>
              </a:spcBef>
              <a:spcAft>
                <a:spcPct val="0"/>
              </a:spcAft>
              <a:defRPr sz="2400" b="1">
                <a:solidFill>
                  <a:schemeClr val="tx1"/>
                </a:solidFill>
                <a:latin typeface="Times New Roman" panose="02020603050405020304" charset="0"/>
              </a:defRPr>
            </a:lvl8pPr>
            <a:lvl9pPr marL="3886200" indent="-228600" eaLnBrk="0" fontAlgn="base" hangingPunct="0">
              <a:spcBef>
                <a:spcPct val="0"/>
              </a:spcBef>
              <a:spcAft>
                <a:spcPct val="0"/>
              </a:spcAft>
              <a:defRPr sz="2400" b="1">
                <a:solidFill>
                  <a:schemeClr val="tx1"/>
                </a:solidFill>
                <a:latin typeface="Times New Roman" panose="02020603050405020304" charset="0"/>
              </a:defRPr>
            </a:lvl9pPr>
          </a:lstStyle>
          <a:p>
            <a:pPr eaLnBrk="1" hangingPunct="1"/>
            <a:fld id="{49E1453B-F3F7-41FF-89B7-90B8B507FC35}" type="slidenum">
              <a:rPr lang="en-GB" altLang="en-US" sz="1400">
                <a:latin typeface="Arial" panose="020B0604020202020204" pitchFamily="34" charset="0"/>
              </a:rPr>
            </a:fld>
            <a:endParaRPr lang="en-GB" altLang="en-US" sz="1400">
              <a:latin typeface="Arial" panose="020B0604020202020204" pitchFamily="34" charset="0"/>
            </a:endParaRPr>
          </a:p>
        </p:txBody>
      </p:sp>
      <p:pic>
        <p:nvPicPr>
          <p:cNvPr id="6" name="Picture 4" descr="FG01_06"/>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755650" y="2008659"/>
            <a:ext cx="4732338" cy="408463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7" name="Rectangle 6"/>
          <p:cNvSpPr>
            <a:spLocks noGrp="1" noChangeArrowheads="1"/>
          </p:cNvSpPr>
          <p:nvPr>
            <p:ph type="body" sz="half" idx="2"/>
          </p:nvPr>
        </p:nvSpPr>
        <p:spPr bwMode="auto">
          <a:xfrm>
            <a:off x="5651500" y="1628775"/>
            <a:ext cx="2806700" cy="41148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eaLnBrk="1" hangingPunct="1">
              <a:lnSpc>
                <a:spcPct val="90000"/>
              </a:lnSpc>
            </a:pPr>
            <a:r>
              <a:rPr lang="en-GB" altLang="en-US" sz="2400" dirty="0">
                <a:latin typeface="Aharoni" pitchFamily="2" charset="0"/>
                <a:cs typeface="Aharoni" pitchFamily="2" charset="0"/>
              </a:rPr>
              <a:t>Note: the different ‘colours’ reflect the ‘phase (mathematical + or – sign) of the </a:t>
            </a:r>
            <a:r>
              <a:rPr lang="en-GB" altLang="en-US" sz="2400" dirty="0" err="1">
                <a:latin typeface="Aharoni" pitchFamily="2" charset="0"/>
                <a:cs typeface="Aharoni" pitchFamily="2" charset="0"/>
              </a:rPr>
              <a:t>wavefunction</a:t>
            </a:r>
            <a:r>
              <a:rPr lang="en-GB" altLang="en-US" sz="2400" dirty="0">
                <a:latin typeface="Aharoni" pitchFamily="2" charset="0"/>
                <a:cs typeface="Aharoni" pitchFamily="2" charset="0"/>
              </a:rPr>
              <a:t> that describes the orbital</a:t>
            </a:r>
            <a:endParaRPr lang="en-GB" altLang="en-US" sz="2400" dirty="0">
              <a:latin typeface="Aharoni" pitchFamily="2" charset="0"/>
              <a:cs typeface="Aharoni" pitchFamily="2" charset="0"/>
            </a:endParaRPr>
          </a:p>
          <a:p>
            <a:pPr eaLnBrk="1" hangingPunct="1">
              <a:lnSpc>
                <a:spcPct val="90000"/>
              </a:lnSpc>
            </a:pPr>
            <a:r>
              <a:rPr lang="en-GB" altLang="en-US" sz="2400" dirty="0">
                <a:latin typeface="Aharoni" pitchFamily="2" charset="0"/>
                <a:cs typeface="Aharoni" pitchFamily="2" charset="0"/>
              </a:rPr>
              <a:t>Those shown here are </a:t>
            </a:r>
            <a:r>
              <a:rPr lang="en-GB" altLang="en-US" sz="2400" i="1" dirty="0" err="1">
                <a:latin typeface="Aharoni" pitchFamily="2" charset="0"/>
                <a:cs typeface="Aharoni" pitchFamily="2" charset="0"/>
              </a:rPr>
              <a:t>p</a:t>
            </a:r>
            <a:r>
              <a:rPr lang="en-GB" altLang="en-US" sz="2400" i="1" baseline="-25000" dirty="0" err="1">
                <a:latin typeface="Aharoni" pitchFamily="2" charset="0"/>
                <a:cs typeface="Aharoni" pitchFamily="2" charset="0"/>
              </a:rPr>
              <a:t>z</a:t>
            </a:r>
            <a:r>
              <a:rPr lang="en-GB" altLang="en-US" sz="2400" dirty="0">
                <a:latin typeface="Aharoni" pitchFamily="2" charset="0"/>
                <a:cs typeface="Aharoni" pitchFamily="2" charset="0"/>
              </a:rPr>
              <a:t> orbitals and a ‘sideways’ or lateral (</a:t>
            </a:r>
            <a:r>
              <a:rPr lang="en-GB" altLang="en-US" sz="2400" i="1" dirty="0">
                <a:latin typeface="Symbol" panose="05050102010706020507" pitchFamily="18" charset="2"/>
                <a:cs typeface="Aharoni" pitchFamily="2" charset="0"/>
              </a:rPr>
              <a:t>p</a:t>
            </a:r>
            <a:r>
              <a:rPr lang="en-GB" altLang="en-US" sz="2400" dirty="0">
                <a:latin typeface="Aharoni" pitchFamily="2" charset="0"/>
                <a:cs typeface="Aharoni" pitchFamily="2" charset="0"/>
              </a:rPr>
              <a:t>) overlap</a:t>
            </a:r>
            <a:endParaRPr lang="en-US" altLang="en-US" sz="2400" dirty="0">
              <a:latin typeface="Aharoni" pitchFamily="2" charset="0"/>
              <a:cs typeface="Aharoni" pitchFamily="2" charset="0"/>
            </a:endParaRPr>
          </a:p>
        </p:txBody>
      </p:sp>
      <p:sp>
        <p:nvSpPr>
          <p:cNvPr id="8" name="Rectangle 2"/>
          <p:cNvSpPr>
            <a:spLocks noGrp="1" noRot="1" noChangeArrowheads="1"/>
          </p:cNvSpPr>
          <p:nvPr>
            <p:ph type="title"/>
          </p:nvPr>
        </p:nvSpPr>
        <p:spPr>
          <a:xfrm>
            <a:off x="457200" y="274638"/>
            <a:ext cx="8229600" cy="1143000"/>
          </a:xfrm>
        </p:spPr>
        <p:txBody>
          <a:bodyPr/>
          <a:lstStyle/>
          <a:p>
            <a:pPr eaLnBrk="1" hangingPunct="1">
              <a:defRPr/>
            </a:pPr>
            <a:r>
              <a:rPr lang="el-GR" altLang="en-US" dirty="0">
                <a:effectLst>
                  <a:outerShdw blurRad="38100" dist="38100" dir="2700000" algn="tl">
                    <a:srgbClr val="C0C0C0"/>
                  </a:outerShdw>
                </a:effectLst>
                <a:latin typeface="Times" panose="02020603050405020304" pitchFamily="18" charset="0"/>
                <a:ea typeface="MS PGothic" panose="020B0600070205080204" pitchFamily="34" charset="-128"/>
              </a:rPr>
              <a:t>π</a:t>
            </a:r>
            <a:r>
              <a:rPr lang="en-US" altLang="en-US" dirty="0">
                <a:effectLst>
                  <a:outerShdw blurRad="38100" dist="38100" dir="2700000" algn="tl">
                    <a:srgbClr val="C0C0C0"/>
                  </a:outerShdw>
                </a:effectLst>
                <a:ea typeface="MS PGothic" panose="020B0600070205080204" pitchFamily="34" charset="-128"/>
              </a:rPr>
              <a:t> Molecular Orbitals</a:t>
            </a:r>
            <a:endParaRPr lang="el-GR" altLang="en-US" dirty="0">
              <a:effectLst>
                <a:outerShdw blurRad="38100" dist="38100" dir="2700000" algn="tl">
                  <a:srgbClr val="C0C0C0"/>
                </a:outerShdw>
              </a:effectLst>
              <a:ea typeface="MS PGothic" panose="020B0600070205080204" pitchFamily="34" charset="-128"/>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MasterSp="0" showMasterPhAnim="0">
  <p:cSld>
    <p:spTree>
      <p:nvGrpSpPr>
        <p:cNvPr id="1" name=""/>
        <p:cNvGrpSpPr/>
        <p:nvPr/>
      </p:nvGrpSpPr>
      <p:grpSpPr>
        <a:xfrm>
          <a:off x="0" y="0"/>
          <a:ext cx="0" cy="0"/>
          <a:chOff x="0" y="0"/>
          <a:chExt cx="0" cy="0"/>
        </a:xfrm>
      </p:grpSpPr>
      <p:sp>
        <p:nvSpPr>
          <p:cNvPr id="488450" name="Rectangle 2"/>
          <p:cNvSpPr>
            <a:spLocks noGrp="1" noRot="1" noChangeArrowheads="1"/>
          </p:cNvSpPr>
          <p:nvPr>
            <p:ph type="title"/>
          </p:nvPr>
        </p:nvSpPr>
        <p:spPr/>
        <p:txBody>
          <a:bodyPr/>
          <a:lstStyle/>
          <a:p>
            <a:pPr eaLnBrk="1" hangingPunct="1">
              <a:defRPr/>
            </a:pPr>
            <a:r>
              <a:rPr lang="en-US">
                <a:ea typeface="+mj-ea"/>
                <a:cs typeface="+mj-cs"/>
              </a:rPr>
              <a:t>Molecular Orbital Diagrams</a:t>
            </a:r>
            <a:endParaRPr lang="en-US">
              <a:ea typeface="+mj-ea"/>
              <a:cs typeface="+mj-cs"/>
            </a:endParaRPr>
          </a:p>
        </p:txBody>
      </p:sp>
      <p:sp>
        <p:nvSpPr>
          <p:cNvPr id="488451" name="Rectangle 3"/>
          <p:cNvSpPr>
            <a:spLocks noGrp="1" noChangeArrowheads="1"/>
          </p:cNvSpPr>
          <p:nvPr>
            <p:ph type="body" idx="1"/>
          </p:nvPr>
        </p:nvSpPr>
        <p:spPr/>
        <p:txBody>
          <a:bodyPr/>
          <a:lstStyle/>
          <a:p>
            <a:pPr marL="609600" indent="-609600" eaLnBrk="1" hangingPunct="1">
              <a:lnSpc>
                <a:spcPct val="90000"/>
              </a:lnSpc>
              <a:defRPr/>
            </a:pPr>
            <a:r>
              <a:rPr lang="en-US" altLang="en-US" dirty="0">
                <a:effectLst>
                  <a:outerShdw blurRad="38100" dist="38100" dir="2700000" algn="tl">
                    <a:srgbClr val="C0C0C0"/>
                  </a:outerShdw>
                </a:effectLst>
                <a:ea typeface="MS PGothic" panose="020B0600070205080204" pitchFamily="34" charset="-128"/>
              </a:rPr>
              <a:t>Electrons preferentially occupy molecular orbitals that are lower in energy.</a:t>
            </a:r>
            <a:endParaRPr lang="en-US" altLang="en-US" dirty="0">
              <a:effectLst>
                <a:outerShdw blurRad="38100" dist="38100" dir="2700000" algn="tl">
                  <a:srgbClr val="C0C0C0"/>
                </a:outerShdw>
              </a:effectLst>
              <a:ea typeface="MS PGothic" panose="020B0600070205080204" pitchFamily="34" charset="-128"/>
            </a:endParaRPr>
          </a:p>
          <a:p>
            <a:pPr marL="609600" indent="-609600" eaLnBrk="1" hangingPunct="1">
              <a:lnSpc>
                <a:spcPct val="90000"/>
              </a:lnSpc>
              <a:defRPr/>
            </a:pPr>
            <a:r>
              <a:rPr lang="en-US" altLang="en-US" dirty="0">
                <a:effectLst>
                  <a:outerShdw blurRad="38100" dist="38100" dir="2700000" algn="tl">
                    <a:srgbClr val="C0C0C0"/>
                  </a:outerShdw>
                </a:effectLst>
                <a:ea typeface="MS PGothic" panose="020B0600070205080204" pitchFamily="34" charset="-128"/>
              </a:rPr>
              <a:t>Molecular orbitals may be empty, or contain one or two electrons.</a:t>
            </a:r>
            <a:endParaRPr lang="en-US" altLang="en-US" dirty="0">
              <a:effectLst>
                <a:outerShdw blurRad="38100" dist="38100" dir="2700000" algn="tl">
                  <a:srgbClr val="C0C0C0"/>
                </a:outerShdw>
              </a:effectLst>
              <a:ea typeface="MS PGothic" panose="020B0600070205080204" pitchFamily="34" charset="-128"/>
            </a:endParaRPr>
          </a:p>
          <a:p>
            <a:pPr marL="609600" indent="-609600" eaLnBrk="1" hangingPunct="1">
              <a:lnSpc>
                <a:spcPct val="90000"/>
              </a:lnSpc>
              <a:defRPr/>
            </a:pPr>
            <a:r>
              <a:rPr lang="en-US" altLang="en-US" dirty="0">
                <a:effectLst>
                  <a:outerShdw blurRad="38100" dist="38100" dir="2700000" algn="tl">
                    <a:srgbClr val="C0C0C0"/>
                  </a:outerShdw>
                </a:effectLst>
                <a:ea typeface="MS PGothic" panose="020B0600070205080204" pitchFamily="34" charset="-128"/>
              </a:rPr>
              <a:t>If two electrons occupy the same molecular orbital, they must be spin paired.</a:t>
            </a:r>
            <a:endParaRPr lang="en-US" altLang="en-US" dirty="0">
              <a:effectLst>
                <a:outerShdw blurRad="38100" dist="38100" dir="2700000" algn="tl">
                  <a:srgbClr val="C0C0C0"/>
                </a:outerShdw>
              </a:effectLst>
              <a:ea typeface="MS PGothic" panose="020B0600070205080204" pitchFamily="34" charset="-128"/>
            </a:endParaRPr>
          </a:p>
          <a:p>
            <a:pPr marL="609600" indent="-609600" eaLnBrk="1" hangingPunct="1">
              <a:lnSpc>
                <a:spcPct val="90000"/>
              </a:lnSpc>
              <a:defRPr/>
            </a:pPr>
            <a:r>
              <a:rPr lang="en-US" altLang="en-US" dirty="0">
                <a:effectLst>
                  <a:outerShdw blurRad="38100" dist="38100" dir="2700000" algn="tl">
                    <a:srgbClr val="C0C0C0"/>
                  </a:outerShdw>
                </a:effectLst>
                <a:ea typeface="MS PGothic" panose="020B0600070205080204" pitchFamily="34" charset="-128"/>
              </a:rPr>
              <a:t>When occupying degenerate molecular orbitals, electrons occupy separate orbitals with parallel spins before pairing.</a:t>
            </a:r>
            <a:endParaRPr lang="en-US" altLang="en-US" dirty="0">
              <a:effectLst>
                <a:outerShdw blurRad="38100" dist="38100" dir="2700000" algn="tl">
                  <a:srgbClr val="C0C0C0"/>
                </a:outerShdw>
              </a:effectLst>
              <a:ea typeface="MS PGothic" panose="020B0600070205080204" pitchFamily="34" charset="-128"/>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488450"/>
                                        </p:tgtEl>
                                        <p:attrNameLst>
                                          <p:attrName>style.visibility</p:attrName>
                                        </p:attrNameLst>
                                      </p:cBhvr>
                                      <p:to>
                                        <p:strVal val="visible"/>
                                      </p:to>
                                    </p:set>
                                    <p:animEffect transition="in" filter="fade">
                                      <p:cBhvr>
                                        <p:cTn id="7" dur="2000"/>
                                        <p:tgtEl>
                                          <p:spTgt spid="48845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88451">
                                            <p:txEl>
                                              <p:pRg st="0" end="0"/>
                                            </p:txEl>
                                          </p:spTgt>
                                        </p:tgtEl>
                                        <p:attrNameLst>
                                          <p:attrName>style.visibility</p:attrName>
                                        </p:attrNameLst>
                                      </p:cBhvr>
                                      <p:to>
                                        <p:strVal val="visible"/>
                                      </p:to>
                                    </p:set>
                                    <p:animEffect transition="in" filter="fade">
                                      <p:cBhvr>
                                        <p:cTn id="12" dur="2000"/>
                                        <p:tgtEl>
                                          <p:spTgt spid="488451">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88451">
                                            <p:txEl>
                                              <p:pRg st="1" end="1"/>
                                            </p:txEl>
                                          </p:spTgt>
                                        </p:tgtEl>
                                        <p:attrNameLst>
                                          <p:attrName>style.visibility</p:attrName>
                                        </p:attrNameLst>
                                      </p:cBhvr>
                                      <p:to>
                                        <p:strVal val="visible"/>
                                      </p:to>
                                    </p:set>
                                    <p:animEffect transition="in" filter="fade">
                                      <p:cBhvr>
                                        <p:cTn id="17" dur="2000"/>
                                        <p:tgtEl>
                                          <p:spTgt spid="488451">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88451">
                                            <p:txEl>
                                              <p:pRg st="2" end="2"/>
                                            </p:txEl>
                                          </p:spTgt>
                                        </p:tgtEl>
                                        <p:attrNameLst>
                                          <p:attrName>style.visibility</p:attrName>
                                        </p:attrNameLst>
                                      </p:cBhvr>
                                      <p:to>
                                        <p:strVal val="visible"/>
                                      </p:to>
                                    </p:set>
                                    <p:animEffect transition="in" filter="fade">
                                      <p:cBhvr>
                                        <p:cTn id="22" dur="2000"/>
                                        <p:tgtEl>
                                          <p:spTgt spid="488451">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88451">
                                            <p:txEl>
                                              <p:pRg st="3" end="3"/>
                                            </p:txEl>
                                          </p:spTgt>
                                        </p:tgtEl>
                                        <p:attrNameLst>
                                          <p:attrName>style.visibility</p:attrName>
                                        </p:attrNameLst>
                                      </p:cBhvr>
                                      <p:to>
                                        <p:strVal val="visible"/>
                                      </p:to>
                                    </p:set>
                                    <p:animEffect transition="in" filter="fade">
                                      <p:cBhvr>
                                        <p:cTn id="27" dur="2000"/>
                                        <p:tgtEl>
                                          <p:spTgt spid="488451">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8450" grpId="0"/>
      <p:bldP spid="488451" grpId="0" build="p"/>
    </p:bldLst>
  </p:timing>
</p:sld>
</file>

<file path=ppt/slides/slide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90498" name="Rectangle 2"/>
          <p:cNvSpPr>
            <a:spLocks noGrp="1" noRot="1" noChangeArrowheads="1"/>
          </p:cNvSpPr>
          <p:nvPr>
            <p:ph type="title"/>
          </p:nvPr>
        </p:nvSpPr>
        <p:spPr/>
        <p:txBody>
          <a:bodyPr/>
          <a:lstStyle/>
          <a:p>
            <a:pPr eaLnBrk="1" hangingPunct="1">
              <a:defRPr/>
            </a:pPr>
            <a:r>
              <a:rPr lang="en-US">
                <a:ea typeface="+mj-ea"/>
                <a:cs typeface="+mj-cs"/>
              </a:rPr>
              <a:t>Molecular Orbital Diagrams</a:t>
            </a:r>
            <a:endParaRPr lang="en-US">
              <a:ea typeface="+mj-ea"/>
              <a:cs typeface="+mj-cs"/>
            </a:endParaRPr>
          </a:p>
        </p:txBody>
      </p:sp>
      <p:sp>
        <p:nvSpPr>
          <p:cNvPr id="490499" name="Rectangle 3"/>
          <p:cNvSpPr>
            <a:spLocks noGrp="1" noChangeArrowheads="1"/>
          </p:cNvSpPr>
          <p:nvPr>
            <p:ph type="body" idx="1"/>
          </p:nvPr>
        </p:nvSpPr>
        <p:spPr/>
        <p:txBody>
          <a:bodyPr/>
          <a:lstStyle/>
          <a:p>
            <a:pPr eaLnBrk="1" hangingPunct="1">
              <a:buFont typeface="Wingdings" panose="05000000000000000000" pitchFamily="2" charset="2"/>
              <a:buNone/>
              <a:defRPr/>
            </a:pPr>
            <a:r>
              <a:rPr lang="en-US">
                <a:ea typeface="+mn-ea"/>
                <a:cs typeface="+mn-cs"/>
              </a:rPr>
              <a:t>		Although molecular orbitals form from inner (core) electrons as well as valence electrons, many molecular orbital diagrams include only the valence level.</a:t>
            </a:r>
            <a:endParaRPr lang="en-US">
              <a:ea typeface="+mn-ea"/>
              <a:cs typeface="+mn-cs"/>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9874" name="Text Box 2"/>
          <p:cNvSpPr txBox="1">
            <a:spLocks noChangeArrowheads="1"/>
          </p:cNvSpPr>
          <p:nvPr/>
        </p:nvSpPr>
        <p:spPr bwMode="auto">
          <a:xfrm>
            <a:off x="2847975" y="76200"/>
            <a:ext cx="3176588"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sz="2000" b="1">
                <a:latin typeface="Arial" panose="020B0604020202020204" pitchFamily="34" charset="0"/>
              </a:rPr>
              <a:t>Molecular Orbital Theory</a:t>
            </a:r>
            <a:endParaRPr lang="en-US" altLang="en-US" sz="2000" b="1">
              <a:latin typeface="Arial" panose="020B0604020202020204" pitchFamily="34" charset="0"/>
            </a:endParaRPr>
          </a:p>
        </p:txBody>
      </p:sp>
      <p:sp>
        <p:nvSpPr>
          <p:cNvPr id="79875" name="Text Box 3"/>
          <p:cNvSpPr txBox="1">
            <a:spLocks noChangeArrowheads="1"/>
          </p:cNvSpPr>
          <p:nvPr/>
        </p:nvSpPr>
        <p:spPr bwMode="auto">
          <a:xfrm>
            <a:off x="2209800" y="381000"/>
            <a:ext cx="4694238"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sz="2000">
                <a:latin typeface="Arial" panose="020B0604020202020204" pitchFamily="34" charset="0"/>
              </a:rPr>
              <a:t>Diatomic molecules: The bonding in He</a:t>
            </a:r>
            <a:r>
              <a:rPr lang="en-US" altLang="en-US" sz="2000" baseline="-25000">
                <a:latin typeface="Arial" panose="020B0604020202020204" pitchFamily="34" charset="0"/>
              </a:rPr>
              <a:t>2</a:t>
            </a:r>
            <a:endParaRPr lang="en-US" altLang="en-US" sz="2000" baseline="-25000">
              <a:latin typeface="Arial" panose="020B0604020202020204" pitchFamily="34" charset="0"/>
            </a:endParaRPr>
          </a:p>
        </p:txBody>
      </p:sp>
      <p:sp>
        <p:nvSpPr>
          <p:cNvPr id="79876" name="Text Box 4"/>
          <p:cNvSpPr txBox="1">
            <a:spLocks noChangeArrowheads="1"/>
          </p:cNvSpPr>
          <p:nvPr/>
        </p:nvSpPr>
        <p:spPr bwMode="auto">
          <a:xfrm>
            <a:off x="152400" y="685800"/>
            <a:ext cx="876300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a:latin typeface="Arial" panose="020B0604020202020204" pitchFamily="34" charset="0"/>
              </a:rPr>
              <a:t>He also has only 1s AO, so the MO diagram for the molecule He</a:t>
            </a:r>
            <a:r>
              <a:rPr lang="en-US" altLang="en-US" baseline="-25000">
                <a:latin typeface="Arial" panose="020B0604020202020204" pitchFamily="34" charset="0"/>
              </a:rPr>
              <a:t>2</a:t>
            </a:r>
            <a:r>
              <a:rPr lang="en-US" altLang="en-US">
                <a:latin typeface="Arial" panose="020B0604020202020204" pitchFamily="34" charset="0"/>
              </a:rPr>
              <a:t> can be formed in an identical way, except that there are two electrons in the 1s AO on He.</a:t>
            </a:r>
            <a:endParaRPr lang="en-US" altLang="en-US" baseline="-25000">
              <a:latin typeface="Arial" panose="020B0604020202020204" pitchFamily="34" charset="0"/>
            </a:endParaRPr>
          </a:p>
        </p:txBody>
      </p:sp>
      <p:sp>
        <p:nvSpPr>
          <p:cNvPr id="79877" name="Line 5"/>
          <p:cNvSpPr>
            <a:spLocks noChangeShapeType="1"/>
          </p:cNvSpPr>
          <p:nvPr/>
        </p:nvSpPr>
        <p:spPr bwMode="auto">
          <a:xfrm>
            <a:off x="1066800" y="3352800"/>
            <a:ext cx="533400" cy="0"/>
          </a:xfrm>
          <a:prstGeom prst="line">
            <a:avLst/>
          </a:prstGeom>
          <a:noFill/>
          <a:ln w="381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79878" name="Line 6"/>
          <p:cNvSpPr>
            <a:spLocks noChangeShapeType="1"/>
          </p:cNvSpPr>
          <p:nvPr/>
        </p:nvSpPr>
        <p:spPr bwMode="auto">
          <a:xfrm>
            <a:off x="2895600" y="3352800"/>
            <a:ext cx="533400" cy="0"/>
          </a:xfrm>
          <a:prstGeom prst="line">
            <a:avLst/>
          </a:prstGeom>
          <a:noFill/>
          <a:ln w="381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79879" name="Line 7"/>
          <p:cNvSpPr>
            <a:spLocks noChangeShapeType="1"/>
          </p:cNvSpPr>
          <p:nvPr/>
        </p:nvSpPr>
        <p:spPr bwMode="auto">
          <a:xfrm>
            <a:off x="1981200" y="2590800"/>
            <a:ext cx="533400" cy="0"/>
          </a:xfrm>
          <a:prstGeom prst="line">
            <a:avLst/>
          </a:prstGeom>
          <a:noFill/>
          <a:ln w="381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79880" name="Line 8"/>
          <p:cNvSpPr>
            <a:spLocks noChangeShapeType="1"/>
          </p:cNvSpPr>
          <p:nvPr/>
        </p:nvSpPr>
        <p:spPr bwMode="auto">
          <a:xfrm>
            <a:off x="1981200" y="4038600"/>
            <a:ext cx="533400" cy="0"/>
          </a:xfrm>
          <a:prstGeom prst="line">
            <a:avLst/>
          </a:prstGeom>
          <a:noFill/>
          <a:ln w="381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cxnSp>
        <p:nvCxnSpPr>
          <p:cNvPr id="79881" name="AutoShape 9"/>
          <p:cNvCxnSpPr>
            <a:cxnSpLocks noChangeShapeType="1"/>
            <a:stCxn id="79877" idx="1"/>
            <a:endCxn id="79880" idx="0"/>
          </p:cNvCxnSpPr>
          <p:nvPr/>
        </p:nvCxnSpPr>
        <p:spPr bwMode="auto">
          <a:xfrm>
            <a:off x="1600200" y="3371850"/>
            <a:ext cx="381000" cy="647700"/>
          </a:xfrm>
          <a:prstGeom prst="straightConnector1">
            <a:avLst/>
          </a:prstGeom>
          <a:noFill/>
          <a:ln w="9525">
            <a:solidFill>
              <a:schemeClr val="tx1"/>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9882" name="AutoShape 10"/>
          <p:cNvCxnSpPr>
            <a:cxnSpLocks noChangeShapeType="1"/>
            <a:stCxn id="79880" idx="1"/>
            <a:endCxn id="79878" idx="0"/>
          </p:cNvCxnSpPr>
          <p:nvPr/>
        </p:nvCxnSpPr>
        <p:spPr bwMode="auto">
          <a:xfrm flipV="1">
            <a:off x="2514600" y="3333750"/>
            <a:ext cx="381000" cy="723900"/>
          </a:xfrm>
          <a:prstGeom prst="straightConnector1">
            <a:avLst/>
          </a:prstGeom>
          <a:noFill/>
          <a:ln w="9525">
            <a:solidFill>
              <a:schemeClr val="tx1"/>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9883" name="AutoShape 11"/>
          <p:cNvCxnSpPr>
            <a:cxnSpLocks noChangeShapeType="1"/>
            <a:stCxn id="79877" idx="1"/>
            <a:endCxn id="79879" idx="0"/>
          </p:cNvCxnSpPr>
          <p:nvPr/>
        </p:nvCxnSpPr>
        <p:spPr bwMode="auto">
          <a:xfrm flipV="1">
            <a:off x="1600200" y="2571750"/>
            <a:ext cx="381000" cy="800100"/>
          </a:xfrm>
          <a:prstGeom prst="straightConnector1">
            <a:avLst/>
          </a:prstGeom>
          <a:noFill/>
          <a:ln w="9525">
            <a:solidFill>
              <a:schemeClr val="tx1"/>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9884" name="AutoShape 12"/>
          <p:cNvCxnSpPr>
            <a:cxnSpLocks noChangeShapeType="1"/>
            <a:stCxn id="79878" idx="0"/>
            <a:endCxn id="79879" idx="1"/>
          </p:cNvCxnSpPr>
          <p:nvPr/>
        </p:nvCxnSpPr>
        <p:spPr bwMode="auto">
          <a:xfrm flipH="1" flipV="1">
            <a:off x="2514600" y="2609850"/>
            <a:ext cx="381000" cy="723900"/>
          </a:xfrm>
          <a:prstGeom prst="straightConnector1">
            <a:avLst/>
          </a:prstGeom>
          <a:noFill/>
          <a:ln w="9525">
            <a:solidFill>
              <a:schemeClr val="tx1"/>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nvGrpSpPr>
          <p:cNvPr id="79885" name="Group 13"/>
          <p:cNvGrpSpPr/>
          <p:nvPr/>
        </p:nvGrpSpPr>
        <p:grpSpPr bwMode="auto">
          <a:xfrm>
            <a:off x="2171700" y="3810000"/>
            <a:ext cx="152400" cy="457200"/>
            <a:chOff x="1344" y="2496"/>
            <a:chExt cx="96" cy="288"/>
          </a:xfrm>
        </p:grpSpPr>
        <p:sp>
          <p:nvSpPr>
            <p:cNvPr id="79909" name="Line 14"/>
            <p:cNvSpPr>
              <a:spLocks noChangeShapeType="1"/>
            </p:cNvSpPr>
            <p:nvPr/>
          </p:nvSpPr>
          <p:spPr bwMode="auto">
            <a:xfrm flipV="1">
              <a:off x="1344" y="2496"/>
              <a:ext cx="0" cy="288"/>
            </a:xfrm>
            <a:prstGeom prst="line">
              <a:avLst/>
            </a:prstGeom>
            <a:noFill/>
            <a:ln w="9525">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79910" name="Line 15"/>
            <p:cNvSpPr>
              <a:spLocks noChangeShapeType="1"/>
            </p:cNvSpPr>
            <p:nvPr/>
          </p:nvSpPr>
          <p:spPr bwMode="auto">
            <a:xfrm>
              <a:off x="1440" y="2496"/>
              <a:ext cx="0" cy="288"/>
            </a:xfrm>
            <a:prstGeom prst="line">
              <a:avLst/>
            </a:prstGeom>
            <a:noFill/>
            <a:ln w="9525">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grpSp>
      <p:sp>
        <p:nvSpPr>
          <p:cNvPr id="79886" name="Text Box 16"/>
          <p:cNvSpPr txBox="1">
            <a:spLocks noChangeArrowheads="1"/>
          </p:cNvSpPr>
          <p:nvPr/>
        </p:nvSpPr>
        <p:spPr bwMode="auto">
          <a:xfrm>
            <a:off x="1143000" y="1676400"/>
            <a:ext cx="4762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a:latin typeface="Arial" panose="020B0604020202020204" pitchFamily="34" charset="0"/>
              </a:rPr>
              <a:t>He</a:t>
            </a:r>
            <a:endParaRPr lang="en-US" altLang="en-US">
              <a:latin typeface="Arial" panose="020B0604020202020204" pitchFamily="34" charset="0"/>
            </a:endParaRPr>
          </a:p>
        </p:txBody>
      </p:sp>
      <p:sp>
        <p:nvSpPr>
          <p:cNvPr id="79887" name="Line 17"/>
          <p:cNvSpPr>
            <a:spLocks noChangeShapeType="1"/>
          </p:cNvSpPr>
          <p:nvPr/>
        </p:nvSpPr>
        <p:spPr bwMode="auto">
          <a:xfrm flipV="1">
            <a:off x="533400" y="1752600"/>
            <a:ext cx="0" cy="2895600"/>
          </a:xfrm>
          <a:prstGeom prst="line">
            <a:avLst/>
          </a:prstGeom>
          <a:noFill/>
          <a:ln w="38100">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79888" name="Text Box 18"/>
          <p:cNvSpPr txBox="1">
            <a:spLocks noChangeArrowheads="1"/>
          </p:cNvSpPr>
          <p:nvPr/>
        </p:nvSpPr>
        <p:spPr bwMode="auto">
          <a:xfrm rot="-5400000">
            <a:off x="-189706" y="3091657"/>
            <a:ext cx="9080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a:latin typeface="Arial" panose="020B0604020202020204" pitchFamily="34" charset="0"/>
              </a:rPr>
              <a:t>Energy</a:t>
            </a:r>
            <a:endParaRPr lang="en-US" altLang="en-US">
              <a:latin typeface="Arial" panose="020B0604020202020204" pitchFamily="34" charset="0"/>
            </a:endParaRPr>
          </a:p>
        </p:txBody>
      </p:sp>
      <p:sp>
        <p:nvSpPr>
          <p:cNvPr id="79889" name="Text Box 19"/>
          <p:cNvSpPr txBox="1">
            <a:spLocks noChangeArrowheads="1"/>
          </p:cNvSpPr>
          <p:nvPr/>
        </p:nvSpPr>
        <p:spPr bwMode="auto">
          <a:xfrm>
            <a:off x="3003550" y="1676400"/>
            <a:ext cx="4762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a:latin typeface="Arial" panose="020B0604020202020204" pitchFamily="34" charset="0"/>
              </a:rPr>
              <a:t>He</a:t>
            </a:r>
            <a:endParaRPr lang="en-US" altLang="en-US">
              <a:latin typeface="Arial" panose="020B0604020202020204" pitchFamily="34" charset="0"/>
            </a:endParaRPr>
          </a:p>
        </p:txBody>
      </p:sp>
      <p:sp>
        <p:nvSpPr>
          <p:cNvPr id="79890" name="Text Box 20"/>
          <p:cNvSpPr txBox="1">
            <a:spLocks noChangeArrowheads="1"/>
          </p:cNvSpPr>
          <p:nvPr/>
        </p:nvSpPr>
        <p:spPr bwMode="auto">
          <a:xfrm>
            <a:off x="1981200" y="1676400"/>
            <a:ext cx="560388"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a:latin typeface="Arial" panose="020B0604020202020204" pitchFamily="34" charset="0"/>
              </a:rPr>
              <a:t>He</a:t>
            </a:r>
            <a:r>
              <a:rPr lang="en-US" altLang="en-US" baseline="-25000">
                <a:latin typeface="Arial" panose="020B0604020202020204" pitchFamily="34" charset="0"/>
              </a:rPr>
              <a:t>2</a:t>
            </a:r>
            <a:endParaRPr lang="en-US" altLang="en-US" baseline="-25000">
              <a:latin typeface="Arial" panose="020B0604020202020204" pitchFamily="34" charset="0"/>
            </a:endParaRPr>
          </a:p>
        </p:txBody>
      </p:sp>
      <p:sp>
        <p:nvSpPr>
          <p:cNvPr id="79891" name="Text Box 21"/>
          <p:cNvSpPr txBox="1">
            <a:spLocks noChangeArrowheads="1"/>
          </p:cNvSpPr>
          <p:nvPr/>
        </p:nvSpPr>
        <p:spPr bwMode="auto">
          <a:xfrm>
            <a:off x="762000" y="3276600"/>
            <a:ext cx="4254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a:latin typeface="Arial" panose="020B0604020202020204" pitchFamily="34" charset="0"/>
              </a:rPr>
              <a:t>1s</a:t>
            </a:r>
            <a:endParaRPr lang="en-US" altLang="en-US">
              <a:latin typeface="Arial" panose="020B0604020202020204" pitchFamily="34" charset="0"/>
            </a:endParaRPr>
          </a:p>
        </p:txBody>
      </p:sp>
      <p:sp>
        <p:nvSpPr>
          <p:cNvPr id="79892" name="Text Box 22"/>
          <p:cNvSpPr txBox="1">
            <a:spLocks noChangeArrowheads="1"/>
          </p:cNvSpPr>
          <p:nvPr/>
        </p:nvSpPr>
        <p:spPr bwMode="auto">
          <a:xfrm>
            <a:off x="3308350" y="3276600"/>
            <a:ext cx="4254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a:latin typeface="Arial" panose="020B0604020202020204" pitchFamily="34" charset="0"/>
              </a:rPr>
              <a:t>1s</a:t>
            </a:r>
            <a:endParaRPr lang="en-US" altLang="en-US">
              <a:latin typeface="Arial" panose="020B0604020202020204" pitchFamily="34" charset="0"/>
            </a:endParaRPr>
          </a:p>
        </p:txBody>
      </p:sp>
      <p:sp>
        <p:nvSpPr>
          <p:cNvPr id="79893" name="Rectangle 23"/>
          <p:cNvSpPr>
            <a:spLocks noChangeArrowheads="1"/>
          </p:cNvSpPr>
          <p:nvPr/>
        </p:nvSpPr>
        <p:spPr bwMode="auto">
          <a:xfrm>
            <a:off x="2514600" y="3962400"/>
            <a:ext cx="32412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dirty="0">
                <a:latin typeface="Arial" panose="020B0604020202020204" pitchFamily="34" charset="0"/>
                <a:sym typeface="Symbol" panose="05050102010706020507" pitchFamily="18" charset="2"/>
              </a:rPr>
              <a:t></a:t>
            </a:r>
            <a:endParaRPr lang="en-US" altLang="en-US" baseline="-25000" dirty="0">
              <a:latin typeface="Arial" panose="020B0604020202020204" pitchFamily="34" charset="0"/>
              <a:sym typeface="Symbol" panose="05050102010706020507" pitchFamily="18" charset="2"/>
            </a:endParaRPr>
          </a:p>
        </p:txBody>
      </p:sp>
      <p:sp>
        <p:nvSpPr>
          <p:cNvPr id="79894" name="Rectangle 24"/>
          <p:cNvSpPr>
            <a:spLocks noChangeArrowheads="1"/>
          </p:cNvSpPr>
          <p:nvPr/>
        </p:nvSpPr>
        <p:spPr bwMode="auto">
          <a:xfrm>
            <a:off x="2514600" y="2376488"/>
            <a:ext cx="40427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dirty="0">
                <a:latin typeface="Arial" panose="020B0604020202020204" pitchFamily="34" charset="0"/>
                <a:sym typeface="Symbol" panose="05050102010706020507" pitchFamily="18" charset="2"/>
              </a:rPr>
              <a:t></a:t>
            </a:r>
            <a:r>
              <a:rPr lang="en-US" altLang="en-US" sz="1600" dirty="0">
                <a:latin typeface="Arial" panose="020B0604020202020204" pitchFamily="34" charset="0"/>
                <a:sym typeface="Symbol" panose="05050102010706020507" pitchFamily="18" charset="2"/>
              </a:rPr>
              <a:t>*</a:t>
            </a:r>
            <a:endParaRPr lang="en-US" altLang="en-US" sz="1600" dirty="0">
              <a:latin typeface="Arial" panose="020B0604020202020204" pitchFamily="34" charset="0"/>
              <a:sym typeface="Symbol" panose="05050102010706020507" pitchFamily="18" charset="2"/>
            </a:endParaRPr>
          </a:p>
        </p:txBody>
      </p:sp>
      <p:pic>
        <p:nvPicPr>
          <p:cNvPr id="79895" name="Picture 25" descr="H2(h)"/>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3733800" y="3810000"/>
            <a:ext cx="990600" cy="765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9896" name="Picture 26" descr="H2(l)"/>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702050" y="2133600"/>
            <a:ext cx="1022350" cy="7350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897" name="Text Box 27"/>
          <p:cNvSpPr txBox="1">
            <a:spLocks noChangeArrowheads="1"/>
          </p:cNvSpPr>
          <p:nvPr/>
        </p:nvSpPr>
        <p:spPr bwMode="auto">
          <a:xfrm>
            <a:off x="228600" y="5408613"/>
            <a:ext cx="8610600" cy="1006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sz="2000" dirty="0">
                <a:latin typeface="Arial" panose="020B0604020202020204" pitchFamily="34" charset="0"/>
              </a:rPr>
              <a:t>Molecular Orbital theory is powerful because it allows us to predict whether molecules should exist or not and it gives us a clear picture of the of the electronic structure of any hypothetical molecule that we can imagine.</a:t>
            </a:r>
            <a:endParaRPr lang="en-US" altLang="en-US" sz="2000" dirty="0">
              <a:latin typeface="Arial" panose="020B0604020202020204" pitchFamily="34" charset="0"/>
            </a:endParaRPr>
          </a:p>
        </p:txBody>
      </p:sp>
      <p:sp>
        <p:nvSpPr>
          <p:cNvPr id="79898" name="Rectangle 28"/>
          <p:cNvSpPr>
            <a:spLocks noChangeArrowheads="1"/>
          </p:cNvSpPr>
          <p:nvPr/>
        </p:nvSpPr>
        <p:spPr bwMode="auto">
          <a:xfrm>
            <a:off x="76200" y="1524000"/>
            <a:ext cx="4724400" cy="3352800"/>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endParaRPr lang="en-GB" altLang="en-US"/>
          </a:p>
        </p:txBody>
      </p:sp>
      <p:grpSp>
        <p:nvGrpSpPr>
          <p:cNvPr id="79899" name="Group 29"/>
          <p:cNvGrpSpPr/>
          <p:nvPr/>
        </p:nvGrpSpPr>
        <p:grpSpPr bwMode="auto">
          <a:xfrm>
            <a:off x="1219200" y="3124200"/>
            <a:ext cx="152400" cy="457200"/>
            <a:chOff x="1344" y="2496"/>
            <a:chExt cx="96" cy="288"/>
          </a:xfrm>
        </p:grpSpPr>
        <p:sp>
          <p:nvSpPr>
            <p:cNvPr id="79907" name="Line 30"/>
            <p:cNvSpPr>
              <a:spLocks noChangeShapeType="1"/>
            </p:cNvSpPr>
            <p:nvPr/>
          </p:nvSpPr>
          <p:spPr bwMode="auto">
            <a:xfrm flipV="1">
              <a:off x="1344" y="2496"/>
              <a:ext cx="0" cy="288"/>
            </a:xfrm>
            <a:prstGeom prst="line">
              <a:avLst/>
            </a:prstGeom>
            <a:noFill/>
            <a:ln w="9525">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79908" name="Line 31"/>
            <p:cNvSpPr>
              <a:spLocks noChangeShapeType="1"/>
            </p:cNvSpPr>
            <p:nvPr/>
          </p:nvSpPr>
          <p:spPr bwMode="auto">
            <a:xfrm>
              <a:off x="1440" y="2496"/>
              <a:ext cx="0" cy="288"/>
            </a:xfrm>
            <a:prstGeom prst="line">
              <a:avLst/>
            </a:prstGeom>
            <a:noFill/>
            <a:ln w="9525">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grpSp>
      <p:grpSp>
        <p:nvGrpSpPr>
          <p:cNvPr id="79900" name="Group 32"/>
          <p:cNvGrpSpPr/>
          <p:nvPr/>
        </p:nvGrpSpPr>
        <p:grpSpPr bwMode="auto">
          <a:xfrm>
            <a:off x="3048000" y="3124200"/>
            <a:ext cx="152400" cy="457200"/>
            <a:chOff x="1344" y="2496"/>
            <a:chExt cx="96" cy="288"/>
          </a:xfrm>
        </p:grpSpPr>
        <p:sp>
          <p:nvSpPr>
            <p:cNvPr id="79905" name="Line 33"/>
            <p:cNvSpPr>
              <a:spLocks noChangeShapeType="1"/>
            </p:cNvSpPr>
            <p:nvPr/>
          </p:nvSpPr>
          <p:spPr bwMode="auto">
            <a:xfrm flipV="1">
              <a:off x="1344" y="2496"/>
              <a:ext cx="0" cy="288"/>
            </a:xfrm>
            <a:prstGeom prst="line">
              <a:avLst/>
            </a:prstGeom>
            <a:noFill/>
            <a:ln w="9525">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79906" name="Line 34"/>
            <p:cNvSpPr>
              <a:spLocks noChangeShapeType="1"/>
            </p:cNvSpPr>
            <p:nvPr/>
          </p:nvSpPr>
          <p:spPr bwMode="auto">
            <a:xfrm>
              <a:off x="1440" y="2496"/>
              <a:ext cx="0" cy="288"/>
            </a:xfrm>
            <a:prstGeom prst="line">
              <a:avLst/>
            </a:prstGeom>
            <a:noFill/>
            <a:ln w="9525">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grpSp>
      <p:grpSp>
        <p:nvGrpSpPr>
          <p:cNvPr id="79901" name="Group 35"/>
          <p:cNvGrpSpPr/>
          <p:nvPr/>
        </p:nvGrpSpPr>
        <p:grpSpPr bwMode="auto">
          <a:xfrm>
            <a:off x="2133600" y="2362200"/>
            <a:ext cx="152400" cy="457200"/>
            <a:chOff x="1344" y="2496"/>
            <a:chExt cx="96" cy="288"/>
          </a:xfrm>
        </p:grpSpPr>
        <p:sp>
          <p:nvSpPr>
            <p:cNvPr id="79903" name="Line 36"/>
            <p:cNvSpPr>
              <a:spLocks noChangeShapeType="1"/>
            </p:cNvSpPr>
            <p:nvPr/>
          </p:nvSpPr>
          <p:spPr bwMode="auto">
            <a:xfrm flipV="1">
              <a:off x="1344" y="2496"/>
              <a:ext cx="0" cy="288"/>
            </a:xfrm>
            <a:prstGeom prst="line">
              <a:avLst/>
            </a:prstGeom>
            <a:noFill/>
            <a:ln w="9525">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79904" name="Line 37"/>
            <p:cNvSpPr>
              <a:spLocks noChangeShapeType="1"/>
            </p:cNvSpPr>
            <p:nvPr/>
          </p:nvSpPr>
          <p:spPr bwMode="auto">
            <a:xfrm>
              <a:off x="1440" y="2496"/>
              <a:ext cx="0" cy="288"/>
            </a:xfrm>
            <a:prstGeom prst="line">
              <a:avLst/>
            </a:prstGeom>
            <a:noFill/>
            <a:ln w="9525">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grpSp>
      <p:sp>
        <p:nvSpPr>
          <p:cNvPr id="79902" name="Text Box 38"/>
          <p:cNvSpPr txBox="1">
            <a:spLocks noChangeArrowheads="1"/>
          </p:cNvSpPr>
          <p:nvPr/>
        </p:nvSpPr>
        <p:spPr bwMode="auto">
          <a:xfrm>
            <a:off x="4876800" y="1524000"/>
            <a:ext cx="4267200" cy="36623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dirty="0">
                <a:latin typeface="Arial" panose="020B0604020202020204" pitchFamily="34" charset="0"/>
              </a:rPr>
              <a:t>The bond order in He</a:t>
            </a:r>
            <a:r>
              <a:rPr lang="en-US" altLang="en-US" baseline="-25000" dirty="0">
                <a:latin typeface="Arial" panose="020B0604020202020204" pitchFamily="34" charset="0"/>
              </a:rPr>
              <a:t>2</a:t>
            </a:r>
            <a:r>
              <a:rPr lang="en-US" altLang="en-US" dirty="0">
                <a:latin typeface="Arial" panose="020B0604020202020204" pitchFamily="34" charset="0"/>
              </a:rPr>
              <a:t> is (2-2)/2 = 0, so the molecule </a:t>
            </a:r>
            <a:r>
              <a:rPr lang="en-US" altLang="en-US" b="1" dirty="0">
                <a:latin typeface="Arial" panose="020B0604020202020204" pitchFamily="34" charset="0"/>
              </a:rPr>
              <a:t>will not exist</a:t>
            </a:r>
            <a:r>
              <a:rPr lang="en-US" altLang="en-US" dirty="0">
                <a:latin typeface="Arial" panose="020B0604020202020204" pitchFamily="34" charset="0"/>
              </a:rPr>
              <a:t>.</a:t>
            </a:r>
            <a:endParaRPr lang="en-US" altLang="en-US" dirty="0">
              <a:latin typeface="Arial" panose="020B0604020202020204" pitchFamily="34" charset="0"/>
            </a:endParaRPr>
          </a:p>
          <a:p>
            <a:pPr eaLnBrk="1" hangingPunct="1"/>
            <a:endParaRPr lang="en-US" altLang="en-US" dirty="0">
              <a:latin typeface="Arial" panose="020B0604020202020204" pitchFamily="34" charset="0"/>
            </a:endParaRPr>
          </a:p>
          <a:p>
            <a:pPr eaLnBrk="1" hangingPunct="1"/>
            <a:r>
              <a:rPr lang="en-US" altLang="en-US" dirty="0">
                <a:latin typeface="Arial" panose="020B0604020202020204" pitchFamily="34" charset="0"/>
              </a:rPr>
              <a:t>However the cation [He</a:t>
            </a:r>
            <a:r>
              <a:rPr lang="en-US" altLang="en-US" baseline="-25000" dirty="0">
                <a:latin typeface="Arial" panose="020B0604020202020204" pitchFamily="34" charset="0"/>
              </a:rPr>
              <a:t>2</a:t>
            </a:r>
            <a:r>
              <a:rPr lang="en-US" altLang="en-US" dirty="0">
                <a:latin typeface="Arial" panose="020B0604020202020204" pitchFamily="34" charset="0"/>
              </a:rPr>
              <a:t>]</a:t>
            </a:r>
            <a:r>
              <a:rPr lang="en-US" altLang="en-US" baseline="30000" dirty="0">
                <a:latin typeface="Arial" panose="020B0604020202020204" pitchFamily="34" charset="0"/>
              </a:rPr>
              <a:t>+</a:t>
            </a:r>
            <a:r>
              <a:rPr lang="en-US" altLang="en-US" dirty="0">
                <a:latin typeface="Arial" panose="020B0604020202020204" pitchFamily="34" charset="0"/>
              </a:rPr>
              <a:t>, in which one of the electrons in the </a:t>
            </a:r>
            <a:r>
              <a:rPr lang="en-US" altLang="en-US" dirty="0">
                <a:latin typeface="Arial" panose="020B0604020202020204" pitchFamily="34" charset="0"/>
                <a:sym typeface="Symbol" panose="05050102010706020507" pitchFamily="18" charset="2"/>
              </a:rPr>
              <a:t></a:t>
            </a:r>
            <a:r>
              <a:rPr lang="en-US" altLang="en-US" baseline="-25000" dirty="0">
                <a:latin typeface="Arial" panose="020B0604020202020204" pitchFamily="34" charset="0"/>
                <a:sym typeface="Symbol" panose="05050102010706020507" pitchFamily="18" charset="2"/>
              </a:rPr>
              <a:t>u</a:t>
            </a:r>
            <a:r>
              <a:rPr lang="en-US" altLang="en-US" dirty="0">
                <a:latin typeface="Arial" panose="020B0604020202020204" pitchFamily="34" charset="0"/>
                <a:sym typeface="Symbol" panose="05050102010706020507" pitchFamily="18" charset="2"/>
              </a:rPr>
              <a:t>* MO is removed,</a:t>
            </a:r>
            <a:r>
              <a:rPr lang="en-US" altLang="en-US" dirty="0">
                <a:latin typeface="Arial" panose="020B0604020202020204" pitchFamily="34" charset="0"/>
              </a:rPr>
              <a:t> would have  a bond order of (2-1)/2 = </a:t>
            </a:r>
            <a:r>
              <a:rPr lang="en-US" altLang="en-US" dirty="0">
                <a:latin typeface="Arial" panose="020B0604020202020204" pitchFamily="34" charset="0"/>
                <a:cs typeface="Arial" panose="020B0604020202020204" pitchFamily="34" charset="0"/>
              </a:rPr>
              <a:t>½, so such a cation might be predicted to exist.  The electron configuration for this cation can be written in the same way as we write those for atoms except with the MO labels replacing the AO labels:</a:t>
            </a:r>
            <a:endParaRPr lang="en-US" altLang="en-US" dirty="0">
              <a:latin typeface="Arial" panose="020B0604020202020204" pitchFamily="34" charset="0"/>
              <a:cs typeface="Arial" panose="020B0604020202020204" pitchFamily="34" charset="0"/>
            </a:endParaRPr>
          </a:p>
          <a:p>
            <a:pPr algn="ctr" eaLnBrk="1" hangingPunct="1"/>
            <a:r>
              <a:rPr lang="en-US" altLang="en-US" dirty="0">
                <a:latin typeface="Arial" panose="020B0604020202020204" pitchFamily="34" charset="0"/>
                <a:cs typeface="Arial" panose="020B0604020202020204" pitchFamily="34" charset="0"/>
              </a:rPr>
              <a:t>[He</a:t>
            </a:r>
            <a:r>
              <a:rPr lang="en-US" altLang="en-US" baseline="-25000" dirty="0">
                <a:latin typeface="Arial" panose="020B0604020202020204" pitchFamily="34" charset="0"/>
                <a:cs typeface="Arial" panose="020B0604020202020204" pitchFamily="34" charset="0"/>
              </a:rPr>
              <a:t>2</a:t>
            </a:r>
            <a:r>
              <a:rPr lang="en-US" altLang="en-US" dirty="0">
                <a:latin typeface="Arial" panose="020B0604020202020204" pitchFamily="34" charset="0"/>
                <a:cs typeface="Arial" panose="020B0604020202020204" pitchFamily="34" charset="0"/>
              </a:rPr>
              <a:t>]</a:t>
            </a:r>
            <a:r>
              <a:rPr lang="en-US" altLang="en-US" baseline="30000" dirty="0">
                <a:latin typeface="Arial" panose="020B0604020202020204" pitchFamily="34" charset="0"/>
                <a:cs typeface="Arial" panose="020B0604020202020204" pitchFamily="34" charset="0"/>
              </a:rPr>
              <a:t>+ </a:t>
            </a:r>
            <a:r>
              <a:rPr lang="en-US" altLang="en-US" dirty="0">
                <a:latin typeface="Arial" panose="020B0604020202020204" pitchFamily="34" charset="0"/>
                <a:cs typeface="Arial" panose="020B0604020202020204" pitchFamily="34" charset="0"/>
              </a:rPr>
              <a:t>= </a:t>
            </a:r>
            <a:r>
              <a:rPr lang="en-US" altLang="en-US" dirty="0">
                <a:latin typeface="Arial" panose="020B0604020202020204" pitchFamily="34" charset="0"/>
                <a:cs typeface="Arial" panose="020B0604020202020204" pitchFamily="34" charset="0"/>
                <a:sym typeface="Symbol" panose="05050102010706020507" pitchFamily="18" charset="2"/>
              </a:rPr>
              <a:t></a:t>
            </a:r>
            <a:r>
              <a:rPr lang="en-US" altLang="en-US" baseline="30000" dirty="0">
                <a:latin typeface="Arial" panose="020B0604020202020204" pitchFamily="34" charset="0"/>
                <a:cs typeface="Arial" panose="020B0604020202020204" pitchFamily="34" charset="0"/>
              </a:rPr>
              <a:t>2</a:t>
            </a:r>
            <a:r>
              <a:rPr lang="en-US" altLang="en-US" dirty="0">
                <a:latin typeface="Arial" panose="020B0604020202020204" pitchFamily="34" charset="0"/>
                <a:cs typeface="Arial" panose="020B0604020202020204" pitchFamily="34" charset="0"/>
                <a:sym typeface="Symbol" panose="05050102010706020507" pitchFamily="18" charset="2"/>
              </a:rPr>
              <a:t></a:t>
            </a:r>
            <a:r>
              <a:rPr lang="en-US" altLang="en-US" baseline="30000" dirty="0">
                <a:latin typeface="Arial" panose="020B0604020202020204" pitchFamily="34" charset="0"/>
                <a:cs typeface="Arial" panose="020B0604020202020204" pitchFamily="34" charset="0"/>
                <a:sym typeface="Symbol" panose="05050102010706020507" pitchFamily="18" charset="2"/>
              </a:rPr>
              <a:t>1</a:t>
            </a:r>
            <a:endParaRPr lang="en-US" altLang="en-US" baseline="30000" dirty="0">
              <a:latin typeface="Arial" panose="020B0604020202020204" pitchFamily="34" charset="0"/>
              <a:cs typeface="Arial" panose="020B0604020202020204" pitchFamily="34" charset="0"/>
              <a:sym typeface="Symbol" panose="05050102010706020507" pitchFamily="18" charset="2"/>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0898" name="Text Box 2"/>
          <p:cNvSpPr txBox="1">
            <a:spLocks noChangeArrowheads="1"/>
          </p:cNvSpPr>
          <p:nvPr/>
        </p:nvSpPr>
        <p:spPr bwMode="auto">
          <a:xfrm>
            <a:off x="2847975" y="76200"/>
            <a:ext cx="3176588"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sz="2000" b="1">
                <a:latin typeface="Arial" panose="020B0604020202020204" pitchFamily="34" charset="0"/>
              </a:rPr>
              <a:t>Molecular Orbital Theory</a:t>
            </a:r>
            <a:endParaRPr lang="en-US" altLang="en-US" sz="2000" b="1">
              <a:latin typeface="Arial" panose="020B0604020202020204" pitchFamily="34" charset="0"/>
            </a:endParaRPr>
          </a:p>
        </p:txBody>
      </p:sp>
      <p:sp>
        <p:nvSpPr>
          <p:cNvPr id="80899" name="Text Box 3"/>
          <p:cNvSpPr txBox="1">
            <a:spLocks noChangeArrowheads="1"/>
          </p:cNvSpPr>
          <p:nvPr/>
        </p:nvSpPr>
        <p:spPr bwMode="auto">
          <a:xfrm>
            <a:off x="457200" y="381000"/>
            <a:ext cx="7694613"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sz="2000">
                <a:latin typeface="Arial" panose="020B0604020202020204" pitchFamily="34" charset="0"/>
              </a:rPr>
              <a:t>Diatomic molecules: Homonuclear Molecules of the Second Period</a:t>
            </a:r>
            <a:endParaRPr lang="en-US" altLang="en-US" sz="2000" baseline="-25000">
              <a:latin typeface="Arial" panose="020B0604020202020204" pitchFamily="34" charset="0"/>
            </a:endParaRPr>
          </a:p>
        </p:txBody>
      </p:sp>
      <p:sp>
        <p:nvSpPr>
          <p:cNvPr id="80900" name="Text Box 4"/>
          <p:cNvSpPr txBox="1">
            <a:spLocks noChangeArrowheads="1"/>
          </p:cNvSpPr>
          <p:nvPr/>
        </p:nvSpPr>
        <p:spPr bwMode="auto">
          <a:xfrm>
            <a:off x="152400" y="760413"/>
            <a:ext cx="8763000" cy="9159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a:latin typeface="Arial" panose="020B0604020202020204" pitchFamily="34" charset="0"/>
              </a:rPr>
              <a:t>Li has both 1s and 2s AO’s, so the MO diagram for the molecule Li</a:t>
            </a:r>
            <a:r>
              <a:rPr lang="en-US" altLang="en-US" baseline="-25000">
                <a:latin typeface="Arial" panose="020B0604020202020204" pitchFamily="34" charset="0"/>
              </a:rPr>
              <a:t>2</a:t>
            </a:r>
            <a:r>
              <a:rPr lang="en-US" altLang="en-US">
                <a:latin typeface="Arial" panose="020B0604020202020204" pitchFamily="34" charset="0"/>
              </a:rPr>
              <a:t> can be formed in a similar way to the ones for H</a:t>
            </a:r>
            <a:r>
              <a:rPr lang="en-US" altLang="en-US" baseline="-25000">
                <a:latin typeface="Arial" panose="020B0604020202020204" pitchFamily="34" charset="0"/>
              </a:rPr>
              <a:t>2</a:t>
            </a:r>
            <a:r>
              <a:rPr lang="en-US" altLang="en-US">
                <a:latin typeface="Arial" panose="020B0604020202020204" pitchFamily="34" charset="0"/>
              </a:rPr>
              <a:t> and He</a:t>
            </a:r>
            <a:r>
              <a:rPr lang="en-US" altLang="en-US" baseline="-25000">
                <a:latin typeface="Arial" panose="020B0604020202020204" pitchFamily="34" charset="0"/>
              </a:rPr>
              <a:t>2</a:t>
            </a:r>
            <a:r>
              <a:rPr lang="en-US" altLang="en-US">
                <a:latin typeface="Arial" panose="020B0604020202020204" pitchFamily="34" charset="0"/>
              </a:rPr>
              <a:t>.  The 2s AO’s are not close enough in energy to interact with the 1s orbitals, so each set can be considered independently.</a:t>
            </a:r>
            <a:endParaRPr lang="en-US" altLang="en-US" baseline="-25000">
              <a:latin typeface="Arial" panose="020B0604020202020204" pitchFamily="34" charset="0"/>
            </a:endParaRPr>
          </a:p>
        </p:txBody>
      </p:sp>
      <p:sp>
        <p:nvSpPr>
          <p:cNvPr id="80901" name="Line 5"/>
          <p:cNvSpPr>
            <a:spLocks noChangeShapeType="1"/>
          </p:cNvSpPr>
          <p:nvPr/>
        </p:nvSpPr>
        <p:spPr bwMode="auto">
          <a:xfrm>
            <a:off x="1066800" y="5791200"/>
            <a:ext cx="533400" cy="0"/>
          </a:xfrm>
          <a:prstGeom prst="line">
            <a:avLst/>
          </a:prstGeom>
          <a:noFill/>
          <a:ln w="381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0902" name="Line 6"/>
          <p:cNvSpPr>
            <a:spLocks noChangeShapeType="1"/>
          </p:cNvSpPr>
          <p:nvPr/>
        </p:nvSpPr>
        <p:spPr bwMode="auto">
          <a:xfrm>
            <a:off x="2895600" y="5791200"/>
            <a:ext cx="533400" cy="0"/>
          </a:xfrm>
          <a:prstGeom prst="line">
            <a:avLst/>
          </a:prstGeom>
          <a:noFill/>
          <a:ln w="381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0903" name="Line 7"/>
          <p:cNvSpPr>
            <a:spLocks noChangeShapeType="1"/>
          </p:cNvSpPr>
          <p:nvPr/>
        </p:nvSpPr>
        <p:spPr bwMode="auto">
          <a:xfrm>
            <a:off x="1981200" y="5334000"/>
            <a:ext cx="533400" cy="0"/>
          </a:xfrm>
          <a:prstGeom prst="line">
            <a:avLst/>
          </a:prstGeom>
          <a:noFill/>
          <a:ln w="381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0904" name="Line 8"/>
          <p:cNvSpPr>
            <a:spLocks noChangeShapeType="1"/>
          </p:cNvSpPr>
          <p:nvPr/>
        </p:nvSpPr>
        <p:spPr bwMode="auto">
          <a:xfrm>
            <a:off x="1981200" y="6172200"/>
            <a:ext cx="533400" cy="0"/>
          </a:xfrm>
          <a:prstGeom prst="line">
            <a:avLst/>
          </a:prstGeom>
          <a:noFill/>
          <a:ln w="381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cxnSp>
        <p:nvCxnSpPr>
          <p:cNvPr id="80905" name="AutoShape 9"/>
          <p:cNvCxnSpPr>
            <a:cxnSpLocks noChangeShapeType="1"/>
            <a:stCxn id="80901" idx="1"/>
            <a:endCxn id="80904" idx="0"/>
          </p:cNvCxnSpPr>
          <p:nvPr/>
        </p:nvCxnSpPr>
        <p:spPr bwMode="auto">
          <a:xfrm>
            <a:off x="1600200" y="5810250"/>
            <a:ext cx="381000" cy="342900"/>
          </a:xfrm>
          <a:prstGeom prst="straightConnector1">
            <a:avLst/>
          </a:prstGeom>
          <a:noFill/>
          <a:ln w="9525">
            <a:solidFill>
              <a:schemeClr val="tx1"/>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80906" name="AutoShape 10"/>
          <p:cNvCxnSpPr>
            <a:cxnSpLocks noChangeShapeType="1"/>
            <a:stCxn id="80904" idx="1"/>
            <a:endCxn id="80902" idx="0"/>
          </p:cNvCxnSpPr>
          <p:nvPr/>
        </p:nvCxnSpPr>
        <p:spPr bwMode="auto">
          <a:xfrm flipV="1">
            <a:off x="2514600" y="5772150"/>
            <a:ext cx="381000" cy="419100"/>
          </a:xfrm>
          <a:prstGeom prst="straightConnector1">
            <a:avLst/>
          </a:prstGeom>
          <a:noFill/>
          <a:ln w="9525">
            <a:solidFill>
              <a:schemeClr val="tx1"/>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80907" name="AutoShape 11"/>
          <p:cNvCxnSpPr>
            <a:cxnSpLocks noChangeShapeType="1"/>
            <a:stCxn id="80901" idx="1"/>
            <a:endCxn id="80903" idx="0"/>
          </p:cNvCxnSpPr>
          <p:nvPr/>
        </p:nvCxnSpPr>
        <p:spPr bwMode="auto">
          <a:xfrm flipV="1">
            <a:off x="1600200" y="5314950"/>
            <a:ext cx="381000" cy="495300"/>
          </a:xfrm>
          <a:prstGeom prst="straightConnector1">
            <a:avLst/>
          </a:prstGeom>
          <a:noFill/>
          <a:ln w="9525">
            <a:solidFill>
              <a:schemeClr val="tx1"/>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80908" name="AutoShape 12"/>
          <p:cNvCxnSpPr>
            <a:cxnSpLocks noChangeShapeType="1"/>
            <a:stCxn id="80902" idx="0"/>
            <a:endCxn id="80903" idx="1"/>
          </p:cNvCxnSpPr>
          <p:nvPr/>
        </p:nvCxnSpPr>
        <p:spPr bwMode="auto">
          <a:xfrm flipH="1" flipV="1">
            <a:off x="2514600" y="5353050"/>
            <a:ext cx="381000" cy="419100"/>
          </a:xfrm>
          <a:prstGeom prst="straightConnector1">
            <a:avLst/>
          </a:prstGeom>
          <a:noFill/>
          <a:ln w="9525">
            <a:solidFill>
              <a:schemeClr val="tx1"/>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nvGrpSpPr>
          <p:cNvPr id="80909" name="Group 13"/>
          <p:cNvGrpSpPr/>
          <p:nvPr/>
        </p:nvGrpSpPr>
        <p:grpSpPr bwMode="auto">
          <a:xfrm>
            <a:off x="2171700" y="5943600"/>
            <a:ext cx="152400" cy="457200"/>
            <a:chOff x="1344" y="2496"/>
            <a:chExt cx="96" cy="288"/>
          </a:xfrm>
        </p:grpSpPr>
        <p:sp>
          <p:nvSpPr>
            <p:cNvPr id="80951" name="Line 14"/>
            <p:cNvSpPr>
              <a:spLocks noChangeShapeType="1"/>
            </p:cNvSpPr>
            <p:nvPr/>
          </p:nvSpPr>
          <p:spPr bwMode="auto">
            <a:xfrm flipV="1">
              <a:off x="1344" y="2496"/>
              <a:ext cx="0" cy="288"/>
            </a:xfrm>
            <a:prstGeom prst="line">
              <a:avLst/>
            </a:prstGeom>
            <a:noFill/>
            <a:ln w="9525">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0952" name="Line 15"/>
            <p:cNvSpPr>
              <a:spLocks noChangeShapeType="1"/>
            </p:cNvSpPr>
            <p:nvPr/>
          </p:nvSpPr>
          <p:spPr bwMode="auto">
            <a:xfrm>
              <a:off x="1440" y="2496"/>
              <a:ext cx="0" cy="288"/>
            </a:xfrm>
            <a:prstGeom prst="line">
              <a:avLst/>
            </a:prstGeom>
            <a:noFill/>
            <a:ln w="9525">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grpSp>
      <p:sp>
        <p:nvSpPr>
          <p:cNvPr id="80910" name="Text Box 16"/>
          <p:cNvSpPr txBox="1">
            <a:spLocks noChangeArrowheads="1"/>
          </p:cNvSpPr>
          <p:nvPr/>
        </p:nvSpPr>
        <p:spPr bwMode="auto">
          <a:xfrm>
            <a:off x="1143000" y="1905000"/>
            <a:ext cx="3619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a:latin typeface="Arial" panose="020B0604020202020204" pitchFamily="34" charset="0"/>
              </a:rPr>
              <a:t>Li</a:t>
            </a:r>
            <a:endParaRPr lang="en-US" altLang="en-US">
              <a:latin typeface="Arial" panose="020B0604020202020204" pitchFamily="34" charset="0"/>
            </a:endParaRPr>
          </a:p>
        </p:txBody>
      </p:sp>
      <p:sp>
        <p:nvSpPr>
          <p:cNvPr id="80911" name="Line 17"/>
          <p:cNvSpPr>
            <a:spLocks noChangeShapeType="1"/>
          </p:cNvSpPr>
          <p:nvPr/>
        </p:nvSpPr>
        <p:spPr bwMode="auto">
          <a:xfrm flipV="1">
            <a:off x="533400" y="2057400"/>
            <a:ext cx="0" cy="4343400"/>
          </a:xfrm>
          <a:prstGeom prst="line">
            <a:avLst/>
          </a:prstGeom>
          <a:noFill/>
          <a:ln w="38100">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0912" name="Text Box 18"/>
          <p:cNvSpPr txBox="1">
            <a:spLocks noChangeArrowheads="1"/>
          </p:cNvSpPr>
          <p:nvPr/>
        </p:nvSpPr>
        <p:spPr bwMode="auto">
          <a:xfrm rot="-5400000">
            <a:off x="-189706" y="3923507"/>
            <a:ext cx="9080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a:latin typeface="Arial" panose="020B0604020202020204" pitchFamily="34" charset="0"/>
              </a:rPr>
              <a:t>Energy</a:t>
            </a:r>
            <a:endParaRPr lang="en-US" altLang="en-US">
              <a:latin typeface="Arial" panose="020B0604020202020204" pitchFamily="34" charset="0"/>
            </a:endParaRPr>
          </a:p>
        </p:txBody>
      </p:sp>
      <p:sp>
        <p:nvSpPr>
          <p:cNvPr id="80913" name="Text Box 19"/>
          <p:cNvSpPr txBox="1">
            <a:spLocks noChangeArrowheads="1"/>
          </p:cNvSpPr>
          <p:nvPr/>
        </p:nvSpPr>
        <p:spPr bwMode="auto">
          <a:xfrm>
            <a:off x="3003550" y="1905000"/>
            <a:ext cx="3619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a:latin typeface="Arial" panose="020B0604020202020204" pitchFamily="34" charset="0"/>
              </a:rPr>
              <a:t>Li</a:t>
            </a:r>
            <a:endParaRPr lang="en-US" altLang="en-US">
              <a:latin typeface="Arial" panose="020B0604020202020204" pitchFamily="34" charset="0"/>
            </a:endParaRPr>
          </a:p>
        </p:txBody>
      </p:sp>
      <p:sp>
        <p:nvSpPr>
          <p:cNvPr id="80914" name="Text Box 20"/>
          <p:cNvSpPr txBox="1">
            <a:spLocks noChangeArrowheads="1"/>
          </p:cNvSpPr>
          <p:nvPr/>
        </p:nvSpPr>
        <p:spPr bwMode="auto">
          <a:xfrm>
            <a:off x="1992313" y="1905000"/>
            <a:ext cx="446087"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a:latin typeface="Arial" panose="020B0604020202020204" pitchFamily="34" charset="0"/>
              </a:rPr>
              <a:t>Li</a:t>
            </a:r>
            <a:r>
              <a:rPr lang="en-US" altLang="en-US" baseline="-25000">
                <a:latin typeface="Arial" panose="020B0604020202020204" pitchFamily="34" charset="0"/>
              </a:rPr>
              <a:t>2</a:t>
            </a:r>
            <a:endParaRPr lang="en-US" altLang="en-US" baseline="-25000">
              <a:latin typeface="Arial" panose="020B0604020202020204" pitchFamily="34" charset="0"/>
            </a:endParaRPr>
          </a:p>
        </p:txBody>
      </p:sp>
      <p:sp>
        <p:nvSpPr>
          <p:cNvPr id="80915" name="Text Box 21"/>
          <p:cNvSpPr txBox="1">
            <a:spLocks noChangeArrowheads="1"/>
          </p:cNvSpPr>
          <p:nvPr/>
        </p:nvSpPr>
        <p:spPr bwMode="auto">
          <a:xfrm>
            <a:off x="762000" y="5715000"/>
            <a:ext cx="4254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a:latin typeface="Arial" panose="020B0604020202020204" pitchFamily="34" charset="0"/>
              </a:rPr>
              <a:t>1s</a:t>
            </a:r>
            <a:endParaRPr lang="en-US" altLang="en-US">
              <a:latin typeface="Arial" panose="020B0604020202020204" pitchFamily="34" charset="0"/>
            </a:endParaRPr>
          </a:p>
        </p:txBody>
      </p:sp>
      <p:sp>
        <p:nvSpPr>
          <p:cNvPr id="80916" name="Text Box 22"/>
          <p:cNvSpPr txBox="1">
            <a:spLocks noChangeArrowheads="1"/>
          </p:cNvSpPr>
          <p:nvPr/>
        </p:nvSpPr>
        <p:spPr bwMode="auto">
          <a:xfrm>
            <a:off x="3308350" y="5715000"/>
            <a:ext cx="4254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a:latin typeface="Arial" panose="020B0604020202020204" pitchFamily="34" charset="0"/>
              </a:rPr>
              <a:t>1s</a:t>
            </a:r>
            <a:endParaRPr lang="en-US" altLang="en-US">
              <a:latin typeface="Arial" panose="020B0604020202020204" pitchFamily="34" charset="0"/>
            </a:endParaRPr>
          </a:p>
        </p:txBody>
      </p:sp>
      <p:sp>
        <p:nvSpPr>
          <p:cNvPr id="80917" name="Rectangle 23"/>
          <p:cNvSpPr>
            <a:spLocks noChangeArrowheads="1"/>
          </p:cNvSpPr>
          <p:nvPr/>
        </p:nvSpPr>
        <p:spPr bwMode="auto">
          <a:xfrm>
            <a:off x="2514600" y="6096000"/>
            <a:ext cx="45236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dirty="0">
                <a:latin typeface="Arial" panose="020B0604020202020204" pitchFamily="34" charset="0"/>
                <a:sym typeface="Symbol" panose="05050102010706020507" pitchFamily="18" charset="2"/>
              </a:rPr>
              <a:t>1</a:t>
            </a:r>
            <a:endParaRPr lang="en-US" altLang="en-US" baseline="-25000" dirty="0">
              <a:latin typeface="Arial" panose="020B0604020202020204" pitchFamily="34" charset="0"/>
              <a:sym typeface="Symbol" panose="05050102010706020507" pitchFamily="18" charset="2"/>
            </a:endParaRPr>
          </a:p>
        </p:txBody>
      </p:sp>
      <p:sp>
        <p:nvSpPr>
          <p:cNvPr id="80918" name="Rectangle 24"/>
          <p:cNvSpPr>
            <a:spLocks noChangeArrowheads="1"/>
          </p:cNvSpPr>
          <p:nvPr/>
        </p:nvSpPr>
        <p:spPr bwMode="auto">
          <a:xfrm>
            <a:off x="2514600" y="5119688"/>
            <a:ext cx="54213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dirty="0">
                <a:latin typeface="Arial" panose="020B0604020202020204" pitchFamily="34" charset="0"/>
                <a:sym typeface="Symbol" panose="05050102010706020507" pitchFamily="18" charset="2"/>
              </a:rPr>
              <a:t>1*</a:t>
            </a:r>
            <a:endParaRPr lang="en-US" altLang="en-US" dirty="0">
              <a:latin typeface="Arial" panose="020B0604020202020204" pitchFamily="34" charset="0"/>
              <a:sym typeface="Symbol" panose="05050102010706020507" pitchFamily="18" charset="2"/>
            </a:endParaRPr>
          </a:p>
        </p:txBody>
      </p:sp>
      <p:sp>
        <p:nvSpPr>
          <p:cNvPr id="80919" name="Rectangle 25"/>
          <p:cNvSpPr>
            <a:spLocks noChangeArrowheads="1"/>
          </p:cNvSpPr>
          <p:nvPr/>
        </p:nvSpPr>
        <p:spPr bwMode="auto">
          <a:xfrm>
            <a:off x="76200" y="1828800"/>
            <a:ext cx="4724400" cy="4800600"/>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endParaRPr lang="en-GB" altLang="en-US"/>
          </a:p>
        </p:txBody>
      </p:sp>
      <p:grpSp>
        <p:nvGrpSpPr>
          <p:cNvPr id="80920" name="Group 26"/>
          <p:cNvGrpSpPr/>
          <p:nvPr/>
        </p:nvGrpSpPr>
        <p:grpSpPr bwMode="auto">
          <a:xfrm>
            <a:off x="1219200" y="5562600"/>
            <a:ext cx="152400" cy="457200"/>
            <a:chOff x="1344" y="2496"/>
            <a:chExt cx="96" cy="288"/>
          </a:xfrm>
        </p:grpSpPr>
        <p:sp>
          <p:nvSpPr>
            <p:cNvPr id="80949" name="Line 27"/>
            <p:cNvSpPr>
              <a:spLocks noChangeShapeType="1"/>
            </p:cNvSpPr>
            <p:nvPr/>
          </p:nvSpPr>
          <p:spPr bwMode="auto">
            <a:xfrm flipV="1">
              <a:off x="1344" y="2496"/>
              <a:ext cx="0" cy="288"/>
            </a:xfrm>
            <a:prstGeom prst="line">
              <a:avLst/>
            </a:prstGeom>
            <a:noFill/>
            <a:ln w="9525">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0950" name="Line 28"/>
            <p:cNvSpPr>
              <a:spLocks noChangeShapeType="1"/>
            </p:cNvSpPr>
            <p:nvPr/>
          </p:nvSpPr>
          <p:spPr bwMode="auto">
            <a:xfrm>
              <a:off x="1440" y="2496"/>
              <a:ext cx="0" cy="288"/>
            </a:xfrm>
            <a:prstGeom prst="line">
              <a:avLst/>
            </a:prstGeom>
            <a:noFill/>
            <a:ln w="9525">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grpSp>
      <p:grpSp>
        <p:nvGrpSpPr>
          <p:cNvPr id="80921" name="Group 29"/>
          <p:cNvGrpSpPr/>
          <p:nvPr/>
        </p:nvGrpSpPr>
        <p:grpSpPr bwMode="auto">
          <a:xfrm>
            <a:off x="3048000" y="5562600"/>
            <a:ext cx="152400" cy="457200"/>
            <a:chOff x="1344" y="2496"/>
            <a:chExt cx="96" cy="288"/>
          </a:xfrm>
        </p:grpSpPr>
        <p:sp>
          <p:nvSpPr>
            <p:cNvPr id="80947" name="Line 30"/>
            <p:cNvSpPr>
              <a:spLocks noChangeShapeType="1"/>
            </p:cNvSpPr>
            <p:nvPr/>
          </p:nvSpPr>
          <p:spPr bwMode="auto">
            <a:xfrm flipV="1">
              <a:off x="1344" y="2496"/>
              <a:ext cx="0" cy="288"/>
            </a:xfrm>
            <a:prstGeom prst="line">
              <a:avLst/>
            </a:prstGeom>
            <a:noFill/>
            <a:ln w="9525">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0948" name="Line 31"/>
            <p:cNvSpPr>
              <a:spLocks noChangeShapeType="1"/>
            </p:cNvSpPr>
            <p:nvPr/>
          </p:nvSpPr>
          <p:spPr bwMode="auto">
            <a:xfrm>
              <a:off x="1440" y="2496"/>
              <a:ext cx="0" cy="288"/>
            </a:xfrm>
            <a:prstGeom prst="line">
              <a:avLst/>
            </a:prstGeom>
            <a:noFill/>
            <a:ln w="9525">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grpSp>
      <p:grpSp>
        <p:nvGrpSpPr>
          <p:cNvPr id="80922" name="Group 32"/>
          <p:cNvGrpSpPr/>
          <p:nvPr/>
        </p:nvGrpSpPr>
        <p:grpSpPr bwMode="auto">
          <a:xfrm>
            <a:off x="2133600" y="5105400"/>
            <a:ext cx="152400" cy="457200"/>
            <a:chOff x="1344" y="2496"/>
            <a:chExt cx="96" cy="288"/>
          </a:xfrm>
        </p:grpSpPr>
        <p:sp>
          <p:nvSpPr>
            <p:cNvPr id="80945" name="Line 33"/>
            <p:cNvSpPr>
              <a:spLocks noChangeShapeType="1"/>
            </p:cNvSpPr>
            <p:nvPr/>
          </p:nvSpPr>
          <p:spPr bwMode="auto">
            <a:xfrm flipV="1">
              <a:off x="1344" y="2496"/>
              <a:ext cx="0" cy="288"/>
            </a:xfrm>
            <a:prstGeom prst="line">
              <a:avLst/>
            </a:prstGeom>
            <a:noFill/>
            <a:ln w="9525">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0946" name="Line 34"/>
            <p:cNvSpPr>
              <a:spLocks noChangeShapeType="1"/>
            </p:cNvSpPr>
            <p:nvPr/>
          </p:nvSpPr>
          <p:spPr bwMode="auto">
            <a:xfrm>
              <a:off x="1440" y="2496"/>
              <a:ext cx="0" cy="288"/>
            </a:xfrm>
            <a:prstGeom prst="line">
              <a:avLst/>
            </a:prstGeom>
            <a:noFill/>
            <a:ln w="9525">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grpSp>
      <p:sp>
        <p:nvSpPr>
          <p:cNvPr id="80923" name="Text Box 35"/>
          <p:cNvSpPr txBox="1">
            <a:spLocks noChangeArrowheads="1"/>
          </p:cNvSpPr>
          <p:nvPr/>
        </p:nvSpPr>
        <p:spPr bwMode="auto">
          <a:xfrm>
            <a:off x="4876800" y="3151188"/>
            <a:ext cx="4267200" cy="25638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a:latin typeface="Arial" panose="020B0604020202020204" pitchFamily="34" charset="0"/>
              </a:rPr>
              <a:t>The bond order in Li</a:t>
            </a:r>
            <a:r>
              <a:rPr lang="en-US" altLang="en-US" baseline="-25000">
                <a:latin typeface="Arial" panose="020B0604020202020204" pitchFamily="34" charset="0"/>
              </a:rPr>
              <a:t>2</a:t>
            </a:r>
            <a:r>
              <a:rPr lang="en-US" altLang="en-US">
                <a:latin typeface="Arial" panose="020B0604020202020204" pitchFamily="34" charset="0"/>
              </a:rPr>
              <a:t> is (4-2)/2 = 1, so the molecule could exists.  In fact, a bond energy of 105 kJ/mol has been measured for this molecule.</a:t>
            </a:r>
            <a:endParaRPr lang="en-US" altLang="en-US">
              <a:latin typeface="Arial" panose="020B0604020202020204" pitchFamily="34" charset="0"/>
            </a:endParaRPr>
          </a:p>
          <a:p>
            <a:pPr eaLnBrk="1" hangingPunct="1"/>
            <a:endParaRPr lang="en-US" altLang="en-US">
              <a:latin typeface="Arial" panose="020B0604020202020204" pitchFamily="34" charset="0"/>
            </a:endParaRPr>
          </a:p>
          <a:p>
            <a:pPr eaLnBrk="1" hangingPunct="1"/>
            <a:r>
              <a:rPr lang="en-US" altLang="en-US">
                <a:latin typeface="Arial" panose="020B0604020202020204" pitchFamily="34" charset="0"/>
              </a:rPr>
              <a:t>Notice that now the labels for the MO’s have numbers in front of them - this is to differentiate between the molecular orbitals that have the same symmetry.</a:t>
            </a:r>
            <a:endParaRPr lang="en-US" altLang="en-US">
              <a:latin typeface="Arial" panose="020B0604020202020204" pitchFamily="34" charset="0"/>
            </a:endParaRPr>
          </a:p>
        </p:txBody>
      </p:sp>
      <p:sp>
        <p:nvSpPr>
          <p:cNvPr id="80924" name="Line 36"/>
          <p:cNvSpPr>
            <a:spLocks noChangeShapeType="1"/>
          </p:cNvSpPr>
          <p:nvPr/>
        </p:nvSpPr>
        <p:spPr bwMode="auto">
          <a:xfrm>
            <a:off x="1066800" y="3443288"/>
            <a:ext cx="533400" cy="0"/>
          </a:xfrm>
          <a:prstGeom prst="line">
            <a:avLst/>
          </a:prstGeom>
          <a:noFill/>
          <a:ln w="381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0925" name="Line 37"/>
          <p:cNvSpPr>
            <a:spLocks noChangeShapeType="1"/>
          </p:cNvSpPr>
          <p:nvPr/>
        </p:nvSpPr>
        <p:spPr bwMode="auto">
          <a:xfrm>
            <a:off x="2895600" y="3443288"/>
            <a:ext cx="533400" cy="0"/>
          </a:xfrm>
          <a:prstGeom prst="line">
            <a:avLst/>
          </a:prstGeom>
          <a:noFill/>
          <a:ln w="381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0926" name="Line 38"/>
          <p:cNvSpPr>
            <a:spLocks noChangeShapeType="1"/>
          </p:cNvSpPr>
          <p:nvPr/>
        </p:nvSpPr>
        <p:spPr bwMode="auto">
          <a:xfrm>
            <a:off x="1981200" y="2986088"/>
            <a:ext cx="533400" cy="0"/>
          </a:xfrm>
          <a:prstGeom prst="line">
            <a:avLst/>
          </a:prstGeom>
          <a:noFill/>
          <a:ln w="381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0927" name="Line 39"/>
          <p:cNvSpPr>
            <a:spLocks noChangeShapeType="1"/>
          </p:cNvSpPr>
          <p:nvPr/>
        </p:nvSpPr>
        <p:spPr bwMode="auto">
          <a:xfrm>
            <a:off x="1981200" y="3824288"/>
            <a:ext cx="533400" cy="0"/>
          </a:xfrm>
          <a:prstGeom prst="line">
            <a:avLst/>
          </a:prstGeom>
          <a:noFill/>
          <a:ln w="381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cxnSp>
        <p:nvCxnSpPr>
          <p:cNvPr id="80928" name="AutoShape 40"/>
          <p:cNvCxnSpPr>
            <a:cxnSpLocks noChangeShapeType="1"/>
            <a:stCxn id="80924" idx="1"/>
            <a:endCxn id="80927" idx="0"/>
          </p:cNvCxnSpPr>
          <p:nvPr/>
        </p:nvCxnSpPr>
        <p:spPr bwMode="auto">
          <a:xfrm>
            <a:off x="1600200" y="3462338"/>
            <a:ext cx="381000" cy="342900"/>
          </a:xfrm>
          <a:prstGeom prst="straightConnector1">
            <a:avLst/>
          </a:prstGeom>
          <a:noFill/>
          <a:ln w="9525">
            <a:solidFill>
              <a:schemeClr val="tx1"/>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80929" name="AutoShape 41"/>
          <p:cNvCxnSpPr>
            <a:cxnSpLocks noChangeShapeType="1"/>
            <a:stCxn id="80927" idx="1"/>
            <a:endCxn id="80925" idx="0"/>
          </p:cNvCxnSpPr>
          <p:nvPr/>
        </p:nvCxnSpPr>
        <p:spPr bwMode="auto">
          <a:xfrm flipV="1">
            <a:off x="2514600" y="3424238"/>
            <a:ext cx="381000" cy="419100"/>
          </a:xfrm>
          <a:prstGeom prst="straightConnector1">
            <a:avLst/>
          </a:prstGeom>
          <a:noFill/>
          <a:ln w="9525">
            <a:solidFill>
              <a:schemeClr val="tx1"/>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80930" name="AutoShape 42"/>
          <p:cNvCxnSpPr>
            <a:cxnSpLocks noChangeShapeType="1"/>
            <a:stCxn id="80924" idx="1"/>
            <a:endCxn id="80926" idx="0"/>
          </p:cNvCxnSpPr>
          <p:nvPr/>
        </p:nvCxnSpPr>
        <p:spPr bwMode="auto">
          <a:xfrm flipV="1">
            <a:off x="1600200" y="2967038"/>
            <a:ext cx="381000" cy="495300"/>
          </a:xfrm>
          <a:prstGeom prst="straightConnector1">
            <a:avLst/>
          </a:prstGeom>
          <a:noFill/>
          <a:ln w="9525">
            <a:solidFill>
              <a:schemeClr val="tx1"/>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80931" name="AutoShape 43"/>
          <p:cNvCxnSpPr>
            <a:cxnSpLocks noChangeShapeType="1"/>
            <a:stCxn id="80925" idx="0"/>
            <a:endCxn id="80926" idx="1"/>
          </p:cNvCxnSpPr>
          <p:nvPr/>
        </p:nvCxnSpPr>
        <p:spPr bwMode="auto">
          <a:xfrm flipH="1" flipV="1">
            <a:off x="2514600" y="3005138"/>
            <a:ext cx="381000" cy="419100"/>
          </a:xfrm>
          <a:prstGeom prst="straightConnector1">
            <a:avLst/>
          </a:prstGeom>
          <a:noFill/>
          <a:ln w="9525">
            <a:solidFill>
              <a:schemeClr val="tx1"/>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nvGrpSpPr>
          <p:cNvPr id="80932" name="Group 44"/>
          <p:cNvGrpSpPr/>
          <p:nvPr/>
        </p:nvGrpSpPr>
        <p:grpSpPr bwMode="auto">
          <a:xfrm>
            <a:off x="2171700" y="3595688"/>
            <a:ext cx="152400" cy="457200"/>
            <a:chOff x="1344" y="2496"/>
            <a:chExt cx="96" cy="288"/>
          </a:xfrm>
        </p:grpSpPr>
        <p:sp>
          <p:nvSpPr>
            <p:cNvPr id="80943" name="Line 45"/>
            <p:cNvSpPr>
              <a:spLocks noChangeShapeType="1"/>
            </p:cNvSpPr>
            <p:nvPr/>
          </p:nvSpPr>
          <p:spPr bwMode="auto">
            <a:xfrm flipV="1">
              <a:off x="1344" y="2496"/>
              <a:ext cx="0" cy="288"/>
            </a:xfrm>
            <a:prstGeom prst="line">
              <a:avLst/>
            </a:prstGeom>
            <a:noFill/>
            <a:ln w="9525">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0944" name="Line 46"/>
            <p:cNvSpPr>
              <a:spLocks noChangeShapeType="1"/>
            </p:cNvSpPr>
            <p:nvPr/>
          </p:nvSpPr>
          <p:spPr bwMode="auto">
            <a:xfrm>
              <a:off x="1440" y="2496"/>
              <a:ext cx="0" cy="288"/>
            </a:xfrm>
            <a:prstGeom prst="line">
              <a:avLst/>
            </a:prstGeom>
            <a:noFill/>
            <a:ln w="9525">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grpSp>
      <p:sp>
        <p:nvSpPr>
          <p:cNvPr id="80933" name="Text Box 47"/>
          <p:cNvSpPr txBox="1">
            <a:spLocks noChangeArrowheads="1"/>
          </p:cNvSpPr>
          <p:nvPr/>
        </p:nvSpPr>
        <p:spPr bwMode="auto">
          <a:xfrm>
            <a:off x="762000" y="3367088"/>
            <a:ext cx="4254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a:latin typeface="Arial" panose="020B0604020202020204" pitchFamily="34" charset="0"/>
              </a:rPr>
              <a:t>2s</a:t>
            </a:r>
            <a:endParaRPr lang="en-US" altLang="en-US">
              <a:latin typeface="Arial" panose="020B0604020202020204" pitchFamily="34" charset="0"/>
            </a:endParaRPr>
          </a:p>
        </p:txBody>
      </p:sp>
      <p:sp>
        <p:nvSpPr>
          <p:cNvPr id="80934" name="Text Box 48"/>
          <p:cNvSpPr txBox="1">
            <a:spLocks noChangeArrowheads="1"/>
          </p:cNvSpPr>
          <p:nvPr/>
        </p:nvSpPr>
        <p:spPr bwMode="auto">
          <a:xfrm>
            <a:off x="3308350" y="3367088"/>
            <a:ext cx="4254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a:latin typeface="Arial" panose="020B0604020202020204" pitchFamily="34" charset="0"/>
              </a:rPr>
              <a:t>2s</a:t>
            </a:r>
            <a:endParaRPr lang="en-US" altLang="en-US">
              <a:latin typeface="Arial" panose="020B0604020202020204" pitchFamily="34" charset="0"/>
            </a:endParaRPr>
          </a:p>
        </p:txBody>
      </p:sp>
      <p:sp>
        <p:nvSpPr>
          <p:cNvPr id="80935" name="Rectangle 49"/>
          <p:cNvSpPr>
            <a:spLocks noChangeArrowheads="1"/>
          </p:cNvSpPr>
          <p:nvPr/>
        </p:nvSpPr>
        <p:spPr bwMode="auto">
          <a:xfrm>
            <a:off x="2514600" y="3748088"/>
            <a:ext cx="45236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dirty="0">
                <a:latin typeface="Arial" panose="020B0604020202020204" pitchFamily="34" charset="0"/>
                <a:sym typeface="Symbol" panose="05050102010706020507" pitchFamily="18" charset="2"/>
              </a:rPr>
              <a:t>2</a:t>
            </a:r>
            <a:endParaRPr lang="en-US" altLang="en-US" baseline="-25000" dirty="0">
              <a:latin typeface="Arial" panose="020B0604020202020204" pitchFamily="34" charset="0"/>
              <a:sym typeface="Symbol" panose="05050102010706020507" pitchFamily="18" charset="2"/>
            </a:endParaRPr>
          </a:p>
        </p:txBody>
      </p:sp>
      <p:sp>
        <p:nvSpPr>
          <p:cNvPr id="80936" name="Rectangle 50"/>
          <p:cNvSpPr>
            <a:spLocks noChangeArrowheads="1"/>
          </p:cNvSpPr>
          <p:nvPr/>
        </p:nvSpPr>
        <p:spPr bwMode="auto">
          <a:xfrm>
            <a:off x="2514600" y="2771775"/>
            <a:ext cx="53251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dirty="0">
                <a:latin typeface="Arial" panose="020B0604020202020204" pitchFamily="34" charset="0"/>
                <a:sym typeface="Symbol" panose="05050102010706020507" pitchFamily="18" charset="2"/>
              </a:rPr>
              <a:t>2</a:t>
            </a:r>
            <a:r>
              <a:rPr lang="en-US" altLang="en-US" sz="1600" dirty="0">
                <a:latin typeface="Arial" panose="020B0604020202020204" pitchFamily="34" charset="0"/>
                <a:sym typeface="Symbol" panose="05050102010706020507" pitchFamily="18" charset="2"/>
              </a:rPr>
              <a:t>*</a:t>
            </a:r>
            <a:endParaRPr lang="en-US" altLang="en-US" sz="1600" dirty="0">
              <a:latin typeface="Arial" panose="020B0604020202020204" pitchFamily="34" charset="0"/>
              <a:sym typeface="Symbol" panose="05050102010706020507" pitchFamily="18" charset="2"/>
            </a:endParaRPr>
          </a:p>
        </p:txBody>
      </p:sp>
      <p:sp>
        <p:nvSpPr>
          <p:cNvPr id="80937" name="Line 51"/>
          <p:cNvSpPr>
            <a:spLocks noChangeShapeType="1"/>
          </p:cNvSpPr>
          <p:nvPr/>
        </p:nvSpPr>
        <p:spPr bwMode="auto">
          <a:xfrm flipV="1">
            <a:off x="1295400" y="3214688"/>
            <a:ext cx="0" cy="457200"/>
          </a:xfrm>
          <a:prstGeom prst="line">
            <a:avLst/>
          </a:prstGeom>
          <a:noFill/>
          <a:ln w="9525">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0938" name="Line 52"/>
          <p:cNvSpPr>
            <a:spLocks noChangeShapeType="1"/>
          </p:cNvSpPr>
          <p:nvPr/>
        </p:nvSpPr>
        <p:spPr bwMode="auto">
          <a:xfrm flipV="1">
            <a:off x="3124200" y="3200400"/>
            <a:ext cx="0" cy="457200"/>
          </a:xfrm>
          <a:prstGeom prst="line">
            <a:avLst/>
          </a:prstGeom>
          <a:noFill/>
          <a:ln w="9525">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pic>
        <p:nvPicPr>
          <p:cNvPr id="80939" name="Picture 53" descr="H2(h)"/>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3810000" y="5905500"/>
            <a:ext cx="8382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0940" name="Picture 54" descr="H2(l)"/>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810000" y="5064125"/>
            <a:ext cx="762000" cy="5476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0941" name="Picture 55" descr="Li2(h)"/>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79850" y="3505200"/>
            <a:ext cx="714375" cy="838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0942" name="Picture 56" descr="Li2(l)"/>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733800" y="2743200"/>
            <a:ext cx="990600" cy="511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1922" name="Text Box 2"/>
          <p:cNvSpPr txBox="1">
            <a:spLocks noChangeArrowheads="1"/>
          </p:cNvSpPr>
          <p:nvPr/>
        </p:nvSpPr>
        <p:spPr bwMode="auto">
          <a:xfrm>
            <a:off x="2847975" y="76200"/>
            <a:ext cx="3176588"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sz="2000" b="1">
                <a:latin typeface="Arial" panose="020B0604020202020204" pitchFamily="34" charset="0"/>
              </a:rPr>
              <a:t>Molecular Orbital Theory</a:t>
            </a:r>
            <a:endParaRPr lang="en-US" altLang="en-US" sz="2000" b="1">
              <a:latin typeface="Arial" panose="020B0604020202020204" pitchFamily="34" charset="0"/>
            </a:endParaRPr>
          </a:p>
        </p:txBody>
      </p:sp>
      <p:sp>
        <p:nvSpPr>
          <p:cNvPr id="81923" name="Text Box 3"/>
          <p:cNvSpPr txBox="1">
            <a:spLocks noChangeArrowheads="1"/>
          </p:cNvSpPr>
          <p:nvPr/>
        </p:nvSpPr>
        <p:spPr bwMode="auto">
          <a:xfrm>
            <a:off x="457200" y="381000"/>
            <a:ext cx="7694613"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sz="2000">
                <a:latin typeface="Arial" panose="020B0604020202020204" pitchFamily="34" charset="0"/>
              </a:rPr>
              <a:t>Diatomic molecules: Homonuclear Molecules of the Second Period</a:t>
            </a:r>
            <a:endParaRPr lang="en-US" altLang="en-US" sz="2000" baseline="-25000">
              <a:latin typeface="Arial" panose="020B0604020202020204" pitchFamily="34" charset="0"/>
            </a:endParaRPr>
          </a:p>
        </p:txBody>
      </p:sp>
      <p:sp>
        <p:nvSpPr>
          <p:cNvPr id="81924" name="Line 4"/>
          <p:cNvSpPr>
            <a:spLocks noChangeShapeType="1"/>
          </p:cNvSpPr>
          <p:nvPr/>
        </p:nvSpPr>
        <p:spPr bwMode="auto">
          <a:xfrm>
            <a:off x="1066800" y="5791200"/>
            <a:ext cx="533400" cy="0"/>
          </a:xfrm>
          <a:prstGeom prst="line">
            <a:avLst/>
          </a:prstGeom>
          <a:noFill/>
          <a:ln w="381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1925" name="Line 5"/>
          <p:cNvSpPr>
            <a:spLocks noChangeShapeType="1"/>
          </p:cNvSpPr>
          <p:nvPr/>
        </p:nvSpPr>
        <p:spPr bwMode="auto">
          <a:xfrm>
            <a:off x="2895600" y="5791200"/>
            <a:ext cx="533400" cy="0"/>
          </a:xfrm>
          <a:prstGeom prst="line">
            <a:avLst/>
          </a:prstGeom>
          <a:noFill/>
          <a:ln w="381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1926" name="Line 6"/>
          <p:cNvSpPr>
            <a:spLocks noChangeShapeType="1"/>
          </p:cNvSpPr>
          <p:nvPr/>
        </p:nvSpPr>
        <p:spPr bwMode="auto">
          <a:xfrm>
            <a:off x="1981200" y="5334000"/>
            <a:ext cx="533400" cy="0"/>
          </a:xfrm>
          <a:prstGeom prst="line">
            <a:avLst/>
          </a:prstGeom>
          <a:noFill/>
          <a:ln w="381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1927" name="Line 7"/>
          <p:cNvSpPr>
            <a:spLocks noChangeShapeType="1"/>
          </p:cNvSpPr>
          <p:nvPr/>
        </p:nvSpPr>
        <p:spPr bwMode="auto">
          <a:xfrm>
            <a:off x="1981200" y="6172200"/>
            <a:ext cx="533400" cy="0"/>
          </a:xfrm>
          <a:prstGeom prst="line">
            <a:avLst/>
          </a:prstGeom>
          <a:noFill/>
          <a:ln w="381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cxnSp>
        <p:nvCxnSpPr>
          <p:cNvPr id="81928" name="AutoShape 8"/>
          <p:cNvCxnSpPr>
            <a:cxnSpLocks noChangeShapeType="1"/>
            <a:stCxn id="81924" idx="1"/>
            <a:endCxn id="81927" idx="0"/>
          </p:cNvCxnSpPr>
          <p:nvPr/>
        </p:nvCxnSpPr>
        <p:spPr bwMode="auto">
          <a:xfrm>
            <a:off x="1600200" y="5810250"/>
            <a:ext cx="381000" cy="342900"/>
          </a:xfrm>
          <a:prstGeom prst="straightConnector1">
            <a:avLst/>
          </a:prstGeom>
          <a:noFill/>
          <a:ln w="9525">
            <a:solidFill>
              <a:schemeClr val="tx1"/>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81929" name="AutoShape 9"/>
          <p:cNvCxnSpPr>
            <a:cxnSpLocks noChangeShapeType="1"/>
            <a:stCxn id="81927" idx="1"/>
            <a:endCxn id="81925" idx="0"/>
          </p:cNvCxnSpPr>
          <p:nvPr/>
        </p:nvCxnSpPr>
        <p:spPr bwMode="auto">
          <a:xfrm flipV="1">
            <a:off x="2514600" y="5772150"/>
            <a:ext cx="381000" cy="419100"/>
          </a:xfrm>
          <a:prstGeom prst="straightConnector1">
            <a:avLst/>
          </a:prstGeom>
          <a:noFill/>
          <a:ln w="9525">
            <a:solidFill>
              <a:schemeClr val="tx1"/>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81930" name="AutoShape 10"/>
          <p:cNvCxnSpPr>
            <a:cxnSpLocks noChangeShapeType="1"/>
            <a:stCxn id="81924" idx="1"/>
            <a:endCxn id="81926" idx="0"/>
          </p:cNvCxnSpPr>
          <p:nvPr/>
        </p:nvCxnSpPr>
        <p:spPr bwMode="auto">
          <a:xfrm flipV="1">
            <a:off x="1600200" y="5314950"/>
            <a:ext cx="381000" cy="495300"/>
          </a:xfrm>
          <a:prstGeom prst="straightConnector1">
            <a:avLst/>
          </a:prstGeom>
          <a:noFill/>
          <a:ln w="9525">
            <a:solidFill>
              <a:schemeClr val="tx1"/>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81931" name="AutoShape 11"/>
          <p:cNvCxnSpPr>
            <a:cxnSpLocks noChangeShapeType="1"/>
            <a:stCxn id="81925" idx="0"/>
            <a:endCxn id="81926" idx="1"/>
          </p:cNvCxnSpPr>
          <p:nvPr/>
        </p:nvCxnSpPr>
        <p:spPr bwMode="auto">
          <a:xfrm flipH="1" flipV="1">
            <a:off x="2514600" y="5353050"/>
            <a:ext cx="381000" cy="419100"/>
          </a:xfrm>
          <a:prstGeom prst="straightConnector1">
            <a:avLst/>
          </a:prstGeom>
          <a:noFill/>
          <a:ln w="9525">
            <a:solidFill>
              <a:schemeClr val="tx1"/>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nvGrpSpPr>
          <p:cNvPr id="81932" name="Group 12"/>
          <p:cNvGrpSpPr/>
          <p:nvPr/>
        </p:nvGrpSpPr>
        <p:grpSpPr bwMode="auto">
          <a:xfrm>
            <a:off x="2171700" y="5943600"/>
            <a:ext cx="152400" cy="457200"/>
            <a:chOff x="1344" y="2496"/>
            <a:chExt cx="96" cy="288"/>
          </a:xfrm>
        </p:grpSpPr>
        <p:sp>
          <p:nvSpPr>
            <p:cNvPr id="81982" name="Line 13"/>
            <p:cNvSpPr>
              <a:spLocks noChangeShapeType="1"/>
            </p:cNvSpPr>
            <p:nvPr/>
          </p:nvSpPr>
          <p:spPr bwMode="auto">
            <a:xfrm flipV="1">
              <a:off x="1344" y="2496"/>
              <a:ext cx="0" cy="288"/>
            </a:xfrm>
            <a:prstGeom prst="line">
              <a:avLst/>
            </a:prstGeom>
            <a:noFill/>
            <a:ln w="9525">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1983" name="Line 14"/>
            <p:cNvSpPr>
              <a:spLocks noChangeShapeType="1"/>
            </p:cNvSpPr>
            <p:nvPr/>
          </p:nvSpPr>
          <p:spPr bwMode="auto">
            <a:xfrm>
              <a:off x="1440" y="2496"/>
              <a:ext cx="0" cy="288"/>
            </a:xfrm>
            <a:prstGeom prst="line">
              <a:avLst/>
            </a:prstGeom>
            <a:noFill/>
            <a:ln w="9525">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grpSp>
      <p:sp>
        <p:nvSpPr>
          <p:cNvPr id="81933" name="Text Box 15"/>
          <p:cNvSpPr txBox="1">
            <a:spLocks noChangeArrowheads="1"/>
          </p:cNvSpPr>
          <p:nvPr/>
        </p:nvSpPr>
        <p:spPr bwMode="auto">
          <a:xfrm>
            <a:off x="1143000" y="1905000"/>
            <a:ext cx="4635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a:latin typeface="Arial" panose="020B0604020202020204" pitchFamily="34" charset="0"/>
              </a:rPr>
              <a:t>Be</a:t>
            </a:r>
            <a:endParaRPr lang="en-US" altLang="en-US">
              <a:latin typeface="Arial" panose="020B0604020202020204" pitchFamily="34" charset="0"/>
            </a:endParaRPr>
          </a:p>
        </p:txBody>
      </p:sp>
      <p:sp>
        <p:nvSpPr>
          <p:cNvPr id="81934" name="Line 16"/>
          <p:cNvSpPr>
            <a:spLocks noChangeShapeType="1"/>
          </p:cNvSpPr>
          <p:nvPr/>
        </p:nvSpPr>
        <p:spPr bwMode="auto">
          <a:xfrm flipV="1">
            <a:off x="533400" y="2057400"/>
            <a:ext cx="0" cy="4343400"/>
          </a:xfrm>
          <a:prstGeom prst="line">
            <a:avLst/>
          </a:prstGeom>
          <a:noFill/>
          <a:ln w="38100">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1935" name="Text Box 17"/>
          <p:cNvSpPr txBox="1">
            <a:spLocks noChangeArrowheads="1"/>
          </p:cNvSpPr>
          <p:nvPr/>
        </p:nvSpPr>
        <p:spPr bwMode="auto">
          <a:xfrm rot="-5400000">
            <a:off x="-189706" y="3923507"/>
            <a:ext cx="9080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a:latin typeface="Arial" panose="020B0604020202020204" pitchFamily="34" charset="0"/>
              </a:rPr>
              <a:t>Energy</a:t>
            </a:r>
            <a:endParaRPr lang="en-US" altLang="en-US">
              <a:latin typeface="Arial" panose="020B0604020202020204" pitchFamily="34" charset="0"/>
            </a:endParaRPr>
          </a:p>
        </p:txBody>
      </p:sp>
      <p:sp>
        <p:nvSpPr>
          <p:cNvPr id="81936" name="Text Box 18"/>
          <p:cNvSpPr txBox="1">
            <a:spLocks noChangeArrowheads="1"/>
          </p:cNvSpPr>
          <p:nvPr/>
        </p:nvSpPr>
        <p:spPr bwMode="auto">
          <a:xfrm>
            <a:off x="3003550" y="1905000"/>
            <a:ext cx="4635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a:latin typeface="Arial" panose="020B0604020202020204" pitchFamily="34" charset="0"/>
              </a:rPr>
              <a:t>Be</a:t>
            </a:r>
            <a:endParaRPr lang="en-US" altLang="en-US">
              <a:latin typeface="Arial" panose="020B0604020202020204" pitchFamily="34" charset="0"/>
            </a:endParaRPr>
          </a:p>
        </p:txBody>
      </p:sp>
      <p:sp>
        <p:nvSpPr>
          <p:cNvPr id="81937" name="Text Box 19"/>
          <p:cNvSpPr txBox="1">
            <a:spLocks noChangeArrowheads="1"/>
          </p:cNvSpPr>
          <p:nvPr/>
        </p:nvSpPr>
        <p:spPr bwMode="auto">
          <a:xfrm>
            <a:off x="1981200" y="1905000"/>
            <a:ext cx="549275"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a:latin typeface="Arial" panose="020B0604020202020204" pitchFamily="34" charset="0"/>
              </a:rPr>
              <a:t>Be</a:t>
            </a:r>
            <a:r>
              <a:rPr lang="en-US" altLang="en-US" baseline="-25000">
                <a:latin typeface="Arial" panose="020B0604020202020204" pitchFamily="34" charset="0"/>
              </a:rPr>
              <a:t>2</a:t>
            </a:r>
            <a:endParaRPr lang="en-US" altLang="en-US" baseline="-25000">
              <a:latin typeface="Arial" panose="020B0604020202020204" pitchFamily="34" charset="0"/>
            </a:endParaRPr>
          </a:p>
        </p:txBody>
      </p:sp>
      <p:sp>
        <p:nvSpPr>
          <p:cNvPr id="81938" name="Text Box 20"/>
          <p:cNvSpPr txBox="1">
            <a:spLocks noChangeArrowheads="1"/>
          </p:cNvSpPr>
          <p:nvPr/>
        </p:nvSpPr>
        <p:spPr bwMode="auto">
          <a:xfrm>
            <a:off x="762000" y="5715000"/>
            <a:ext cx="4254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a:latin typeface="Arial" panose="020B0604020202020204" pitchFamily="34" charset="0"/>
              </a:rPr>
              <a:t>1s</a:t>
            </a:r>
            <a:endParaRPr lang="en-US" altLang="en-US">
              <a:latin typeface="Arial" panose="020B0604020202020204" pitchFamily="34" charset="0"/>
            </a:endParaRPr>
          </a:p>
        </p:txBody>
      </p:sp>
      <p:sp>
        <p:nvSpPr>
          <p:cNvPr id="81939" name="Text Box 21"/>
          <p:cNvSpPr txBox="1">
            <a:spLocks noChangeArrowheads="1"/>
          </p:cNvSpPr>
          <p:nvPr/>
        </p:nvSpPr>
        <p:spPr bwMode="auto">
          <a:xfrm>
            <a:off x="3308350" y="5715000"/>
            <a:ext cx="4254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a:latin typeface="Arial" panose="020B0604020202020204" pitchFamily="34" charset="0"/>
              </a:rPr>
              <a:t>1s</a:t>
            </a:r>
            <a:endParaRPr lang="en-US" altLang="en-US">
              <a:latin typeface="Arial" panose="020B0604020202020204" pitchFamily="34" charset="0"/>
            </a:endParaRPr>
          </a:p>
        </p:txBody>
      </p:sp>
      <p:sp>
        <p:nvSpPr>
          <p:cNvPr id="81940" name="Rectangle 22"/>
          <p:cNvSpPr>
            <a:spLocks noChangeArrowheads="1"/>
          </p:cNvSpPr>
          <p:nvPr/>
        </p:nvSpPr>
        <p:spPr bwMode="auto">
          <a:xfrm>
            <a:off x="2514600" y="6096000"/>
            <a:ext cx="45236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dirty="0">
                <a:latin typeface="Arial" panose="020B0604020202020204" pitchFamily="34" charset="0"/>
                <a:sym typeface="Symbol" panose="05050102010706020507" pitchFamily="18" charset="2"/>
              </a:rPr>
              <a:t>1</a:t>
            </a:r>
            <a:endParaRPr lang="en-US" altLang="en-US" baseline="-25000" dirty="0">
              <a:latin typeface="Arial" panose="020B0604020202020204" pitchFamily="34" charset="0"/>
              <a:sym typeface="Symbol" panose="05050102010706020507" pitchFamily="18" charset="2"/>
            </a:endParaRPr>
          </a:p>
        </p:txBody>
      </p:sp>
      <p:sp>
        <p:nvSpPr>
          <p:cNvPr id="81941" name="Rectangle 23"/>
          <p:cNvSpPr>
            <a:spLocks noChangeArrowheads="1"/>
          </p:cNvSpPr>
          <p:nvPr/>
        </p:nvSpPr>
        <p:spPr bwMode="auto">
          <a:xfrm>
            <a:off x="2514600" y="5119688"/>
            <a:ext cx="53251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dirty="0">
                <a:latin typeface="Arial" panose="020B0604020202020204" pitchFamily="34" charset="0"/>
                <a:sym typeface="Symbol" panose="05050102010706020507" pitchFamily="18" charset="2"/>
              </a:rPr>
              <a:t>1</a:t>
            </a:r>
            <a:r>
              <a:rPr lang="en-US" altLang="en-US" sz="1600" dirty="0">
                <a:latin typeface="Arial" panose="020B0604020202020204" pitchFamily="34" charset="0"/>
                <a:sym typeface="Symbol" panose="05050102010706020507" pitchFamily="18" charset="2"/>
              </a:rPr>
              <a:t>*</a:t>
            </a:r>
            <a:endParaRPr lang="en-US" altLang="en-US" sz="1600" dirty="0">
              <a:latin typeface="Arial" panose="020B0604020202020204" pitchFamily="34" charset="0"/>
              <a:sym typeface="Symbol" panose="05050102010706020507" pitchFamily="18" charset="2"/>
            </a:endParaRPr>
          </a:p>
        </p:txBody>
      </p:sp>
      <p:sp>
        <p:nvSpPr>
          <p:cNvPr id="81942" name="Rectangle 24"/>
          <p:cNvSpPr>
            <a:spLocks noChangeArrowheads="1"/>
          </p:cNvSpPr>
          <p:nvPr/>
        </p:nvSpPr>
        <p:spPr bwMode="auto">
          <a:xfrm>
            <a:off x="76200" y="1828800"/>
            <a:ext cx="4724400" cy="4800600"/>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endParaRPr lang="en-GB" altLang="en-US"/>
          </a:p>
        </p:txBody>
      </p:sp>
      <p:grpSp>
        <p:nvGrpSpPr>
          <p:cNvPr id="81943" name="Group 25"/>
          <p:cNvGrpSpPr/>
          <p:nvPr/>
        </p:nvGrpSpPr>
        <p:grpSpPr bwMode="auto">
          <a:xfrm>
            <a:off x="1219200" y="5562600"/>
            <a:ext cx="152400" cy="457200"/>
            <a:chOff x="1344" y="2496"/>
            <a:chExt cx="96" cy="288"/>
          </a:xfrm>
        </p:grpSpPr>
        <p:sp>
          <p:nvSpPr>
            <p:cNvPr id="81980" name="Line 26"/>
            <p:cNvSpPr>
              <a:spLocks noChangeShapeType="1"/>
            </p:cNvSpPr>
            <p:nvPr/>
          </p:nvSpPr>
          <p:spPr bwMode="auto">
            <a:xfrm flipV="1">
              <a:off x="1344" y="2496"/>
              <a:ext cx="0" cy="288"/>
            </a:xfrm>
            <a:prstGeom prst="line">
              <a:avLst/>
            </a:prstGeom>
            <a:noFill/>
            <a:ln w="9525">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1981" name="Line 27"/>
            <p:cNvSpPr>
              <a:spLocks noChangeShapeType="1"/>
            </p:cNvSpPr>
            <p:nvPr/>
          </p:nvSpPr>
          <p:spPr bwMode="auto">
            <a:xfrm>
              <a:off x="1440" y="2496"/>
              <a:ext cx="0" cy="288"/>
            </a:xfrm>
            <a:prstGeom prst="line">
              <a:avLst/>
            </a:prstGeom>
            <a:noFill/>
            <a:ln w="9525">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grpSp>
      <p:grpSp>
        <p:nvGrpSpPr>
          <p:cNvPr id="81944" name="Group 28"/>
          <p:cNvGrpSpPr/>
          <p:nvPr/>
        </p:nvGrpSpPr>
        <p:grpSpPr bwMode="auto">
          <a:xfrm>
            <a:off x="3048000" y="5562600"/>
            <a:ext cx="152400" cy="457200"/>
            <a:chOff x="1344" y="2496"/>
            <a:chExt cx="96" cy="288"/>
          </a:xfrm>
        </p:grpSpPr>
        <p:sp>
          <p:nvSpPr>
            <p:cNvPr id="81978" name="Line 29"/>
            <p:cNvSpPr>
              <a:spLocks noChangeShapeType="1"/>
            </p:cNvSpPr>
            <p:nvPr/>
          </p:nvSpPr>
          <p:spPr bwMode="auto">
            <a:xfrm flipV="1">
              <a:off x="1344" y="2496"/>
              <a:ext cx="0" cy="288"/>
            </a:xfrm>
            <a:prstGeom prst="line">
              <a:avLst/>
            </a:prstGeom>
            <a:noFill/>
            <a:ln w="9525">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1979" name="Line 30"/>
            <p:cNvSpPr>
              <a:spLocks noChangeShapeType="1"/>
            </p:cNvSpPr>
            <p:nvPr/>
          </p:nvSpPr>
          <p:spPr bwMode="auto">
            <a:xfrm>
              <a:off x="1440" y="2496"/>
              <a:ext cx="0" cy="288"/>
            </a:xfrm>
            <a:prstGeom prst="line">
              <a:avLst/>
            </a:prstGeom>
            <a:noFill/>
            <a:ln w="9525">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grpSp>
      <p:grpSp>
        <p:nvGrpSpPr>
          <p:cNvPr id="81945" name="Group 31"/>
          <p:cNvGrpSpPr/>
          <p:nvPr/>
        </p:nvGrpSpPr>
        <p:grpSpPr bwMode="auto">
          <a:xfrm>
            <a:off x="2133600" y="5105400"/>
            <a:ext cx="152400" cy="457200"/>
            <a:chOff x="1344" y="2496"/>
            <a:chExt cx="96" cy="288"/>
          </a:xfrm>
        </p:grpSpPr>
        <p:sp>
          <p:nvSpPr>
            <p:cNvPr id="81976" name="Line 32"/>
            <p:cNvSpPr>
              <a:spLocks noChangeShapeType="1"/>
            </p:cNvSpPr>
            <p:nvPr/>
          </p:nvSpPr>
          <p:spPr bwMode="auto">
            <a:xfrm flipV="1">
              <a:off x="1344" y="2496"/>
              <a:ext cx="0" cy="288"/>
            </a:xfrm>
            <a:prstGeom prst="line">
              <a:avLst/>
            </a:prstGeom>
            <a:noFill/>
            <a:ln w="9525">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1977" name="Line 33"/>
            <p:cNvSpPr>
              <a:spLocks noChangeShapeType="1"/>
            </p:cNvSpPr>
            <p:nvPr/>
          </p:nvSpPr>
          <p:spPr bwMode="auto">
            <a:xfrm>
              <a:off x="1440" y="2496"/>
              <a:ext cx="0" cy="288"/>
            </a:xfrm>
            <a:prstGeom prst="line">
              <a:avLst/>
            </a:prstGeom>
            <a:noFill/>
            <a:ln w="9525">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grpSp>
      <p:sp>
        <p:nvSpPr>
          <p:cNvPr id="81946" name="Line 34"/>
          <p:cNvSpPr>
            <a:spLocks noChangeShapeType="1"/>
          </p:cNvSpPr>
          <p:nvPr/>
        </p:nvSpPr>
        <p:spPr bwMode="auto">
          <a:xfrm>
            <a:off x="1066800" y="3443288"/>
            <a:ext cx="533400" cy="0"/>
          </a:xfrm>
          <a:prstGeom prst="line">
            <a:avLst/>
          </a:prstGeom>
          <a:noFill/>
          <a:ln w="381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1947" name="Line 35"/>
          <p:cNvSpPr>
            <a:spLocks noChangeShapeType="1"/>
          </p:cNvSpPr>
          <p:nvPr/>
        </p:nvSpPr>
        <p:spPr bwMode="auto">
          <a:xfrm>
            <a:off x="2895600" y="3443288"/>
            <a:ext cx="533400" cy="0"/>
          </a:xfrm>
          <a:prstGeom prst="line">
            <a:avLst/>
          </a:prstGeom>
          <a:noFill/>
          <a:ln w="381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1948" name="Line 36"/>
          <p:cNvSpPr>
            <a:spLocks noChangeShapeType="1"/>
          </p:cNvSpPr>
          <p:nvPr/>
        </p:nvSpPr>
        <p:spPr bwMode="auto">
          <a:xfrm>
            <a:off x="1981200" y="2986088"/>
            <a:ext cx="533400" cy="0"/>
          </a:xfrm>
          <a:prstGeom prst="line">
            <a:avLst/>
          </a:prstGeom>
          <a:noFill/>
          <a:ln w="381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1949" name="Line 37"/>
          <p:cNvSpPr>
            <a:spLocks noChangeShapeType="1"/>
          </p:cNvSpPr>
          <p:nvPr/>
        </p:nvSpPr>
        <p:spPr bwMode="auto">
          <a:xfrm>
            <a:off x="1981200" y="3824288"/>
            <a:ext cx="533400" cy="0"/>
          </a:xfrm>
          <a:prstGeom prst="line">
            <a:avLst/>
          </a:prstGeom>
          <a:noFill/>
          <a:ln w="381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cxnSp>
        <p:nvCxnSpPr>
          <p:cNvPr id="81950" name="AutoShape 38"/>
          <p:cNvCxnSpPr>
            <a:cxnSpLocks noChangeShapeType="1"/>
            <a:stCxn id="81946" idx="1"/>
            <a:endCxn id="81949" idx="0"/>
          </p:cNvCxnSpPr>
          <p:nvPr/>
        </p:nvCxnSpPr>
        <p:spPr bwMode="auto">
          <a:xfrm>
            <a:off x="1600200" y="3462338"/>
            <a:ext cx="381000" cy="342900"/>
          </a:xfrm>
          <a:prstGeom prst="straightConnector1">
            <a:avLst/>
          </a:prstGeom>
          <a:noFill/>
          <a:ln w="9525">
            <a:solidFill>
              <a:schemeClr val="tx1"/>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81951" name="AutoShape 39"/>
          <p:cNvCxnSpPr>
            <a:cxnSpLocks noChangeShapeType="1"/>
            <a:stCxn id="81949" idx="1"/>
            <a:endCxn id="81947" idx="0"/>
          </p:cNvCxnSpPr>
          <p:nvPr/>
        </p:nvCxnSpPr>
        <p:spPr bwMode="auto">
          <a:xfrm flipV="1">
            <a:off x="2514600" y="3424238"/>
            <a:ext cx="381000" cy="419100"/>
          </a:xfrm>
          <a:prstGeom prst="straightConnector1">
            <a:avLst/>
          </a:prstGeom>
          <a:noFill/>
          <a:ln w="9525">
            <a:solidFill>
              <a:schemeClr val="tx1"/>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81952" name="AutoShape 40"/>
          <p:cNvCxnSpPr>
            <a:cxnSpLocks noChangeShapeType="1"/>
            <a:stCxn id="81946" idx="1"/>
            <a:endCxn id="81948" idx="0"/>
          </p:cNvCxnSpPr>
          <p:nvPr/>
        </p:nvCxnSpPr>
        <p:spPr bwMode="auto">
          <a:xfrm flipV="1">
            <a:off x="1600200" y="2967038"/>
            <a:ext cx="381000" cy="495300"/>
          </a:xfrm>
          <a:prstGeom prst="straightConnector1">
            <a:avLst/>
          </a:prstGeom>
          <a:noFill/>
          <a:ln w="9525">
            <a:solidFill>
              <a:schemeClr val="tx1"/>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81953" name="AutoShape 41"/>
          <p:cNvCxnSpPr>
            <a:cxnSpLocks noChangeShapeType="1"/>
            <a:stCxn id="81947" idx="0"/>
            <a:endCxn id="81948" idx="1"/>
          </p:cNvCxnSpPr>
          <p:nvPr/>
        </p:nvCxnSpPr>
        <p:spPr bwMode="auto">
          <a:xfrm flipH="1" flipV="1">
            <a:off x="2514600" y="3005138"/>
            <a:ext cx="381000" cy="419100"/>
          </a:xfrm>
          <a:prstGeom prst="straightConnector1">
            <a:avLst/>
          </a:prstGeom>
          <a:noFill/>
          <a:ln w="9525">
            <a:solidFill>
              <a:schemeClr val="tx1"/>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nvGrpSpPr>
          <p:cNvPr id="81954" name="Group 42"/>
          <p:cNvGrpSpPr/>
          <p:nvPr/>
        </p:nvGrpSpPr>
        <p:grpSpPr bwMode="auto">
          <a:xfrm>
            <a:off x="2171700" y="3595688"/>
            <a:ext cx="152400" cy="457200"/>
            <a:chOff x="1344" y="2496"/>
            <a:chExt cx="96" cy="288"/>
          </a:xfrm>
        </p:grpSpPr>
        <p:sp>
          <p:nvSpPr>
            <p:cNvPr id="81974" name="Line 43"/>
            <p:cNvSpPr>
              <a:spLocks noChangeShapeType="1"/>
            </p:cNvSpPr>
            <p:nvPr/>
          </p:nvSpPr>
          <p:spPr bwMode="auto">
            <a:xfrm flipV="1">
              <a:off x="1344" y="2496"/>
              <a:ext cx="0" cy="288"/>
            </a:xfrm>
            <a:prstGeom prst="line">
              <a:avLst/>
            </a:prstGeom>
            <a:noFill/>
            <a:ln w="9525">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1975" name="Line 44"/>
            <p:cNvSpPr>
              <a:spLocks noChangeShapeType="1"/>
            </p:cNvSpPr>
            <p:nvPr/>
          </p:nvSpPr>
          <p:spPr bwMode="auto">
            <a:xfrm>
              <a:off x="1440" y="2496"/>
              <a:ext cx="0" cy="288"/>
            </a:xfrm>
            <a:prstGeom prst="line">
              <a:avLst/>
            </a:prstGeom>
            <a:noFill/>
            <a:ln w="9525">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grpSp>
      <p:sp>
        <p:nvSpPr>
          <p:cNvPr id="81955" name="Text Box 45"/>
          <p:cNvSpPr txBox="1">
            <a:spLocks noChangeArrowheads="1"/>
          </p:cNvSpPr>
          <p:nvPr/>
        </p:nvSpPr>
        <p:spPr bwMode="auto">
          <a:xfrm>
            <a:off x="762000" y="3367088"/>
            <a:ext cx="4254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a:latin typeface="Arial" panose="020B0604020202020204" pitchFamily="34" charset="0"/>
              </a:rPr>
              <a:t>2s</a:t>
            </a:r>
            <a:endParaRPr lang="en-US" altLang="en-US">
              <a:latin typeface="Arial" panose="020B0604020202020204" pitchFamily="34" charset="0"/>
            </a:endParaRPr>
          </a:p>
        </p:txBody>
      </p:sp>
      <p:sp>
        <p:nvSpPr>
          <p:cNvPr id="81956" name="Text Box 46"/>
          <p:cNvSpPr txBox="1">
            <a:spLocks noChangeArrowheads="1"/>
          </p:cNvSpPr>
          <p:nvPr/>
        </p:nvSpPr>
        <p:spPr bwMode="auto">
          <a:xfrm>
            <a:off x="3308350" y="3367088"/>
            <a:ext cx="4254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a:latin typeface="Arial" panose="020B0604020202020204" pitchFamily="34" charset="0"/>
              </a:rPr>
              <a:t>2s</a:t>
            </a:r>
            <a:endParaRPr lang="en-US" altLang="en-US">
              <a:latin typeface="Arial" panose="020B0604020202020204" pitchFamily="34" charset="0"/>
            </a:endParaRPr>
          </a:p>
        </p:txBody>
      </p:sp>
      <p:sp>
        <p:nvSpPr>
          <p:cNvPr id="81957" name="Rectangle 47"/>
          <p:cNvSpPr>
            <a:spLocks noChangeArrowheads="1"/>
          </p:cNvSpPr>
          <p:nvPr/>
        </p:nvSpPr>
        <p:spPr bwMode="auto">
          <a:xfrm>
            <a:off x="2514600" y="3748088"/>
            <a:ext cx="45236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dirty="0">
                <a:latin typeface="Arial" panose="020B0604020202020204" pitchFamily="34" charset="0"/>
                <a:sym typeface="Symbol" panose="05050102010706020507" pitchFamily="18" charset="2"/>
              </a:rPr>
              <a:t>2</a:t>
            </a:r>
            <a:endParaRPr lang="en-US" altLang="en-US" baseline="-25000" dirty="0">
              <a:latin typeface="Arial" panose="020B0604020202020204" pitchFamily="34" charset="0"/>
              <a:sym typeface="Symbol" panose="05050102010706020507" pitchFamily="18" charset="2"/>
            </a:endParaRPr>
          </a:p>
        </p:txBody>
      </p:sp>
      <p:sp>
        <p:nvSpPr>
          <p:cNvPr id="81958" name="Rectangle 48"/>
          <p:cNvSpPr>
            <a:spLocks noChangeArrowheads="1"/>
          </p:cNvSpPr>
          <p:nvPr/>
        </p:nvSpPr>
        <p:spPr bwMode="auto">
          <a:xfrm>
            <a:off x="2514600" y="2771775"/>
            <a:ext cx="53251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dirty="0">
                <a:latin typeface="Arial" panose="020B0604020202020204" pitchFamily="34" charset="0"/>
                <a:sym typeface="Symbol" panose="05050102010706020507" pitchFamily="18" charset="2"/>
              </a:rPr>
              <a:t>2</a:t>
            </a:r>
            <a:r>
              <a:rPr lang="en-US" altLang="en-US" sz="1600" dirty="0">
                <a:latin typeface="Arial" panose="020B0604020202020204" pitchFamily="34" charset="0"/>
                <a:sym typeface="Symbol" panose="05050102010706020507" pitchFamily="18" charset="2"/>
              </a:rPr>
              <a:t>*</a:t>
            </a:r>
            <a:endParaRPr lang="en-US" altLang="en-US" sz="1600" dirty="0">
              <a:latin typeface="Arial" panose="020B0604020202020204" pitchFamily="34" charset="0"/>
              <a:sym typeface="Symbol" panose="05050102010706020507" pitchFamily="18" charset="2"/>
            </a:endParaRPr>
          </a:p>
        </p:txBody>
      </p:sp>
      <p:grpSp>
        <p:nvGrpSpPr>
          <p:cNvPr id="81959" name="Group 49"/>
          <p:cNvGrpSpPr/>
          <p:nvPr/>
        </p:nvGrpSpPr>
        <p:grpSpPr bwMode="auto">
          <a:xfrm>
            <a:off x="1219200" y="3214688"/>
            <a:ext cx="152400" cy="457200"/>
            <a:chOff x="1344" y="2496"/>
            <a:chExt cx="96" cy="288"/>
          </a:xfrm>
        </p:grpSpPr>
        <p:sp>
          <p:nvSpPr>
            <p:cNvPr id="81972" name="Line 50"/>
            <p:cNvSpPr>
              <a:spLocks noChangeShapeType="1"/>
            </p:cNvSpPr>
            <p:nvPr/>
          </p:nvSpPr>
          <p:spPr bwMode="auto">
            <a:xfrm flipV="1">
              <a:off x="1344" y="2496"/>
              <a:ext cx="0" cy="288"/>
            </a:xfrm>
            <a:prstGeom prst="line">
              <a:avLst/>
            </a:prstGeom>
            <a:noFill/>
            <a:ln w="9525">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1973" name="Line 51"/>
            <p:cNvSpPr>
              <a:spLocks noChangeShapeType="1"/>
            </p:cNvSpPr>
            <p:nvPr/>
          </p:nvSpPr>
          <p:spPr bwMode="auto">
            <a:xfrm>
              <a:off x="1440" y="2496"/>
              <a:ext cx="0" cy="288"/>
            </a:xfrm>
            <a:prstGeom prst="line">
              <a:avLst/>
            </a:prstGeom>
            <a:noFill/>
            <a:ln w="9525">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grpSp>
      <p:grpSp>
        <p:nvGrpSpPr>
          <p:cNvPr id="81960" name="Group 52"/>
          <p:cNvGrpSpPr/>
          <p:nvPr/>
        </p:nvGrpSpPr>
        <p:grpSpPr bwMode="auto">
          <a:xfrm>
            <a:off x="3048000" y="3214688"/>
            <a:ext cx="152400" cy="457200"/>
            <a:chOff x="1344" y="2496"/>
            <a:chExt cx="96" cy="288"/>
          </a:xfrm>
        </p:grpSpPr>
        <p:sp>
          <p:nvSpPr>
            <p:cNvPr id="81970" name="Line 53"/>
            <p:cNvSpPr>
              <a:spLocks noChangeShapeType="1"/>
            </p:cNvSpPr>
            <p:nvPr/>
          </p:nvSpPr>
          <p:spPr bwMode="auto">
            <a:xfrm flipV="1">
              <a:off x="1344" y="2496"/>
              <a:ext cx="0" cy="288"/>
            </a:xfrm>
            <a:prstGeom prst="line">
              <a:avLst/>
            </a:prstGeom>
            <a:noFill/>
            <a:ln w="9525">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1971" name="Line 54"/>
            <p:cNvSpPr>
              <a:spLocks noChangeShapeType="1"/>
            </p:cNvSpPr>
            <p:nvPr/>
          </p:nvSpPr>
          <p:spPr bwMode="auto">
            <a:xfrm>
              <a:off x="1440" y="2496"/>
              <a:ext cx="0" cy="288"/>
            </a:xfrm>
            <a:prstGeom prst="line">
              <a:avLst/>
            </a:prstGeom>
            <a:noFill/>
            <a:ln w="9525">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grpSp>
      <p:grpSp>
        <p:nvGrpSpPr>
          <p:cNvPr id="81961" name="Group 55"/>
          <p:cNvGrpSpPr/>
          <p:nvPr/>
        </p:nvGrpSpPr>
        <p:grpSpPr bwMode="auto">
          <a:xfrm>
            <a:off x="2133600" y="2757488"/>
            <a:ext cx="152400" cy="457200"/>
            <a:chOff x="1344" y="2496"/>
            <a:chExt cx="96" cy="288"/>
          </a:xfrm>
        </p:grpSpPr>
        <p:sp>
          <p:nvSpPr>
            <p:cNvPr id="81968" name="Line 56"/>
            <p:cNvSpPr>
              <a:spLocks noChangeShapeType="1"/>
            </p:cNvSpPr>
            <p:nvPr/>
          </p:nvSpPr>
          <p:spPr bwMode="auto">
            <a:xfrm flipV="1">
              <a:off x="1344" y="2496"/>
              <a:ext cx="0" cy="288"/>
            </a:xfrm>
            <a:prstGeom prst="line">
              <a:avLst/>
            </a:prstGeom>
            <a:noFill/>
            <a:ln w="9525">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1969" name="Line 57"/>
            <p:cNvSpPr>
              <a:spLocks noChangeShapeType="1"/>
            </p:cNvSpPr>
            <p:nvPr/>
          </p:nvSpPr>
          <p:spPr bwMode="auto">
            <a:xfrm>
              <a:off x="1440" y="2496"/>
              <a:ext cx="0" cy="288"/>
            </a:xfrm>
            <a:prstGeom prst="line">
              <a:avLst/>
            </a:prstGeom>
            <a:noFill/>
            <a:ln w="9525">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grpSp>
      <p:pic>
        <p:nvPicPr>
          <p:cNvPr id="81962" name="Picture 58" descr="H2(h)"/>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3810000" y="5905500"/>
            <a:ext cx="8382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1963" name="Picture 59" descr="H2(l)"/>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810000" y="5064125"/>
            <a:ext cx="762000" cy="5476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1964" name="Picture 60" descr="Li2(h)"/>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79850" y="3505200"/>
            <a:ext cx="714375" cy="838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1965" name="Picture 61" descr="Li2(l)"/>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733800" y="2743200"/>
            <a:ext cx="990600" cy="511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1966" name="Text Box 62"/>
          <p:cNvSpPr txBox="1">
            <a:spLocks noChangeArrowheads="1"/>
          </p:cNvSpPr>
          <p:nvPr/>
        </p:nvSpPr>
        <p:spPr bwMode="auto">
          <a:xfrm>
            <a:off x="152400" y="760413"/>
            <a:ext cx="8763000" cy="9159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a:latin typeface="Arial" panose="020B0604020202020204" pitchFamily="34" charset="0"/>
              </a:rPr>
              <a:t>Be also has both 1s and 2s AO’s, so the MO’s for the MO diagram of Be</a:t>
            </a:r>
            <a:r>
              <a:rPr lang="en-US" altLang="en-US" baseline="-25000">
                <a:latin typeface="Arial" panose="020B0604020202020204" pitchFamily="34" charset="0"/>
              </a:rPr>
              <a:t>2</a:t>
            </a:r>
            <a:r>
              <a:rPr lang="en-US" altLang="en-US">
                <a:latin typeface="Arial" panose="020B0604020202020204" pitchFamily="34" charset="0"/>
              </a:rPr>
              <a:t> are identical to those of Li</a:t>
            </a:r>
            <a:r>
              <a:rPr lang="en-US" altLang="en-US" baseline="-25000">
                <a:latin typeface="Arial" panose="020B0604020202020204" pitchFamily="34" charset="0"/>
              </a:rPr>
              <a:t>2</a:t>
            </a:r>
            <a:r>
              <a:rPr lang="en-US" altLang="en-US">
                <a:latin typeface="Arial" panose="020B0604020202020204" pitchFamily="34" charset="0"/>
              </a:rPr>
              <a:t>.  As in the case of He</a:t>
            </a:r>
            <a:r>
              <a:rPr lang="en-US" altLang="en-US" baseline="-25000">
                <a:latin typeface="Arial" panose="020B0604020202020204" pitchFamily="34" charset="0"/>
              </a:rPr>
              <a:t>2</a:t>
            </a:r>
            <a:r>
              <a:rPr lang="en-US" altLang="en-US">
                <a:latin typeface="Arial" panose="020B0604020202020204" pitchFamily="34" charset="0"/>
              </a:rPr>
              <a:t>, the electrons from Be fill all of the bonding and antibonding MO’s so the molecule will not exist.</a:t>
            </a:r>
            <a:endParaRPr lang="en-US" altLang="en-US" baseline="-25000">
              <a:latin typeface="Arial" panose="020B0604020202020204" pitchFamily="34" charset="0"/>
            </a:endParaRPr>
          </a:p>
        </p:txBody>
      </p:sp>
      <p:sp>
        <p:nvSpPr>
          <p:cNvPr id="81967" name="Text Box 63"/>
          <p:cNvSpPr txBox="1">
            <a:spLocks noChangeArrowheads="1"/>
          </p:cNvSpPr>
          <p:nvPr/>
        </p:nvSpPr>
        <p:spPr bwMode="auto">
          <a:xfrm>
            <a:off x="4876800" y="1905000"/>
            <a:ext cx="4267200" cy="31130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a:latin typeface="Arial" panose="020B0604020202020204" pitchFamily="34" charset="0"/>
              </a:rPr>
              <a:t>The bond order in Be</a:t>
            </a:r>
            <a:r>
              <a:rPr lang="en-US" altLang="en-US" baseline="-25000">
                <a:latin typeface="Arial" panose="020B0604020202020204" pitchFamily="34" charset="0"/>
              </a:rPr>
              <a:t>2</a:t>
            </a:r>
            <a:r>
              <a:rPr lang="en-US" altLang="en-US">
                <a:latin typeface="Arial" panose="020B0604020202020204" pitchFamily="34" charset="0"/>
              </a:rPr>
              <a:t> is (4-4)/2 = 0, so the molecule can not exist.</a:t>
            </a:r>
            <a:endParaRPr lang="en-US" altLang="en-US">
              <a:latin typeface="Arial" panose="020B0604020202020204" pitchFamily="34" charset="0"/>
            </a:endParaRPr>
          </a:p>
          <a:p>
            <a:pPr eaLnBrk="1" hangingPunct="1"/>
            <a:endParaRPr lang="en-US" altLang="en-US">
              <a:latin typeface="Arial" panose="020B0604020202020204" pitchFamily="34" charset="0"/>
            </a:endParaRPr>
          </a:p>
          <a:p>
            <a:pPr eaLnBrk="1" hangingPunct="1"/>
            <a:r>
              <a:rPr lang="en-US" altLang="en-US">
                <a:latin typeface="Arial" panose="020B0604020202020204" pitchFamily="34" charset="0"/>
              </a:rPr>
              <a:t>Note:</a:t>
            </a:r>
            <a:endParaRPr lang="en-US" altLang="en-US">
              <a:latin typeface="Arial" panose="020B0604020202020204" pitchFamily="34" charset="0"/>
            </a:endParaRPr>
          </a:p>
          <a:p>
            <a:pPr eaLnBrk="1" hangingPunct="1"/>
            <a:r>
              <a:rPr lang="en-US" altLang="en-US">
                <a:latin typeface="Arial" panose="020B0604020202020204" pitchFamily="34" charset="0"/>
              </a:rPr>
              <a:t>The shells below the valence shell will always contain an equal number of bonding and antibonding MO’s so you only have to consider the MO’s formed by the valence orbitals when you want to determine the bond order in a molecule!</a:t>
            </a:r>
            <a:endParaRPr lang="en-US" altLang="en-US">
              <a:latin typeface="Arial" panose="020B0604020202020204" pitchFamily="34" charset="0"/>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80275" name="Rectangle 19"/>
          <p:cNvSpPr>
            <a:spLocks noGrp="1" noRot="1" noChangeArrowheads="1"/>
          </p:cNvSpPr>
          <p:nvPr>
            <p:ph type="title"/>
          </p:nvPr>
        </p:nvSpPr>
        <p:spPr/>
        <p:txBody>
          <a:bodyPr/>
          <a:lstStyle/>
          <a:p>
            <a:pPr eaLnBrk="1" hangingPunct="1">
              <a:defRPr/>
            </a:pPr>
            <a:r>
              <a:rPr lang="en-US">
                <a:ea typeface="+mj-ea"/>
                <a:cs typeface="+mj-cs"/>
              </a:rPr>
              <a:t>Molecular Orbital Diagram</a:t>
            </a:r>
            <a:endParaRPr lang="en-US">
              <a:ea typeface="+mj-ea"/>
              <a:cs typeface="+mj-cs"/>
            </a:endParaRPr>
          </a:p>
        </p:txBody>
      </p:sp>
      <p:sp>
        <p:nvSpPr>
          <p:cNvPr id="480276" name="Rectangle 20"/>
          <p:cNvSpPr>
            <a:spLocks noGrp="1" noChangeArrowheads="1"/>
          </p:cNvSpPr>
          <p:nvPr>
            <p:ph type="body" sz="half" idx="1"/>
          </p:nvPr>
        </p:nvSpPr>
        <p:spPr>
          <a:xfrm>
            <a:off x="152400" y="1447800"/>
            <a:ext cx="4191000" cy="4525963"/>
          </a:xfrm>
        </p:spPr>
        <p:txBody>
          <a:bodyPr/>
          <a:lstStyle/>
          <a:p>
            <a:pPr eaLnBrk="1" hangingPunct="1">
              <a:buFont typeface="Wingdings" panose="05000000000000000000" pitchFamily="2" charset="2"/>
              <a:buNone/>
              <a:defRPr/>
            </a:pPr>
            <a:r>
              <a:rPr lang="en-US" altLang="en-US" sz="2800">
                <a:effectLst>
                  <a:outerShdw blurRad="38100" dist="38100" dir="2700000" algn="tl">
                    <a:srgbClr val="C0C0C0"/>
                  </a:outerShdw>
                </a:effectLst>
                <a:ea typeface="MS PGothic" panose="020B0600070205080204" pitchFamily="34" charset="-128"/>
              </a:rPr>
              <a:t>		</a:t>
            </a:r>
            <a:r>
              <a:rPr lang="en-US" altLang="en-US">
                <a:effectLst>
                  <a:outerShdw blurRad="38100" dist="38100" dir="2700000" algn="tl">
                    <a:srgbClr val="C0C0C0"/>
                  </a:outerShdw>
                </a:effectLst>
                <a:ea typeface="MS PGothic" panose="020B0600070205080204" pitchFamily="34" charset="-128"/>
              </a:rPr>
              <a:t>This is a molecular orbital energy level diagram for the </a:t>
            </a:r>
            <a:r>
              <a:rPr lang="en-US" altLang="en-US" i="1">
                <a:effectLst>
                  <a:outerShdw blurRad="38100" dist="38100" dir="2700000" algn="tl">
                    <a:srgbClr val="C0C0C0"/>
                  </a:outerShdw>
                </a:effectLst>
                <a:ea typeface="MS PGothic" panose="020B0600070205080204" pitchFamily="34" charset="-128"/>
              </a:rPr>
              <a:t>p</a:t>
            </a:r>
            <a:r>
              <a:rPr lang="en-US" altLang="en-US">
                <a:effectLst>
                  <a:outerShdw blurRad="38100" dist="38100" dir="2700000" algn="tl">
                    <a:srgbClr val="C0C0C0"/>
                  </a:outerShdw>
                </a:effectLst>
                <a:ea typeface="MS PGothic" panose="020B0600070205080204" pitchFamily="34" charset="-128"/>
              </a:rPr>
              <a:t> orbitals.  Note that the </a:t>
            </a:r>
            <a:r>
              <a:rPr lang="el-GR" altLang="en-US">
                <a:effectLst>
                  <a:outerShdw blurRad="38100" dist="38100" dir="2700000" algn="tl">
                    <a:srgbClr val="C0C0C0"/>
                  </a:outerShdw>
                </a:effectLst>
                <a:latin typeface="Times" panose="02020603050405020304" pitchFamily="18" charset="0"/>
                <a:ea typeface="MS PGothic" panose="020B0600070205080204" pitchFamily="34" charset="-128"/>
              </a:rPr>
              <a:t>σ</a:t>
            </a:r>
            <a:r>
              <a:rPr lang="en-US" altLang="en-US">
                <a:effectLst>
                  <a:outerShdw blurRad="38100" dist="38100" dir="2700000" algn="tl">
                    <a:srgbClr val="C0C0C0"/>
                  </a:outerShdw>
                </a:effectLst>
                <a:ea typeface="MS PGothic" panose="020B0600070205080204" pitchFamily="34" charset="-128"/>
              </a:rPr>
              <a:t> bonding orbital is lowest in energy due to the greater overlap end-on-end.</a:t>
            </a:r>
            <a:endParaRPr lang="el-GR" altLang="en-US">
              <a:effectLst>
                <a:outerShdw blurRad="38100" dist="38100" dir="2700000" algn="tl">
                  <a:srgbClr val="C0C0C0"/>
                </a:outerShdw>
              </a:effectLst>
              <a:ea typeface="MS PGothic" panose="020B0600070205080204" pitchFamily="34" charset="-128"/>
            </a:endParaRPr>
          </a:p>
        </p:txBody>
      </p:sp>
      <p:graphicFrame>
        <p:nvGraphicFramePr>
          <p:cNvPr id="58372" name="Object 2"/>
          <p:cNvGraphicFramePr>
            <a:graphicFrameLocks noGrp="1" noChangeAspect="1"/>
          </p:cNvGraphicFramePr>
          <p:nvPr>
            <p:ph sz="half" idx="2"/>
          </p:nvPr>
        </p:nvGraphicFramePr>
        <p:xfrm>
          <a:off x="4419600" y="1676400"/>
          <a:ext cx="4341813" cy="3354388"/>
        </p:xfrm>
        <a:graphic>
          <a:graphicData uri="http://schemas.openxmlformats.org/presentationml/2006/ole">
            <mc:AlternateContent xmlns:mc="http://schemas.openxmlformats.org/markup-compatibility/2006">
              <mc:Choice xmlns:v="urn:schemas-microsoft-com:vml" Requires="v">
                <p:oleObj spid="_x0000_s2" name="Image" r:id="rId1" imgW="11671300" imgH="9017000" progId="PhotoshopElements.Image.3">
                  <p:embed/>
                </p:oleObj>
              </mc:Choice>
              <mc:Fallback>
                <p:oleObj name="Image" r:id="rId1" imgW="11671300" imgH="9017000" progId="PhotoshopElements.Image.3">
                  <p:embed/>
                  <p:pic>
                    <p:nvPicPr>
                      <p:cNvPr id="0" name="Object 2"/>
                      <p:cNvPicPr>
                        <a:picLocks noGrp="1"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419600" y="1676400"/>
                        <a:ext cx="4341813" cy="3354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58373" name="Text Box 21"/>
          <p:cNvSpPr txBox="1">
            <a:spLocks noChangeArrowheads="1"/>
          </p:cNvSpPr>
          <p:nvPr/>
        </p:nvSpPr>
        <p:spPr bwMode="auto">
          <a:xfrm>
            <a:off x="5029200" y="3048000"/>
            <a:ext cx="685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37931725" indent="-37474525">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a:spcBef>
                <a:spcPct val="50000"/>
              </a:spcBef>
            </a:pPr>
            <a:r>
              <a:rPr lang="en-US" altLang="en-US" sz="2400">
                <a:solidFill>
                  <a:schemeClr val="bg2"/>
                </a:solidFill>
                <a:latin typeface="Arial Unicode MS" charset="0"/>
              </a:rPr>
              <a:t>2p</a:t>
            </a:r>
            <a:endParaRPr lang="en-US" altLang="en-US" sz="2400">
              <a:solidFill>
                <a:schemeClr val="bg2"/>
              </a:solidFill>
              <a:latin typeface="Arial Unicode MS" charset="0"/>
            </a:endParaRPr>
          </a:p>
        </p:txBody>
      </p:sp>
      <p:sp>
        <p:nvSpPr>
          <p:cNvPr id="58374" name="Text Box 22"/>
          <p:cNvSpPr txBox="1">
            <a:spLocks noChangeArrowheads="1"/>
          </p:cNvSpPr>
          <p:nvPr/>
        </p:nvSpPr>
        <p:spPr bwMode="auto">
          <a:xfrm>
            <a:off x="8229600" y="3048000"/>
            <a:ext cx="685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37931725" indent="-37474525">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a:spcBef>
                <a:spcPct val="50000"/>
              </a:spcBef>
            </a:pPr>
            <a:r>
              <a:rPr lang="en-US" altLang="en-US" sz="2400">
                <a:solidFill>
                  <a:schemeClr val="bg2"/>
                </a:solidFill>
                <a:latin typeface="Arial Unicode MS" charset="0"/>
              </a:rPr>
              <a:t>2p</a:t>
            </a:r>
            <a:endParaRPr lang="en-US" altLang="en-US" sz="2400">
              <a:solidFill>
                <a:schemeClr val="bg2"/>
              </a:solidFill>
              <a:latin typeface="Arial Unicode MS" charset="0"/>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01762" name="Rectangle 2"/>
          <p:cNvSpPr>
            <a:spLocks noGrp="1" noRot="1" noChangeArrowheads="1"/>
          </p:cNvSpPr>
          <p:nvPr>
            <p:ph type="title"/>
          </p:nvPr>
        </p:nvSpPr>
        <p:spPr/>
        <p:txBody>
          <a:bodyPr/>
          <a:lstStyle/>
          <a:p>
            <a:pPr eaLnBrk="1" hangingPunct="1">
              <a:defRPr/>
            </a:pPr>
            <a:r>
              <a:rPr lang="en-US" dirty="0">
                <a:ea typeface="+mj-ea"/>
                <a:cs typeface="+mj-cs"/>
              </a:rPr>
              <a:t>MO diagram for B through N</a:t>
            </a:r>
            <a:endParaRPr lang="en-US" dirty="0">
              <a:ea typeface="+mj-ea"/>
              <a:cs typeface="+mj-cs"/>
            </a:endParaRPr>
          </a:p>
        </p:txBody>
      </p:sp>
      <p:sp>
        <p:nvSpPr>
          <p:cNvPr id="501763" name="Rectangle 3"/>
          <p:cNvSpPr>
            <a:spLocks noGrp="1" noChangeArrowheads="1"/>
          </p:cNvSpPr>
          <p:nvPr>
            <p:ph type="body" idx="1"/>
          </p:nvPr>
        </p:nvSpPr>
        <p:spPr/>
        <p:txBody>
          <a:bodyPr/>
          <a:lstStyle/>
          <a:p>
            <a:pPr eaLnBrk="1" hangingPunct="1">
              <a:buFont typeface="Wingdings" panose="05000000000000000000" pitchFamily="2" charset="2"/>
              <a:buNone/>
              <a:defRPr/>
            </a:pPr>
            <a:r>
              <a:rPr lang="en-US">
                <a:ea typeface="+mn-ea"/>
                <a:cs typeface="+mn-cs"/>
              </a:rPr>
              <a:t>		The elements on the left side of period 2 have a fairly small energy gap between the 2s and 2p orbitals.  As a result, interaction between s and p orbitals is possible.  This can be viewed in different ways.  </a:t>
            </a:r>
            <a:endParaRPr lang="en-US">
              <a:ea typeface="+mn-ea"/>
              <a:cs typeface="+mn-cs"/>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02786" name="Rectangle 2"/>
          <p:cNvSpPr>
            <a:spLocks noGrp="1" noRot="1" noChangeArrowheads="1"/>
          </p:cNvSpPr>
          <p:nvPr>
            <p:ph type="title"/>
          </p:nvPr>
        </p:nvSpPr>
        <p:spPr/>
        <p:txBody>
          <a:bodyPr/>
          <a:lstStyle/>
          <a:p>
            <a:pPr eaLnBrk="1" hangingPunct="1">
              <a:defRPr/>
            </a:pPr>
            <a:r>
              <a:rPr lang="en-US">
                <a:ea typeface="+mj-ea"/>
                <a:cs typeface="+mj-cs"/>
              </a:rPr>
              <a:t>MO diagram for Li through N</a:t>
            </a:r>
            <a:endParaRPr lang="en-US">
              <a:ea typeface="+mj-ea"/>
              <a:cs typeface="+mj-cs"/>
            </a:endParaRPr>
          </a:p>
        </p:txBody>
      </p:sp>
      <p:sp>
        <p:nvSpPr>
          <p:cNvPr id="502787" name="Rectangle 3"/>
          <p:cNvSpPr>
            <a:spLocks noGrp="1" noChangeArrowheads="1"/>
          </p:cNvSpPr>
          <p:nvPr>
            <p:ph type="body" sz="half" idx="1"/>
          </p:nvPr>
        </p:nvSpPr>
        <p:spPr/>
        <p:txBody>
          <a:bodyPr/>
          <a:lstStyle/>
          <a:p>
            <a:pPr eaLnBrk="1" hangingPunct="1">
              <a:buFont typeface="Wingdings" panose="05000000000000000000" pitchFamily="2" charset="2"/>
              <a:buNone/>
              <a:defRPr/>
            </a:pPr>
            <a:r>
              <a:rPr lang="en-US" sz="2800">
                <a:ea typeface="+mn-ea"/>
                <a:cs typeface="+mn-cs"/>
              </a:rPr>
              <a:t>		In some approaches, the s orbital on one atom interacts with the p orbital on another.  The interaction can be constructive or destructive.</a:t>
            </a:r>
            <a:endParaRPr lang="en-US" sz="2800">
              <a:ea typeface="+mn-ea"/>
              <a:cs typeface="+mn-cs"/>
            </a:endParaRPr>
          </a:p>
        </p:txBody>
      </p:sp>
      <p:graphicFrame>
        <p:nvGraphicFramePr>
          <p:cNvPr id="73732" name="Object 2"/>
          <p:cNvGraphicFramePr>
            <a:graphicFrameLocks noGrp="1" noChangeAspect="1"/>
          </p:cNvGraphicFramePr>
          <p:nvPr>
            <p:ph sz="half" idx="2"/>
          </p:nvPr>
        </p:nvGraphicFramePr>
        <p:xfrm>
          <a:off x="1752600" y="3505200"/>
          <a:ext cx="5748338" cy="2187575"/>
        </p:xfrm>
        <a:graphic>
          <a:graphicData uri="http://schemas.openxmlformats.org/presentationml/2006/ole">
            <mc:AlternateContent xmlns:mc="http://schemas.openxmlformats.org/markup-compatibility/2006">
              <mc:Choice xmlns:v="urn:schemas-microsoft-com:vml" Requires="v">
                <p:oleObj spid="_x0000_s2" name="Image" r:id="rId1" imgW="3136900" imgH="1193800" progId="PhotoshopElements.Image.3">
                  <p:embed/>
                </p:oleObj>
              </mc:Choice>
              <mc:Fallback>
                <p:oleObj name="Image" r:id="rId1" imgW="3136900" imgH="1193800" progId="PhotoshopElements.Image.3">
                  <p:embed/>
                  <p:pic>
                    <p:nvPicPr>
                      <p:cNvPr id="0" name="Object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52600" y="3505200"/>
                        <a:ext cx="5748338" cy="21875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04834" name="Rectangle 2"/>
          <p:cNvSpPr>
            <a:spLocks noGrp="1" noRot="1" noChangeArrowheads="1"/>
          </p:cNvSpPr>
          <p:nvPr>
            <p:ph type="title"/>
          </p:nvPr>
        </p:nvSpPr>
        <p:spPr/>
        <p:txBody>
          <a:bodyPr/>
          <a:lstStyle/>
          <a:p>
            <a:pPr eaLnBrk="1" hangingPunct="1">
              <a:defRPr/>
            </a:pPr>
            <a:r>
              <a:rPr lang="en-US">
                <a:ea typeface="+mj-ea"/>
                <a:cs typeface="+mj-cs"/>
              </a:rPr>
              <a:t>MO diagram for Li through N</a:t>
            </a:r>
            <a:endParaRPr lang="en-US">
              <a:ea typeface="+mj-ea"/>
              <a:cs typeface="+mj-cs"/>
            </a:endParaRPr>
          </a:p>
        </p:txBody>
      </p:sp>
      <p:sp>
        <p:nvSpPr>
          <p:cNvPr id="504835" name="Rectangle 3"/>
          <p:cNvSpPr>
            <a:spLocks noGrp="1" noChangeArrowheads="1"/>
          </p:cNvSpPr>
          <p:nvPr>
            <p:ph type="body" idx="1"/>
          </p:nvPr>
        </p:nvSpPr>
        <p:spPr/>
        <p:txBody>
          <a:bodyPr/>
          <a:lstStyle/>
          <a:p>
            <a:pPr eaLnBrk="1" hangingPunct="1">
              <a:buFont typeface="Wingdings" panose="05000000000000000000" pitchFamily="2" charset="2"/>
              <a:buNone/>
              <a:defRPr/>
            </a:pPr>
            <a:r>
              <a:rPr lang="en-US" altLang="en-US">
                <a:effectLst>
                  <a:outerShdw blurRad="38100" dist="38100" dir="2700000" algn="tl">
                    <a:srgbClr val="C0C0C0"/>
                  </a:outerShdw>
                </a:effectLst>
                <a:ea typeface="MS PGothic" panose="020B0600070205080204" pitchFamily="34" charset="-128"/>
              </a:rPr>
              <a:t>		In another approach, the s and p orbitals on the </a:t>
            </a:r>
            <a:r>
              <a:rPr lang="en-US" altLang="en-US" u="sng">
                <a:effectLst>
                  <a:outerShdw blurRad="38100" dist="38100" dir="2700000" algn="tl">
                    <a:srgbClr val="C0C0C0"/>
                  </a:outerShdw>
                </a:effectLst>
                <a:ea typeface="MS PGothic" panose="020B0600070205080204" pitchFamily="34" charset="-128"/>
              </a:rPr>
              <a:t>same</a:t>
            </a:r>
            <a:r>
              <a:rPr lang="en-US" altLang="en-US">
                <a:effectLst>
                  <a:outerShdw blurRad="38100" dist="38100" dir="2700000" algn="tl">
                    <a:srgbClr val="C0C0C0"/>
                  </a:outerShdw>
                </a:effectLst>
                <a:ea typeface="MS PGothic" panose="020B0600070205080204" pitchFamily="34" charset="-128"/>
              </a:rPr>
              <a:t> atom interact in what is called </a:t>
            </a:r>
            <a:r>
              <a:rPr lang="en-US" altLang="en-US" i="1">
                <a:effectLst>
                  <a:outerShdw blurRad="38100" dist="38100" dir="2700000" algn="tl">
                    <a:srgbClr val="C0C0C0"/>
                  </a:outerShdw>
                </a:effectLst>
                <a:ea typeface="MS PGothic" panose="020B0600070205080204" pitchFamily="34" charset="-128"/>
              </a:rPr>
              <a:t>orbital mixing</a:t>
            </a:r>
            <a:r>
              <a:rPr lang="en-US" altLang="en-US">
                <a:effectLst>
                  <a:outerShdw blurRad="38100" dist="38100" dir="2700000" algn="tl">
                    <a:srgbClr val="C0C0C0"/>
                  </a:outerShdw>
                </a:effectLst>
                <a:ea typeface="MS PGothic" panose="020B0600070205080204" pitchFamily="34" charset="-128"/>
              </a:rPr>
              <a:t>.  </a:t>
            </a:r>
            <a:endParaRPr lang="en-US" altLang="en-US">
              <a:effectLst>
                <a:outerShdw blurRad="38100" dist="38100" dir="2700000" algn="tl">
                  <a:srgbClr val="C0C0C0"/>
                </a:outerShdw>
              </a:effectLst>
              <a:ea typeface="MS PGothic" panose="020B0600070205080204" pitchFamily="34" charset="-128"/>
            </a:endParaRPr>
          </a:p>
          <a:p>
            <a:pPr eaLnBrk="1" hangingPunct="1">
              <a:buFont typeface="Wingdings" panose="05000000000000000000" pitchFamily="2" charset="2"/>
              <a:buNone/>
              <a:defRPr/>
            </a:pPr>
            <a:r>
              <a:rPr lang="en-US" altLang="en-US">
                <a:effectLst>
                  <a:outerShdw blurRad="38100" dist="38100" dir="2700000" algn="tl">
                    <a:srgbClr val="C0C0C0"/>
                  </a:outerShdw>
                </a:effectLst>
                <a:ea typeface="MS PGothic" panose="020B0600070205080204" pitchFamily="34" charset="-128"/>
              </a:rPr>
              <a:t>		Either approach yields the same result.  The </a:t>
            </a:r>
            <a:r>
              <a:rPr lang="el-GR" altLang="en-US">
                <a:effectLst>
                  <a:outerShdw blurRad="38100" dist="38100" dir="2700000" algn="tl">
                    <a:srgbClr val="C0C0C0"/>
                  </a:outerShdw>
                </a:effectLst>
                <a:latin typeface="Times" panose="02020603050405020304" pitchFamily="18" charset="0"/>
                <a:ea typeface="MS PGothic" panose="020B0600070205080204" pitchFamily="34" charset="-128"/>
              </a:rPr>
              <a:t>σ</a:t>
            </a:r>
            <a:r>
              <a:rPr lang="en-US" altLang="en-US">
                <a:effectLst>
                  <a:outerShdw blurRad="38100" dist="38100" dir="2700000" algn="tl">
                    <a:srgbClr val="C0C0C0"/>
                  </a:outerShdw>
                </a:effectLst>
                <a:ea typeface="MS PGothic" panose="020B0600070205080204" pitchFamily="34" charset="-128"/>
              </a:rPr>
              <a:t> bonding and anti-bonding orbitals are raised in energy due to the interaction with a </a:t>
            </a:r>
            <a:r>
              <a:rPr lang="en-US" altLang="en-US" i="1">
                <a:effectLst>
                  <a:outerShdw blurRad="38100" dist="38100" dir="2700000" algn="tl">
                    <a:srgbClr val="C0C0C0"/>
                  </a:outerShdw>
                </a:effectLst>
                <a:ea typeface="MS PGothic" panose="020B0600070205080204" pitchFamily="34" charset="-128"/>
              </a:rPr>
              <a:t>p</a:t>
            </a:r>
            <a:r>
              <a:rPr lang="en-US" altLang="en-US">
                <a:effectLst>
                  <a:outerShdw blurRad="38100" dist="38100" dir="2700000" algn="tl">
                    <a:srgbClr val="C0C0C0"/>
                  </a:outerShdw>
                </a:effectLst>
                <a:ea typeface="MS PGothic" panose="020B0600070205080204" pitchFamily="34" charset="-128"/>
              </a:rPr>
              <a:t> orbital.</a:t>
            </a:r>
            <a:endParaRPr lang="el-GR" altLang="en-US">
              <a:effectLst>
                <a:outerShdw blurRad="38100" dist="38100" dir="2700000" algn="tl">
                  <a:srgbClr val="C0C0C0"/>
                </a:outerShdw>
              </a:effectLst>
              <a:ea typeface="MS PGothic" panose="020B0600070205080204" pitchFamily="34" charset="-128"/>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62" name="Rectangle 2"/>
          <p:cNvSpPr>
            <a:spLocks noGrp="1" noRot="1" noChangeArrowheads="1"/>
          </p:cNvSpPr>
          <p:nvPr>
            <p:ph type="title"/>
          </p:nvPr>
        </p:nvSpPr>
        <p:spPr/>
        <p:txBody>
          <a:bodyPr/>
          <a:lstStyle/>
          <a:p>
            <a:pPr eaLnBrk="1" hangingPunct="1">
              <a:defRPr/>
            </a:pPr>
            <a:r>
              <a:rPr lang="en-US">
                <a:ea typeface="+mj-ea"/>
                <a:cs typeface="+mj-cs"/>
              </a:rPr>
              <a:t>MO diagram for Li through N</a:t>
            </a:r>
            <a:endParaRPr lang="en-US">
              <a:ea typeface="+mj-ea"/>
              <a:cs typeface="+mj-cs"/>
            </a:endParaRPr>
          </a:p>
        </p:txBody>
      </p:sp>
      <p:sp>
        <p:nvSpPr>
          <p:cNvPr id="501763" name="Rectangle 3"/>
          <p:cNvSpPr>
            <a:spLocks noGrp="1" noChangeArrowheads="1"/>
          </p:cNvSpPr>
          <p:nvPr>
            <p:ph type="body" idx="1"/>
          </p:nvPr>
        </p:nvSpPr>
        <p:spPr/>
        <p:txBody>
          <a:bodyPr/>
          <a:lstStyle/>
          <a:p>
            <a:pPr eaLnBrk="1" hangingPunct="1">
              <a:buFont typeface="Wingdings" panose="05000000000000000000" pitchFamily="2" charset="2"/>
              <a:buNone/>
              <a:defRPr/>
            </a:pPr>
            <a:r>
              <a:rPr lang="en-US">
                <a:ea typeface="+mn-ea"/>
                <a:cs typeface="+mn-cs"/>
              </a:rPr>
              <a:t>		The elements on the left side of period 2 have a fairly small energy gap between the 2s and 2p orbitals.  As a result, interaction between s and p orbitals is possible.  This can be viewed in different ways.  </a:t>
            </a:r>
            <a:endParaRPr lang="en-US">
              <a:ea typeface="+mn-ea"/>
              <a:cs typeface="+mn-cs"/>
            </a:endParaRPr>
          </a:p>
        </p:txBody>
      </p:sp>
      <p:pic>
        <p:nvPicPr>
          <p:cNvPr id="98306" name="Picture 2" descr="Image result for chemistry the central science interactions 2s 2p"/>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0" y="-1"/>
            <a:ext cx="9144000" cy="6858001"/>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p:cNvSpPr/>
          <p:nvPr/>
        </p:nvSpPr>
        <p:spPr bwMode="auto">
          <a:xfrm>
            <a:off x="107504" y="2420888"/>
            <a:ext cx="4248472" cy="1080120"/>
          </a:xfrm>
          <a:prstGeom prst="rect">
            <a:avLst/>
          </a:prstGeom>
          <a:noFill/>
          <a:ln w="57150"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lstStyle/>
          <a:p>
            <a:pPr marL="0" marR="0" indent="0" algn="l" defTabSz="914400" rtl="0" eaLnBrk="0" fontAlgn="base" latinLnBrk="0" hangingPunct="0">
              <a:lnSpc>
                <a:spcPct val="100000"/>
              </a:lnSpc>
              <a:spcBef>
                <a:spcPct val="0"/>
              </a:spcBef>
              <a:spcAft>
                <a:spcPct val="0"/>
              </a:spcAft>
              <a:buClrTx/>
              <a:buSzTx/>
              <a:buFontTx/>
              <a:buNone/>
            </a:pPr>
            <a:endParaRPr kumimoji="0" lang="en-US" sz="1800" b="0" i="0" u="none" strike="noStrike" cap="none" normalizeH="0" baseline="0">
              <a:ln>
                <a:noFill/>
              </a:ln>
              <a:solidFill>
                <a:schemeClr val="tx1"/>
              </a:solidFill>
              <a:effectLst/>
              <a:latin typeface="Garamond" panose="02020404030301010803" pitchFamily="18" charset="0"/>
            </a:endParaRPr>
          </a:p>
        </p:txBody>
      </p:sp>
      <p:sp>
        <p:nvSpPr>
          <p:cNvPr id="6" name="Rectangle 5"/>
          <p:cNvSpPr/>
          <p:nvPr/>
        </p:nvSpPr>
        <p:spPr bwMode="auto">
          <a:xfrm>
            <a:off x="4788024" y="2420888"/>
            <a:ext cx="4248472" cy="1080120"/>
          </a:xfrm>
          <a:prstGeom prst="rect">
            <a:avLst/>
          </a:prstGeom>
          <a:noFill/>
          <a:ln w="57150"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lstStyle/>
          <a:p>
            <a:pPr marL="0" marR="0" indent="0" algn="l" defTabSz="914400" rtl="0" eaLnBrk="0" fontAlgn="base" latinLnBrk="0" hangingPunct="0">
              <a:lnSpc>
                <a:spcPct val="100000"/>
              </a:lnSpc>
              <a:spcBef>
                <a:spcPct val="0"/>
              </a:spcBef>
              <a:spcAft>
                <a:spcPct val="0"/>
              </a:spcAft>
              <a:buClrTx/>
              <a:buSzTx/>
              <a:buFontTx/>
              <a:buNone/>
            </a:pPr>
            <a:endParaRPr kumimoji="0" lang="en-US" sz="1800" b="0" i="0" u="none" strike="noStrike" cap="none" normalizeH="0" baseline="0">
              <a:ln>
                <a:noFill/>
              </a:ln>
              <a:solidFill>
                <a:schemeClr val="tx1"/>
              </a:solidFill>
              <a:effectLst/>
              <a:latin typeface="Garamond" panose="02020404030301010803"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Lst>
  </p:timing>
</p:sld>
</file>

<file path=ppt/slides/slide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93570" name="Rectangle 2"/>
          <p:cNvSpPr>
            <a:spLocks noGrp="1" noRot="1" noChangeArrowheads="1"/>
          </p:cNvSpPr>
          <p:nvPr>
            <p:ph type="title"/>
          </p:nvPr>
        </p:nvSpPr>
        <p:spPr/>
        <p:txBody>
          <a:bodyPr/>
          <a:lstStyle/>
          <a:p>
            <a:pPr eaLnBrk="1" hangingPunct="1">
              <a:defRPr/>
            </a:pPr>
            <a:r>
              <a:rPr lang="en-US">
                <a:ea typeface="+mj-ea"/>
                <a:cs typeface="+mj-cs"/>
              </a:rPr>
              <a:t>Molecular Orbital Diagrams</a:t>
            </a:r>
            <a:endParaRPr lang="en-US">
              <a:ea typeface="+mj-ea"/>
              <a:cs typeface="+mj-cs"/>
            </a:endParaRPr>
          </a:p>
        </p:txBody>
      </p:sp>
      <p:graphicFrame>
        <p:nvGraphicFramePr>
          <p:cNvPr id="63491" name="Object 2"/>
          <p:cNvGraphicFramePr>
            <a:graphicFrameLocks noGrp="1" noChangeAspect="1"/>
          </p:cNvGraphicFramePr>
          <p:nvPr>
            <p:ph sz="half" idx="1"/>
          </p:nvPr>
        </p:nvGraphicFramePr>
        <p:xfrm>
          <a:off x="457200" y="1371600"/>
          <a:ext cx="4876800" cy="3732213"/>
        </p:xfrm>
        <a:graphic>
          <a:graphicData uri="http://schemas.openxmlformats.org/presentationml/2006/ole">
            <mc:AlternateContent xmlns:mc="http://schemas.openxmlformats.org/markup-compatibility/2006">
              <mc:Choice xmlns:v="urn:schemas-microsoft-com:vml" Requires="v">
                <p:oleObj spid="_x0000_s2" name="Image" r:id="rId1" imgW="4546600" imgH="3479800" progId="PhotoshopElements.Image.3">
                  <p:embed/>
                </p:oleObj>
              </mc:Choice>
              <mc:Fallback>
                <p:oleObj name="Image" r:id="rId1" imgW="4546600" imgH="3479800" progId="PhotoshopElements.Image.3">
                  <p:embed/>
                  <p:pic>
                    <p:nvPicPr>
                      <p:cNvPr id="0" name="Object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57200" y="1371600"/>
                        <a:ext cx="4876800" cy="3732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493572" name="Rectangle 4"/>
          <p:cNvSpPr>
            <a:spLocks noGrp="1" noChangeArrowheads="1"/>
          </p:cNvSpPr>
          <p:nvPr>
            <p:ph type="body" sz="half" idx="2"/>
          </p:nvPr>
        </p:nvSpPr>
        <p:spPr>
          <a:xfrm>
            <a:off x="5257800" y="1600200"/>
            <a:ext cx="3429000" cy="4525963"/>
          </a:xfrm>
        </p:spPr>
        <p:txBody>
          <a:bodyPr/>
          <a:lstStyle/>
          <a:p>
            <a:pPr eaLnBrk="1" hangingPunct="1">
              <a:buFont typeface="Wingdings" panose="05000000000000000000" pitchFamily="2" charset="2"/>
              <a:buNone/>
              <a:defRPr/>
            </a:pPr>
            <a:r>
              <a:rPr lang="en-US" altLang="en-US" sz="2800">
                <a:effectLst>
                  <a:outerShdw blurRad="38100" dist="38100" dir="2700000" algn="tl">
                    <a:srgbClr val="C0C0C0"/>
                  </a:outerShdw>
                </a:effectLst>
                <a:ea typeface="MS PGothic" panose="020B0600070205080204" pitchFamily="34" charset="-128"/>
              </a:rPr>
              <a:t>		</a:t>
            </a:r>
            <a:r>
              <a:rPr lang="en-US" altLang="en-US">
                <a:effectLst>
                  <a:outerShdw blurRad="38100" dist="38100" dir="2700000" algn="tl">
                    <a:srgbClr val="C0C0C0"/>
                  </a:outerShdw>
                </a:effectLst>
                <a:ea typeface="MS PGothic" panose="020B0600070205080204" pitchFamily="34" charset="-128"/>
              </a:rPr>
              <a:t>For O</a:t>
            </a:r>
            <a:r>
              <a:rPr lang="en-US" altLang="en-US" baseline="-25000">
                <a:effectLst>
                  <a:outerShdw blurRad="38100" dist="38100" dir="2700000" algn="tl">
                    <a:srgbClr val="C0C0C0"/>
                  </a:outerShdw>
                </a:effectLst>
                <a:ea typeface="MS PGothic" panose="020B0600070205080204" pitchFamily="34" charset="-128"/>
              </a:rPr>
              <a:t>2</a:t>
            </a:r>
            <a:r>
              <a:rPr lang="en-US" altLang="en-US">
                <a:effectLst>
                  <a:outerShdw blurRad="38100" dist="38100" dir="2700000" algn="tl">
                    <a:srgbClr val="C0C0C0"/>
                  </a:outerShdw>
                </a:effectLst>
                <a:ea typeface="MS PGothic" panose="020B0600070205080204" pitchFamily="34" charset="-128"/>
              </a:rPr>
              <a:t>, there will be a total of 12 valence electrons that must be placed in the diagram.</a:t>
            </a:r>
            <a:endParaRPr lang="en-US" altLang="en-US">
              <a:effectLst>
                <a:outerShdw blurRad="38100" dist="38100" dir="2700000" algn="tl">
                  <a:srgbClr val="C0C0C0"/>
                </a:outerShdw>
              </a:effectLst>
              <a:ea typeface="MS PGothic" panose="020B0600070205080204" pitchFamily="34" charset="-128"/>
            </a:endParaRPr>
          </a:p>
        </p:txBody>
      </p:sp>
      <p:sp>
        <p:nvSpPr>
          <p:cNvPr id="5" name="Rectangle 4"/>
          <p:cNvSpPr/>
          <p:nvPr/>
        </p:nvSpPr>
        <p:spPr bwMode="auto">
          <a:xfrm>
            <a:off x="457200" y="1196752"/>
            <a:ext cx="4876800" cy="2592288"/>
          </a:xfrm>
          <a:prstGeom prst="rect">
            <a:avLst/>
          </a:prstGeom>
          <a:noFill/>
          <a:ln w="57150"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lstStyle/>
          <a:p>
            <a:pPr marL="0" marR="0" indent="0" algn="l" defTabSz="914400" rtl="0" eaLnBrk="0" fontAlgn="base" latinLnBrk="0" hangingPunct="0">
              <a:lnSpc>
                <a:spcPct val="100000"/>
              </a:lnSpc>
              <a:spcBef>
                <a:spcPct val="0"/>
              </a:spcBef>
              <a:spcAft>
                <a:spcPct val="0"/>
              </a:spcAft>
              <a:buClrTx/>
              <a:buSzTx/>
              <a:buFontTx/>
              <a:buNone/>
            </a:pPr>
            <a:endParaRPr kumimoji="0" lang="en-US" sz="1800" b="0" i="0" u="none" strike="noStrike" cap="none" normalizeH="0" baseline="0">
              <a:ln>
                <a:noFill/>
              </a:ln>
              <a:solidFill>
                <a:schemeClr val="tx1"/>
              </a:solidFill>
              <a:effectLst/>
              <a:latin typeface="Garamond" panose="02020404030301010803"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94596" name="Rectangle 4"/>
          <p:cNvSpPr>
            <a:spLocks noGrp="1" noChangeArrowheads="1"/>
          </p:cNvSpPr>
          <p:nvPr>
            <p:ph type="body" sz="half" idx="2"/>
          </p:nvPr>
        </p:nvSpPr>
        <p:spPr>
          <a:xfrm>
            <a:off x="5578599" y="1166018"/>
            <a:ext cx="3429000" cy="4525963"/>
          </a:xfrm>
        </p:spPr>
        <p:txBody>
          <a:bodyPr/>
          <a:lstStyle/>
          <a:p>
            <a:pPr eaLnBrk="1" hangingPunct="1">
              <a:buFont typeface="Wingdings" panose="05000000000000000000" pitchFamily="2" charset="2"/>
              <a:buNone/>
              <a:defRPr/>
            </a:pPr>
            <a:r>
              <a:rPr lang="en-US" altLang="en-US" sz="3000" dirty="0">
                <a:effectLst>
                  <a:outerShdw blurRad="38100" dist="38100" dir="2700000" algn="tl">
                    <a:srgbClr val="C0C0C0"/>
                  </a:outerShdw>
                </a:effectLst>
                <a:ea typeface="MS PGothic" panose="020B0600070205080204" pitchFamily="34" charset="-128"/>
              </a:rPr>
              <a:t>		For O</a:t>
            </a:r>
            <a:r>
              <a:rPr lang="en-US" altLang="en-US" sz="3000" baseline="-25000" dirty="0">
                <a:effectLst>
                  <a:outerShdw blurRad="38100" dist="38100" dir="2700000" algn="tl">
                    <a:srgbClr val="C0C0C0"/>
                  </a:outerShdw>
                </a:effectLst>
                <a:ea typeface="MS PGothic" panose="020B0600070205080204" pitchFamily="34" charset="-128"/>
              </a:rPr>
              <a:t>2</a:t>
            </a:r>
            <a:r>
              <a:rPr lang="en-US" altLang="en-US" sz="3000" dirty="0">
                <a:effectLst>
                  <a:outerShdw blurRad="38100" dist="38100" dir="2700000" algn="tl">
                    <a:srgbClr val="C0C0C0"/>
                  </a:outerShdw>
                </a:effectLst>
                <a:ea typeface="MS PGothic" panose="020B0600070205080204" pitchFamily="34" charset="-128"/>
              </a:rPr>
              <a:t>, there will be a total of 12 valence electrons that must be placed in the diagram.</a:t>
            </a:r>
            <a:endParaRPr lang="en-US" altLang="en-US" sz="3000" dirty="0">
              <a:effectLst>
                <a:outerShdw blurRad="38100" dist="38100" dir="2700000" algn="tl">
                  <a:srgbClr val="C0C0C0"/>
                </a:outerShdw>
              </a:effectLst>
              <a:ea typeface="MS PGothic" panose="020B0600070205080204" pitchFamily="34" charset="-128"/>
            </a:endParaRPr>
          </a:p>
        </p:txBody>
      </p:sp>
      <p:sp>
        <p:nvSpPr>
          <p:cNvPr id="494594" name="Rectangle 2"/>
          <p:cNvSpPr>
            <a:spLocks noGrp="1" noRot="1" noChangeArrowheads="1"/>
          </p:cNvSpPr>
          <p:nvPr>
            <p:ph type="title"/>
          </p:nvPr>
        </p:nvSpPr>
        <p:spPr/>
        <p:txBody>
          <a:bodyPr/>
          <a:lstStyle/>
          <a:p>
            <a:pPr eaLnBrk="1" hangingPunct="1">
              <a:defRPr/>
            </a:pPr>
            <a:r>
              <a:rPr lang="en-US">
                <a:ea typeface="+mj-ea"/>
                <a:cs typeface="+mj-cs"/>
              </a:rPr>
              <a:t>Molecular Orbital Diagrams</a:t>
            </a:r>
            <a:endParaRPr lang="en-US">
              <a:ea typeface="+mj-ea"/>
              <a:cs typeface="+mj-cs"/>
            </a:endParaRPr>
          </a:p>
        </p:txBody>
      </p:sp>
      <p:graphicFrame>
        <p:nvGraphicFramePr>
          <p:cNvPr id="64516" name="Object 2"/>
          <p:cNvGraphicFramePr>
            <a:graphicFrameLocks noGrp="1" noChangeAspect="1"/>
          </p:cNvGraphicFramePr>
          <p:nvPr>
            <p:ph sz="half" idx="1"/>
          </p:nvPr>
        </p:nvGraphicFramePr>
        <p:xfrm>
          <a:off x="381000" y="1295400"/>
          <a:ext cx="5181600" cy="3965575"/>
        </p:xfrm>
        <a:graphic>
          <a:graphicData uri="http://schemas.openxmlformats.org/presentationml/2006/ole">
            <mc:AlternateContent xmlns:mc="http://schemas.openxmlformats.org/markup-compatibility/2006">
              <mc:Choice xmlns:v="urn:schemas-microsoft-com:vml" Requires="v">
                <p:oleObj spid="_x0000_s2" name="Image" r:id="rId1" imgW="4546600" imgH="3479800" progId="PhotoshopElements.Image.3">
                  <p:embed/>
                </p:oleObj>
              </mc:Choice>
              <mc:Fallback>
                <p:oleObj name="Image" r:id="rId1" imgW="4546600" imgH="3479800" progId="PhotoshopElements.Image.3">
                  <p:embed/>
                  <p:pic>
                    <p:nvPicPr>
                      <p:cNvPr id="0" name="Object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81000" y="1295400"/>
                        <a:ext cx="5181600" cy="39655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64517" name="Text Box 7"/>
          <p:cNvSpPr txBox="1">
            <a:spLocks noChangeArrowheads="1"/>
          </p:cNvSpPr>
          <p:nvPr/>
        </p:nvSpPr>
        <p:spPr bwMode="auto">
          <a:xfrm>
            <a:off x="762000" y="2590800"/>
            <a:ext cx="685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37931725" indent="-37474525">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a:spcBef>
                <a:spcPct val="50000"/>
              </a:spcBef>
            </a:pPr>
            <a:r>
              <a:rPr lang="en-US" altLang="en-US" sz="2400">
                <a:solidFill>
                  <a:schemeClr val="bg2"/>
                </a:solidFill>
                <a:latin typeface="Arial Unicode MS" charset="0"/>
              </a:rPr>
              <a:t>2p</a:t>
            </a:r>
            <a:endParaRPr lang="en-US" altLang="en-US" sz="2400">
              <a:solidFill>
                <a:schemeClr val="bg2"/>
              </a:solidFill>
              <a:latin typeface="Arial Unicode MS" charset="0"/>
            </a:endParaRPr>
          </a:p>
        </p:txBody>
      </p:sp>
      <p:sp>
        <p:nvSpPr>
          <p:cNvPr id="64518" name="Text Box 8"/>
          <p:cNvSpPr txBox="1">
            <a:spLocks noChangeArrowheads="1"/>
          </p:cNvSpPr>
          <p:nvPr/>
        </p:nvSpPr>
        <p:spPr bwMode="auto">
          <a:xfrm>
            <a:off x="4495800" y="2590800"/>
            <a:ext cx="685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37931725" indent="-37474525">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a:spcBef>
                <a:spcPct val="50000"/>
              </a:spcBef>
            </a:pPr>
            <a:r>
              <a:rPr lang="en-US" altLang="en-US" sz="2400">
                <a:solidFill>
                  <a:schemeClr val="bg2"/>
                </a:solidFill>
                <a:latin typeface="Arial Unicode MS" charset="0"/>
              </a:rPr>
              <a:t>2p</a:t>
            </a:r>
            <a:endParaRPr lang="en-US" altLang="en-US" sz="2400">
              <a:solidFill>
                <a:schemeClr val="bg2"/>
              </a:solidFill>
              <a:latin typeface="Arial Unicode MS" charset="0"/>
            </a:endParaRPr>
          </a:p>
        </p:txBody>
      </p:sp>
      <p:sp>
        <p:nvSpPr>
          <p:cNvPr id="64519" name="Text Box 9"/>
          <p:cNvSpPr txBox="1">
            <a:spLocks noChangeArrowheads="1"/>
          </p:cNvSpPr>
          <p:nvPr/>
        </p:nvSpPr>
        <p:spPr bwMode="auto">
          <a:xfrm>
            <a:off x="533400" y="4419600"/>
            <a:ext cx="685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37931725" indent="-37474525">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a:spcBef>
                <a:spcPct val="50000"/>
              </a:spcBef>
            </a:pPr>
            <a:r>
              <a:rPr lang="en-US" altLang="en-US" sz="2400">
                <a:solidFill>
                  <a:schemeClr val="bg2"/>
                </a:solidFill>
                <a:latin typeface="Arial Unicode MS" charset="0"/>
              </a:rPr>
              <a:t>2s</a:t>
            </a:r>
            <a:endParaRPr lang="en-US" altLang="en-US" sz="2400">
              <a:solidFill>
                <a:schemeClr val="bg2"/>
              </a:solidFill>
              <a:latin typeface="Arial Unicode MS" charset="0"/>
            </a:endParaRPr>
          </a:p>
        </p:txBody>
      </p:sp>
      <p:sp>
        <p:nvSpPr>
          <p:cNvPr id="64520" name="Text Box 10"/>
          <p:cNvSpPr txBox="1">
            <a:spLocks noChangeArrowheads="1"/>
          </p:cNvSpPr>
          <p:nvPr/>
        </p:nvSpPr>
        <p:spPr bwMode="auto">
          <a:xfrm>
            <a:off x="4876800" y="4419600"/>
            <a:ext cx="685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37931725" indent="-37474525">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a:spcBef>
                <a:spcPct val="50000"/>
              </a:spcBef>
            </a:pPr>
            <a:r>
              <a:rPr lang="en-US" altLang="en-US" sz="2400">
                <a:solidFill>
                  <a:schemeClr val="bg2"/>
                </a:solidFill>
                <a:latin typeface="Arial Unicode MS" charset="0"/>
              </a:rPr>
              <a:t>2s</a:t>
            </a:r>
            <a:endParaRPr lang="en-US" altLang="en-US" sz="2400">
              <a:solidFill>
                <a:schemeClr val="bg2"/>
              </a:solidFill>
              <a:latin typeface="Arial Unicode MS" charset="0"/>
            </a:endParaRPr>
          </a:p>
        </p:txBody>
      </p:sp>
      <p:sp>
        <p:nvSpPr>
          <p:cNvPr id="64521" name="Line 11"/>
          <p:cNvSpPr>
            <a:spLocks noChangeShapeType="1"/>
          </p:cNvSpPr>
          <p:nvPr/>
        </p:nvSpPr>
        <p:spPr bwMode="auto">
          <a:xfrm flipV="1">
            <a:off x="1219200" y="4419600"/>
            <a:ext cx="0" cy="381000"/>
          </a:xfrm>
          <a:prstGeom prst="line">
            <a:avLst/>
          </a:prstGeom>
          <a:noFill/>
          <a:ln w="19050">
            <a:solidFill>
              <a:schemeClr val="bg2"/>
            </a:solidFill>
            <a:round/>
            <a:tailEnd type="triangle" w="med" len="med"/>
          </a:ln>
          <a:extLst>
            <a:ext uri="{909E8E84-426E-40DD-AFC4-6F175D3DCCD1}">
              <a14:hiddenFill xmlns:a14="http://schemas.microsoft.com/office/drawing/2010/main">
                <a:noFill/>
              </a14:hiddenFill>
            </a:ext>
          </a:extLst>
        </p:spPr>
        <p:txBody>
          <a:bodyPr/>
          <a:lstStyle/>
          <a:p>
            <a:endParaRPr lang="en-GB"/>
          </a:p>
        </p:txBody>
      </p:sp>
      <p:sp>
        <p:nvSpPr>
          <p:cNvPr id="64522" name="Line 12"/>
          <p:cNvSpPr>
            <a:spLocks noChangeShapeType="1"/>
          </p:cNvSpPr>
          <p:nvPr/>
        </p:nvSpPr>
        <p:spPr bwMode="auto">
          <a:xfrm flipV="1">
            <a:off x="4648200" y="4419600"/>
            <a:ext cx="0" cy="381000"/>
          </a:xfrm>
          <a:prstGeom prst="line">
            <a:avLst/>
          </a:prstGeom>
          <a:noFill/>
          <a:ln w="19050">
            <a:solidFill>
              <a:schemeClr val="bg2"/>
            </a:solidFill>
            <a:round/>
            <a:tailEnd type="triangle" w="med" len="med"/>
          </a:ln>
          <a:extLst>
            <a:ext uri="{909E8E84-426E-40DD-AFC4-6F175D3DCCD1}">
              <a14:hiddenFill xmlns:a14="http://schemas.microsoft.com/office/drawing/2010/main">
                <a:noFill/>
              </a14:hiddenFill>
            </a:ext>
          </a:extLst>
        </p:spPr>
        <p:txBody>
          <a:bodyPr/>
          <a:lstStyle/>
          <a:p>
            <a:endParaRPr lang="en-GB"/>
          </a:p>
        </p:txBody>
      </p:sp>
      <p:sp>
        <p:nvSpPr>
          <p:cNvPr id="64523" name="Line 13"/>
          <p:cNvSpPr>
            <a:spLocks noChangeShapeType="1"/>
          </p:cNvSpPr>
          <p:nvPr/>
        </p:nvSpPr>
        <p:spPr bwMode="auto">
          <a:xfrm flipV="1">
            <a:off x="609600" y="2362200"/>
            <a:ext cx="0" cy="381000"/>
          </a:xfrm>
          <a:prstGeom prst="line">
            <a:avLst/>
          </a:prstGeom>
          <a:noFill/>
          <a:ln w="19050">
            <a:solidFill>
              <a:schemeClr val="bg2"/>
            </a:solidFill>
            <a:round/>
            <a:tailEnd type="triangle" w="med" len="med"/>
          </a:ln>
          <a:extLst>
            <a:ext uri="{909E8E84-426E-40DD-AFC4-6F175D3DCCD1}">
              <a14:hiddenFill xmlns:a14="http://schemas.microsoft.com/office/drawing/2010/main">
                <a:noFill/>
              </a14:hiddenFill>
            </a:ext>
          </a:extLst>
        </p:spPr>
        <p:txBody>
          <a:bodyPr/>
          <a:lstStyle/>
          <a:p>
            <a:endParaRPr lang="en-GB"/>
          </a:p>
        </p:txBody>
      </p:sp>
      <p:sp>
        <p:nvSpPr>
          <p:cNvPr id="64524" name="Line 14"/>
          <p:cNvSpPr>
            <a:spLocks noChangeShapeType="1"/>
          </p:cNvSpPr>
          <p:nvPr/>
        </p:nvSpPr>
        <p:spPr bwMode="auto">
          <a:xfrm flipV="1">
            <a:off x="1066800" y="2362200"/>
            <a:ext cx="0" cy="381000"/>
          </a:xfrm>
          <a:prstGeom prst="line">
            <a:avLst/>
          </a:prstGeom>
          <a:noFill/>
          <a:ln w="19050">
            <a:solidFill>
              <a:schemeClr val="bg2"/>
            </a:solidFill>
            <a:round/>
            <a:tailEnd type="triangle" w="med" len="med"/>
          </a:ln>
          <a:extLst>
            <a:ext uri="{909E8E84-426E-40DD-AFC4-6F175D3DCCD1}">
              <a14:hiddenFill xmlns:a14="http://schemas.microsoft.com/office/drawing/2010/main">
                <a:noFill/>
              </a14:hiddenFill>
            </a:ext>
          </a:extLst>
        </p:spPr>
        <p:txBody>
          <a:bodyPr/>
          <a:lstStyle/>
          <a:p>
            <a:endParaRPr lang="en-GB"/>
          </a:p>
        </p:txBody>
      </p:sp>
      <p:sp>
        <p:nvSpPr>
          <p:cNvPr id="64525" name="Line 15"/>
          <p:cNvSpPr>
            <a:spLocks noChangeShapeType="1"/>
          </p:cNvSpPr>
          <p:nvPr/>
        </p:nvSpPr>
        <p:spPr bwMode="auto">
          <a:xfrm flipV="1">
            <a:off x="1600200" y="2362200"/>
            <a:ext cx="0" cy="381000"/>
          </a:xfrm>
          <a:prstGeom prst="line">
            <a:avLst/>
          </a:prstGeom>
          <a:noFill/>
          <a:ln w="19050">
            <a:solidFill>
              <a:schemeClr val="bg2"/>
            </a:solidFill>
            <a:round/>
            <a:tailEnd type="triangle" w="med" len="med"/>
          </a:ln>
          <a:extLst>
            <a:ext uri="{909E8E84-426E-40DD-AFC4-6F175D3DCCD1}">
              <a14:hiddenFill xmlns:a14="http://schemas.microsoft.com/office/drawing/2010/main">
                <a:noFill/>
              </a14:hiddenFill>
            </a:ext>
          </a:extLst>
        </p:spPr>
        <p:txBody>
          <a:bodyPr/>
          <a:lstStyle/>
          <a:p>
            <a:endParaRPr lang="en-GB"/>
          </a:p>
        </p:txBody>
      </p:sp>
      <p:sp>
        <p:nvSpPr>
          <p:cNvPr id="64526" name="Line 16"/>
          <p:cNvSpPr>
            <a:spLocks noChangeShapeType="1"/>
          </p:cNvSpPr>
          <p:nvPr/>
        </p:nvSpPr>
        <p:spPr bwMode="auto">
          <a:xfrm flipV="1">
            <a:off x="4114800" y="2362200"/>
            <a:ext cx="0" cy="381000"/>
          </a:xfrm>
          <a:prstGeom prst="line">
            <a:avLst/>
          </a:prstGeom>
          <a:noFill/>
          <a:ln w="19050">
            <a:solidFill>
              <a:schemeClr val="bg2"/>
            </a:solidFill>
            <a:round/>
            <a:tailEnd type="triangle" w="med" len="med"/>
          </a:ln>
          <a:extLst>
            <a:ext uri="{909E8E84-426E-40DD-AFC4-6F175D3DCCD1}">
              <a14:hiddenFill xmlns:a14="http://schemas.microsoft.com/office/drawing/2010/main">
                <a:noFill/>
              </a14:hiddenFill>
            </a:ext>
          </a:extLst>
        </p:spPr>
        <p:txBody>
          <a:bodyPr/>
          <a:lstStyle/>
          <a:p>
            <a:endParaRPr lang="en-GB"/>
          </a:p>
        </p:txBody>
      </p:sp>
      <p:sp>
        <p:nvSpPr>
          <p:cNvPr id="64527" name="Line 17"/>
          <p:cNvSpPr>
            <a:spLocks noChangeShapeType="1"/>
          </p:cNvSpPr>
          <p:nvPr/>
        </p:nvSpPr>
        <p:spPr bwMode="auto">
          <a:xfrm flipV="1">
            <a:off x="4724400" y="2362200"/>
            <a:ext cx="0" cy="381000"/>
          </a:xfrm>
          <a:prstGeom prst="line">
            <a:avLst/>
          </a:prstGeom>
          <a:noFill/>
          <a:ln w="19050">
            <a:solidFill>
              <a:schemeClr val="bg2"/>
            </a:solidFill>
            <a:round/>
            <a:tailEnd type="triangle" w="med" len="med"/>
          </a:ln>
          <a:extLst>
            <a:ext uri="{909E8E84-426E-40DD-AFC4-6F175D3DCCD1}">
              <a14:hiddenFill xmlns:a14="http://schemas.microsoft.com/office/drawing/2010/main">
                <a:noFill/>
              </a14:hiddenFill>
            </a:ext>
          </a:extLst>
        </p:spPr>
        <p:txBody>
          <a:bodyPr/>
          <a:lstStyle/>
          <a:p>
            <a:endParaRPr lang="en-GB"/>
          </a:p>
        </p:txBody>
      </p:sp>
      <p:sp>
        <p:nvSpPr>
          <p:cNvPr id="64528" name="Line 18"/>
          <p:cNvSpPr>
            <a:spLocks noChangeShapeType="1"/>
          </p:cNvSpPr>
          <p:nvPr/>
        </p:nvSpPr>
        <p:spPr bwMode="auto">
          <a:xfrm flipV="1">
            <a:off x="5181600" y="2362200"/>
            <a:ext cx="0" cy="381000"/>
          </a:xfrm>
          <a:prstGeom prst="line">
            <a:avLst/>
          </a:prstGeom>
          <a:noFill/>
          <a:ln w="19050">
            <a:solidFill>
              <a:schemeClr val="bg2"/>
            </a:solidFill>
            <a:round/>
            <a:tailEnd type="triangle" w="med" len="med"/>
          </a:ln>
          <a:extLst>
            <a:ext uri="{909E8E84-426E-40DD-AFC4-6F175D3DCCD1}">
              <a14:hiddenFill xmlns:a14="http://schemas.microsoft.com/office/drawing/2010/main">
                <a:noFill/>
              </a14:hiddenFill>
            </a:ext>
          </a:extLst>
        </p:spPr>
        <p:txBody>
          <a:bodyPr/>
          <a:lstStyle/>
          <a:p>
            <a:endParaRPr lang="en-GB"/>
          </a:p>
        </p:txBody>
      </p:sp>
      <p:sp>
        <p:nvSpPr>
          <p:cNvPr id="64529" name="Line 19"/>
          <p:cNvSpPr>
            <a:spLocks noChangeShapeType="1"/>
          </p:cNvSpPr>
          <p:nvPr/>
        </p:nvSpPr>
        <p:spPr bwMode="auto">
          <a:xfrm>
            <a:off x="1371600" y="4419600"/>
            <a:ext cx="0" cy="381000"/>
          </a:xfrm>
          <a:prstGeom prst="line">
            <a:avLst/>
          </a:prstGeom>
          <a:noFill/>
          <a:ln w="19050">
            <a:solidFill>
              <a:schemeClr val="bg2"/>
            </a:solidFill>
            <a:round/>
            <a:tailEnd type="triangle" w="med" len="med"/>
          </a:ln>
          <a:extLst>
            <a:ext uri="{909E8E84-426E-40DD-AFC4-6F175D3DCCD1}">
              <a14:hiddenFill xmlns:a14="http://schemas.microsoft.com/office/drawing/2010/main">
                <a:noFill/>
              </a14:hiddenFill>
            </a:ext>
          </a:extLst>
        </p:spPr>
        <p:txBody>
          <a:bodyPr/>
          <a:lstStyle/>
          <a:p>
            <a:endParaRPr lang="en-GB"/>
          </a:p>
        </p:txBody>
      </p:sp>
      <p:sp>
        <p:nvSpPr>
          <p:cNvPr id="64530" name="Line 20"/>
          <p:cNvSpPr>
            <a:spLocks noChangeShapeType="1"/>
          </p:cNvSpPr>
          <p:nvPr/>
        </p:nvSpPr>
        <p:spPr bwMode="auto">
          <a:xfrm>
            <a:off x="4800600" y="4419600"/>
            <a:ext cx="0" cy="381000"/>
          </a:xfrm>
          <a:prstGeom prst="line">
            <a:avLst/>
          </a:prstGeom>
          <a:noFill/>
          <a:ln w="19050">
            <a:solidFill>
              <a:schemeClr val="bg2"/>
            </a:solidFill>
            <a:round/>
            <a:tailEnd type="triangle" w="med" len="med"/>
          </a:ln>
          <a:extLst>
            <a:ext uri="{909E8E84-426E-40DD-AFC4-6F175D3DCCD1}">
              <a14:hiddenFill xmlns:a14="http://schemas.microsoft.com/office/drawing/2010/main">
                <a:noFill/>
              </a14:hiddenFill>
            </a:ext>
          </a:extLst>
        </p:spPr>
        <p:txBody>
          <a:bodyPr/>
          <a:lstStyle/>
          <a:p>
            <a:endParaRPr lang="en-GB"/>
          </a:p>
        </p:txBody>
      </p:sp>
      <p:sp>
        <p:nvSpPr>
          <p:cNvPr id="64531" name="Line 21"/>
          <p:cNvSpPr>
            <a:spLocks noChangeShapeType="1"/>
          </p:cNvSpPr>
          <p:nvPr/>
        </p:nvSpPr>
        <p:spPr bwMode="auto">
          <a:xfrm>
            <a:off x="1752600" y="2362200"/>
            <a:ext cx="0" cy="381000"/>
          </a:xfrm>
          <a:prstGeom prst="line">
            <a:avLst/>
          </a:prstGeom>
          <a:noFill/>
          <a:ln w="19050">
            <a:solidFill>
              <a:schemeClr val="bg2"/>
            </a:solidFill>
            <a:round/>
            <a:tailEnd type="triangle" w="med" len="med"/>
          </a:ln>
          <a:extLst>
            <a:ext uri="{909E8E84-426E-40DD-AFC4-6F175D3DCCD1}">
              <a14:hiddenFill xmlns:a14="http://schemas.microsoft.com/office/drawing/2010/main">
                <a:noFill/>
              </a14:hiddenFill>
            </a:ext>
          </a:extLst>
        </p:spPr>
        <p:txBody>
          <a:bodyPr/>
          <a:lstStyle/>
          <a:p>
            <a:endParaRPr lang="en-GB"/>
          </a:p>
        </p:txBody>
      </p:sp>
      <p:sp>
        <p:nvSpPr>
          <p:cNvPr id="64532" name="Line 22"/>
          <p:cNvSpPr>
            <a:spLocks noChangeShapeType="1"/>
          </p:cNvSpPr>
          <p:nvPr/>
        </p:nvSpPr>
        <p:spPr bwMode="auto">
          <a:xfrm>
            <a:off x="4267200" y="2362200"/>
            <a:ext cx="0" cy="381000"/>
          </a:xfrm>
          <a:prstGeom prst="line">
            <a:avLst/>
          </a:prstGeom>
          <a:noFill/>
          <a:ln w="19050">
            <a:solidFill>
              <a:schemeClr val="bg2"/>
            </a:solidFill>
            <a:round/>
            <a:tailEnd type="triangle" w="med" len="med"/>
          </a:ln>
          <a:extLst>
            <a:ext uri="{909E8E84-426E-40DD-AFC4-6F175D3DCCD1}">
              <a14:hiddenFill xmlns:a14="http://schemas.microsoft.com/office/drawing/2010/main">
                <a:noFill/>
              </a14:hiddenFill>
            </a:ext>
          </a:extLst>
        </p:spPr>
        <p:txBody>
          <a:bodyPr/>
          <a:lstStyle/>
          <a:p>
            <a:endParaRPr lang="en-GB"/>
          </a:p>
        </p:txBody>
      </p:sp>
      <p:sp>
        <p:nvSpPr>
          <p:cNvPr id="22" name="Line 22"/>
          <p:cNvSpPr>
            <a:spLocks noChangeShapeType="1"/>
          </p:cNvSpPr>
          <p:nvPr/>
        </p:nvSpPr>
        <p:spPr bwMode="auto">
          <a:xfrm>
            <a:off x="2987824" y="3933056"/>
            <a:ext cx="0" cy="381000"/>
          </a:xfrm>
          <a:prstGeom prst="line">
            <a:avLst/>
          </a:prstGeom>
          <a:noFill/>
          <a:ln w="19050">
            <a:solidFill>
              <a:schemeClr val="bg2"/>
            </a:solidFill>
            <a:round/>
            <a:tailEnd type="triangle" w="med" len="med"/>
          </a:ln>
          <a:extLst>
            <a:ext uri="{909E8E84-426E-40DD-AFC4-6F175D3DCCD1}">
              <a14:hiddenFill xmlns:a14="http://schemas.microsoft.com/office/drawing/2010/main">
                <a:noFill/>
              </a14:hiddenFill>
            </a:ext>
          </a:extLst>
        </p:spPr>
        <p:txBody>
          <a:bodyPr/>
          <a:lstStyle/>
          <a:p>
            <a:endParaRPr lang="en-GB"/>
          </a:p>
        </p:txBody>
      </p:sp>
      <p:sp>
        <p:nvSpPr>
          <p:cNvPr id="23" name="Line 17"/>
          <p:cNvSpPr>
            <a:spLocks noChangeShapeType="1"/>
          </p:cNvSpPr>
          <p:nvPr/>
        </p:nvSpPr>
        <p:spPr bwMode="auto">
          <a:xfrm flipV="1">
            <a:off x="2843808" y="3933056"/>
            <a:ext cx="0" cy="381000"/>
          </a:xfrm>
          <a:prstGeom prst="line">
            <a:avLst/>
          </a:prstGeom>
          <a:noFill/>
          <a:ln w="19050">
            <a:solidFill>
              <a:schemeClr val="bg2"/>
            </a:solidFill>
            <a:round/>
            <a:tailEnd type="triangle" w="med" len="med"/>
          </a:ln>
          <a:extLst>
            <a:ext uri="{909E8E84-426E-40DD-AFC4-6F175D3DCCD1}">
              <a14:hiddenFill xmlns:a14="http://schemas.microsoft.com/office/drawing/2010/main">
                <a:noFill/>
              </a14:hiddenFill>
            </a:ext>
          </a:extLst>
        </p:spPr>
        <p:txBody>
          <a:bodyPr/>
          <a:lstStyle/>
          <a:p>
            <a:endParaRPr lang="en-GB"/>
          </a:p>
        </p:txBody>
      </p:sp>
      <p:sp>
        <p:nvSpPr>
          <p:cNvPr id="24" name="Line 17"/>
          <p:cNvSpPr>
            <a:spLocks noChangeShapeType="1"/>
          </p:cNvSpPr>
          <p:nvPr/>
        </p:nvSpPr>
        <p:spPr bwMode="auto">
          <a:xfrm flipV="1">
            <a:off x="2843808" y="4966692"/>
            <a:ext cx="0" cy="381000"/>
          </a:xfrm>
          <a:prstGeom prst="line">
            <a:avLst/>
          </a:prstGeom>
          <a:noFill/>
          <a:ln w="19050">
            <a:solidFill>
              <a:schemeClr val="bg2"/>
            </a:solidFill>
            <a:round/>
            <a:tailEnd type="triangle" w="med" len="med"/>
          </a:ln>
          <a:extLst>
            <a:ext uri="{909E8E84-426E-40DD-AFC4-6F175D3DCCD1}">
              <a14:hiddenFill xmlns:a14="http://schemas.microsoft.com/office/drawing/2010/main">
                <a:noFill/>
              </a14:hiddenFill>
            </a:ext>
          </a:extLst>
        </p:spPr>
        <p:txBody>
          <a:bodyPr/>
          <a:lstStyle/>
          <a:p>
            <a:endParaRPr lang="en-GB"/>
          </a:p>
        </p:txBody>
      </p:sp>
      <p:sp>
        <p:nvSpPr>
          <p:cNvPr id="25" name="Line 22"/>
          <p:cNvSpPr>
            <a:spLocks noChangeShapeType="1"/>
          </p:cNvSpPr>
          <p:nvPr/>
        </p:nvSpPr>
        <p:spPr bwMode="auto">
          <a:xfrm>
            <a:off x="3059832" y="4966692"/>
            <a:ext cx="0" cy="381000"/>
          </a:xfrm>
          <a:prstGeom prst="line">
            <a:avLst/>
          </a:prstGeom>
          <a:noFill/>
          <a:ln w="19050">
            <a:solidFill>
              <a:schemeClr val="bg2"/>
            </a:solidFill>
            <a:round/>
            <a:tailEnd type="triangle" w="med" len="med"/>
          </a:ln>
          <a:extLst>
            <a:ext uri="{909E8E84-426E-40DD-AFC4-6F175D3DCCD1}">
              <a14:hiddenFill xmlns:a14="http://schemas.microsoft.com/office/drawing/2010/main">
                <a:noFill/>
              </a14:hiddenFill>
            </a:ext>
          </a:extLst>
        </p:spPr>
        <p:txBody>
          <a:bodyPr/>
          <a:lstStyle/>
          <a:p>
            <a:endParaRPr lang="en-GB"/>
          </a:p>
        </p:txBody>
      </p:sp>
      <p:sp>
        <p:nvSpPr>
          <p:cNvPr id="26" name="Line 17"/>
          <p:cNvSpPr>
            <a:spLocks noChangeShapeType="1"/>
          </p:cNvSpPr>
          <p:nvPr/>
        </p:nvSpPr>
        <p:spPr bwMode="auto">
          <a:xfrm flipV="1">
            <a:off x="2835399" y="3429000"/>
            <a:ext cx="0" cy="381000"/>
          </a:xfrm>
          <a:prstGeom prst="line">
            <a:avLst/>
          </a:prstGeom>
          <a:noFill/>
          <a:ln w="19050">
            <a:solidFill>
              <a:schemeClr val="bg2"/>
            </a:solidFill>
            <a:round/>
            <a:tailEnd type="triangle" w="med" len="med"/>
          </a:ln>
          <a:extLst>
            <a:ext uri="{909E8E84-426E-40DD-AFC4-6F175D3DCCD1}">
              <a14:hiddenFill xmlns:a14="http://schemas.microsoft.com/office/drawing/2010/main">
                <a:noFill/>
              </a14:hiddenFill>
            </a:ext>
          </a:extLst>
        </p:spPr>
        <p:txBody>
          <a:bodyPr/>
          <a:lstStyle/>
          <a:p>
            <a:endParaRPr lang="en-GB"/>
          </a:p>
        </p:txBody>
      </p:sp>
      <p:sp>
        <p:nvSpPr>
          <p:cNvPr id="27" name="Line 22"/>
          <p:cNvSpPr>
            <a:spLocks noChangeShapeType="1"/>
          </p:cNvSpPr>
          <p:nvPr/>
        </p:nvSpPr>
        <p:spPr bwMode="auto">
          <a:xfrm>
            <a:off x="2987824" y="3429000"/>
            <a:ext cx="0" cy="381000"/>
          </a:xfrm>
          <a:prstGeom prst="line">
            <a:avLst/>
          </a:prstGeom>
          <a:noFill/>
          <a:ln w="19050">
            <a:solidFill>
              <a:schemeClr val="bg2"/>
            </a:solidFill>
            <a:round/>
            <a:tailEnd type="triangle" w="med" len="med"/>
          </a:ln>
          <a:extLst>
            <a:ext uri="{909E8E84-426E-40DD-AFC4-6F175D3DCCD1}">
              <a14:hiddenFill xmlns:a14="http://schemas.microsoft.com/office/drawing/2010/main">
                <a:noFill/>
              </a14:hiddenFill>
            </a:ext>
          </a:extLst>
        </p:spPr>
        <p:txBody>
          <a:bodyPr/>
          <a:lstStyle/>
          <a:p>
            <a:endParaRPr lang="en-GB"/>
          </a:p>
        </p:txBody>
      </p:sp>
      <p:sp>
        <p:nvSpPr>
          <p:cNvPr id="28" name="Line 22"/>
          <p:cNvSpPr>
            <a:spLocks noChangeShapeType="1"/>
          </p:cNvSpPr>
          <p:nvPr/>
        </p:nvSpPr>
        <p:spPr bwMode="auto">
          <a:xfrm>
            <a:off x="2825080" y="2890242"/>
            <a:ext cx="0" cy="381000"/>
          </a:xfrm>
          <a:prstGeom prst="line">
            <a:avLst/>
          </a:prstGeom>
          <a:noFill/>
          <a:ln w="19050">
            <a:solidFill>
              <a:schemeClr val="bg2"/>
            </a:solidFill>
            <a:round/>
            <a:tailEnd type="triangle" w="med" len="med"/>
          </a:ln>
          <a:extLst>
            <a:ext uri="{909E8E84-426E-40DD-AFC4-6F175D3DCCD1}">
              <a14:hiddenFill xmlns:a14="http://schemas.microsoft.com/office/drawing/2010/main">
                <a:noFill/>
              </a14:hiddenFill>
            </a:ext>
          </a:extLst>
        </p:spPr>
        <p:txBody>
          <a:bodyPr/>
          <a:lstStyle/>
          <a:p>
            <a:endParaRPr lang="en-GB"/>
          </a:p>
        </p:txBody>
      </p:sp>
      <p:sp>
        <p:nvSpPr>
          <p:cNvPr id="29" name="Line 22"/>
          <p:cNvSpPr>
            <a:spLocks noChangeShapeType="1"/>
          </p:cNvSpPr>
          <p:nvPr/>
        </p:nvSpPr>
        <p:spPr bwMode="auto">
          <a:xfrm>
            <a:off x="3347864" y="2857500"/>
            <a:ext cx="0" cy="381000"/>
          </a:xfrm>
          <a:prstGeom prst="line">
            <a:avLst/>
          </a:prstGeom>
          <a:noFill/>
          <a:ln w="19050">
            <a:solidFill>
              <a:schemeClr val="bg2"/>
            </a:solidFill>
            <a:round/>
            <a:tailEnd type="triangle" w="med" len="med"/>
          </a:ln>
          <a:extLst>
            <a:ext uri="{909E8E84-426E-40DD-AFC4-6F175D3DCCD1}">
              <a14:hiddenFill xmlns:a14="http://schemas.microsoft.com/office/drawing/2010/main">
                <a:noFill/>
              </a14:hiddenFill>
            </a:ext>
          </a:extLst>
        </p:spPr>
        <p:txBody>
          <a:bodyPr/>
          <a:lstStyle/>
          <a:p>
            <a:endParaRPr lang="en-GB"/>
          </a:p>
        </p:txBody>
      </p:sp>
      <p:sp>
        <p:nvSpPr>
          <p:cNvPr id="32" name="Line 17"/>
          <p:cNvSpPr>
            <a:spLocks noChangeShapeType="1"/>
          </p:cNvSpPr>
          <p:nvPr/>
        </p:nvSpPr>
        <p:spPr bwMode="auto">
          <a:xfrm flipV="1">
            <a:off x="2699792" y="2857500"/>
            <a:ext cx="0" cy="381000"/>
          </a:xfrm>
          <a:prstGeom prst="line">
            <a:avLst/>
          </a:prstGeom>
          <a:noFill/>
          <a:ln w="19050">
            <a:solidFill>
              <a:schemeClr val="bg2"/>
            </a:solidFill>
            <a:round/>
            <a:tailEnd type="triangle" w="med" len="med"/>
          </a:ln>
          <a:extLst>
            <a:ext uri="{909E8E84-426E-40DD-AFC4-6F175D3DCCD1}">
              <a14:hiddenFill xmlns:a14="http://schemas.microsoft.com/office/drawing/2010/main">
                <a:noFill/>
              </a14:hiddenFill>
            </a:ext>
          </a:extLst>
        </p:spPr>
        <p:txBody>
          <a:bodyPr/>
          <a:lstStyle/>
          <a:p>
            <a:endParaRPr lang="en-GB"/>
          </a:p>
        </p:txBody>
      </p:sp>
      <p:sp>
        <p:nvSpPr>
          <p:cNvPr id="33" name="Line 17"/>
          <p:cNvSpPr>
            <a:spLocks noChangeShapeType="1"/>
          </p:cNvSpPr>
          <p:nvPr/>
        </p:nvSpPr>
        <p:spPr bwMode="auto">
          <a:xfrm flipV="1">
            <a:off x="3203848" y="2857500"/>
            <a:ext cx="0" cy="381000"/>
          </a:xfrm>
          <a:prstGeom prst="line">
            <a:avLst/>
          </a:prstGeom>
          <a:noFill/>
          <a:ln w="19050">
            <a:solidFill>
              <a:schemeClr val="bg2"/>
            </a:solidFill>
            <a:round/>
            <a:tailEnd type="triangle" w="med" len="med"/>
          </a:ln>
          <a:extLst>
            <a:ext uri="{909E8E84-426E-40DD-AFC4-6F175D3DCCD1}">
              <a14:hiddenFill xmlns:a14="http://schemas.microsoft.com/office/drawing/2010/main">
                <a:noFill/>
              </a14:hiddenFill>
            </a:ext>
          </a:extLst>
        </p:spPr>
        <p:txBody>
          <a:bodyPr/>
          <a:lstStyle/>
          <a:p>
            <a:endParaRPr lang="en-GB"/>
          </a:p>
        </p:txBody>
      </p:sp>
      <p:sp>
        <p:nvSpPr>
          <p:cNvPr id="34" name="Line 17"/>
          <p:cNvSpPr>
            <a:spLocks noChangeShapeType="1"/>
          </p:cNvSpPr>
          <p:nvPr/>
        </p:nvSpPr>
        <p:spPr bwMode="auto">
          <a:xfrm flipV="1">
            <a:off x="2699792" y="1844824"/>
            <a:ext cx="0" cy="381000"/>
          </a:xfrm>
          <a:prstGeom prst="line">
            <a:avLst/>
          </a:prstGeom>
          <a:noFill/>
          <a:ln w="19050">
            <a:solidFill>
              <a:schemeClr val="bg2"/>
            </a:solidFill>
            <a:round/>
            <a:tailEnd type="triangle" w="med" len="med"/>
          </a:ln>
          <a:extLst>
            <a:ext uri="{909E8E84-426E-40DD-AFC4-6F175D3DCCD1}">
              <a14:hiddenFill xmlns:a14="http://schemas.microsoft.com/office/drawing/2010/main">
                <a:noFill/>
              </a14:hiddenFill>
            </a:ext>
          </a:extLst>
        </p:spPr>
        <p:txBody>
          <a:bodyPr/>
          <a:lstStyle/>
          <a:p>
            <a:endParaRPr lang="en-GB"/>
          </a:p>
        </p:txBody>
      </p:sp>
      <p:sp>
        <p:nvSpPr>
          <p:cNvPr id="35" name="Line 17"/>
          <p:cNvSpPr>
            <a:spLocks noChangeShapeType="1"/>
          </p:cNvSpPr>
          <p:nvPr/>
        </p:nvSpPr>
        <p:spPr bwMode="auto">
          <a:xfrm flipV="1">
            <a:off x="3204964" y="1844824"/>
            <a:ext cx="0" cy="381000"/>
          </a:xfrm>
          <a:prstGeom prst="line">
            <a:avLst/>
          </a:prstGeom>
          <a:noFill/>
          <a:ln w="19050">
            <a:solidFill>
              <a:schemeClr val="bg2"/>
            </a:solidFill>
            <a:round/>
            <a:tailEnd type="triangle" w="med" len="med"/>
          </a:ln>
          <a:extLst>
            <a:ext uri="{909E8E84-426E-40DD-AFC4-6F175D3DCCD1}">
              <a14:hiddenFill xmlns:a14="http://schemas.microsoft.com/office/drawing/2010/main">
                <a:noFill/>
              </a14:hiddenFill>
            </a:ext>
          </a:extLst>
        </p:spPr>
        <p:txBody>
          <a:bodyPr/>
          <a:lstStyle/>
          <a:p>
            <a:endParaRPr lang="en-GB"/>
          </a:p>
        </p:txBody>
      </p:sp>
      <p:sp>
        <p:nvSpPr>
          <p:cNvPr id="38" name="Text Box 35"/>
          <p:cNvSpPr txBox="1">
            <a:spLocks noChangeArrowheads="1"/>
          </p:cNvSpPr>
          <p:nvPr/>
        </p:nvSpPr>
        <p:spPr bwMode="auto">
          <a:xfrm>
            <a:off x="5436096" y="3600271"/>
            <a:ext cx="3403103" cy="33239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Garamond" panose="02020404030301010803" pitchFamily="18" charset="0"/>
                <a:ea typeface="MS PGothic" panose="020B0600070205080204" pitchFamily="34" charset="-128"/>
              </a:defRPr>
            </a:lvl1pPr>
            <a:lvl2pPr marL="37931725" indent="-37474525">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a:spcBef>
                <a:spcPct val="50000"/>
              </a:spcBef>
            </a:pPr>
            <a:r>
              <a:rPr lang="en-US" altLang="en-US" sz="3000" dirty="0"/>
              <a:t>The molecular orbital diagram for oxygen shows two unpaired electrons, consistent with experimental data (O</a:t>
            </a:r>
            <a:r>
              <a:rPr lang="en-US" altLang="en-US" sz="3000" baseline="-25000" dirty="0"/>
              <a:t>2</a:t>
            </a:r>
            <a:r>
              <a:rPr lang="en-US" altLang="en-US" sz="3000" dirty="0"/>
              <a:t> paramagnetic).</a:t>
            </a:r>
            <a:endParaRPr lang="en-US" altLang="en-US" sz="3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64521"/>
                                        </p:tgtEl>
                                        <p:attrNameLst>
                                          <p:attrName>style.visibility</p:attrName>
                                        </p:attrNameLst>
                                      </p:cBhvr>
                                      <p:to>
                                        <p:strVal val="hidden"/>
                                      </p:to>
                                    </p:set>
                                  </p:childTnLst>
                                </p:cTn>
                              </p:par>
                              <p:par>
                                <p:cTn id="7" presetID="1" presetClass="entr" presetSubtype="0" fill="hold" grpId="0" nodeType="withEffect">
                                  <p:stCondLst>
                                    <p:cond delay="0"/>
                                  </p:stCondLst>
                                  <p:childTnLst>
                                    <p:set>
                                      <p:cBhvr>
                                        <p:cTn id="8" dur="1" fill="hold">
                                          <p:stCondLst>
                                            <p:cond delay="0"/>
                                          </p:stCondLst>
                                        </p:cTn>
                                        <p:tgtEl>
                                          <p:spTgt spid="2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0" nodeType="clickEffect">
                                  <p:stCondLst>
                                    <p:cond delay="0"/>
                                  </p:stCondLst>
                                  <p:childTnLst>
                                    <p:set>
                                      <p:cBhvr>
                                        <p:cTn id="12" dur="1" fill="hold">
                                          <p:stCondLst>
                                            <p:cond delay="0"/>
                                          </p:stCondLst>
                                        </p:cTn>
                                        <p:tgtEl>
                                          <p:spTgt spid="64530"/>
                                        </p:tgtEl>
                                        <p:attrNameLst>
                                          <p:attrName>style.visibility</p:attrName>
                                        </p:attrNameLst>
                                      </p:cBhvr>
                                      <p:to>
                                        <p:strVal val="hidden"/>
                                      </p:to>
                                    </p:set>
                                  </p:childTnLst>
                                </p:cTn>
                              </p:par>
                              <p:par>
                                <p:cTn id="13" presetID="1" presetClass="entr" presetSubtype="0"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0" nodeType="clickEffect">
                                  <p:stCondLst>
                                    <p:cond delay="0"/>
                                  </p:stCondLst>
                                  <p:childTnLst>
                                    <p:set>
                                      <p:cBhvr>
                                        <p:cTn id="18" dur="1" fill="hold">
                                          <p:stCondLst>
                                            <p:cond delay="0"/>
                                          </p:stCondLst>
                                        </p:cTn>
                                        <p:tgtEl>
                                          <p:spTgt spid="64522"/>
                                        </p:tgtEl>
                                        <p:attrNameLst>
                                          <p:attrName>style.visibility</p:attrName>
                                        </p:attrNameLst>
                                      </p:cBhvr>
                                      <p:to>
                                        <p:strVal val="hidden"/>
                                      </p:to>
                                    </p:set>
                                  </p:childTnLst>
                                </p:cTn>
                              </p:par>
                              <p:par>
                                <p:cTn id="19" presetID="1" presetClass="entr" presetSubtype="0" fill="hold" grpId="0" nodeType="withEffect">
                                  <p:stCondLst>
                                    <p:cond delay="0"/>
                                  </p:stCondLst>
                                  <p:childTnLst>
                                    <p:set>
                                      <p:cBhvr>
                                        <p:cTn id="20" dur="1" fill="hold">
                                          <p:stCondLst>
                                            <p:cond delay="0"/>
                                          </p:stCondLst>
                                        </p:cTn>
                                        <p:tgtEl>
                                          <p:spTgt spid="2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xit" presetSubtype="0" fill="hold" grpId="0" nodeType="clickEffect">
                                  <p:stCondLst>
                                    <p:cond delay="0"/>
                                  </p:stCondLst>
                                  <p:childTnLst>
                                    <p:set>
                                      <p:cBhvr>
                                        <p:cTn id="24" dur="1" fill="hold">
                                          <p:stCondLst>
                                            <p:cond delay="0"/>
                                          </p:stCondLst>
                                        </p:cTn>
                                        <p:tgtEl>
                                          <p:spTgt spid="64529"/>
                                        </p:tgtEl>
                                        <p:attrNameLst>
                                          <p:attrName>style.visibility</p:attrName>
                                        </p:attrNameLst>
                                      </p:cBhvr>
                                      <p:to>
                                        <p:strVal val="hidden"/>
                                      </p:to>
                                    </p:set>
                                  </p:childTnLst>
                                </p:cTn>
                              </p:par>
                              <p:par>
                                <p:cTn id="25" presetID="1" presetClass="entr" presetSubtype="0" fill="hold" grpId="0" nodeType="withEffect">
                                  <p:stCondLst>
                                    <p:cond delay="0"/>
                                  </p:stCondLst>
                                  <p:childTnLst>
                                    <p:set>
                                      <p:cBhvr>
                                        <p:cTn id="26" dur="1" fill="hold">
                                          <p:stCondLst>
                                            <p:cond delay="0"/>
                                          </p:stCondLst>
                                        </p:cTn>
                                        <p:tgtEl>
                                          <p:spTgt spid="2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grpId="0" nodeType="clickEffect">
                                  <p:stCondLst>
                                    <p:cond delay="0"/>
                                  </p:stCondLst>
                                  <p:childTnLst>
                                    <p:set>
                                      <p:cBhvr>
                                        <p:cTn id="30" dur="1" fill="hold">
                                          <p:stCondLst>
                                            <p:cond delay="0"/>
                                          </p:stCondLst>
                                        </p:cTn>
                                        <p:tgtEl>
                                          <p:spTgt spid="64525"/>
                                        </p:tgtEl>
                                        <p:attrNameLst>
                                          <p:attrName>style.visibility</p:attrName>
                                        </p:attrNameLst>
                                      </p:cBhvr>
                                      <p:to>
                                        <p:strVal val="hidden"/>
                                      </p:to>
                                    </p:set>
                                  </p:childTnLst>
                                </p:cTn>
                              </p:par>
                              <p:par>
                                <p:cTn id="31" presetID="1" presetClass="entr" presetSubtype="0" fill="hold" grpId="0" nodeType="withEffect">
                                  <p:stCondLst>
                                    <p:cond delay="0"/>
                                  </p:stCondLst>
                                  <p:childTnLst>
                                    <p:set>
                                      <p:cBhvr>
                                        <p:cTn id="32" dur="1" fill="hold">
                                          <p:stCondLst>
                                            <p:cond delay="0"/>
                                          </p:stCondLst>
                                        </p:cTn>
                                        <p:tgtEl>
                                          <p:spTgt spid="2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xit" presetSubtype="0" fill="hold" grpId="0" nodeType="clickEffect">
                                  <p:stCondLst>
                                    <p:cond delay="0"/>
                                  </p:stCondLst>
                                  <p:childTnLst>
                                    <p:set>
                                      <p:cBhvr>
                                        <p:cTn id="36" dur="1" fill="hold">
                                          <p:stCondLst>
                                            <p:cond delay="0"/>
                                          </p:stCondLst>
                                        </p:cTn>
                                        <p:tgtEl>
                                          <p:spTgt spid="64532"/>
                                        </p:tgtEl>
                                        <p:attrNameLst>
                                          <p:attrName>style.visibility</p:attrName>
                                        </p:attrNameLst>
                                      </p:cBhvr>
                                      <p:to>
                                        <p:strVal val="hidden"/>
                                      </p:to>
                                    </p:set>
                                  </p:childTnLst>
                                </p:cTn>
                              </p:par>
                              <p:par>
                                <p:cTn id="37" presetID="1" presetClass="entr" presetSubtype="0" fill="hold" grpId="0" nodeType="withEffect">
                                  <p:stCondLst>
                                    <p:cond delay="0"/>
                                  </p:stCondLst>
                                  <p:childTnLst>
                                    <p:set>
                                      <p:cBhvr>
                                        <p:cTn id="38" dur="1" fill="hold">
                                          <p:stCondLst>
                                            <p:cond delay="0"/>
                                          </p:stCondLst>
                                        </p:cTn>
                                        <p:tgtEl>
                                          <p:spTgt spid="27"/>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xit" presetSubtype="0" fill="hold" grpId="0" nodeType="clickEffect">
                                  <p:stCondLst>
                                    <p:cond delay="0"/>
                                  </p:stCondLst>
                                  <p:childTnLst>
                                    <p:set>
                                      <p:cBhvr>
                                        <p:cTn id="42" dur="1" fill="hold">
                                          <p:stCondLst>
                                            <p:cond delay="0"/>
                                          </p:stCondLst>
                                        </p:cTn>
                                        <p:tgtEl>
                                          <p:spTgt spid="64526"/>
                                        </p:tgtEl>
                                        <p:attrNameLst>
                                          <p:attrName>style.visibility</p:attrName>
                                        </p:attrNameLst>
                                      </p:cBhvr>
                                      <p:to>
                                        <p:strVal val="hidden"/>
                                      </p:to>
                                    </p:set>
                                  </p:childTnLst>
                                </p:cTn>
                              </p:par>
                              <p:par>
                                <p:cTn id="43" presetID="1" presetClass="entr" presetSubtype="0" fill="hold" grpId="0" nodeType="withEffect">
                                  <p:stCondLst>
                                    <p:cond delay="0"/>
                                  </p:stCondLst>
                                  <p:childTnLst>
                                    <p:set>
                                      <p:cBhvr>
                                        <p:cTn id="44" dur="1" fill="hold">
                                          <p:stCondLst>
                                            <p:cond delay="0"/>
                                          </p:stCondLst>
                                        </p:cTn>
                                        <p:tgtEl>
                                          <p:spTgt spid="32"/>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xit" presetSubtype="0" fill="hold" grpId="0" nodeType="clickEffect">
                                  <p:stCondLst>
                                    <p:cond delay="0"/>
                                  </p:stCondLst>
                                  <p:childTnLst>
                                    <p:set>
                                      <p:cBhvr>
                                        <p:cTn id="48" dur="1" fill="hold">
                                          <p:stCondLst>
                                            <p:cond delay="0"/>
                                          </p:stCondLst>
                                        </p:cTn>
                                        <p:tgtEl>
                                          <p:spTgt spid="64523"/>
                                        </p:tgtEl>
                                        <p:attrNameLst>
                                          <p:attrName>style.visibility</p:attrName>
                                        </p:attrNameLst>
                                      </p:cBhvr>
                                      <p:to>
                                        <p:strVal val="hidden"/>
                                      </p:to>
                                    </p:set>
                                  </p:childTnLst>
                                </p:cTn>
                              </p:par>
                              <p:par>
                                <p:cTn id="49" presetID="1" presetClass="entr" presetSubtype="0" fill="hold" grpId="0" nodeType="withEffect">
                                  <p:stCondLst>
                                    <p:cond delay="0"/>
                                  </p:stCondLst>
                                  <p:childTnLst>
                                    <p:set>
                                      <p:cBhvr>
                                        <p:cTn id="50" dur="1" fill="hold">
                                          <p:stCondLst>
                                            <p:cond delay="0"/>
                                          </p:stCondLst>
                                        </p:cTn>
                                        <p:tgtEl>
                                          <p:spTgt spid="33"/>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xit" presetSubtype="0" fill="hold" grpId="0" nodeType="clickEffect">
                                  <p:stCondLst>
                                    <p:cond delay="0"/>
                                  </p:stCondLst>
                                  <p:childTnLst>
                                    <p:set>
                                      <p:cBhvr>
                                        <p:cTn id="54" dur="1" fill="hold">
                                          <p:stCondLst>
                                            <p:cond delay="0"/>
                                          </p:stCondLst>
                                        </p:cTn>
                                        <p:tgtEl>
                                          <p:spTgt spid="64528"/>
                                        </p:tgtEl>
                                        <p:attrNameLst>
                                          <p:attrName>style.visibility</p:attrName>
                                        </p:attrNameLst>
                                      </p:cBhvr>
                                      <p:to>
                                        <p:strVal val="hidden"/>
                                      </p:to>
                                    </p:set>
                                  </p:childTnLst>
                                </p:cTn>
                              </p:par>
                              <p:par>
                                <p:cTn id="55" presetID="1" presetClass="entr" presetSubtype="0" fill="hold" grpId="0" nodeType="withEffect">
                                  <p:stCondLst>
                                    <p:cond delay="0"/>
                                  </p:stCondLst>
                                  <p:childTnLst>
                                    <p:set>
                                      <p:cBhvr>
                                        <p:cTn id="56" dur="1" fill="hold">
                                          <p:stCondLst>
                                            <p:cond delay="0"/>
                                          </p:stCondLst>
                                        </p:cTn>
                                        <p:tgtEl>
                                          <p:spTgt spid="29"/>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xit" presetSubtype="0" fill="hold" grpId="0" nodeType="clickEffect">
                                  <p:stCondLst>
                                    <p:cond delay="0"/>
                                  </p:stCondLst>
                                  <p:childTnLst>
                                    <p:set>
                                      <p:cBhvr>
                                        <p:cTn id="60" dur="1" fill="hold">
                                          <p:stCondLst>
                                            <p:cond delay="0"/>
                                          </p:stCondLst>
                                        </p:cTn>
                                        <p:tgtEl>
                                          <p:spTgt spid="64531"/>
                                        </p:tgtEl>
                                        <p:attrNameLst>
                                          <p:attrName>style.visibility</p:attrName>
                                        </p:attrNameLst>
                                      </p:cBhvr>
                                      <p:to>
                                        <p:strVal val="hidden"/>
                                      </p:to>
                                    </p:set>
                                  </p:childTnLst>
                                </p:cTn>
                              </p:par>
                              <p:par>
                                <p:cTn id="61" presetID="1" presetClass="entr" presetSubtype="0" fill="hold" grpId="0" nodeType="withEffect">
                                  <p:stCondLst>
                                    <p:cond delay="0"/>
                                  </p:stCondLst>
                                  <p:childTnLst>
                                    <p:set>
                                      <p:cBhvr>
                                        <p:cTn id="62" dur="1" fill="hold">
                                          <p:stCondLst>
                                            <p:cond delay="0"/>
                                          </p:stCondLst>
                                        </p:cTn>
                                        <p:tgtEl>
                                          <p:spTgt spid="28"/>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xit" presetSubtype="0" fill="hold" grpId="0" nodeType="clickEffect">
                                  <p:stCondLst>
                                    <p:cond delay="0"/>
                                  </p:stCondLst>
                                  <p:childTnLst>
                                    <p:set>
                                      <p:cBhvr>
                                        <p:cTn id="66" dur="1" fill="hold">
                                          <p:stCondLst>
                                            <p:cond delay="0"/>
                                          </p:stCondLst>
                                        </p:cTn>
                                        <p:tgtEl>
                                          <p:spTgt spid="64524"/>
                                        </p:tgtEl>
                                        <p:attrNameLst>
                                          <p:attrName>style.visibility</p:attrName>
                                        </p:attrNameLst>
                                      </p:cBhvr>
                                      <p:to>
                                        <p:strVal val="hidden"/>
                                      </p:to>
                                    </p:set>
                                  </p:childTnLst>
                                </p:cTn>
                              </p:par>
                              <p:par>
                                <p:cTn id="67" presetID="1" presetClass="entr" presetSubtype="0" fill="hold" grpId="0" nodeType="withEffect">
                                  <p:stCondLst>
                                    <p:cond delay="0"/>
                                  </p:stCondLst>
                                  <p:childTnLst>
                                    <p:set>
                                      <p:cBhvr>
                                        <p:cTn id="68" dur="1" fill="hold">
                                          <p:stCondLst>
                                            <p:cond delay="0"/>
                                          </p:stCondLst>
                                        </p:cTn>
                                        <p:tgtEl>
                                          <p:spTgt spid="34"/>
                                        </p:tgtEl>
                                        <p:attrNameLst>
                                          <p:attrName>style.visibility</p:attrName>
                                        </p:attrNameLst>
                                      </p:cBhvr>
                                      <p:to>
                                        <p:strVal val="visible"/>
                                      </p:to>
                                    </p:set>
                                  </p:childTnLst>
                                </p:cTn>
                              </p:par>
                            </p:childTnLst>
                          </p:cTn>
                        </p:par>
                      </p:childTnLst>
                    </p:cTn>
                  </p:par>
                  <p:par>
                    <p:cTn id="69" fill="hold">
                      <p:stCondLst>
                        <p:cond delay="indefinite"/>
                      </p:stCondLst>
                      <p:childTnLst>
                        <p:par>
                          <p:cTn id="70" fill="hold">
                            <p:stCondLst>
                              <p:cond delay="0"/>
                            </p:stCondLst>
                            <p:childTnLst>
                              <p:par>
                                <p:cTn id="71" presetID="1" presetClass="exit" presetSubtype="0" fill="hold" grpId="0" nodeType="clickEffect">
                                  <p:stCondLst>
                                    <p:cond delay="0"/>
                                  </p:stCondLst>
                                  <p:childTnLst>
                                    <p:set>
                                      <p:cBhvr>
                                        <p:cTn id="72" dur="1" fill="hold">
                                          <p:stCondLst>
                                            <p:cond delay="0"/>
                                          </p:stCondLst>
                                        </p:cTn>
                                        <p:tgtEl>
                                          <p:spTgt spid="64527"/>
                                        </p:tgtEl>
                                        <p:attrNameLst>
                                          <p:attrName>style.visibility</p:attrName>
                                        </p:attrNameLst>
                                      </p:cBhvr>
                                      <p:to>
                                        <p:strVal val="hidden"/>
                                      </p:to>
                                    </p:set>
                                  </p:childTnLst>
                                </p:cTn>
                              </p:par>
                              <p:par>
                                <p:cTn id="73" presetID="1" presetClass="entr" presetSubtype="0" fill="hold" grpId="0" nodeType="withEffect">
                                  <p:stCondLst>
                                    <p:cond delay="0"/>
                                  </p:stCondLst>
                                  <p:childTnLst>
                                    <p:set>
                                      <p:cBhvr>
                                        <p:cTn id="74" dur="1" fill="hold">
                                          <p:stCondLst>
                                            <p:cond delay="0"/>
                                          </p:stCondLst>
                                        </p:cTn>
                                        <p:tgtEl>
                                          <p:spTgt spid="35"/>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3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521" grpId="0" animBg="1"/>
      <p:bldP spid="64522" grpId="0" animBg="1"/>
      <p:bldP spid="64523" grpId="0" animBg="1"/>
      <p:bldP spid="64524" grpId="0" animBg="1"/>
      <p:bldP spid="64525" grpId="0" animBg="1"/>
      <p:bldP spid="64526" grpId="0" animBg="1"/>
      <p:bldP spid="64527" grpId="0" animBg="1"/>
      <p:bldP spid="64528" grpId="0" animBg="1"/>
      <p:bldP spid="64529" grpId="0" animBg="1"/>
      <p:bldP spid="64530" grpId="0" animBg="1"/>
      <p:bldP spid="64531" grpId="0" animBg="1"/>
      <p:bldP spid="64532" grpId="0" animBg="1"/>
      <p:bldP spid="22" grpId="0" animBg="1"/>
      <p:bldP spid="23" grpId="0" animBg="1"/>
      <p:bldP spid="24" grpId="0" animBg="1"/>
      <p:bldP spid="25" grpId="0" animBg="1"/>
      <p:bldP spid="26" grpId="0" animBg="1"/>
      <p:bldP spid="27" grpId="0" animBg="1"/>
      <p:bldP spid="28" grpId="0" animBg="1"/>
      <p:bldP spid="29" grpId="0" animBg="1"/>
      <p:bldP spid="32" grpId="0" animBg="1"/>
      <p:bldP spid="33" grpId="0" animBg="1"/>
      <p:bldP spid="34" grpId="0" animBg="1"/>
      <p:bldP spid="35" grpId="0" animBg="1"/>
      <p:bldP spid="38" grpId="0"/>
    </p:bldLst>
  </p:timing>
</p:sld>
</file>

<file path=ppt/slides/slide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58754" name="Rectangle 2"/>
          <p:cNvSpPr>
            <a:spLocks noGrp="1" noRot="1" noChangeArrowheads="1"/>
          </p:cNvSpPr>
          <p:nvPr>
            <p:ph type="title"/>
          </p:nvPr>
        </p:nvSpPr>
        <p:spPr/>
        <p:txBody>
          <a:bodyPr/>
          <a:lstStyle/>
          <a:p>
            <a:pPr eaLnBrk="1" hangingPunct="1">
              <a:defRPr/>
            </a:pPr>
            <a:r>
              <a:rPr lang="en-US">
                <a:ea typeface="+mj-ea"/>
                <a:cs typeface="+mj-cs"/>
              </a:rPr>
              <a:t>Bond Order</a:t>
            </a:r>
            <a:endParaRPr lang="en-US">
              <a:ea typeface="+mj-ea"/>
              <a:cs typeface="+mj-cs"/>
            </a:endParaRPr>
          </a:p>
        </p:txBody>
      </p:sp>
      <p:sp>
        <p:nvSpPr>
          <p:cNvPr id="458755" name="Rectangle 3"/>
          <p:cNvSpPr>
            <a:spLocks noGrp="1" noChangeArrowheads="1"/>
          </p:cNvSpPr>
          <p:nvPr>
            <p:ph type="body" idx="1"/>
          </p:nvPr>
        </p:nvSpPr>
        <p:spPr/>
        <p:txBody>
          <a:bodyPr/>
          <a:lstStyle/>
          <a:p>
            <a:pPr eaLnBrk="1" hangingPunct="1">
              <a:buFont typeface="Wingdings" panose="05000000000000000000" pitchFamily="2" charset="2"/>
              <a:buNone/>
              <a:defRPr/>
            </a:pPr>
            <a:r>
              <a:rPr lang="en-US">
                <a:ea typeface="+mn-ea"/>
                <a:cs typeface="+mn-cs"/>
              </a:rPr>
              <a:t>		Bond order is an indicator of the bond strength and length.  A bond order of 1 is equivalent to a single bond.  Fractional bond orders are possible.</a:t>
            </a:r>
            <a:r>
              <a:rPr lang="zh-CN" altLang="en-US">
                <a:ea typeface="宋体" panose="02010600030101010101" pitchFamily="2" charset="-122"/>
                <a:cs typeface="+mn-cs"/>
              </a:rPr>
              <a:t>（</a:t>
            </a:r>
            <a:r>
              <a:rPr lang="en-US" altLang="zh-CN">
                <a:ea typeface="宋体" panose="02010600030101010101" pitchFamily="2" charset="-122"/>
                <a:cs typeface="+mn-cs"/>
              </a:rPr>
              <a:t>BO needs to be&gt;0,then possible to exist </a:t>
            </a:r>
            <a:r>
              <a:rPr lang="zh-CN" altLang="en-US">
                <a:ea typeface="宋体" panose="02010600030101010101" pitchFamily="2" charset="-122"/>
                <a:cs typeface="+mn-cs"/>
              </a:rPr>
              <a:t>）</a:t>
            </a:r>
            <a:endParaRPr lang="en-US">
              <a:ea typeface="+mn-ea"/>
              <a:cs typeface="+mn-cs"/>
            </a:endParaRPr>
          </a:p>
          <a:p>
            <a:pPr eaLnBrk="1" hangingPunct="1">
              <a:buFont typeface="Wingdings" panose="05000000000000000000" pitchFamily="2" charset="2"/>
              <a:buNone/>
              <a:defRPr/>
            </a:pPr>
            <a:endParaRPr lang="en-US">
              <a:ea typeface="+mn-ea"/>
              <a:cs typeface="+mn-cs"/>
            </a:endParaRPr>
          </a:p>
          <a:p>
            <a:pPr eaLnBrk="1" hangingPunct="1">
              <a:buFont typeface="Wingdings" panose="05000000000000000000" pitchFamily="2" charset="2"/>
              <a:buNone/>
              <a:defRPr/>
            </a:pPr>
            <a:r>
              <a:rPr lang="en-US">
                <a:ea typeface="+mn-ea"/>
                <a:cs typeface="+mn-cs"/>
              </a:rPr>
              <a:t>		The bond order of the molecule =</a:t>
            </a:r>
            <a:endParaRPr lang="en-US">
              <a:ea typeface="+mn-ea"/>
              <a:cs typeface="+mn-cs"/>
            </a:endParaRPr>
          </a:p>
          <a:p>
            <a:pPr eaLnBrk="1" hangingPunct="1">
              <a:buFont typeface="Wingdings" panose="05000000000000000000" pitchFamily="2" charset="2"/>
              <a:buNone/>
              <a:defRPr/>
            </a:pPr>
            <a:r>
              <a:rPr lang="en-US" sz="2800">
                <a:ea typeface="+mn-ea"/>
                <a:cs typeface="+mn-cs"/>
              </a:rPr>
              <a:t>	</a:t>
            </a:r>
            <a:r>
              <a:rPr lang="en-US" sz="2800" u="sng">
                <a:ea typeface="+mn-ea"/>
                <a:cs typeface="+mn-cs"/>
              </a:rPr>
              <a:t>(# e</a:t>
            </a:r>
            <a:r>
              <a:rPr lang="en-US" sz="2800" u="sng" baseline="30000">
                <a:ea typeface="+mn-ea"/>
                <a:cs typeface="+mn-cs"/>
              </a:rPr>
              <a:t>-</a:t>
            </a:r>
            <a:r>
              <a:rPr lang="en-US" sz="2800" u="sng">
                <a:ea typeface="+mn-ea"/>
                <a:cs typeface="+mn-cs"/>
              </a:rPr>
              <a:t> in bonding orbtls)</a:t>
            </a:r>
            <a:r>
              <a:rPr lang="en-US" sz="2800">
                <a:ea typeface="+mn-ea"/>
                <a:cs typeface="+mn-cs"/>
              </a:rPr>
              <a:t> </a:t>
            </a:r>
            <a:r>
              <a:rPr lang="en-US" sz="2800" b="1">
                <a:ea typeface="+mn-ea"/>
                <a:cs typeface="+mn-cs"/>
              </a:rPr>
              <a:t>- </a:t>
            </a:r>
            <a:r>
              <a:rPr lang="en-US" sz="2800" u="sng">
                <a:ea typeface="+mn-ea"/>
                <a:cs typeface="+mn-cs"/>
              </a:rPr>
              <a:t>(# e</a:t>
            </a:r>
            <a:r>
              <a:rPr lang="en-US" sz="2800" u="sng" baseline="30000">
                <a:ea typeface="+mn-ea"/>
                <a:cs typeface="+mn-cs"/>
              </a:rPr>
              <a:t>-</a:t>
            </a:r>
            <a:r>
              <a:rPr lang="en-US" sz="2800" u="sng">
                <a:ea typeface="+mn-ea"/>
                <a:cs typeface="+mn-cs"/>
              </a:rPr>
              <a:t> in anti-bonding orbtls)</a:t>
            </a:r>
            <a:r>
              <a:rPr lang="en-US" sz="2800">
                <a:ea typeface="+mn-ea"/>
                <a:cs typeface="+mn-cs"/>
              </a:rPr>
              <a:t> </a:t>
            </a:r>
            <a:endParaRPr lang="en-US" sz="2800">
              <a:ea typeface="+mn-ea"/>
              <a:cs typeface="+mn-cs"/>
            </a:endParaRPr>
          </a:p>
          <a:p>
            <a:pPr eaLnBrk="1" hangingPunct="1">
              <a:lnSpc>
                <a:spcPct val="40000"/>
              </a:lnSpc>
              <a:buFont typeface="Wingdings" panose="05000000000000000000" pitchFamily="2" charset="2"/>
              <a:buNone/>
              <a:defRPr/>
            </a:pPr>
            <a:r>
              <a:rPr lang="en-US" sz="2800">
                <a:ea typeface="+mn-ea"/>
                <a:cs typeface="+mn-cs"/>
              </a:rPr>
              <a:t>			2				2</a:t>
            </a:r>
            <a:endParaRPr lang="en-US" sz="2800">
              <a:ea typeface="+mn-ea"/>
              <a:cs typeface="+mn-cs"/>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99714" name="Rectangle 2"/>
          <p:cNvSpPr>
            <a:spLocks noGrp="1" noRot="1" noChangeArrowheads="1"/>
          </p:cNvSpPr>
          <p:nvPr>
            <p:ph type="title"/>
          </p:nvPr>
        </p:nvSpPr>
        <p:spPr/>
        <p:txBody>
          <a:bodyPr/>
          <a:lstStyle/>
          <a:p>
            <a:pPr eaLnBrk="1" hangingPunct="1">
              <a:defRPr/>
            </a:pPr>
            <a:r>
              <a:rPr lang="en-US" altLang="en-US">
                <a:effectLst>
                  <a:outerShdw blurRad="38100" dist="38100" dir="2700000" algn="tl">
                    <a:srgbClr val="C0C0C0"/>
                  </a:outerShdw>
                </a:effectLst>
                <a:ea typeface="MS PGothic" panose="020B0600070205080204" pitchFamily="34" charset="-128"/>
              </a:rPr>
              <a:t>MO Diagram for O</a:t>
            </a:r>
            <a:r>
              <a:rPr lang="en-US" altLang="en-US" baseline="-25000">
                <a:effectLst>
                  <a:outerShdw blurRad="38100" dist="38100" dir="2700000" algn="tl">
                    <a:srgbClr val="C0C0C0"/>
                  </a:outerShdw>
                </a:effectLst>
                <a:ea typeface="MS PGothic" panose="020B0600070205080204" pitchFamily="34" charset="-128"/>
              </a:rPr>
              <a:t>2</a:t>
            </a:r>
            <a:endParaRPr lang="en-US" altLang="en-US">
              <a:effectLst>
                <a:outerShdw blurRad="38100" dist="38100" dir="2700000" algn="tl">
                  <a:srgbClr val="C0C0C0"/>
                </a:outerShdw>
              </a:effectLst>
              <a:ea typeface="MS PGothic" panose="020B0600070205080204" pitchFamily="34" charset="-128"/>
            </a:endParaRPr>
          </a:p>
        </p:txBody>
      </p:sp>
      <p:graphicFrame>
        <p:nvGraphicFramePr>
          <p:cNvPr id="67587" name="Object 2"/>
          <p:cNvGraphicFramePr>
            <a:graphicFrameLocks noGrp="1" noChangeAspect="1"/>
          </p:cNvGraphicFramePr>
          <p:nvPr>
            <p:ph sz="half" idx="1"/>
          </p:nvPr>
        </p:nvGraphicFramePr>
        <p:xfrm>
          <a:off x="152400" y="2084388"/>
          <a:ext cx="4648200" cy="3557587"/>
        </p:xfrm>
        <a:graphic>
          <a:graphicData uri="http://schemas.openxmlformats.org/presentationml/2006/ole">
            <mc:AlternateContent xmlns:mc="http://schemas.openxmlformats.org/markup-compatibility/2006">
              <mc:Choice xmlns:v="urn:schemas-microsoft-com:vml" Requires="v">
                <p:oleObj spid="_x0000_s2" name="Image" r:id="rId1" imgW="4546600" imgH="3479800" progId="PhotoshopElements.Image.3">
                  <p:embed/>
                </p:oleObj>
              </mc:Choice>
              <mc:Fallback>
                <p:oleObj name="Image" r:id="rId1" imgW="4546600" imgH="3479800" progId="PhotoshopElements.Image.3">
                  <p:embed/>
                  <p:pic>
                    <p:nvPicPr>
                      <p:cNvPr id="0" name="Object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2400" y="2084388"/>
                        <a:ext cx="4648200" cy="3557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67588" name="Text Box 4"/>
          <p:cNvSpPr txBox="1">
            <a:spLocks noChangeArrowheads="1"/>
          </p:cNvSpPr>
          <p:nvPr/>
        </p:nvSpPr>
        <p:spPr bwMode="auto">
          <a:xfrm>
            <a:off x="762000" y="3200400"/>
            <a:ext cx="685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37931725" indent="-37474525">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a:spcBef>
                <a:spcPct val="50000"/>
              </a:spcBef>
            </a:pPr>
            <a:r>
              <a:rPr lang="en-US" altLang="en-US" sz="2400">
                <a:solidFill>
                  <a:schemeClr val="bg2"/>
                </a:solidFill>
                <a:latin typeface="Arial Unicode MS" charset="0"/>
              </a:rPr>
              <a:t>2p</a:t>
            </a:r>
            <a:endParaRPr lang="en-US" altLang="en-US" sz="2400">
              <a:solidFill>
                <a:schemeClr val="bg2"/>
              </a:solidFill>
              <a:latin typeface="Arial Unicode MS" charset="0"/>
            </a:endParaRPr>
          </a:p>
        </p:txBody>
      </p:sp>
      <p:sp>
        <p:nvSpPr>
          <p:cNvPr id="67589" name="Text Box 5"/>
          <p:cNvSpPr txBox="1">
            <a:spLocks noChangeArrowheads="1"/>
          </p:cNvSpPr>
          <p:nvPr/>
        </p:nvSpPr>
        <p:spPr bwMode="auto">
          <a:xfrm>
            <a:off x="3810000" y="3200400"/>
            <a:ext cx="685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37931725" indent="-37474525">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a:spcBef>
                <a:spcPct val="50000"/>
              </a:spcBef>
            </a:pPr>
            <a:r>
              <a:rPr lang="en-US" altLang="en-US" sz="2400">
                <a:solidFill>
                  <a:schemeClr val="bg2"/>
                </a:solidFill>
                <a:latin typeface="Arial Unicode MS" charset="0"/>
              </a:rPr>
              <a:t>2p</a:t>
            </a:r>
            <a:endParaRPr lang="en-US" altLang="en-US" sz="2400">
              <a:solidFill>
                <a:schemeClr val="bg2"/>
              </a:solidFill>
              <a:latin typeface="Arial Unicode MS" charset="0"/>
            </a:endParaRPr>
          </a:p>
        </p:txBody>
      </p:sp>
      <p:sp>
        <p:nvSpPr>
          <p:cNvPr id="67590" name="Text Box 6"/>
          <p:cNvSpPr txBox="1">
            <a:spLocks noChangeArrowheads="1"/>
          </p:cNvSpPr>
          <p:nvPr/>
        </p:nvSpPr>
        <p:spPr bwMode="auto">
          <a:xfrm>
            <a:off x="609600" y="4724400"/>
            <a:ext cx="762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37931725" indent="-37474525">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a:spcBef>
                <a:spcPct val="50000"/>
              </a:spcBef>
            </a:pPr>
            <a:r>
              <a:rPr lang="en-US" altLang="en-US" sz="2400">
                <a:solidFill>
                  <a:schemeClr val="bg2"/>
                </a:solidFill>
                <a:latin typeface="Arial Unicode MS" charset="0"/>
              </a:rPr>
              <a:t>2s</a:t>
            </a:r>
            <a:endParaRPr lang="en-US" altLang="en-US" sz="2400">
              <a:solidFill>
                <a:schemeClr val="bg2"/>
              </a:solidFill>
              <a:latin typeface="Arial Unicode MS" charset="0"/>
            </a:endParaRPr>
          </a:p>
        </p:txBody>
      </p:sp>
      <p:sp>
        <p:nvSpPr>
          <p:cNvPr id="67591" name="Text Box 7"/>
          <p:cNvSpPr txBox="1">
            <a:spLocks noChangeArrowheads="1"/>
          </p:cNvSpPr>
          <p:nvPr/>
        </p:nvSpPr>
        <p:spPr bwMode="auto">
          <a:xfrm>
            <a:off x="4267200" y="4724400"/>
            <a:ext cx="762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37931725" indent="-37474525">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a:spcBef>
                <a:spcPct val="50000"/>
              </a:spcBef>
            </a:pPr>
            <a:r>
              <a:rPr lang="en-US" altLang="en-US" sz="2400">
                <a:solidFill>
                  <a:schemeClr val="bg2"/>
                </a:solidFill>
                <a:latin typeface="Arial Unicode MS" charset="0"/>
              </a:rPr>
              <a:t>2s</a:t>
            </a:r>
            <a:endParaRPr lang="en-US" altLang="en-US" sz="2400">
              <a:solidFill>
                <a:schemeClr val="bg2"/>
              </a:solidFill>
              <a:latin typeface="Arial Unicode MS" charset="0"/>
            </a:endParaRPr>
          </a:p>
        </p:txBody>
      </p:sp>
      <p:sp>
        <p:nvSpPr>
          <p:cNvPr id="67598" name="Line 14"/>
          <p:cNvSpPr>
            <a:spLocks noChangeShapeType="1"/>
          </p:cNvSpPr>
          <p:nvPr/>
        </p:nvSpPr>
        <p:spPr bwMode="auto">
          <a:xfrm flipV="1">
            <a:off x="2362200" y="5257800"/>
            <a:ext cx="0" cy="381000"/>
          </a:xfrm>
          <a:prstGeom prst="line">
            <a:avLst/>
          </a:prstGeom>
          <a:noFill/>
          <a:ln w="19050">
            <a:solidFill>
              <a:schemeClr val="bg2"/>
            </a:solidFill>
            <a:round/>
            <a:tailEnd type="triangle" w="med" len="med"/>
          </a:ln>
          <a:extLst>
            <a:ext uri="{909E8E84-426E-40DD-AFC4-6F175D3DCCD1}">
              <a14:hiddenFill xmlns:a14="http://schemas.microsoft.com/office/drawing/2010/main">
                <a:noFill/>
              </a14:hiddenFill>
            </a:ext>
          </a:extLst>
        </p:spPr>
        <p:txBody>
          <a:bodyPr/>
          <a:lstStyle/>
          <a:p>
            <a:endParaRPr lang="en-GB"/>
          </a:p>
        </p:txBody>
      </p:sp>
      <p:sp>
        <p:nvSpPr>
          <p:cNvPr id="67599" name="Line 15"/>
          <p:cNvSpPr>
            <a:spLocks noChangeShapeType="1"/>
          </p:cNvSpPr>
          <p:nvPr/>
        </p:nvSpPr>
        <p:spPr bwMode="auto">
          <a:xfrm flipV="1">
            <a:off x="2362200" y="4419600"/>
            <a:ext cx="0" cy="381000"/>
          </a:xfrm>
          <a:prstGeom prst="line">
            <a:avLst/>
          </a:prstGeom>
          <a:noFill/>
          <a:ln w="19050">
            <a:solidFill>
              <a:schemeClr val="bg2"/>
            </a:solidFill>
            <a:round/>
            <a:tailEnd type="triangle" w="med" len="med"/>
          </a:ln>
          <a:extLst>
            <a:ext uri="{909E8E84-426E-40DD-AFC4-6F175D3DCCD1}">
              <a14:hiddenFill xmlns:a14="http://schemas.microsoft.com/office/drawing/2010/main">
                <a:noFill/>
              </a14:hiddenFill>
            </a:ext>
          </a:extLst>
        </p:spPr>
        <p:txBody>
          <a:bodyPr/>
          <a:lstStyle/>
          <a:p>
            <a:endParaRPr lang="en-GB"/>
          </a:p>
        </p:txBody>
      </p:sp>
      <p:sp>
        <p:nvSpPr>
          <p:cNvPr id="67600" name="Line 16"/>
          <p:cNvSpPr>
            <a:spLocks noChangeShapeType="1"/>
          </p:cNvSpPr>
          <p:nvPr/>
        </p:nvSpPr>
        <p:spPr bwMode="auto">
          <a:xfrm flipV="1">
            <a:off x="2362200" y="3962400"/>
            <a:ext cx="0" cy="381000"/>
          </a:xfrm>
          <a:prstGeom prst="line">
            <a:avLst/>
          </a:prstGeom>
          <a:noFill/>
          <a:ln w="19050">
            <a:solidFill>
              <a:schemeClr val="bg2"/>
            </a:solidFill>
            <a:round/>
            <a:tailEnd type="triangle" w="med" len="med"/>
          </a:ln>
          <a:extLst>
            <a:ext uri="{909E8E84-426E-40DD-AFC4-6F175D3DCCD1}">
              <a14:hiddenFill xmlns:a14="http://schemas.microsoft.com/office/drawing/2010/main">
                <a:noFill/>
              </a14:hiddenFill>
            </a:ext>
          </a:extLst>
        </p:spPr>
        <p:txBody>
          <a:bodyPr/>
          <a:lstStyle/>
          <a:p>
            <a:endParaRPr lang="en-GB"/>
          </a:p>
        </p:txBody>
      </p:sp>
      <p:sp>
        <p:nvSpPr>
          <p:cNvPr id="67601" name="Line 17"/>
          <p:cNvSpPr>
            <a:spLocks noChangeShapeType="1"/>
          </p:cNvSpPr>
          <p:nvPr/>
        </p:nvSpPr>
        <p:spPr bwMode="auto">
          <a:xfrm flipV="1">
            <a:off x="2133600" y="3429000"/>
            <a:ext cx="0" cy="381000"/>
          </a:xfrm>
          <a:prstGeom prst="line">
            <a:avLst/>
          </a:prstGeom>
          <a:noFill/>
          <a:ln w="19050">
            <a:solidFill>
              <a:schemeClr val="bg2"/>
            </a:solidFill>
            <a:round/>
            <a:tailEnd type="triangle" w="med" len="med"/>
          </a:ln>
          <a:extLst>
            <a:ext uri="{909E8E84-426E-40DD-AFC4-6F175D3DCCD1}">
              <a14:hiddenFill xmlns:a14="http://schemas.microsoft.com/office/drawing/2010/main">
                <a:noFill/>
              </a14:hiddenFill>
            </a:ext>
          </a:extLst>
        </p:spPr>
        <p:txBody>
          <a:bodyPr/>
          <a:lstStyle/>
          <a:p>
            <a:endParaRPr lang="en-GB"/>
          </a:p>
        </p:txBody>
      </p:sp>
      <p:sp>
        <p:nvSpPr>
          <p:cNvPr id="67602" name="Line 18"/>
          <p:cNvSpPr>
            <a:spLocks noChangeShapeType="1"/>
          </p:cNvSpPr>
          <p:nvPr/>
        </p:nvSpPr>
        <p:spPr bwMode="auto">
          <a:xfrm flipV="1">
            <a:off x="2590800" y="3429000"/>
            <a:ext cx="0" cy="381000"/>
          </a:xfrm>
          <a:prstGeom prst="line">
            <a:avLst/>
          </a:prstGeom>
          <a:noFill/>
          <a:ln w="19050">
            <a:solidFill>
              <a:schemeClr val="bg2"/>
            </a:solidFill>
            <a:round/>
            <a:tailEnd type="triangle" w="med" len="med"/>
          </a:ln>
          <a:extLst>
            <a:ext uri="{909E8E84-426E-40DD-AFC4-6F175D3DCCD1}">
              <a14:hiddenFill xmlns:a14="http://schemas.microsoft.com/office/drawing/2010/main">
                <a:noFill/>
              </a14:hiddenFill>
            </a:ext>
          </a:extLst>
        </p:spPr>
        <p:txBody>
          <a:bodyPr/>
          <a:lstStyle/>
          <a:p>
            <a:endParaRPr lang="en-GB"/>
          </a:p>
        </p:txBody>
      </p:sp>
      <p:sp>
        <p:nvSpPr>
          <p:cNvPr id="67603" name="Line 19"/>
          <p:cNvSpPr>
            <a:spLocks noChangeShapeType="1"/>
          </p:cNvSpPr>
          <p:nvPr/>
        </p:nvSpPr>
        <p:spPr bwMode="auto">
          <a:xfrm flipV="1">
            <a:off x="2133600" y="2590800"/>
            <a:ext cx="0" cy="381000"/>
          </a:xfrm>
          <a:prstGeom prst="line">
            <a:avLst/>
          </a:prstGeom>
          <a:noFill/>
          <a:ln w="19050">
            <a:solidFill>
              <a:schemeClr val="bg2"/>
            </a:solidFill>
            <a:round/>
            <a:tailEnd type="triangle" w="med" len="med"/>
          </a:ln>
          <a:extLst>
            <a:ext uri="{909E8E84-426E-40DD-AFC4-6F175D3DCCD1}">
              <a14:hiddenFill xmlns:a14="http://schemas.microsoft.com/office/drawing/2010/main">
                <a:noFill/>
              </a14:hiddenFill>
            </a:ext>
          </a:extLst>
        </p:spPr>
        <p:txBody>
          <a:bodyPr/>
          <a:lstStyle/>
          <a:p>
            <a:endParaRPr lang="en-GB"/>
          </a:p>
        </p:txBody>
      </p:sp>
      <p:sp>
        <p:nvSpPr>
          <p:cNvPr id="67604" name="Line 20"/>
          <p:cNvSpPr>
            <a:spLocks noChangeShapeType="1"/>
          </p:cNvSpPr>
          <p:nvPr/>
        </p:nvSpPr>
        <p:spPr bwMode="auto">
          <a:xfrm flipV="1">
            <a:off x="2590800" y="2590800"/>
            <a:ext cx="0" cy="381000"/>
          </a:xfrm>
          <a:prstGeom prst="line">
            <a:avLst/>
          </a:prstGeom>
          <a:noFill/>
          <a:ln w="19050">
            <a:solidFill>
              <a:schemeClr val="bg2"/>
            </a:solidFill>
            <a:round/>
            <a:tailEnd type="triangle" w="med" len="med"/>
          </a:ln>
          <a:extLst>
            <a:ext uri="{909E8E84-426E-40DD-AFC4-6F175D3DCCD1}">
              <a14:hiddenFill xmlns:a14="http://schemas.microsoft.com/office/drawing/2010/main">
                <a:noFill/>
              </a14:hiddenFill>
            </a:ext>
          </a:extLst>
        </p:spPr>
        <p:txBody>
          <a:bodyPr/>
          <a:lstStyle/>
          <a:p>
            <a:endParaRPr lang="en-GB"/>
          </a:p>
        </p:txBody>
      </p:sp>
      <p:sp>
        <p:nvSpPr>
          <p:cNvPr id="67605" name="Line 21"/>
          <p:cNvSpPr>
            <a:spLocks noChangeShapeType="1"/>
          </p:cNvSpPr>
          <p:nvPr/>
        </p:nvSpPr>
        <p:spPr bwMode="auto">
          <a:xfrm>
            <a:off x="2286000" y="3429000"/>
            <a:ext cx="0" cy="381000"/>
          </a:xfrm>
          <a:prstGeom prst="line">
            <a:avLst/>
          </a:prstGeom>
          <a:noFill/>
          <a:ln w="19050">
            <a:solidFill>
              <a:schemeClr val="bg2"/>
            </a:solidFill>
            <a:round/>
            <a:tailEnd type="triangle" w="med" len="med"/>
          </a:ln>
          <a:extLst>
            <a:ext uri="{909E8E84-426E-40DD-AFC4-6F175D3DCCD1}">
              <a14:hiddenFill xmlns:a14="http://schemas.microsoft.com/office/drawing/2010/main">
                <a:noFill/>
              </a14:hiddenFill>
            </a:ext>
          </a:extLst>
        </p:spPr>
        <p:txBody>
          <a:bodyPr/>
          <a:lstStyle/>
          <a:p>
            <a:endParaRPr lang="en-GB"/>
          </a:p>
        </p:txBody>
      </p:sp>
      <p:sp>
        <p:nvSpPr>
          <p:cNvPr id="67606" name="Line 22"/>
          <p:cNvSpPr>
            <a:spLocks noChangeShapeType="1"/>
          </p:cNvSpPr>
          <p:nvPr/>
        </p:nvSpPr>
        <p:spPr bwMode="auto">
          <a:xfrm>
            <a:off x="2743200" y="3429000"/>
            <a:ext cx="0" cy="381000"/>
          </a:xfrm>
          <a:prstGeom prst="line">
            <a:avLst/>
          </a:prstGeom>
          <a:noFill/>
          <a:ln w="19050">
            <a:solidFill>
              <a:schemeClr val="bg2"/>
            </a:solidFill>
            <a:round/>
            <a:tailEnd type="triangle" w="med" len="med"/>
          </a:ln>
          <a:extLst>
            <a:ext uri="{909E8E84-426E-40DD-AFC4-6F175D3DCCD1}">
              <a14:hiddenFill xmlns:a14="http://schemas.microsoft.com/office/drawing/2010/main">
                <a:noFill/>
              </a14:hiddenFill>
            </a:ext>
          </a:extLst>
        </p:spPr>
        <p:txBody>
          <a:bodyPr/>
          <a:lstStyle/>
          <a:p>
            <a:endParaRPr lang="en-GB"/>
          </a:p>
        </p:txBody>
      </p:sp>
      <p:sp>
        <p:nvSpPr>
          <p:cNvPr id="67607" name="Line 23"/>
          <p:cNvSpPr>
            <a:spLocks noChangeShapeType="1"/>
          </p:cNvSpPr>
          <p:nvPr/>
        </p:nvSpPr>
        <p:spPr bwMode="auto">
          <a:xfrm>
            <a:off x="2514600" y="3962400"/>
            <a:ext cx="0" cy="381000"/>
          </a:xfrm>
          <a:prstGeom prst="line">
            <a:avLst/>
          </a:prstGeom>
          <a:noFill/>
          <a:ln w="19050">
            <a:solidFill>
              <a:schemeClr val="bg2"/>
            </a:solidFill>
            <a:round/>
            <a:tailEnd type="triangle" w="med" len="med"/>
          </a:ln>
          <a:extLst>
            <a:ext uri="{909E8E84-426E-40DD-AFC4-6F175D3DCCD1}">
              <a14:hiddenFill xmlns:a14="http://schemas.microsoft.com/office/drawing/2010/main">
                <a:noFill/>
              </a14:hiddenFill>
            </a:ext>
          </a:extLst>
        </p:spPr>
        <p:txBody>
          <a:bodyPr/>
          <a:lstStyle/>
          <a:p>
            <a:endParaRPr lang="en-GB"/>
          </a:p>
        </p:txBody>
      </p:sp>
      <p:sp>
        <p:nvSpPr>
          <p:cNvPr id="67608" name="Line 24"/>
          <p:cNvSpPr>
            <a:spLocks noChangeShapeType="1"/>
          </p:cNvSpPr>
          <p:nvPr/>
        </p:nvSpPr>
        <p:spPr bwMode="auto">
          <a:xfrm>
            <a:off x="2514600" y="4419600"/>
            <a:ext cx="0" cy="381000"/>
          </a:xfrm>
          <a:prstGeom prst="line">
            <a:avLst/>
          </a:prstGeom>
          <a:noFill/>
          <a:ln w="19050">
            <a:solidFill>
              <a:schemeClr val="bg2"/>
            </a:solidFill>
            <a:round/>
            <a:tailEnd type="triangle" w="med" len="med"/>
          </a:ln>
          <a:extLst>
            <a:ext uri="{909E8E84-426E-40DD-AFC4-6F175D3DCCD1}">
              <a14:hiddenFill xmlns:a14="http://schemas.microsoft.com/office/drawing/2010/main">
                <a:noFill/>
              </a14:hiddenFill>
            </a:ext>
          </a:extLst>
        </p:spPr>
        <p:txBody>
          <a:bodyPr/>
          <a:lstStyle/>
          <a:p>
            <a:endParaRPr lang="en-GB"/>
          </a:p>
        </p:txBody>
      </p:sp>
      <p:sp>
        <p:nvSpPr>
          <p:cNvPr id="67609" name="Line 25"/>
          <p:cNvSpPr>
            <a:spLocks noChangeShapeType="1"/>
          </p:cNvSpPr>
          <p:nvPr/>
        </p:nvSpPr>
        <p:spPr bwMode="auto">
          <a:xfrm>
            <a:off x="2514600" y="5257800"/>
            <a:ext cx="0" cy="381000"/>
          </a:xfrm>
          <a:prstGeom prst="line">
            <a:avLst/>
          </a:prstGeom>
          <a:noFill/>
          <a:ln w="19050">
            <a:solidFill>
              <a:schemeClr val="bg2"/>
            </a:solidFill>
            <a:round/>
            <a:tailEnd type="triangle" w="med" len="med"/>
          </a:ln>
          <a:extLst>
            <a:ext uri="{909E8E84-426E-40DD-AFC4-6F175D3DCCD1}">
              <a14:hiddenFill xmlns:a14="http://schemas.microsoft.com/office/drawing/2010/main">
                <a:noFill/>
              </a14:hiddenFill>
            </a:ext>
          </a:extLst>
        </p:spPr>
        <p:txBody>
          <a:bodyPr/>
          <a:lstStyle/>
          <a:p>
            <a:endParaRPr lang="en-GB"/>
          </a:p>
        </p:txBody>
      </p:sp>
      <p:sp>
        <p:nvSpPr>
          <p:cNvPr id="67610" name="Text Box 26"/>
          <p:cNvSpPr txBox="1">
            <a:spLocks noChangeArrowheads="1"/>
          </p:cNvSpPr>
          <p:nvPr/>
        </p:nvSpPr>
        <p:spPr bwMode="auto">
          <a:xfrm>
            <a:off x="5181600" y="1676400"/>
            <a:ext cx="3200400" cy="433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37931725" indent="-37474525">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a:spcBef>
                <a:spcPct val="50000"/>
              </a:spcBef>
            </a:pPr>
            <a:r>
              <a:rPr lang="en-US" altLang="en-US" sz="3200"/>
              <a:t>The bond order of O</a:t>
            </a:r>
            <a:r>
              <a:rPr lang="en-US" altLang="en-US" sz="3200" baseline="-25000"/>
              <a:t>2</a:t>
            </a:r>
            <a:r>
              <a:rPr lang="en-US" altLang="en-US" sz="3200"/>
              <a:t> is:</a:t>
            </a:r>
            <a:endParaRPr lang="en-US" altLang="en-US" sz="3200"/>
          </a:p>
          <a:p>
            <a:pPr algn="ctr">
              <a:spcBef>
                <a:spcPct val="50000"/>
              </a:spcBef>
            </a:pPr>
            <a:r>
              <a:rPr lang="en-US" altLang="en-US" sz="3200" u="sng"/>
              <a:t>8-4</a:t>
            </a:r>
            <a:r>
              <a:rPr lang="en-US" altLang="en-US" sz="3200"/>
              <a:t> = 2</a:t>
            </a:r>
            <a:endParaRPr lang="en-US" altLang="en-US" sz="3200" u="sng"/>
          </a:p>
          <a:p>
            <a:pPr>
              <a:lnSpc>
                <a:spcPct val="50000"/>
              </a:lnSpc>
              <a:spcBef>
                <a:spcPct val="20000"/>
              </a:spcBef>
            </a:pPr>
            <a:r>
              <a:rPr lang="en-US" altLang="en-US" sz="3200"/>
              <a:t>	  2</a:t>
            </a:r>
            <a:endParaRPr lang="en-US" altLang="en-US" sz="3200"/>
          </a:p>
          <a:p>
            <a:pPr>
              <a:spcBef>
                <a:spcPct val="80000"/>
              </a:spcBef>
            </a:pPr>
            <a:r>
              <a:rPr lang="en-US" altLang="en-US" sz="3200"/>
              <a:t>This is consistent with a double bond.</a:t>
            </a:r>
            <a:endParaRPr lang="en-US" altLang="en-US" sz="3200"/>
          </a:p>
          <a:p>
            <a:pPr algn="ctr">
              <a:lnSpc>
                <a:spcPct val="50000"/>
              </a:lnSpc>
              <a:spcBef>
                <a:spcPct val="20000"/>
              </a:spcBef>
            </a:pPr>
            <a:endParaRPr lang="en-US" altLang="en-US" sz="320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00738" name="Rectangle 2"/>
          <p:cNvSpPr>
            <a:spLocks noGrp="1" noRot="1" noChangeArrowheads="1"/>
          </p:cNvSpPr>
          <p:nvPr>
            <p:ph type="title"/>
          </p:nvPr>
        </p:nvSpPr>
        <p:spPr/>
        <p:txBody>
          <a:bodyPr/>
          <a:lstStyle/>
          <a:p>
            <a:pPr eaLnBrk="1" hangingPunct="1">
              <a:defRPr/>
            </a:pPr>
            <a:r>
              <a:rPr lang="en-US" altLang="en-US">
                <a:effectLst>
                  <a:outerShdw blurRad="38100" dist="38100" dir="2700000" algn="tl">
                    <a:srgbClr val="C0C0C0"/>
                  </a:outerShdw>
                </a:effectLst>
                <a:ea typeface="MS PGothic" panose="020B0600070205080204" pitchFamily="34" charset="-128"/>
              </a:rPr>
              <a:t>MO Diagram for O</a:t>
            </a:r>
            <a:r>
              <a:rPr lang="en-US" altLang="en-US" baseline="-25000">
                <a:effectLst>
                  <a:outerShdw blurRad="38100" dist="38100" dir="2700000" algn="tl">
                    <a:srgbClr val="C0C0C0"/>
                  </a:outerShdw>
                </a:effectLst>
                <a:ea typeface="MS PGothic" panose="020B0600070205080204" pitchFamily="34" charset="-128"/>
              </a:rPr>
              <a:t>2</a:t>
            </a:r>
            <a:endParaRPr lang="en-US" altLang="en-US">
              <a:effectLst>
                <a:outerShdw blurRad="38100" dist="38100" dir="2700000" algn="tl">
                  <a:srgbClr val="C0C0C0"/>
                </a:outerShdw>
              </a:effectLst>
              <a:ea typeface="MS PGothic" panose="020B0600070205080204" pitchFamily="34" charset="-128"/>
            </a:endParaRPr>
          </a:p>
        </p:txBody>
      </p:sp>
      <p:graphicFrame>
        <p:nvGraphicFramePr>
          <p:cNvPr id="68611" name="Object 2"/>
          <p:cNvGraphicFramePr>
            <a:graphicFrameLocks noGrp="1" noChangeAspect="1"/>
          </p:cNvGraphicFramePr>
          <p:nvPr>
            <p:ph sz="half" idx="1"/>
          </p:nvPr>
        </p:nvGraphicFramePr>
        <p:xfrm>
          <a:off x="152400" y="2084388"/>
          <a:ext cx="4648200" cy="3557587"/>
        </p:xfrm>
        <a:graphic>
          <a:graphicData uri="http://schemas.openxmlformats.org/presentationml/2006/ole">
            <mc:AlternateContent xmlns:mc="http://schemas.openxmlformats.org/markup-compatibility/2006">
              <mc:Choice xmlns:v="urn:schemas-microsoft-com:vml" Requires="v">
                <p:oleObj spid="_x0000_s2" name="Image" r:id="rId1" imgW="4546600" imgH="3479800" progId="PhotoshopElements.Image.3">
                  <p:embed/>
                </p:oleObj>
              </mc:Choice>
              <mc:Fallback>
                <p:oleObj name="Image" r:id="rId1" imgW="4546600" imgH="3479800" progId="PhotoshopElements.Image.3">
                  <p:embed/>
                  <p:pic>
                    <p:nvPicPr>
                      <p:cNvPr id="0" name="Object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2400" y="2084388"/>
                        <a:ext cx="4648200" cy="3557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68612" name="Text Box 4"/>
          <p:cNvSpPr txBox="1">
            <a:spLocks noChangeArrowheads="1"/>
          </p:cNvSpPr>
          <p:nvPr/>
        </p:nvSpPr>
        <p:spPr bwMode="auto">
          <a:xfrm>
            <a:off x="762000" y="3200400"/>
            <a:ext cx="685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37931725" indent="-37474525">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a:spcBef>
                <a:spcPct val="50000"/>
              </a:spcBef>
            </a:pPr>
            <a:r>
              <a:rPr lang="en-US" altLang="en-US" sz="2400">
                <a:solidFill>
                  <a:schemeClr val="bg2"/>
                </a:solidFill>
                <a:latin typeface="Arial Unicode MS" charset="0"/>
              </a:rPr>
              <a:t>2p</a:t>
            </a:r>
            <a:endParaRPr lang="en-US" altLang="en-US" sz="2400">
              <a:solidFill>
                <a:schemeClr val="bg2"/>
              </a:solidFill>
              <a:latin typeface="Arial Unicode MS" charset="0"/>
            </a:endParaRPr>
          </a:p>
        </p:txBody>
      </p:sp>
      <p:sp>
        <p:nvSpPr>
          <p:cNvPr id="68613" name="Text Box 5"/>
          <p:cNvSpPr txBox="1">
            <a:spLocks noChangeArrowheads="1"/>
          </p:cNvSpPr>
          <p:nvPr/>
        </p:nvSpPr>
        <p:spPr bwMode="auto">
          <a:xfrm>
            <a:off x="3810000" y="3200400"/>
            <a:ext cx="685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37931725" indent="-37474525">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a:spcBef>
                <a:spcPct val="50000"/>
              </a:spcBef>
            </a:pPr>
            <a:r>
              <a:rPr lang="en-US" altLang="en-US" sz="2400">
                <a:solidFill>
                  <a:schemeClr val="bg2"/>
                </a:solidFill>
                <a:latin typeface="Arial Unicode MS" charset="0"/>
              </a:rPr>
              <a:t>2p</a:t>
            </a:r>
            <a:endParaRPr lang="en-US" altLang="en-US" sz="2400">
              <a:solidFill>
                <a:schemeClr val="bg2"/>
              </a:solidFill>
              <a:latin typeface="Arial Unicode MS" charset="0"/>
            </a:endParaRPr>
          </a:p>
        </p:txBody>
      </p:sp>
      <p:sp>
        <p:nvSpPr>
          <p:cNvPr id="68614" name="Text Box 6"/>
          <p:cNvSpPr txBox="1">
            <a:spLocks noChangeArrowheads="1"/>
          </p:cNvSpPr>
          <p:nvPr/>
        </p:nvSpPr>
        <p:spPr bwMode="auto">
          <a:xfrm>
            <a:off x="609600" y="4724400"/>
            <a:ext cx="762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37931725" indent="-37474525">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a:spcBef>
                <a:spcPct val="50000"/>
              </a:spcBef>
            </a:pPr>
            <a:r>
              <a:rPr lang="en-US" altLang="en-US" sz="2400">
                <a:solidFill>
                  <a:schemeClr val="bg2"/>
                </a:solidFill>
                <a:latin typeface="Arial Unicode MS" charset="0"/>
              </a:rPr>
              <a:t>2s</a:t>
            </a:r>
            <a:endParaRPr lang="en-US" altLang="en-US" sz="2400">
              <a:solidFill>
                <a:schemeClr val="bg2"/>
              </a:solidFill>
              <a:latin typeface="Arial Unicode MS" charset="0"/>
            </a:endParaRPr>
          </a:p>
        </p:txBody>
      </p:sp>
      <p:sp>
        <p:nvSpPr>
          <p:cNvPr id="68615" name="Text Box 7"/>
          <p:cNvSpPr txBox="1">
            <a:spLocks noChangeArrowheads="1"/>
          </p:cNvSpPr>
          <p:nvPr/>
        </p:nvSpPr>
        <p:spPr bwMode="auto">
          <a:xfrm>
            <a:off x="4267200" y="4724400"/>
            <a:ext cx="762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37931725" indent="-37474525">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a:spcBef>
                <a:spcPct val="50000"/>
              </a:spcBef>
            </a:pPr>
            <a:r>
              <a:rPr lang="en-US" altLang="en-US" sz="2400">
                <a:solidFill>
                  <a:schemeClr val="bg2"/>
                </a:solidFill>
                <a:latin typeface="Arial Unicode MS" charset="0"/>
              </a:rPr>
              <a:t>2s</a:t>
            </a:r>
            <a:endParaRPr lang="en-US" altLang="en-US" sz="2400">
              <a:solidFill>
                <a:schemeClr val="bg2"/>
              </a:solidFill>
              <a:latin typeface="Arial Unicode MS" charset="0"/>
            </a:endParaRPr>
          </a:p>
        </p:txBody>
      </p:sp>
      <p:sp>
        <p:nvSpPr>
          <p:cNvPr id="68622" name="Line 14"/>
          <p:cNvSpPr>
            <a:spLocks noChangeShapeType="1"/>
          </p:cNvSpPr>
          <p:nvPr/>
        </p:nvSpPr>
        <p:spPr bwMode="auto">
          <a:xfrm flipV="1">
            <a:off x="2362200" y="5257800"/>
            <a:ext cx="0" cy="381000"/>
          </a:xfrm>
          <a:prstGeom prst="line">
            <a:avLst/>
          </a:prstGeom>
          <a:noFill/>
          <a:ln w="19050">
            <a:solidFill>
              <a:schemeClr val="bg2"/>
            </a:solidFill>
            <a:round/>
            <a:tailEnd type="triangle" w="med" len="med"/>
          </a:ln>
          <a:extLst>
            <a:ext uri="{909E8E84-426E-40DD-AFC4-6F175D3DCCD1}">
              <a14:hiddenFill xmlns:a14="http://schemas.microsoft.com/office/drawing/2010/main">
                <a:noFill/>
              </a14:hiddenFill>
            </a:ext>
          </a:extLst>
        </p:spPr>
        <p:txBody>
          <a:bodyPr/>
          <a:lstStyle/>
          <a:p>
            <a:endParaRPr lang="en-GB"/>
          </a:p>
        </p:txBody>
      </p:sp>
      <p:sp>
        <p:nvSpPr>
          <p:cNvPr id="68623" name="Line 15"/>
          <p:cNvSpPr>
            <a:spLocks noChangeShapeType="1"/>
          </p:cNvSpPr>
          <p:nvPr/>
        </p:nvSpPr>
        <p:spPr bwMode="auto">
          <a:xfrm flipV="1">
            <a:off x="2362200" y="4419600"/>
            <a:ext cx="0" cy="381000"/>
          </a:xfrm>
          <a:prstGeom prst="line">
            <a:avLst/>
          </a:prstGeom>
          <a:noFill/>
          <a:ln w="19050">
            <a:solidFill>
              <a:schemeClr val="bg2"/>
            </a:solidFill>
            <a:round/>
            <a:tailEnd type="triangle" w="med" len="med"/>
          </a:ln>
          <a:extLst>
            <a:ext uri="{909E8E84-426E-40DD-AFC4-6F175D3DCCD1}">
              <a14:hiddenFill xmlns:a14="http://schemas.microsoft.com/office/drawing/2010/main">
                <a:noFill/>
              </a14:hiddenFill>
            </a:ext>
          </a:extLst>
        </p:spPr>
        <p:txBody>
          <a:bodyPr/>
          <a:lstStyle/>
          <a:p>
            <a:endParaRPr lang="en-GB"/>
          </a:p>
        </p:txBody>
      </p:sp>
      <p:sp>
        <p:nvSpPr>
          <p:cNvPr id="68624" name="Line 16"/>
          <p:cNvSpPr>
            <a:spLocks noChangeShapeType="1"/>
          </p:cNvSpPr>
          <p:nvPr/>
        </p:nvSpPr>
        <p:spPr bwMode="auto">
          <a:xfrm flipV="1">
            <a:off x="2362200" y="3962400"/>
            <a:ext cx="0" cy="381000"/>
          </a:xfrm>
          <a:prstGeom prst="line">
            <a:avLst/>
          </a:prstGeom>
          <a:noFill/>
          <a:ln w="19050">
            <a:solidFill>
              <a:schemeClr val="bg2"/>
            </a:solidFill>
            <a:round/>
            <a:tailEnd type="triangle" w="med" len="med"/>
          </a:ln>
          <a:extLst>
            <a:ext uri="{909E8E84-426E-40DD-AFC4-6F175D3DCCD1}">
              <a14:hiddenFill xmlns:a14="http://schemas.microsoft.com/office/drawing/2010/main">
                <a:noFill/>
              </a14:hiddenFill>
            </a:ext>
          </a:extLst>
        </p:spPr>
        <p:txBody>
          <a:bodyPr/>
          <a:lstStyle/>
          <a:p>
            <a:endParaRPr lang="en-GB"/>
          </a:p>
        </p:txBody>
      </p:sp>
      <p:sp>
        <p:nvSpPr>
          <p:cNvPr id="68625" name="Line 17"/>
          <p:cNvSpPr>
            <a:spLocks noChangeShapeType="1"/>
          </p:cNvSpPr>
          <p:nvPr/>
        </p:nvSpPr>
        <p:spPr bwMode="auto">
          <a:xfrm flipV="1">
            <a:off x="2133600" y="3429000"/>
            <a:ext cx="0" cy="381000"/>
          </a:xfrm>
          <a:prstGeom prst="line">
            <a:avLst/>
          </a:prstGeom>
          <a:noFill/>
          <a:ln w="19050">
            <a:solidFill>
              <a:schemeClr val="bg2"/>
            </a:solidFill>
            <a:round/>
            <a:tailEnd type="triangle" w="med" len="med"/>
          </a:ln>
          <a:extLst>
            <a:ext uri="{909E8E84-426E-40DD-AFC4-6F175D3DCCD1}">
              <a14:hiddenFill xmlns:a14="http://schemas.microsoft.com/office/drawing/2010/main">
                <a:noFill/>
              </a14:hiddenFill>
            </a:ext>
          </a:extLst>
        </p:spPr>
        <p:txBody>
          <a:bodyPr/>
          <a:lstStyle/>
          <a:p>
            <a:endParaRPr lang="en-GB"/>
          </a:p>
        </p:txBody>
      </p:sp>
      <p:sp>
        <p:nvSpPr>
          <p:cNvPr id="68626" name="Line 18"/>
          <p:cNvSpPr>
            <a:spLocks noChangeShapeType="1"/>
          </p:cNvSpPr>
          <p:nvPr/>
        </p:nvSpPr>
        <p:spPr bwMode="auto">
          <a:xfrm flipV="1">
            <a:off x="2590800" y="3429000"/>
            <a:ext cx="0" cy="381000"/>
          </a:xfrm>
          <a:prstGeom prst="line">
            <a:avLst/>
          </a:prstGeom>
          <a:noFill/>
          <a:ln w="19050">
            <a:solidFill>
              <a:schemeClr val="bg2"/>
            </a:solidFill>
            <a:round/>
            <a:tailEnd type="triangle" w="med" len="med"/>
          </a:ln>
          <a:extLst>
            <a:ext uri="{909E8E84-426E-40DD-AFC4-6F175D3DCCD1}">
              <a14:hiddenFill xmlns:a14="http://schemas.microsoft.com/office/drawing/2010/main">
                <a:noFill/>
              </a14:hiddenFill>
            </a:ext>
          </a:extLst>
        </p:spPr>
        <p:txBody>
          <a:bodyPr/>
          <a:lstStyle/>
          <a:p>
            <a:endParaRPr lang="en-GB"/>
          </a:p>
        </p:txBody>
      </p:sp>
      <p:sp>
        <p:nvSpPr>
          <p:cNvPr id="68627" name="Line 19"/>
          <p:cNvSpPr>
            <a:spLocks noChangeShapeType="1"/>
          </p:cNvSpPr>
          <p:nvPr/>
        </p:nvSpPr>
        <p:spPr bwMode="auto">
          <a:xfrm flipV="1">
            <a:off x="2133600" y="2590800"/>
            <a:ext cx="0" cy="381000"/>
          </a:xfrm>
          <a:prstGeom prst="line">
            <a:avLst/>
          </a:prstGeom>
          <a:noFill/>
          <a:ln w="19050">
            <a:solidFill>
              <a:schemeClr val="bg2"/>
            </a:solidFill>
            <a:round/>
            <a:tailEnd type="triangle" w="med" len="med"/>
          </a:ln>
          <a:extLst>
            <a:ext uri="{909E8E84-426E-40DD-AFC4-6F175D3DCCD1}">
              <a14:hiddenFill xmlns:a14="http://schemas.microsoft.com/office/drawing/2010/main">
                <a:noFill/>
              </a14:hiddenFill>
            </a:ext>
          </a:extLst>
        </p:spPr>
        <p:txBody>
          <a:bodyPr/>
          <a:lstStyle/>
          <a:p>
            <a:endParaRPr lang="en-GB"/>
          </a:p>
        </p:txBody>
      </p:sp>
      <p:sp>
        <p:nvSpPr>
          <p:cNvPr id="68628" name="Line 20"/>
          <p:cNvSpPr>
            <a:spLocks noChangeShapeType="1"/>
          </p:cNvSpPr>
          <p:nvPr/>
        </p:nvSpPr>
        <p:spPr bwMode="auto">
          <a:xfrm flipV="1">
            <a:off x="2590800" y="2590800"/>
            <a:ext cx="0" cy="381000"/>
          </a:xfrm>
          <a:prstGeom prst="line">
            <a:avLst/>
          </a:prstGeom>
          <a:noFill/>
          <a:ln w="19050">
            <a:solidFill>
              <a:schemeClr val="bg2"/>
            </a:solidFill>
            <a:round/>
            <a:tailEnd type="triangle" w="med" len="med"/>
          </a:ln>
          <a:extLst>
            <a:ext uri="{909E8E84-426E-40DD-AFC4-6F175D3DCCD1}">
              <a14:hiddenFill xmlns:a14="http://schemas.microsoft.com/office/drawing/2010/main">
                <a:noFill/>
              </a14:hiddenFill>
            </a:ext>
          </a:extLst>
        </p:spPr>
        <p:txBody>
          <a:bodyPr/>
          <a:lstStyle/>
          <a:p>
            <a:endParaRPr lang="en-GB"/>
          </a:p>
        </p:txBody>
      </p:sp>
      <p:sp>
        <p:nvSpPr>
          <p:cNvPr id="68629" name="Line 21"/>
          <p:cNvSpPr>
            <a:spLocks noChangeShapeType="1"/>
          </p:cNvSpPr>
          <p:nvPr/>
        </p:nvSpPr>
        <p:spPr bwMode="auto">
          <a:xfrm>
            <a:off x="2286000" y="3429000"/>
            <a:ext cx="0" cy="381000"/>
          </a:xfrm>
          <a:prstGeom prst="line">
            <a:avLst/>
          </a:prstGeom>
          <a:noFill/>
          <a:ln w="19050">
            <a:solidFill>
              <a:schemeClr val="bg2"/>
            </a:solidFill>
            <a:round/>
            <a:tailEnd type="triangle" w="med" len="med"/>
          </a:ln>
          <a:extLst>
            <a:ext uri="{909E8E84-426E-40DD-AFC4-6F175D3DCCD1}">
              <a14:hiddenFill xmlns:a14="http://schemas.microsoft.com/office/drawing/2010/main">
                <a:noFill/>
              </a14:hiddenFill>
            </a:ext>
          </a:extLst>
        </p:spPr>
        <p:txBody>
          <a:bodyPr/>
          <a:lstStyle/>
          <a:p>
            <a:endParaRPr lang="en-GB"/>
          </a:p>
        </p:txBody>
      </p:sp>
      <p:sp>
        <p:nvSpPr>
          <p:cNvPr id="68630" name="Line 22"/>
          <p:cNvSpPr>
            <a:spLocks noChangeShapeType="1"/>
          </p:cNvSpPr>
          <p:nvPr/>
        </p:nvSpPr>
        <p:spPr bwMode="auto">
          <a:xfrm>
            <a:off x="2743200" y="3429000"/>
            <a:ext cx="0" cy="381000"/>
          </a:xfrm>
          <a:prstGeom prst="line">
            <a:avLst/>
          </a:prstGeom>
          <a:noFill/>
          <a:ln w="19050">
            <a:solidFill>
              <a:schemeClr val="bg2"/>
            </a:solidFill>
            <a:round/>
            <a:tailEnd type="triangle" w="med" len="med"/>
          </a:ln>
          <a:extLst>
            <a:ext uri="{909E8E84-426E-40DD-AFC4-6F175D3DCCD1}">
              <a14:hiddenFill xmlns:a14="http://schemas.microsoft.com/office/drawing/2010/main">
                <a:noFill/>
              </a14:hiddenFill>
            </a:ext>
          </a:extLst>
        </p:spPr>
        <p:txBody>
          <a:bodyPr/>
          <a:lstStyle/>
          <a:p>
            <a:endParaRPr lang="en-GB"/>
          </a:p>
        </p:txBody>
      </p:sp>
      <p:sp>
        <p:nvSpPr>
          <p:cNvPr id="68631" name="Line 23"/>
          <p:cNvSpPr>
            <a:spLocks noChangeShapeType="1"/>
          </p:cNvSpPr>
          <p:nvPr/>
        </p:nvSpPr>
        <p:spPr bwMode="auto">
          <a:xfrm>
            <a:off x="2514600" y="3962400"/>
            <a:ext cx="0" cy="381000"/>
          </a:xfrm>
          <a:prstGeom prst="line">
            <a:avLst/>
          </a:prstGeom>
          <a:noFill/>
          <a:ln w="19050">
            <a:solidFill>
              <a:schemeClr val="bg2"/>
            </a:solidFill>
            <a:round/>
            <a:tailEnd type="triangle" w="med" len="med"/>
          </a:ln>
          <a:extLst>
            <a:ext uri="{909E8E84-426E-40DD-AFC4-6F175D3DCCD1}">
              <a14:hiddenFill xmlns:a14="http://schemas.microsoft.com/office/drawing/2010/main">
                <a:noFill/>
              </a14:hiddenFill>
            </a:ext>
          </a:extLst>
        </p:spPr>
        <p:txBody>
          <a:bodyPr/>
          <a:lstStyle/>
          <a:p>
            <a:endParaRPr lang="en-GB"/>
          </a:p>
        </p:txBody>
      </p:sp>
      <p:sp>
        <p:nvSpPr>
          <p:cNvPr id="68632" name="Line 24"/>
          <p:cNvSpPr>
            <a:spLocks noChangeShapeType="1"/>
          </p:cNvSpPr>
          <p:nvPr/>
        </p:nvSpPr>
        <p:spPr bwMode="auto">
          <a:xfrm>
            <a:off x="2514600" y="4419600"/>
            <a:ext cx="0" cy="381000"/>
          </a:xfrm>
          <a:prstGeom prst="line">
            <a:avLst/>
          </a:prstGeom>
          <a:noFill/>
          <a:ln w="19050">
            <a:solidFill>
              <a:schemeClr val="bg2"/>
            </a:solidFill>
            <a:round/>
            <a:tailEnd type="triangle" w="med" len="med"/>
          </a:ln>
          <a:extLst>
            <a:ext uri="{909E8E84-426E-40DD-AFC4-6F175D3DCCD1}">
              <a14:hiddenFill xmlns:a14="http://schemas.microsoft.com/office/drawing/2010/main">
                <a:noFill/>
              </a14:hiddenFill>
            </a:ext>
          </a:extLst>
        </p:spPr>
        <p:txBody>
          <a:bodyPr/>
          <a:lstStyle/>
          <a:p>
            <a:endParaRPr lang="en-GB"/>
          </a:p>
        </p:txBody>
      </p:sp>
      <p:sp>
        <p:nvSpPr>
          <p:cNvPr id="68633" name="Line 25"/>
          <p:cNvSpPr>
            <a:spLocks noChangeShapeType="1"/>
          </p:cNvSpPr>
          <p:nvPr/>
        </p:nvSpPr>
        <p:spPr bwMode="auto">
          <a:xfrm>
            <a:off x="2514600" y="5257800"/>
            <a:ext cx="0" cy="381000"/>
          </a:xfrm>
          <a:prstGeom prst="line">
            <a:avLst/>
          </a:prstGeom>
          <a:noFill/>
          <a:ln w="19050">
            <a:solidFill>
              <a:schemeClr val="bg2"/>
            </a:solidFill>
            <a:round/>
            <a:tailEnd type="triangle" w="med" len="med"/>
          </a:ln>
          <a:extLst>
            <a:ext uri="{909E8E84-426E-40DD-AFC4-6F175D3DCCD1}">
              <a14:hiddenFill xmlns:a14="http://schemas.microsoft.com/office/drawing/2010/main">
                <a:noFill/>
              </a14:hiddenFill>
            </a:ext>
          </a:extLst>
        </p:spPr>
        <p:txBody>
          <a:bodyPr/>
          <a:lstStyle/>
          <a:p>
            <a:endParaRPr lang="en-GB"/>
          </a:p>
        </p:txBody>
      </p:sp>
      <p:sp>
        <p:nvSpPr>
          <p:cNvPr id="68634" name="Text Box 26"/>
          <p:cNvSpPr txBox="1">
            <a:spLocks noChangeArrowheads="1"/>
          </p:cNvSpPr>
          <p:nvPr/>
        </p:nvSpPr>
        <p:spPr bwMode="auto">
          <a:xfrm>
            <a:off x="5181600" y="1828800"/>
            <a:ext cx="3200400" cy="4235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37931725" indent="-37474525">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a:spcBef>
                <a:spcPct val="50000"/>
              </a:spcBef>
            </a:pPr>
            <a:r>
              <a:rPr lang="en-US" altLang="en-US" sz="2800"/>
              <a:t>This energy level diagram works well for atoms in which the 2s and 2p levels are fairly far apart.  These are the elements at the right of the table: O, F and Ne.</a:t>
            </a:r>
            <a:endParaRPr lang="en-US" altLang="en-US" sz="2800"/>
          </a:p>
          <a:p>
            <a:pPr algn="ctr">
              <a:lnSpc>
                <a:spcPct val="50000"/>
              </a:lnSpc>
              <a:spcBef>
                <a:spcPct val="20000"/>
              </a:spcBef>
            </a:pPr>
            <a:endParaRPr lang="en-US" altLang="en-US" sz="280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06882" name="Rectangle 2"/>
          <p:cNvSpPr>
            <a:spLocks noGrp="1" noRot="1" noChangeArrowheads="1"/>
          </p:cNvSpPr>
          <p:nvPr>
            <p:ph type="title"/>
          </p:nvPr>
        </p:nvSpPr>
        <p:spPr>
          <a:xfrm>
            <a:off x="457200" y="304800"/>
            <a:ext cx="8229600" cy="1143000"/>
          </a:xfrm>
        </p:spPr>
        <p:txBody>
          <a:bodyPr/>
          <a:lstStyle/>
          <a:p>
            <a:pPr eaLnBrk="1" hangingPunct="1">
              <a:defRPr/>
            </a:pPr>
            <a:r>
              <a:rPr lang="en-US" dirty="0">
                <a:ea typeface="+mj-ea"/>
                <a:cs typeface="+mj-cs"/>
              </a:rPr>
              <a:t>MO diagram for B through N</a:t>
            </a:r>
            <a:endParaRPr lang="en-US" dirty="0">
              <a:ea typeface="+mj-ea"/>
              <a:cs typeface="+mj-cs"/>
            </a:endParaRPr>
          </a:p>
        </p:txBody>
      </p:sp>
      <p:graphicFrame>
        <p:nvGraphicFramePr>
          <p:cNvPr id="75779" name="Object 2"/>
          <p:cNvGraphicFramePr>
            <a:graphicFrameLocks noGrp="1" noChangeAspect="1"/>
          </p:cNvGraphicFramePr>
          <p:nvPr>
            <p:ph idx="1"/>
          </p:nvPr>
        </p:nvGraphicFramePr>
        <p:xfrm>
          <a:off x="1981200" y="1447800"/>
          <a:ext cx="5486400" cy="4210050"/>
        </p:xfrm>
        <a:graphic>
          <a:graphicData uri="http://schemas.openxmlformats.org/presentationml/2006/ole">
            <mc:AlternateContent xmlns:mc="http://schemas.openxmlformats.org/markup-compatibility/2006">
              <mc:Choice xmlns:v="urn:schemas-microsoft-com:vml" Requires="v">
                <p:oleObj spid="_x0000_s2" name="Image" r:id="rId1" imgW="4584700" imgH="3517900" progId="PhotoshopElements.Image.3">
                  <p:embed/>
                </p:oleObj>
              </mc:Choice>
              <mc:Fallback>
                <p:oleObj name="Image" r:id="rId1" imgW="4584700" imgH="3517900" progId="PhotoshopElements.Image.3">
                  <p:embed/>
                  <p:pic>
                    <p:nvPicPr>
                      <p:cNvPr id="0" name="Object 2"/>
                      <p:cNvPicPr>
                        <a:picLocks noGrp="1"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81200" y="1447800"/>
                        <a:ext cx="5486400" cy="4210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6" name="Rectangle 5"/>
          <p:cNvSpPr/>
          <p:nvPr/>
        </p:nvSpPr>
        <p:spPr bwMode="auto">
          <a:xfrm>
            <a:off x="1907704" y="1421899"/>
            <a:ext cx="5688632" cy="2592288"/>
          </a:xfrm>
          <a:prstGeom prst="rect">
            <a:avLst/>
          </a:prstGeom>
          <a:noFill/>
          <a:ln w="57150"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lstStyle/>
          <a:p>
            <a:pPr marL="0" marR="0" indent="0" algn="l" defTabSz="914400" rtl="0" eaLnBrk="0" fontAlgn="base" latinLnBrk="0" hangingPunct="0">
              <a:lnSpc>
                <a:spcPct val="100000"/>
              </a:lnSpc>
              <a:spcBef>
                <a:spcPct val="0"/>
              </a:spcBef>
              <a:spcAft>
                <a:spcPct val="0"/>
              </a:spcAft>
              <a:buClrTx/>
              <a:buSzTx/>
              <a:buFontTx/>
              <a:buNone/>
            </a:pPr>
            <a:endParaRPr kumimoji="0" lang="en-US" sz="1800" b="0" i="0" u="none" strike="noStrike" cap="none" normalizeH="0" baseline="0">
              <a:ln>
                <a:noFill/>
              </a:ln>
              <a:solidFill>
                <a:schemeClr val="tx1"/>
              </a:solidFill>
              <a:effectLst/>
              <a:latin typeface="Garamond" panose="02020404030301010803"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10978" name="Rectangle 2"/>
          <p:cNvSpPr>
            <a:spLocks noGrp="1" noRot="1" noChangeArrowheads="1"/>
          </p:cNvSpPr>
          <p:nvPr>
            <p:ph type="title"/>
          </p:nvPr>
        </p:nvSpPr>
        <p:spPr/>
        <p:txBody>
          <a:bodyPr/>
          <a:lstStyle/>
          <a:p>
            <a:pPr eaLnBrk="1" hangingPunct="1">
              <a:defRPr/>
            </a:pPr>
            <a:r>
              <a:rPr lang="en-US" altLang="en-US">
                <a:effectLst>
                  <a:outerShdw blurRad="38100" dist="38100" dir="2700000" algn="tl">
                    <a:srgbClr val="C0C0C0"/>
                  </a:outerShdw>
                </a:effectLst>
                <a:ea typeface="MS PGothic" panose="020B0600070205080204" pitchFamily="34" charset="-128"/>
              </a:rPr>
              <a:t>MO diagram for N</a:t>
            </a:r>
            <a:r>
              <a:rPr lang="en-US" altLang="en-US" baseline="-25000">
                <a:effectLst>
                  <a:outerShdw blurRad="38100" dist="38100" dir="2700000" algn="tl">
                    <a:srgbClr val="C0C0C0"/>
                  </a:outerShdw>
                </a:effectLst>
                <a:ea typeface="MS PGothic" panose="020B0600070205080204" pitchFamily="34" charset="-128"/>
              </a:rPr>
              <a:t>2</a:t>
            </a:r>
            <a:endParaRPr lang="en-US" altLang="en-US">
              <a:effectLst>
                <a:outerShdw blurRad="38100" dist="38100" dir="2700000" algn="tl">
                  <a:srgbClr val="C0C0C0"/>
                </a:outerShdw>
              </a:effectLst>
              <a:ea typeface="MS PGothic" panose="020B0600070205080204" pitchFamily="34" charset="-128"/>
            </a:endParaRPr>
          </a:p>
        </p:txBody>
      </p:sp>
      <p:grpSp>
        <p:nvGrpSpPr>
          <p:cNvPr id="76803" name="Group 22"/>
          <p:cNvGrpSpPr/>
          <p:nvPr/>
        </p:nvGrpSpPr>
        <p:grpSpPr bwMode="auto">
          <a:xfrm>
            <a:off x="609600" y="1295400"/>
            <a:ext cx="5540375" cy="4267200"/>
            <a:chOff x="384" y="816"/>
            <a:chExt cx="3490" cy="2688"/>
          </a:xfrm>
        </p:grpSpPr>
        <p:graphicFrame>
          <p:nvGraphicFramePr>
            <p:cNvPr id="76807" name="Object 2"/>
            <p:cNvGraphicFramePr>
              <a:graphicFrameLocks noChangeAspect="1"/>
            </p:cNvGraphicFramePr>
            <p:nvPr/>
          </p:nvGraphicFramePr>
          <p:xfrm>
            <a:off x="384" y="816"/>
            <a:ext cx="3490" cy="2678"/>
          </p:xfrm>
          <a:graphic>
            <a:graphicData uri="http://schemas.openxmlformats.org/presentationml/2006/ole">
              <mc:AlternateContent xmlns:mc="http://schemas.openxmlformats.org/markup-compatibility/2006">
                <mc:Choice xmlns:v="urn:schemas-microsoft-com:vml" Requires="v">
                  <p:oleObj spid="_x0000_s2" name="Image" r:id="rId1" imgW="4584700" imgH="3517900" progId="PhotoshopElements.Image.3">
                    <p:embed/>
                  </p:oleObj>
                </mc:Choice>
                <mc:Fallback>
                  <p:oleObj name="Image" r:id="rId1" imgW="4584700" imgH="3517900" progId="PhotoshopElements.Image.3">
                    <p:embed/>
                    <p:pic>
                      <p:nvPicPr>
                        <p:cNvPr id="0" name="Object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84" y="816"/>
                          <a:ext cx="3490" cy="2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76808" name="Text Box 4"/>
            <p:cNvSpPr txBox="1">
              <a:spLocks noChangeArrowheads="1"/>
            </p:cNvSpPr>
            <p:nvPr/>
          </p:nvSpPr>
          <p:spPr bwMode="auto">
            <a:xfrm>
              <a:off x="2880" y="3216"/>
              <a:ext cx="336"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37931725" indent="-37474525">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a:spcBef>
                  <a:spcPct val="50000"/>
                </a:spcBef>
              </a:pPr>
              <a:r>
                <a:rPr lang="el-GR" altLang="en-US" sz="2400" dirty="0">
                  <a:solidFill>
                    <a:schemeClr val="bg2"/>
                  </a:solidFill>
                  <a:latin typeface="Arial Unicode MS" charset="0"/>
                  <a:cs typeface="Arial Unicode MS" charset="0"/>
                </a:rPr>
                <a:t>σ</a:t>
              </a:r>
              <a:endParaRPr lang="el-GR" altLang="en-US" sz="2400" dirty="0">
                <a:solidFill>
                  <a:schemeClr val="bg2"/>
                </a:solidFill>
                <a:latin typeface="Arial Unicode MS" charset="0"/>
                <a:cs typeface="Arial Unicode MS" charset="0"/>
              </a:endParaRPr>
            </a:p>
          </p:txBody>
        </p:sp>
        <p:sp>
          <p:nvSpPr>
            <p:cNvPr id="76809" name="Text Box 5"/>
            <p:cNvSpPr txBox="1">
              <a:spLocks noChangeArrowheads="1"/>
            </p:cNvSpPr>
            <p:nvPr/>
          </p:nvSpPr>
          <p:spPr bwMode="auto">
            <a:xfrm>
              <a:off x="2832" y="1872"/>
              <a:ext cx="336"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37931725" indent="-37474525">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a:spcBef>
                  <a:spcPct val="50000"/>
                </a:spcBef>
              </a:pPr>
              <a:r>
                <a:rPr lang="el-GR" altLang="en-US" sz="2400" dirty="0">
                  <a:solidFill>
                    <a:schemeClr val="bg2"/>
                  </a:solidFill>
                  <a:latin typeface="Arial Unicode MS" charset="0"/>
                  <a:cs typeface="Arial Unicode MS" charset="0"/>
                </a:rPr>
                <a:t>σ</a:t>
              </a:r>
              <a:endParaRPr lang="el-GR" altLang="en-US" sz="2400" dirty="0">
                <a:solidFill>
                  <a:schemeClr val="bg2"/>
                </a:solidFill>
                <a:latin typeface="Arial Unicode MS" charset="0"/>
                <a:cs typeface="Arial Unicode MS" charset="0"/>
              </a:endParaRPr>
            </a:p>
          </p:txBody>
        </p:sp>
        <p:sp>
          <p:nvSpPr>
            <p:cNvPr id="76810" name="Text Box 6"/>
            <p:cNvSpPr txBox="1">
              <a:spLocks noChangeArrowheads="1"/>
            </p:cNvSpPr>
            <p:nvPr/>
          </p:nvSpPr>
          <p:spPr bwMode="auto">
            <a:xfrm>
              <a:off x="2736" y="864"/>
              <a:ext cx="720"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37931725" indent="-37474525">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a:spcBef>
                  <a:spcPct val="50000"/>
                </a:spcBef>
              </a:pPr>
              <a:r>
                <a:rPr lang="el-GR" altLang="en-US" sz="2400" dirty="0">
                  <a:solidFill>
                    <a:schemeClr val="bg2"/>
                  </a:solidFill>
                  <a:latin typeface="Arial Unicode MS" charset="0"/>
                  <a:cs typeface="Arial Unicode MS" charset="0"/>
                </a:rPr>
                <a:t>σ</a:t>
              </a:r>
              <a:r>
                <a:rPr lang="en-US" altLang="en-US" sz="2400" dirty="0">
                  <a:solidFill>
                    <a:schemeClr val="bg2"/>
                  </a:solidFill>
                  <a:latin typeface="Arial Unicode MS" charset="0"/>
                  <a:cs typeface="Arial Unicode MS" charset="0"/>
                </a:rPr>
                <a:t>*</a:t>
              </a:r>
              <a:endParaRPr lang="el-GR" altLang="en-US" sz="2400" dirty="0">
                <a:solidFill>
                  <a:schemeClr val="bg2"/>
                </a:solidFill>
                <a:latin typeface="Arial Unicode MS" charset="0"/>
                <a:cs typeface="Arial Unicode MS" charset="0"/>
              </a:endParaRPr>
            </a:p>
          </p:txBody>
        </p:sp>
        <p:sp>
          <p:nvSpPr>
            <p:cNvPr id="76811" name="Text Box 7"/>
            <p:cNvSpPr txBox="1">
              <a:spLocks noChangeArrowheads="1"/>
            </p:cNvSpPr>
            <p:nvPr/>
          </p:nvSpPr>
          <p:spPr bwMode="auto">
            <a:xfrm>
              <a:off x="2832" y="2592"/>
              <a:ext cx="480"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37931725" indent="-37474525">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a:spcBef>
                  <a:spcPct val="50000"/>
                </a:spcBef>
              </a:pPr>
              <a:r>
                <a:rPr lang="el-GR" altLang="en-US" sz="2400" dirty="0">
                  <a:solidFill>
                    <a:schemeClr val="bg2"/>
                  </a:solidFill>
                  <a:latin typeface="Arial Unicode MS" charset="0"/>
                  <a:cs typeface="Arial Unicode MS" charset="0"/>
                </a:rPr>
                <a:t>σ</a:t>
              </a:r>
              <a:r>
                <a:rPr lang="en-US" altLang="en-US" sz="2400" dirty="0">
                  <a:solidFill>
                    <a:schemeClr val="bg2"/>
                  </a:solidFill>
                  <a:latin typeface="Arial Unicode MS" charset="0"/>
                  <a:cs typeface="Arial Unicode MS" charset="0"/>
                </a:rPr>
                <a:t>*</a:t>
              </a:r>
              <a:endParaRPr lang="el-GR" altLang="en-US" sz="2400" dirty="0">
                <a:solidFill>
                  <a:schemeClr val="bg2"/>
                </a:solidFill>
                <a:latin typeface="Arial Unicode MS" charset="0"/>
                <a:cs typeface="Arial Unicode MS" charset="0"/>
              </a:endParaRPr>
            </a:p>
          </p:txBody>
        </p:sp>
        <p:sp>
          <p:nvSpPr>
            <p:cNvPr id="76812" name="Text Box 8"/>
            <p:cNvSpPr txBox="1">
              <a:spLocks noChangeArrowheads="1"/>
            </p:cNvSpPr>
            <p:nvPr/>
          </p:nvSpPr>
          <p:spPr bwMode="auto">
            <a:xfrm>
              <a:off x="2832" y="2160"/>
              <a:ext cx="336"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37931725" indent="-37474525">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a:spcBef>
                  <a:spcPct val="50000"/>
                </a:spcBef>
              </a:pPr>
              <a:r>
                <a:rPr lang="el-GR" altLang="en-US" sz="2400" dirty="0">
                  <a:solidFill>
                    <a:schemeClr val="bg2"/>
                  </a:solidFill>
                  <a:latin typeface="Arial Unicode MS" charset="0"/>
                  <a:cs typeface="Arial Unicode MS" charset="0"/>
                </a:rPr>
                <a:t>π</a:t>
              </a:r>
              <a:endParaRPr lang="el-GR" altLang="en-US" sz="2400" dirty="0">
                <a:solidFill>
                  <a:schemeClr val="bg2"/>
                </a:solidFill>
                <a:latin typeface="Arial Unicode MS" charset="0"/>
                <a:cs typeface="Arial Unicode MS" charset="0"/>
              </a:endParaRPr>
            </a:p>
          </p:txBody>
        </p:sp>
        <p:sp>
          <p:nvSpPr>
            <p:cNvPr id="76813" name="Text Box 9"/>
            <p:cNvSpPr txBox="1">
              <a:spLocks noChangeArrowheads="1"/>
            </p:cNvSpPr>
            <p:nvPr/>
          </p:nvSpPr>
          <p:spPr bwMode="auto">
            <a:xfrm>
              <a:off x="2789" y="1200"/>
              <a:ext cx="480"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37931725" indent="-37474525">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a:spcBef>
                  <a:spcPct val="50000"/>
                </a:spcBef>
              </a:pPr>
              <a:r>
                <a:rPr lang="el-GR" altLang="en-US" sz="2400" dirty="0">
                  <a:solidFill>
                    <a:schemeClr val="bg2"/>
                  </a:solidFill>
                  <a:latin typeface="Arial Unicode MS" charset="0"/>
                  <a:cs typeface="Arial Unicode MS" charset="0"/>
                </a:rPr>
                <a:t>π</a:t>
              </a:r>
              <a:r>
                <a:rPr lang="en-US" altLang="en-US" sz="2400" dirty="0">
                  <a:solidFill>
                    <a:schemeClr val="bg2"/>
                  </a:solidFill>
                  <a:latin typeface="Arial Unicode MS" charset="0"/>
                  <a:cs typeface="Arial Unicode MS" charset="0"/>
                </a:rPr>
                <a:t>*</a:t>
              </a:r>
              <a:endParaRPr lang="el-GR" altLang="en-US" sz="2400" dirty="0">
                <a:solidFill>
                  <a:schemeClr val="bg2"/>
                </a:solidFill>
                <a:latin typeface="Arial Unicode MS" charset="0"/>
                <a:cs typeface="Arial Unicode MS" charset="0"/>
              </a:endParaRPr>
            </a:p>
          </p:txBody>
        </p:sp>
        <p:sp>
          <p:nvSpPr>
            <p:cNvPr id="76814" name="Line 11"/>
            <p:cNvSpPr>
              <a:spLocks noChangeShapeType="1"/>
            </p:cNvSpPr>
            <p:nvPr/>
          </p:nvSpPr>
          <p:spPr bwMode="auto">
            <a:xfrm flipV="1">
              <a:off x="2064" y="3264"/>
              <a:ext cx="1" cy="240"/>
            </a:xfrm>
            <a:prstGeom prst="line">
              <a:avLst/>
            </a:prstGeom>
            <a:noFill/>
            <a:ln w="19050">
              <a:solidFill>
                <a:schemeClr val="bg2"/>
              </a:solidFill>
              <a:round/>
              <a:tailEnd type="triangle" w="med" len="med"/>
            </a:ln>
            <a:extLst>
              <a:ext uri="{909E8E84-426E-40DD-AFC4-6F175D3DCCD1}">
                <a14:hiddenFill xmlns:a14="http://schemas.microsoft.com/office/drawing/2010/main">
                  <a:noFill/>
                </a14:hiddenFill>
              </a:ext>
            </a:extLst>
          </p:spPr>
          <p:txBody>
            <a:bodyPr/>
            <a:lstStyle/>
            <a:p>
              <a:endParaRPr lang="en-GB"/>
            </a:p>
          </p:txBody>
        </p:sp>
        <p:sp>
          <p:nvSpPr>
            <p:cNvPr id="76815" name="Line 12"/>
            <p:cNvSpPr>
              <a:spLocks noChangeShapeType="1"/>
            </p:cNvSpPr>
            <p:nvPr/>
          </p:nvSpPr>
          <p:spPr bwMode="auto">
            <a:xfrm flipV="1">
              <a:off x="2016" y="2640"/>
              <a:ext cx="1" cy="240"/>
            </a:xfrm>
            <a:prstGeom prst="line">
              <a:avLst/>
            </a:prstGeom>
            <a:noFill/>
            <a:ln w="19050">
              <a:solidFill>
                <a:schemeClr val="bg2"/>
              </a:solidFill>
              <a:round/>
              <a:tailEnd type="triangle" w="med" len="med"/>
            </a:ln>
            <a:extLst>
              <a:ext uri="{909E8E84-426E-40DD-AFC4-6F175D3DCCD1}">
                <a14:hiddenFill xmlns:a14="http://schemas.microsoft.com/office/drawing/2010/main">
                  <a:noFill/>
                </a14:hiddenFill>
              </a:ext>
            </a:extLst>
          </p:spPr>
          <p:txBody>
            <a:bodyPr/>
            <a:lstStyle/>
            <a:p>
              <a:endParaRPr lang="en-GB"/>
            </a:p>
          </p:txBody>
        </p:sp>
        <p:sp>
          <p:nvSpPr>
            <p:cNvPr id="76816" name="Line 13"/>
            <p:cNvSpPr>
              <a:spLocks noChangeShapeType="1"/>
            </p:cNvSpPr>
            <p:nvPr/>
          </p:nvSpPr>
          <p:spPr bwMode="auto">
            <a:xfrm flipV="1">
              <a:off x="1872" y="2208"/>
              <a:ext cx="1" cy="240"/>
            </a:xfrm>
            <a:prstGeom prst="line">
              <a:avLst/>
            </a:prstGeom>
            <a:noFill/>
            <a:ln w="19050">
              <a:solidFill>
                <a:schemeClr val="bg2"/>
              </a:solidFill>
              <a:round/>
              <a:tailEnd type="triangle" w="med" len="med"/>
            </a:ln>
            <a:extLst>
              <a:ext uri="{909E8E84-426E-40DD-AFC4-6F175D3DCCD1}">
                <a14:hiddenFill xmlns:a14="http://schemas.microsoft.com/office/drawing/2010/main">
                  <a:noFill/>
                </a14:hiddenFill>
              </a:ext>
            </a:extLst>
          </p:spPr>
          <p:txBody>
            <a:bodyPr/>
            <a:lstStyle/>
            <a:p>
              <a:endParaRPr lang="en-GB"/>
            </a:p>
          </p:txBody>
        </p:sp>
        <p:sp>
          <p:nvSpPr>
            <p:cNvPr id="76817" name="Line 14"/>
            <p:cNvSpPr>
              <a:spLocks noChangeShapeType="1"/>
            </p:cNvSpPr>
            <p:nvPr/>
          </p:nvSpPr>
          <p:spPr bwMode="auto">
            <a:xfrm flipV="1">
              <a:off x="2208" y="2208"/>
              <a:ext cx="1" cy="240"/>
            </a:xfrm>
            <a:prstGeom prst="line">
              <a:avLst/>
            </a:prstGeom>
            <a:noFill/>
            <a:ln w="19050">
              <a:solidFill>
                <a:schemeClr val="bg2"/>
              </a:solidFill>
              <a:round/>
              <a:tailEnd type="triangle" w="med" len="med"/>
            </a:ln>
            <a:extLst>
              <a:ext uri="{909E8E84-426E-40DD-AFC4-6F175D3DCCD1}">
                <a14:hiddenFill xmlns:a14="http://schemas.microsoft.com/office/drawing/2010/main">
                  <a:noFill/>
                </a14:hiddenFill>
              </a:ext>
            </a:extLst>
          </p:spPr>
          <p:txBody>
            <a:bodyPr/>
            <a:lstStyle/>
            <a:p>
              <a:endParaRPr lang="en-GB"/>
            </a:p>
          </p:txBody>
        </p:sp>
        <p:sp>
          <p:nvSpPr>
            <p:cNvPr id="76818" name="Line 15"/>
            <p:cNvSpPr>
              <a:spLocks noChangeShapeType="1"/>
            </p:cNvSpPr>
            <p:nvPr/>
          </p:nvSpPr>
          <p:spPr bwMode="auto">
            <a:xfrm flipV="1">
              <a:off x="2016" y="1920"/>
              <a:ext cx="1" cy="240"/>
            </a:xfrm>
            <a:prstGeom prst="line">
              <a:avLst/>
            </a:prstGeom>
            <a:noFill/>
            <a:ln w="19050">
              <a:solidFill>
                <a:schemeClr val="bg2"/>
              </a:solidFill>
              <a:round/>
              <a:tailEnd type="triangle" w="med" len="med"/>
            </a:ln>
            <a:extLst>
              <a:ext uri="{909E8E84-426E-40DD-AFC4-6F175D3DCCD1}">
                <a14:hiddenFill xmlns:a14="http://schemas.microsoft.com/office/drawing/2010/main">
                  <a:noFill/>
                </a14:hiddenFill>
              </a:ext>
            </a:extLst>
          </p:spPr>
          <p:txBody>
            <a:bodyPr/>
            <a:lstStyle/>
            <a:p>
              <a:endParaRPr lang="en-GB"/>
            </a:p>
          </p:txBody>
        </p:sp>
        <p:sp>
          <p:nvSpPr>
            <p:cNvPr id="76819" name="Line 16"/>
            <p:cNvSpPr>
              <a:spLocks noChangeShapeType="1"/>
            </p:cNvSpPr>
            <p:nvPr/>
          </p:nvSpPr>
          <p:spPr bwMode="auto">
            <a:xfrm>
              <a:off x="2160" y="3264"/>
              <a:ext cx="1" cy="240"/>
            </a:xfrm>
            <a:prstGeom prst="line">
              <a:avLst/>
            </a:prstGeom>
            <a:noFill/>
            <a:ln w="19050">
              <a:solidFill>
                <a:schemeClr val="bg2"/>
              </a:solidFill>
              <a:round/>
              <a:tailEnd type="triangle" w="med" len="med"/>
            </a:ln>
            <a:extLst>
              <a:ext uri="{909E8E84-426E-40DD-AFC4-6F175D3DCCD1}">
                <a14:hiddenFill xmlns:a14="http://schemas.microsoft.com/office/drawing/2010/main">
                  <a:noFill/>
                </a14:hiddenFill>
              </a:ext>
            </a:extLst>
          </p:spPr>
          <p:txBody>
            <a:bodyPr/>
            <a:lstStyle/>
            <a:p>
              <a:endParaRPr lang="en-GB"/>
            </a:p>
          </p:txBody>
        </p:sp>
        <p:sp>
          <p:nvSpPr>
            <p:cNvPr id="76820" name="Line 17"/>
            <p:cNvSpPr>
              <a:spLocks noChangeShapeType="1"/>
            </p:cNvSpPr>
            <p:nvPr/>
          </p:nvSpPr>
          <p:spPr bwMode="auto">
            <a:xfrm>
              <a:off x="2112" y="2640"/>
              <a:ext cx="1" cy="240"/>
            </a:xfrm>
            <a:prstGeom prst="line">
              <a:avLst/>
            </a:prstGeom>
            <a:noFill/>
            <a:ln w="19050">
              <a:solidFill>
                <a:schemeClr val="bg2"/>
              </a:solidFill>
              <a:round/>
              <a:tailEnd type="triangle" w="med" len="med"/>
            </a:ln>
            <a:extLst>
              <a:ext uri="{909E8E84-426E-40DD-AFC4-6F175D3DCCD1}">
                <a14:hiddenFill xmlns:a14="http://schemas.microsoft.com/office/drawing/2010/main">
                  <a:noFill/>
                </a14:hiddenFill>
              </a:ext>
            </a:extLst>
          </p:spPr>
          <p:txBody>
            <a:bodyPr/>
            <a:lstStyle/>
            <a:p>
              <a:endParaRPr lang="en-GB"/>
            </a:p>
          </p:txBody>
        </p:sp>
        <p:sp>
          <p:nvSpPr>
            <p:cNvPr id="76821" name="Line 18"/>
            <p:cNvSpPr>
              <a:spLocks noChangeShapeType="1"/>
            </p:cNvSpPr>
            <p:nvPr/>
          </p:nvSpPr>
          <p:spPr bwMode="auto">
            <a:xfrm>
              <a:off x="1968" y="2208"/>
              <a:ext cx="1" cy="240"/>
            </a:xfrm>
            <a:prstGeom prst="line">
              <a:avLst/>
            </a:prstGeom>
            <a:noFill/>
            <a:ln w="19050">
              <a:solidFill>
                <a:schemeClr val="bg2"/>
              </a:solidFill>
              <a:round/>
              <a:tailEnd type="triangle" w="med" len="med"/>
            </a:ln>
            <a:extLst>
              <a:ext uri="{909E8E84-426E-40DD-AFC4-6F175D3DCCD1}">
                <a14:hiddenFill xmlns:a14="http://schemas.microsoft.com/office/drawing/2010/main">
                  <a:noFill/>
                </a14:hiddenFill>
              </a:ext>
            </a:extLst>
          </p:spPr>
          <p:txBody>
            <a:bodyPr/>
            <a:lstStyle/>
            <a:p>
              <a:endParaRPr lang="en-GB"/>
            </a:p>
          </p:txBody>
        </p:sp>
        <p:sp>
          <p:nvSpPr>
            <p:cNvPr id="76822" name="Line 19"/>
            <p:cNvSpPr>
              <a:spLocks noChangeShapeType="1"/>
            </p:cNvSpPr>
            <p:nvPr/>
          </p:nvSpPr>
          <p:spPr bwMode="auto">
            <a:xfrm>
              <a:off x="2304" y="2208"/>
              <a:ext cx="1" cy="240"/>
            </a:xfrm>
            <a:prstGeom prst="line">
              <a:avLst/>
            </a:prstGeom>
            <a:noFill/>
            <a:ln w="19050">
              <a:solidFill>
                <a:schemeClr val="bg2"/>
              </a:solidFill>
              <a:round/>
              <a:tailEnd type="triangle" w="med" len="med"/>
            </a:ln>
            <a:extLst>
              <a:ext uri="{909E8E84-426E-40DD-AFC4-6F175D3DCCD1}">
                <a14:hiddenFill xmlns:a14="http://schemas.microsoft.com/office/drawing/2010/main">
                  <a:noFill/>
                </a14:hiddenFill>
              </a:ext>
            </a:extLst>
          </p:spPr>
          <p:txBody>
            <a:bodyPr/>
            <a:lstStyle/>
            <a:p>
              <a:endParaRPr lang="en-GB"/>
            </a:p>
          </p:txBody>
        </p:sp>
        <p:sp>
          <p:nvSpPr>
            <p:cNvPr id="76823" name="Line 20"/>
            <p:cNvSpPr>
              <a:spLocks noChangeShapeType="1"/>
            </p:cNvSpPr>
            <p:nvPr/>
          </p:nvSpPr>
          <p:spPr bwMode="auto">
            <a:xfrm>
              <a:off x="2112" y="1920"/>
              <a:ext cx="1" cy="240"/>
            </a:xfrm>
            <a:prstGeom prst="line">
              <a:avLst/>
            </a:prstGeom>
            <a:noFill/>
            <a:ln w="19050">
              <a:solidFill>
                <a:schemeClr val="bg2"/>
              </a:solidFill>
              <a:round/>
              <a:tailEnd type="triangle" w="med" len="med"/>
            </a:ln>
            <a:extLst>
              <a:ext uri="{909E8E84-426E-40DD-AFC4-6F175D3DCCD1}">
                <a14:hiddenFill xmlns:a14="http://schemas.microsoft.com/office/drawing/2010/main">
                  <a:noFill/>
                </a14:hiddenFill>
              </a:ext>
            </a:extLst>
          </p:spPr>
          <p:txBody>
            <a:bodyPr/>
            <a:lstStyle/>
            <a:p>
              <a:endParaRPr lang="en-GB"/>
            </a:p>
          </p:txBody>
        </p:sp>
      </p:grpSp>
      <p:sp>
        <p:nvSpPr>
          <p:cNvPr id="76804" name="Text Box 21"/>
          <p:cNvSpPr txBox="1">
            <a:spLocks noChangeArrowheads="1"/>
          </p:cNvSpPr>
          <p:nvPr/>
        </p:nvSpPr>
        <p:spPr bwMode="auto">
          <a:xfrm>
            <a:off x="6477000" y="1371600"/>
            <a:ext cx="2362200" cy="15541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37931725" indent="-37474525">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a:spcBef>
                <a:spcPct val="50000"/>
              </a:spcBef>
            </a:pPr>
            <a:r>
              <a:rPr lang="en-US" altLang="en-US" sz="3200"/>
              <a:t>N</a:t>
            </a:r>
            <a:r>
              <a:rPr lang="en-US" altLang="en-US" sz="3200" baseline="-25000"/>
              <a:t>2</a:t>
            </a:r>
            <a:r>
              <a:rPr lang="en-US" altLang="en-US" sz="3200"/>
              <a:t> has 10 valence electrons.</a:t>
            </a:r>
            <a:endParaRPr lang="en-US" altLang="en-US" sz="3200"/>
          </a:p>
        </p:txBody>
      </p:sp>
      <p:sp>
        <p:nvSpPr>
          <p:cNvPr id="76805" name="Line 23"/>
          <p:cNvSpPr>
            <a:spLocks noChangeShapeType="1"/>
          </p:cNvSpPr>
          <p:nvPr/>
        </p:nvSpPr>
        <p:spPr bwMode="auto">
          <a:xfrm flipV="1">
            <a:off x="1828800" y="3200400"/>
            <a:ext cx="1295400" cy="1752600"/>
          </a:xfrm>
          <a:prstGeom prst="line">
            <a:avLst/>
          </a:prstGeom>
          <a:noFill/>
          <a:ln w="9525">
            <a:solidFill>
              <a:schemeClr val="bg2"/>
            </a:solidFill>
            <a:prstDash val="dash"/>
            <a:round/>
          </a:ln>
          <a:extLst>
            <a:ext uri="{909E8E84-426E-40DD-AFC4-6F175D3DCCD1}">
              <a14:hiddenFill xmlns:a14="http://schemas.microsoft.com/office/drawing/2010/main">
                <a:noFill/>
              </a14:hiddenFill>
            </a:ext>
          </a:extLst>
        </p:spPr>
        <p:txBody>
          <a:bodyPr/>
          <a:lstStyle/>
          <a:p>
            <a:endParaRPr lang="en-GB"/>
          </a:p>
        </p:txBody>
      </p:sp>
      <p:sp>
        <p:nvSpPr>
          <p:cNvPr id="76806" name="Line 24"/>
          <p:cNvSpPr>
            <a:spLocks noChangeShapeType="1"/>
          </p:cNvSpPr>
          <p:nvPr/>
        </p:nvSpPr>
        <p:spPr bwMode="auto">
          <a:xfrm flipH="1" flipV="1">
            <a:off x="3581400" y="3276600"/>
            <a:ext cx="1371600" cy="1676400"/>
          </a:xfrm>
          <a:prstGeom prst="line">
            <a:avLst/>
          </a:prstGeom>
          <a:noFill/>
          <a:ln w="9525">
            <a:solidFill>
              <a:schemeClr val="bg2"/>
            </a:solidFill>
            <a:prstDash val="dash"/>
            <a:round/>
          </a:ln>
          <a:extLst>
            <a:ext uri="{909E8E84-426E-40DD-AFC4-6F175D3DCCD1}">
              <a14:hiddenFill xmlns:a14="http://schemas.microsoft.com/office/drawing/2010/main">
                <a:noFill/>
              </a14:hiddenFill>
            </a:ext>
          </a:extLst>
        </p:spPr>
        <p:txBody>
          <a:bodyPr/>
          <a:lstStyle/>
          <a:p>
            <a:endParaRPr lang="en-GB"/>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2946" name="Text Box 2"/>
          <p:cNvSpPr txBox="1">
            <a:spLocks noChangeArrowheads="1"/>
          </p:cNvSpPr>
          <p:nvPr/>
        </p:nvSpPr>
        <p:spPr bwMode="auto">
          <a:xfrm>
            <a:off x="5943600" y="2743200"/>
            <a:ext cx="3200400" cy="1069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spcBef>
                <a:spcPct val="50000"/>
              </a:spcBef>
            </a:pPr>
            <a:r>
              <a:rPr lang="en-US" altLang="en-US" sz="1600" dirty="0">
                <a:latin typeface="Arial" panose="020B0604020202020204" pitchFamily="34" charset="0"/>
              </a:rPr>
              <a:t>This produces an MO over the molecule with a node between the F atoms.  This is thus a </a:t>
            </a:r>
            <a:r>
              <a:rPr lang="en-US" altLang="en-US" sz="1600" dirty="0">
                <a:latin typeface="Arial" panose="020B0604020202020204" pitchFamily="34" charset="0"/>
                <a:sym typeface="Symbol" panose="05050102010706020507" pitchFamily="18" charset="2"/>
              </a:rPr>
              <a:t></a:t>
            </a:r>
            <a:r>
              <a:rPr lang="en-US" altLang="en-US" sz="1600" baseline="30000" dirty="0">
                <a:latin typeface="Arial" panose="020B0604020202020204" pitchFamily="34" charset="0"/>
                <a:sym typeface="Symbol" panose="05050102010706020507" pitchFamily="18" charset="2"/>
              </a:rPr>
              <a:t>*</a:t>
            </a:r>
            <a:r>
              <a:rPr lang="en-US" altLang="en-US" sz="1600" dirty="0">
                <a:latin typeface="Arial" panose="020B0604020202020204" pitchFamily="34" charset="0"/>
                <a:sym typeface="Symbol" panose="05050102010706020507" pitchFamily="18" charset="2"/>
              </a:rPr>
              <a:t> </a:t>
            </a:r>
            <a:r>
              <a:rPr lang="en-US" altLang="en-US" sz="1600" dirty="0">
                <a:latin typeface="Arial" panose="020B0604020202020204" pitchFamily="34" charset="0"/>
              </a:rPr>
              <a:t>antibonding MO</a:t>
            </a:r>
            <a:r>
              <a:rPr lang="en-US" altLang="en-US" sz="1600" dirty="0">
                <a:latin typeface="Arial" panose="020B0604020202020204" pitchFamily="34" charset="0"/>
                <a:sym typeface="Symbol" panose="05050102010706020507" pitchFamily="18" charset="2"/>
              </a:rPr>
              <a:t>.</a:t>
            </a:r>
            <a:endParaRPr lang="en-US" altLang="en-US" sz="1600" dirty="0">
              <a:latin typeface="Arial" panose="020B0604020202020204" pitchFamily="34" charset="0"/>
              <a:sym typeface="Symbol" panose="05050102010706020507" pitchFamily="18" charset="2"/>
            </a:endParaRPr>
          </a:p>
        </p:txBody>
      </p:sp>
      <p:sp>
        <p:nvSpPr>
          <p:cNvPr id="82947" name="Text Box 3"/>
          <p:cNvSpPr txBox="1">
            <a:spLocks noChangeArrowheads="1"/>
          </p:cNvSpPr>
          <p:nvPr/>
        </p:nvSpPr>
        <p:spPr bwMode="auto">
          <a:xfrm>
            <a:off x="2847975" y="76200"/>
            <a:ext cx="3176588"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sz="2000" b="1">
                <a:latin typeface="Arial" panose="020B0604020202020204" pitchFamily="34" charset="0"/>
              </a:rPr>
              <a:t>Molecular Orbital Theory</a:t>
            </a:r>
            <a:endParaRPr lang="en-US" altLang="en-US" sz="2000" b="1">
              <a:latin typeface="Arial" panose="020B0604020202020204" pitchFamily="34" charset="0"/>
            </a:endParaRPr>
          </a:p>
        </p:txBody>
      </p:sp>
      <p:sp>
        <p:nvSpPr>
          <p:cNvPr id="82948" name="Text Box 4"/>
          <p:cNvSpPr txBox="1">
            <a:spLocks noChangeArrowheads="1"/>
          </p:cNvSpPr>
          <p:nvPr/>
        </p:nvSpPr>
        <p:spPr bwMode="auto">
          <a:xfrm>
            <a:off x="457200" y="381000"/>
            <a:ext cx="4525963"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sz="2000">
                <a:latin typeface="Arial" panose="020B0604020202020204" pitchFamily="34" charset="0"/>
              </a:rPr>
              <a:t>Diatomic molecules: The bonding in F</a:t>
            </a:r>
            <a:r>
              <a:rPr lang="en-US" altLang="en-US" sz="2000" baseline="-25000">
                <a:latin typeface="Arial" panose="020B0604020202020204" pitchFamily="34" charset="0"/>
              </a:rPr>
              <a:t>2</a:t>
            </a:r>
            <a:endParaRPr lang="en-US" altLang="en-US" sz="2000" baseline="-25000">
              <a:latin typeface="Arial" panose="020B0604020202020204" pitchFamily="34" charset="0"/>
            </a:endParaRPr>
          </a:p>
        </p:txBody>
      </p:sp>
      <p:sp>
        <p:nvSpPr>
          <p:cNvPr id="82949" name="Text Box 5"/>
          <p:cNvSpPr txBox="1">
            <a:spLocks noChangeArrowheads="1"/>
          </p:cNvSpPr>
          <p:nvPr/>
        </p:nvSpPr>
        <p:spPr bwMode="auto">
          <a:xfrm>
            <a:off x="152400" y="685800"/>
            <a:ext cx="8763000" cy="14652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a:latin typeface="Arial" panose="020B0604020202020204" pitchFamily="34" charset="0"/>
              </a:rPr>
              <a:t>Each F atom has 2s and 2p valence orbitals, so to obtain MO’s for the F</a:t>
            </a:r>
            <a:r>
              <a:rPr lang="en-US" altLang="en-US" baseline="-25000">
                <a:latin typeface="Arial" panose="020B0604020202020204" pitchFamily="34" charset="0"/>
              </a:rPr>
              <a:t>2</a:t>
            </a:r>
            <a:r>
              <a:rPr lang="en-US" altLang="en-US">
                <a:latin typeface="Arial" panose="020B0604020202020204" pitchFamily="34" charset="0"/>
              </a:rPr>
              <a:t> molecule, we must make linear combinations of each appropriate set of orbitals.  In addition to the combinations of </a:t>
            </a:r>
            <a:r>
              <a:rPr lang="en-US" altLang="en-US">
                <a:latin typeface="Script MT Bold" panose="03040602040607080904" pitchFamily="66" charset="0"/>
              </a:rPr>
              <a:t>n</a:t>
            </a:r>
            <a:r>
              <a:rPr lang="en-US" altLang="en-US">
                <a:latin typeface="Arial" panose="020B0604020202020204" pitchFamily="34" charset="0"/>
              </a:rPr>
              <a:t>s AO’s that we’ve already seen, there are now combinations of </a:t>
            </a:r>
            <a:r>
              <a:rPr lang="en-US" altLang="en-US">
                <a:latin typeface="Script MT Bold" panose="03040602040607080904" pitchFamily="66" charset="0"/>
              </a:rPr>
              <a:t>n</a:t>
            </a:r>
            <a:r>
              <a:rPr lang="en-US" altLang="en-US">
                <a:latin typeface="Arial" panose="020B0604020202020204" pitchFamily="34" charset="0"/>
              </a:rPr>
              <a:t>p AO’s that must be considered.  The allowed combinations can result in the formation of either </a:t>
            </a:r>
            <a:r>
              <a:rPr lang="en-US" altLang="en-US">
                <a:latin typeface="Arial" panose="020B0604020202020204" pitchFamily="34" charset="0"/>
                <a:sym typeface="Symbol" panose="05050102010706020507" pitchFamily="18" charset="2"/>
              </a:rPr>
              <a:t> or  type bonds.</a:t>
            </a:r>
            <a:endParaRPr lang="en-US" altLang="en-US">
              <a:latin typeface="Arial" panose="020B0604020202020204" pitchFamily="34" charset="0"/>
            </a:endParaRPr>
          </a:p>
        </p:txBody>
      </p:sp>
      <p:sp>
        <p:nvSpPr>
          <p:cNvPr id="82950" name="Rectangle 6"/>
          <p:cNvSpPr>
            <a:spLocks noChangeArrowheads="1"/>
          </p:cNvSpPr>
          <p:nvPr/>
        </p:nvSpPr>
        <p:spPr bwMode="auto">
          <a:xfrm>
            <a:off x="331788" y="3794125"/>
            <a:ext cx="658812"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sz="2000">
                <a:latin typeface="Arial" panose="020B0604020202020204" pitchFamily="34" charset="0"/>
              </a:rPr>
              <a:t>2p</a:t>
            </a:r>
            <a:r>
              <a:rPr lang="en-US" altLang="en-US" sz="2000" baseline="-25000">
                <a:latin typeface="Arial" panose="020B0604020202020204" pitchFamily="34" charset="0"/>
              </a:rPr>
              <a:t>zA</a:t>
            </a:r>
            <a:endParaRPr lang="en-US" altLang="en-US" sz="2000" baseline="-25000">
              <a:latin typeface="Arial" panose="020B0604020202020204" pitchFamily="34" charset="0"/>
            </a:endParaRPr>
          </a:p>
        </p:txBody>
      </p:sp>
      <p:sp>
        <p:nvSpPr>
          <p:cNvPr id="82951" name="Text Box 7"/>
          <p:cNvSpPr txBox="1">
            <a:spLocks noChangeArrowheads="1"/>
          </p:cNvSpPr>
          <p:nvPr/>
        </p:nvSpPr>
        <p:spPr bwMode="auto">
          <a:xfrm>
            <a:off x="1344613" y="3108325"/>
            <a:ext cx="26962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GB" altLang="en-US" sz="2000" dirty="0">
                <a:latin typeface="Arial" panose="020B0604020202020204" pitchFamily="34" charset="0"/>
              </a:rPr>
              <a:t>-</a:t>
            </a:r>
            <a:endParaRPr lang="en-US" altLang="en-US" sz="2000" dirty="0">
              <a:latin typeface="Arial" panose="020B0604020202020204" pitchFamily="34" charset="0"/>
            </a:endParaRPr>
          </a:p>
        </p:txBody>
      </p:sp>
      <p:sp>
        <p:nvSpPr>
          <p:cNvPr id="82952" name="Line 8"/>
          <p:cNvSpPr>
            <a:spLocks noChangeShapeType="1"/>
          </p:cNvSpPr>
          <p:nvPr/>
        </p:nvSpPr>
        <p:spPr bwMode="auto">
          <a:xfrm>
            <a:off x="2895600" y="3276600"/>
            <a:ext cx="762000" cy="0"/>
          </a:xfrm>
          <a:prstGeom prst="line">
            <a:avLst/>
          </a:prstGeom>
          <a:noFill/>
          <a:ln w="38100">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2953" name="Text Box 9"/>
          <p:cNvSpPr txBox="1">
            <a:spLocks noChangeArrowheads="1"/>
          </p:cNvSpPr>
          <p:nvPr/>
        </p:nvSpPr>
        <p:spPr bwMode="auto">
          <a:xfrm>
            <a:off x="5867400" y="4673600"/>
            <a:ext cx="3200400"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spcBef>
                <a:spcPct val="50000"/>
              </a:spcBef>
            </a:pPr>
            <a:r>
              <a:rPr lang="en-US" altLang="en-US" sz="1600" dirty="0">
                <a:latin typeface="Arial" panose="020B0604020202020204" pitchFamily="34" charset="0"/>
              </a:rPr>
              <a:t>This produces an MO around both F atoms and has the same phase everywhere and is symmetrical about the F-F axis.  This is thus a </a:t>
            </a:r>
            <a:r>
              <a:rPr lang="en-US" altLang="en-US" sz="1600" dirty="0">
                <a:latin typeface="Arial" panose="020B0604020202020204" pitchFamily="34" charset="0"/>
                <a:sym typeface="Symbol" panose="05050102010706020507" pitchFamily="18" charset="2"/>
              </a:rPr>
              <a:t></a:t>
            </a:r>
            <a:r>
              <a:rPr lang="en-US" altLang="en-US" sz="1600" dirty="0">
                <a:latin typeface="Arial" panose="020B0604020202020204" pitchFamily="34" charset="0"/>
              </a:rPr>
              <a:t> bonding MO</a:t>
            </a:r>
            <a:r>
              <a:rPr lang="en-US" altLang="en-US" sz="1600" dirty="0">
                <a:latin typeface="Arial" panose="020B0604020202020204" pitchFamily="34" charset="0"/>
                <a:sym typeface="Symbol" panose="05050102010706020507" pitchFamily="18" charset="2"/>
              </a:rPr>
              <a:t>.</a:t>
            </a:r>
            <a:endParaRPr lang="en-US" altLang="en-US" sz="1600" dirty="0">
              <a:latin typeface="Arial" panose="020B0604020202020204" pitchFamily="34" charset="0"/>
            </a:endParaRPr>
          </a:p>
        </p:txBody>
      </p:sp>
      <p:sp>
        <p:nvSpPr>
          <p:cNvPr id="82955" name="Rectangle 11"/>
          <p:cNvSpPr>
            <a:spLocks noChangeArrowheads="1"/>
          </p:cNvSpPr>
          <p:nvPr/>
        </p:nvSpPr>
        <p:spPr bwMode="auto">
          <a:xfrm>
            <a:off x="1905000" y="3794125"/>
            <a:ext cx="658813"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sz="2000">
                <a:latin typeface="Arial" panose="020B0604020202020204" pitchFamily="34" charset="0"/>
              </a:rPr>
              <a:t>2p</a:t>
            </a:r>
            <a:r>
              <a:rPr lang="en-US" altLang="en-US" sz="2000" baseline="-25000">
                <a:latin typeface="Arial" panose="020B0604020202020204" pitchFamily="34" charset="0"/>
              </a:rPr>
              <a:t>zB</a:t>
            </a:r>
            <a:endParaRPr lang="en-US" altLang="en-US" sz="2000" baseline="-25000">
              <a:latin typeface="Arial" panose="020B0604020202020204" pitchFamily="34" charset="0"/>
            </a:endParaRPr>
          </a:p>
        </p:txBody>
      </p:sp>
      <p:pic>
        <p:nvPicPr>
          <p:cNvPr id="82956" name="Picture 12" descr="NAtom(pz)"/>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flipH="1">
            <a:off x="1524000" y="4945063"/>
            <a:ext cx="1295400" cy="9223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2957" name="Picture 13" descr="F2(l)"/>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733800" y="2667000"/>
            <a:ext cx="2197100" cy="1092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2958" name="Picture 14" descr="NAtom(pz)anti"/>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3338" y="2903538"/>
            <a:ext cx="1262062" cy="830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2959" name="Picture 15" descr="NAtom(pz)anti"/>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00200" y="2903538"/>
            <a:ext cx="1262063" cy="830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2960" name="Rectangle 16"/>
          <p:cNvSpPr>
            <a:spLocks noChangeArrowheads="1"/>
          </p:cNvSpPr>
          <p:nvPr/>
        </p:nvSpPr>
        <p:spPr bwMode="auto">
          <a:xfrm>
            <a:off x="315913" y="5927725"/>
            <a:ext cx="658812"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sz="2000">
                <a:latin typeface="Arial" panose="020B0604020202020204" pitchFamily="34" charset="0"/>
              </a:rPr>
              <a:t>2p</a:t>
            </a:r>
            <a:r>
              <a:rPr lang="en-US" altLang="en-US" sz="2000" baseline="-25000">
                <a:latin typeface="Arial" panose="020B0604020202020204" pitchFamily="34" charset="0"/>
              </a:rPr>
              <a:t>zA</a:t>
            </a:r>
            <a:endParaRPr lang="en-US" altLang="en-US" sz="2000" baseline="-25000">
              <a:latin typeface="Arial" panose="020B0604020202020204" pitchFamily="34" charset="0"/>
            </a:endParaRPr>
          </a:p>
        </p:txBody>
      </p:sp>
      <p:sp>
        <p:nvSpPr>
          <p:cNvPr id="82961" name="Text Box 17"/>
          <p:cNvSpPr txBox="1">
            <a:spLocks noChangeArrowheads="1"/>
          </p:cNvSpPr>
          <p:nvPr/>
        </p:nvSpPr>
        <p:spPr bwMode="auto">
          <a:xfrm>
            <a:off x="1284484" y="5226020"/>
            <a:ext cx="3337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GB" altLang="en-US" sz="2000" dirty="0">
                <a:latin typeface="Arial" panose="020B0604020202020204" pitchFamily="34" charset="0"/>
              </a:rPr>
              <a:t>+</a:t>
            </a:r>
            <a:endParaRPr lang="en-US" altLang="en-US" sz="2000" dirty="0">
              <a:latin typeface="Arial" panose="020B0604020202020204" pitchFamily="34" charset="0"/>
            </a:endParaRPr>
          </a:p>
        </p:txBody>
      </p:sp>
      <p:sp>
        <p:nvSpPr>
          <p:cNvPr id="82962" name="Line 18"/>
          <p:cNvSpPr>
            <a:spLocks noChangeShapeType="1"/>
          </p:cNvSpPr>
          <p:nvPr/>
        </p:nvSpPr>
        <p:spPr bwMode="auto">
          <a:xfrm>
            <a:off x="2879725" y="5410200"/>
            <a:ext cx="762000" cy="0"/>
          </a:xfrm>
          <a:prstGeom prst="line">
            <a:avLst/>
          </a:prstGeom>
          <a:noFill/>
          <a:ln w="38100">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2964" name="Rectangle 20"/>
          <p:cNvSpPr>
            <a:spLocks noChangeArrowheads="1"/>
          </p:cNvSpPr>
          <p:nvPr/>
        </p:nvSpPr>
        <p:spPr bwMode="auto">
          <a:xfrm>
            <a:off x="1889125" y="5927725"/>
            <a:ext cx="658813"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sz="2000">
                <a:latin typeface="Arial" panose="020B0604020202020204" pitchFamily="34" charset="0"/>
              </a:rPr>
              <a:t>2p</a:t>
            </a:r>
            <a:r>
              <a:rPr lang="en-US" altLang="en-US" sz="2000" baseline="-25000">
                <a:latin typeface="Arial" panose="020B0604020202020204" pitchFamily="34" charset="0"/>
              </a:rPr>
              <a:t>zB</a:t>
            </a:r>
            <a:endParaRPr lang="en-US" altLang="en-US" sz="2000" baseline="-25000">
              <a:latin typeface="Arial" panose="020B0604020202020204" pitchFamily="34" charset="0"/>
            </a:endParaRPr>
          </a:p>
        </p:txBody>
      </p:sp>
      <p:pic>
        <p:nvPicPr>
          <p:cNvPr id="82965" name="Picture 21" descr="F2(h-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733800" y="4908550"/>
            <a:ext cx="1981200" cy="1035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2966" name="Picture 22" descr="NAtom(pz)"/>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76200" y="4953000"/>
            <a:ext cx="1295400" cy="922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2967" name="Rectangle 23"/>
          <p:cNvSpPr>
            <a:spLocks noChangeArrowheads="1"/>
          </p:cNvSpPr>
          <p:nvPr/>
        </p:nvSpPr>
        <p:spPr bwMode="auto">
          <a:xfrm>
            <a:off x="152400" y="2190750"/>
            <a:ext cx="393700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sz="2000" dirty="0">
                <a:latin typeface="Arial" panose="020B0604020202020204" pitchFamily="34" charset="0"/>
              </a:rPr>
              <a:t>The combinations of </a:t>
            </a:r>
            <a:r>
              <a:rPr lang="en-US" altLang="en-US" sz="2000" dirty="0">
                <a:latin typeface="Arial" panose="020B0604020202020204" pitchFamily="34" charset="0"/>
                <a:sym typeface="Symbol" panose="05050102010706020507" pitchFamily="18" charset="2"/>
              </a:rPr>
              <a:t> symmetry:</a:t>
            </a:r>
            <a:endParaRPr lang="en-US" altLang="en-US" sz="2000" dirty="0">
              <a:latin typeface="Arial" panose="020B0604020202020204" pitchFamily="34" charset="0"/>
            </a:endParaRPr>
          </a:p>
        </p:txBody>
      </p:sp>
      <p:sp>
        <p:nvSpPr>
          <p:cNvPr id="22" name="Rectangle 21"/>
          <p:cNvSpPr/>
          <p:nvPr/>
        </p:nvSpPr>
        <p:spPr bwMode="auto">
          <a:xfrm>
            <a:off x="33337" y="4783138"/>
            <a:ext cx="3016101" cy="1670198"/>
          </a:xfrm>
          <a:prstGeom prst="rect">
            <a:avLst/>
          </a:prstGeom>
          <a:noFill/>
          <a:ln w="57150"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lstStyle/>
          <a:p>
            <a:pPr marL="0" marR="0" indent="0" algn="l" defTabSz="914400" rtl="0" eaLnBrk="0" fontAlgn="base" latinLnBrk="0" hangingPunct="0">
              <a:lnSpc>
                <a:spcPct val="100000"/>
              </a:lnSpc>
              <a:spcBef>
                <a:spcPct val="0"/>
              </a:spcBef>
              <a:spcAft>
                <a:spcPct val="0"/>
              </a:spcAft>
              <a:buClrTx/>
              <a:buSzTx/>
              <a:buFontTx/>
              <a:buNone/>
            </a:pPr>
            <a:endParaRPr kumimoji="0" lang="en-US" sz="1800" b="0" i="0" u="none" strike="noStrike" cap="none" normalizeH="0" baseline="0">
              <a:ln>
                <a:noFill/>
              </a:ln>
              <a:solidFill>
                <a:schemeClr val="tx1"/>
              </a:solidFill>
              <a:effectLst/>
              <a:latin typeface="Garamond" panose="02020404030301010803" pitchFamily="18" charset="0"/>
            </a:endParaRPr>
          </a:p>
        </p:txBody>
      </p:sp>
      <p:sp>
        <p:nvSpPr>
          <p:cNvPr id="23" name="Rectangle 22"/>
          <p:cNvSpPr/>
          <p:nvPr/>
        </p:nvSpPr>
        <p:spPr bwMode="auto">
          <a:xfrm>
            <a:off x="3690937" y="4740275"/>
            <a:ext cx="2024063" cy="1541462"/>
          </a:xfrm>
          <a:prstGeom prst="rect">
            <a:avLst/>
          </a:prstGeom>
          <a:noFill/>
          <a:ln w="57150"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lstStyle/>
          <a:p>
            <a:pPr marL="0" marR="0" indent="0" algn="l" defTabSz="914400" rtl="0" eaLnBrk="0" fontAlgn="base" latinLnBrk="0" hangingPunct="0">
              <a:lnSpc>
                <a:spcPct val="100000"/>
              </a:lnSpc>
              <a:spcBef>
                <a:spcPct val="0"/>
              </a:spcBef>
              <a:spcAft>
                <a:spcPct val="0"/>
              </a:spcAft>
              <a:buClrTx/>
              <a:buSzTx/>
              <a:buFontTx/>
              <a:buNone/>
            </a:pPr>
            <a:endParaRPr kumimoji="0" lang="en-US" sz="1800" b="0" i="0" u="none" strike="noStrike" cap="none" normalizeH="0" baseline="0">
              <a:ln>
                <a:noFill/>
              </a:ln>
              <a:solidFill>
                <a:schemeClr val="tx1"/>
              </a:solidFill>
              <a:effectLst/>
              <a:latin typeface="Garamond" panose="02020404030301010803" pitchFamily="18" charset="0"/>
            </a:endParaRPr>
          </a:p>
        </p:txBody>
      </p:sp>
      <p:sp>
        <p:nvSpPr>
          <p:cNvPr id="24" name="Rectangle 23"/>
          <p:cNvSpPr/>
          <p:nvPr/>
        </p:nvSpPr>
        <p:spPr bwMode="auto">
          <a:xfrm>
            <a:off x="20637" y="2739541"/>
            <a:ext cx="2874963" cy="1670198"/>
          </a:xfrm>
          <a:prstGeom prst="rect">
            <a:avLst/>
          </a:prstGeom>
          <a:noFill/>
          <a:ln w="57150"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lstStyle/>
          <a:p>
            <a:pPr marL="0" marR="0" indent="0" algn="l" defTabSz="914400" rtl="0" eaLnBrk="0" fontAlgn="base" latinLnBrk="0" hangingPunct="0">
              <a:lnSpc>
                <a:spcPct val="100000"/>
              </a:lnSpc>
              <a:spcBef>
                <a:spcPct val="0"/>
              </a:spcBef>
              <a:spcAft>
                <a:spcPct val="0"/>
              </a:spcAft>
              <a:buClrTx/>
              <a:buSzTx/>
              <a:buFontTx/>
              <a:buNone/>
            </a:pPr>
            <a:endParaRPr kumimoji="0" lang="en-US" sz="1800" b="0" i="0" u="none" strike="noStrike" cap="none" normalizeH="0" baseline="0">
              <a:ln>
                <a:noFill/>
              </a:ln>
              <a:solidFill>
                <a:schemeClr val="tx1"/>
              </a:solidFill>
              <a:effectLst/>
              <a:latin typeface="Garamond" panose="02020404030301010803" pitchFamily="18" charset="0"/>
            </a:endParaRPr>
          </a:p>
        </p:txBody>
      </p:sp>
      <p:sp>
        <p:nvSpPr>
          <p:cNvPr id="25" name="Rectangle 24"/>
          <p:cNvSpPr/>
          <p:nvPr/>
        </p:nvSpPr>
        <p:spPr bwMode="auto">
          <a:xfrm>
            <a:off x="3776663" y="2708276"/>
            <a:ext cx="2166937" cy="1541462"/>
          </a:xfrm>
          <a:prstGeom prst="rect">
            <a:avLst/>
          </a:prstGeom>
          <a:noFill/>
          <a:ln w="57150"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lstStyle/>
          <a:p>
            <a:pPr marL="0" marR="0" indent="0" algn="l" defTabSz="914400" rtl="0" eaLnBrk="0" fontAlgn="base" latinLnBrk="0" hangingPunct="0">
              <a:lnSpc>
                <a:spcPct val="100000"/>
              </a:lnSpc>
              <a:spcBef>
                <a:spcPct val="0"/>
              </a:spcBef>
              <a:spcAft>
                <a:spcPct val="0"/>
              </a:spcAft>
              <a:buClrTx/>
              <a:buSzTx/>
              <a:buFontTx/>
              <a:buNone/>
            </a:pPr>
            <a:endParaRPr kumimoji="0" lang="en-US" sz="1800" b="0" i="0" u="none" strike="noStrike" cap="none" normalizeH="0" baseline="0">
              <a:ln>
                <a:noFill/>
              </a:ln>
              <a:solidFill>
                <a:schemeClr val="tx1"/>
              </a:solidFill>
              <a:effectLst/>
              <a:latin typeface="Garamond" panose="02020404030301010803" pitchFamily="18" charset="0"/>
            </a:endParaRPr>
          </a:p>
        </p:txBody>
      </p:sp>
      <p:sp>
        <p:nvSpPr>
          <p:cNvPr id="26" name="Rectangle 23"/>
          <p:cNvSpPr>
            <a:spLocks noChangeArrowheads="1"/>
          </p:cNvSpPr>
          <p:nvPr/>
        </p:nvSpPr>
        <p:spPr bwMode="auto">
          <a:xfrm>
            <a:off x="531691" y="6423143"/>
            <a:ext cx="213701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sz="2000" dirty="0">
                <a:latin typeface="Arial" panose="020B0604020202020204" pitchFamily="34" charset="0"/>
              </a:rPr>
              <a:t>2 nodes in AO</a:t>
            </a:r>
            <a:endParaRPr lang="en-US" altLang="en-US" sz="2000" dirty="0">
              <a:latin typeface="Arial" panose="020B0604020202020204" pitchFamily="34" charset="0"/>
            </a:endParaRPr>
          </a:p>
        </p:txBody>
      </p:sp>
      <p:sp>
        <p:nvSpPr>
          <p:cNvPr id="27" name="Rectangle 23"/>
          <p:cNvSpPr>
            <a:spLocks noChangeArrowheads="1"/>
          </p:cNvSpPr>
          <p:nvPr/>
        </p:nvSpPr>
        <p:spPr bwMode="auto">
          <a:xfrm>
            <a:off x="3706847" y="6372164"/>
            <a:ext cx="213701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sz="2000" dirty="0">
                <a:latin typeface="Arial" panose="020B0604020202020204" pitchFamily="34" charset="0"/>
              </a:rPr>
              <a:t>2 nodes in </a:t>
            </a:r>
            <a:r>
              <a:rPr lang="en-US" altLang="en-US" sz="2000" dirty="0">
                <a:latin typeface="Symbol" panose="05050102010706020507" pitchFamily="18" charset="2"/>
              </a:rPr>
              <a:t>s</a:t>
            </a:r>
            <a:r>
              <a:rPr lang="en-US" altLang="en-US" sz="2000" dirty="0">
                <a:latin typeface="Arial" panose="020B0604020202020204" pitchFamily="34" charset="0"/>
              </a:rPr>
              <a:t> MO</a:t>
            </a:r>
            <a:endParaRPr lang="en-US" altLang="en-US" sz="2000" dirty="0">
              <a:latin typeface="Arial" panose="020B0604020202020204" pitchFamily="34" charset="0"/>
            </a:endParaRPr>
          </a:p>
        </p:txBody>
      </p:sp>
      <p:sp>
        <p:nvSpPr>
          <p:cNvPr id="28" name="Rectangle 23"/>
          <p:cNvSpPr>
            <a:spLocks noChangeArrowheads="1"/>
          </p:cNvSpPr>
          <p:nvPr/>
        </p:nvSpPr>
        <p:spPr bwMode="auto">
          <a:xfrm>
            <a:off x="455491" y="4352925"/>
            <a:ext cx="213701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sz="2000" dirty="0">
                <a:latin typeface="Arial" panose="020B0604020202020204" pitchFamily="34" charset="0"/>
              </a:rPr>
              <a:t>2 nodes in AO</a:t>
            </a:r>
            <a:endParaRPr lang="en-US" altLang="en-US" sz="2000" dirty="0">
              <a:latin typeface="Arial" panose="020B0604020202020204" pitchFamily="34" charset="0"/>
            </a:endParaRPr>
          </a:p>
        </p:txBody>
      </p:sp>
      <p:sp>
        <p:nvSpPr>
          <p:cNvPr id="29" name="Rectangle 23"/>
          <p:cNvSpPr>
            <a:spLocks noChangeArrowheads="1"/>
          </p:cNvSpPr>
          <p:nvPr/>
        </p:nvSpPr>
        <p:spPr bwMode="auto">
          <a:xfrm>
            <a:off x="3743011" y="4263172"/>
            <a:ext cx="235128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sz="2000" dirty="0">
                <a:latin typeface="Arial" panose="020B0604020202020204" pitchFamily="34" charset="0"/>
              </a:rPr>
              <a:t>3 nodes in </a:t>
            </a:r>
            <a:r>
              <a:rPr lang="en-US" altLang="en-US" sz="2000" dirty="0">
                <a:latin typeface="Symbol" panose="05050102010706020507" pitchFamily="18" charset="2"/>
              </a:rPr>
              <a:t>s</a:t>
            </a:r>
            <a:r>
              <a:rPr lang="en-US" altLang="en-US" sz="2000" baseline="30000" dirty="0">
                <a:latin typeface="Symbol" panose="05050102010706020507" pitchFamily="18" charset="2"/>
              </a:rPr>
              <a:t>*</a:t>
            </a:r>
            <a:r>
              <a:rPr lang="en-US" altLang="en-US" sz="2000" dirty="0">
                <a:latin typeface="Arial" panose="020B0604020202020204" pitchFamily="34" charset="0"/>
              </a:rPr>
              <a:t> MO</a:t>
            </a:r>
            <a:endParaRPr lang="en-US" altLang="en-US" sz="2000" dirty="0">
              <a:latin typeface="Arial" panose="020B0604020202020204" pitchFamily="34" charset="0"/>
            </a:endParaRPr>
          </a:p>
        </p:txBody>
      </p:sp>
      <p:cxnSp>
        <p:nvCxnSpPr>
          <p:cNvPr id="30" name="Straight Connector 29"/>
          <p:cNvCxnSpPr/>
          <p:nvPr/>
        </p:nvCxnSpPr>
        <p:spPr bwMode="auto">
          <a:xfrm flipH="1">
            <a:off x="673466" y="2913360"/>
            <a:ext cx="6350" cy="845840"/>
          </a:xfrm>
          <a:prstGeom prst="line">
            <a:avLst/>
          </a:prstGeom>
          <a:solidFill>
            <a:schemeClr val="accent1"/>
          </a:solidFill>
          <a:ln w="76200" cap="flat" cmpd="sng" algn="ctr">
            <a:solidFill>
              <a:schemeClr val="accent2">
                <a:lumMod val="60000"/>
                <a:lumOff val="40000"/>
              </a:schemeClr>
            </a:solidFill>
            <a:prstDash val="solid"/>
            <a:round/>
            <a:headEnd type="none" w="med" len="med"/>
            <a:tailEnd type="none" w="med" len="med"/>
          </a:ln>
          <a:effectLst/>
        </p:spPr>
      </p:cxnSp>
      <p:cxnSp>
        <p:nvCxnSpPr>
          <p:cNvPr id="31" name="Straight Connector 30"/>
          <p:cNvCxnSpPr/>
          <p:nvPr/>
        </p:nvCxnSpPr>
        <p:spPr bwMode="auto">
          <a:xfrm flipH="1">
            <a:off x="2241298" y="2924944"/>
            <a:ext cx="6350" cy="845840"/>
          </a:xfrm>
          <a:prstGeom prst="line">
            <a:avLst/>
          </a:prstGeom>
          <a:solidFill>
            <a:schemeClr val="accent1"/>
          </a:solidFill>
          <a:ln w="76200" cap="flat" cmpd="sng" algn="ctr">
            <a:solidFill>
              <a:schemeClr val="accent2">
                <a:lumMod val="60000"/>
                <a:lumOff val="40000"/>
              </a:schemeClr>
            </a:solidFill>
            <a:prstDash val="solid"/>
            <a:round/>
            <a:headEnd type="none" w="med" len="med"/>
            <a:tailEnd type="none" w="med" len="med"/>
          </a:ln>
          <a:effectLst/>
        </p:spPr>
      </p:cxnSp>
      <p:cxnSp>
        <p:nvCxnSpPr>
          <p:cNvPr id="32" name="Straight Connector 31"/>
          <p:cNvCxnSpPr/>
          <p:nvPr/>
        </p:nvCxnSpPr>
        <p:spPr bwMode="auto">
          <a:xfrm flipH="1">
            <a:off x="4418959" y="2871192"/>
            <a:ext cx="6350" cy="845840"/>
          </a:xfrm>
          <a:prstGeom prst="line">
            <a:avLst/>
          </a:prstGeom>
          <a:solidFill>
            <a:schemeClr val="accent1"/>
          </a:solidFill>
          <a:ln w="76200" cap="flat" cmpd="sng" algn="ctr">
            <a:solidFill>
              <a:schemeClr val="accent2">
                <a:lumMod val="60000"/>
                <a:lumOff val="40000"/>
              </a:schemeClr>
            </a:solidFill>
            <a:prstDash val="solid"/>
            <a:round/>
            <a:headEnd type="none" w="med" len="med"/>
            <a:tailEnd type="none" w="med" len="med"/>
          </a:ln>
          <a:effectLst/>
        </p:spPr>
      </p:cxnSp>
      <p:cxnSp>
        <p:nvCxnSpPr>
          <p:cNvPr id="33" name="Straight Connector 32"/>
          <p:cNvCxnSpPr/>
          <p:nvPr/>
        </p:nvCxnSpPr>
        <p:spPr bwMode="auto">
          <a:xfrm flipH="1">
            <a:off x="5263509" y="2844657"/>
            <a:ext cx="6350" cy="845840"/>
          </a:xfrm>
          <a:prstGeom prst="line">
            <a:avLst/>
          </a:prstGeom>
          <a:solidFill>
            <a:schemeClr val="accent1"/>
          </a:solidFill>
          <a:ln w="76200" cap="flat" cmpd="sng" algn="ctr">
            <a:solidFill>
              <a:schemeClr val="accent2">
                <a:lumMod val="60000"/>
                <a:lumOff val="40000"/>
              </a:schemeClr>
            </a:solidFill>
            <a:prstDash val="solid"/>
            <a:round/>
            <a:headEnd type="none" w="med" len="med"/>
            <a:tailEnd type="none" w="med" len="med"/>
          </a:ln>
          <a:effectLst/>
        </p:spPr>
      </p:cxnSp>
      <p:cxnSp>
        <p:nvCxnSpPr>
          <p:cNvPr id="34" name="Straight Connector 33"/>
          <p:cNvCxnSpPr/>
          <p:nvPr/>
        </p:nvCxnSpPr>
        <p:spPr bwMode="auto">
          <a:xfrm flipH="1">
            <a:off x="4832741" y="2861430"/>
            <a:ext cx="6350" cy="845840"/>
          </a:xfrm>
          <a:prstGeom prst="line">
            <a:avLst/>
          </a:prstGeom>
          <a:solidFill>
            <a:schemeClr val="accent1"/>
          </a:solidFill>
          <a:ln w="76200" cap="flat" cmpd="sng" algn="ctr">
            <a:solidFill>
              <a:schemeClr val="accent2">
                <a:lumMod val="60000"/>
                <a:lumOff val="40000"/>
              </a:schemeClr>
            </a:solidFill>
            <a:prstDash val="solid"/>
            <a:round/>
            <a:headEnd type="none" w="med" len="med"/>
            <a:tailEnd type="none" w="med" len="med"/>
          </a:ln>
          <a:effectLst/>
        </p:spPr>
      </p:cxnSp>
      <p:cxnSp>
        <p:nvCxnSpPr>
          <p:cNvPr id="35" name="Straight Connector 34"/>
          <p:cNvCxnSpPr/>
          <p:nvPr/>
        </p:nvCxnSpPr>
        <p:spPr bwMode="auto">
          <a:xfrm flipH="1">
            <a:off x="735426" y="4979656"/>
            <a:ext cx="6350" cy="845840"/>
          </a:xfrm>
          <a:prstGeom prst="line">
            <a:avLst/>
          </a:prstGeom>
          <a:solidFill>
            <a:schemeClr val="accent1"/>
          </a:solidFill>
          <a:ln w="76200" cap="flat" cmpd="sng" algn="ctr">
            <a:solidFill>
              <a:schemeClr val="accent2">
                <a:lumMod val="60000"/>
                <a:lumOff val="40000"/>
              </a:schemeClr>
            </a:solidFill>
            <a:prstDash val="solid"/>
            <a:round/>
            <a:headEnd type="none" w="med" len="med"/>
            <a:tailEnd type="none" w="med" len="med"/>
          </a:ln>
          <a:effectLst/>
        </p:spPr>
      </p:cxnSp>
      <p:cxnSp>
        <p:nvCxnSpPr>
          <p:cNvPr id="36" name="Straight Connector 35"/>
          <p:cNvCxnSpPr/>
          <p:nvPr/>
        </p:nvCxnSpPr>
        <p:spPr bwMode="auto">
          <a:xfrm flipH="1">
            <a:off x="2162586" y="4991240"/>
            <a:ext cx="6350" cy="845840"/>
          </a:xfrm>
          <a:prstGeom prst="line">
            <a:avLst/>
          </a:prstGeom>
          <a:solidFill>
            <a:schemeClr val="accent1"/>
          </a:solidFill>
          <a:ln w="76200" cap="flat" cmpd="sng" algn="ctr">
            <a:solidFill>
              <a:schemeClr val="accent2">
                <a:lumMod val="60000"/>
                <a:lumOff val="40000"/>
              </a:schemeClr>
            </a:solidFill>
            <a:prstDash val="solid"/>
            <a:round/>
            <a:headEnd type="none" w="med" len="med"/>
            <a:tailEnd type="none" w="med" len="med"/>
          </a:ln>
          <a:effectLst/>
        </p:spPr>
      </p:cxnSp>
      <p:cxnSp>
        <p:nvCxnSpPr>
          <p:cNvPr id="39" name="Straight Connector 38"/>
          <p:cNvCxnSpPr/>
          <p:nvPr/>
        </p:nvCxnSpPr>
        <p:spPr bwMode="auto">
          <a:xfrm flipH="1">
            <a:off x="4412609" y="5040664"/>
            <a:ext cx="6350" cy="845840"/>
          </a:xfrm>
          <a:prstGeom prst="line">
            <a:avLst/>
          </a:prstGeom>
          <a:solidFill>
            <a:schemeClr val="accent1"/>
          </a:solidFill>
          <a:ln w="76200" cap="flat" cmpd="sng" algn="ctr">
            <a:solidFill>
              <a:schemeClr val="accent2">
                <a:lumMod val="60000"/>
                <a:lumOff val="40000"/>
              </a:schemeClr>
            </a:solidFill>
            <a:prstDash val="solid"/>
            <a:round/>
            <a:headEnd type="none" w="med" len="med"/>
            <a:tailEnd type="none" w="med" len="med"/>
          </a:ln>
          <a:effectLst/>
        </p:spPr>
      </p:cxnSp>
      <p:cxnSp>
        <p:nvCxnSpPr>
          <p:cNvPr id="41" name="Straight Connector 40"/>
          <p:cNvCxnSpPr/>
          <p:nvPr/>
        </p:nvCxnSpPr>
        <p:spPr bwMode="auto">
          <a:xfrm flipH="1">
            <a:off x="5060458" y="5029498"/>
            <a:ext cx="6350" cy="845840"/>
          </a:xfrm>
          <a:prstGeom prst="line">
            <a:avLst/>
          </a:prstGeom>
          <a:solidFill>
            <a:schemeClr val="accent1"/>
          </a:solidFill>
          <a:ln w="76200" cap="flat" cmpd="sng" algn="ctr">
            <a:solidFill>
              <a:schemeClr val="accent2">
                <a:lumMod val="60000"/>
                <a:lumOff val="40000"/>
              </a:schemeClr>
            </a:solidFill>
            <a:prstDash val="solid"/>
            <a:round/>
            <a:headEnd type="none" w="med" len="med"/>
            <a:tailEnd type="none" w="med" len="med"/>
          </a:ln>
          <a:effectLst/>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8"/>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9"/>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0"/>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3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32"/>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34"/>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33"/>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nodeType="clickEffect">
                                  <p:stCondLst>
                                    <p:cond delay="0"/>
                                  </p:stCondLst>
                                  <p:childTnLst>
                                    <p:set>
                                      <p:cBhvr>
                                        <p:cTn id="52" dur="1" fill="hold">
                                          <p:stCondLst>
                                            <p:cond delay="0"/>
                                          </p:stCondLst>
                                        </p:cTn>
                                        <p:tgtEl>
                                          <p:spTgt spid="35"/>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36"/>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39"/>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4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p:bldP spid="27" grpId="0"/>
      <p:bldP spid="28" grpId="0"/>
      <p:bldP spid="29" grpId="0"/>
    </p:bldLst>
  </p:timing>
</p:sld>
</file>

<file path=ppt/slides/slide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83986" name="Picture 18" descr="F2(h-1)"/>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3581400" y="4572000"/>
            <a:ext cx="2349500" cy="1296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3970" name="Text Box 2"/>
          <p:cNvSpPr txBox="1">
            <a:spLocks noChangeArrowheads="1"/>
          </p:cNvSpPr>
          <p:nvPr/>
        </p:nvSpPr>
        <p:spPr bwMode="auto">
          <a:xfrm>
            <a:off x="5867400" y="1752600"/>
            <a:ext cx="3200400" cy="10772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spcBef>
                <a:spcPct val="50000"/>
              </a:spcBef>
            </a:pPr>
            <a:r>
              <a:rPr lang="en-US" altLang="en-US" sz="1600" dirty="0">
                <a:latin typeface="Arial" panose="020B0604020202020204" pitchFamily="34" charset="0"/>
              </a:rPr>
              <a:t>This produces an MO over the molecule with a node on the bond between the F atoms.  This is thus a </a:t>
            </a:r>
            <a:r>
              <a:rPr lang="en-US" altLang="en-US" sz="1600" dirty="0">
                <a:latin typeface="Arial" panose="020B0604020202020204" pitchFamily="34" charset="0"/>
                <a:sym typeface="Symbol" panose="05050102010706020507" pitchFamily="18" charset="2"/>
              </a:rPr>
              <a:t> </a:t>
            </a:r>
            <a:r>
              <a:rPr lang="en-US" altLang="en-US" sz="1600" dirty="0">
                <a:latin typeface="Arial" panose="020B0604020202020204" pitchFamily="34" charset="0"/>
              </a:rPr>
              <a:t>bonding MO</a:t>
            </a:r>
            <a:r>
              <a:rPr lang="en-US" altLang="en-US" sz="1600" dirty="0">
                <a:latin typeface="Arial" panose="020B0604020202020204" pitchFamily="34" charset="0"/>
                <a:sym typeface="Symbol" panose="05050102010706020507" pitchFamily="18" charset="2"/>
              </a:rPr>
              <a:t>.</a:t>
            </a:r>
            <a:endParaRPr lang="en-US" altLang="en-US" sz="1600" dirty="0">
              <a:latin typeface="Arial" panose="020B0604020202020204" pitchFamily="34" charset="0"/>
            </a:endParaRPr>
          </a:p>
        </p:txBody>
      </p:sp>
      <p:sp>
        <p:nvSpPr>
          <p:cNvPr id="83971" name="Text Box 3"/>
          <p:cNvSpPr txBox="1">
            <a:spLocks noChangeArrowheads="1"/>
          </p:cNvSpPr>
          <p:nvPr/>
        </p:nvSpPr>
        <p:spPr bwMode="auto">
          <a:xfrm>
            <a:off x="2847975" y="76200"/>
            <a:ext cx="3176588"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sz="2000" b="1">
                <a:latin typeface="Arial" panose="020B0604020202020204" pitchFamily="34" charset="0"/>
              </a:rPr>
              <a:t>Molecular Orbital Theory</a:t>
            </a:r>
            <a:endParaRPr lang="en-US" altLang="en-US" sz="2000" b="1">
              <a:latin typeface="Arial" panose="020B0604020202020204" pitchFamily="34" charset="0"/>
            </a:endParaRPr>
          </a:p>
        </p:txBody>
      </p:sp>
      <p:sp>
        <p:nvSpPr>
          <p:cNvPr id="83972" name="Text Box 4"/>
          <p:cNvSpPr txBox="1">
            <a:spLocks noChangeArrowheads="1"/>
          </p:cNvSpPr>
          <p:nvPr/>
        </p:nvSpPr>
        <p:spPr bwMode="auto">
          <a:xfrm>
            <a:off x="457200" y="441325"/>
            <a:ext cx="4525963"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sz="2000">
                <a:latin typeface="Arial" panose="020B0604020202020204" pitchFamily="34" charset="0"/>
              </a:rPr>
              <a:t>Diatomic molecules: The bonding in F</a:t>
            </a:r>
            <a:r>
              <a:rPr lang="en-US" altLang="en-US" sz="2000" baseline="-25000">
                <a:latin typeface="Arial" panose="020B0604020202020204" pitchFamily="34" charset="0"/>
              </a:rPr>
              <a:t>2</a:t>
            </a:r>
            <a:endParaRPr lang="en-US" altLang="en-US" sz="2000" baseline="-25000">
              <a:latin typeface="Arial" panose="020B0604020202020204" pitchFamily="34" charset="0"/>
            </a:endParaRPr>
          </a:p>
        </p:txBody>
      </p:sp>
      <p:sp>
        <p:nvSpPr>
          <p:cNvPr id="83973" name="Rectangle 5"/>
          <p:cNvSpPr>
            <a:spLocks noChangeArrowheads="1"/>
          </p:cNvSpPr>
          <p:nvPr/>
        </p:nvSpPr>
        <p:spPr bwMode="auto">
          <a:xfrm>
            <a:off x="407988" y="2803525"/>
            <a:ext cx="658812"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sz="2000">
                <a:latin typeface="Arial" panose="020B0604020202020204" pitchFamily="34" charset="0"/>
              </a:rPr>
              <a:t>2p</a:t>
            </a:r>
            <a:r>
              <a:rPr lang="en-US" altLang="en-US" sz="2000" baseline="-25000">
                <a:latin typeface="Arial" panose="020B0604020202020204" pitchFamily="34" charset="0"/>
              </a:rPr>
              <a:t>yA</a:t>
            </a:r>
            <a:endParaRPr lang="en-US" altLang="en-US" sz="2000" baseline="-25000">
              <a:latin typeface="Arial" panose="020B0604020202020204" pitchFamily="34" charset="0"/>
            </a:endParaRPr>
          </a:p>
        </p:txBody>
      </p:sp>
      <p:sp>
        <p:nvSpPr>
          <p:cNvPr id="83974" name="Text Box 6"/>
          <p:cNvSpPr txBox="1">
            <a:spLocks noChangeArrowheads="1"/>
          </p:cNvSpPr>
          <p:nvPr/>
        </p:nvSpPr>
        <p:spPr bwMode="auto">
          <a:xfrm>
            <a:off x="1295400" y="1981200"/>
            <a:ext cx="331788"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sz="2000">
                <a:latin typeface="Arial" panose="020B0604020202020204" pitchFamily="34" charset="0"/>
              </a:rPr>
              <a:t>+</a:t>
            </a:r>
            <a:endParaRPr lang="en-US" altLang="en-US" sz="2000">
              <a:latin typeface="Arial" panose="020B0604020202020204" pitchFamily="34" charset="0"/>
            </a:endParaRPr>
          </a:p>
        </p:txBody>
      </p:sp>
      <p:sp>
        <p:nvSpPr>
          <p:cNvPr id="83975" name="Line 7"/>
          <p:cNvSpPr>
            <a:spLocks noChangeShapeType="1"/>
          </p:cNvSpPr>
          <p:nvPr/>
        </p:nvSpPr>
        <p:spPr bwMode="auto">
          <a:xfrm>
            <a:off x="2895600" y="2286000"/>
            <a:ext cx="762000" cy="0"/>
          </a:xfrm>
          <a:prstGeom prst="line">
            <a:avLst/>
          </a:prstGeom>
          <a:noFill/>
          <a:ln w="38100">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3976" name="Text Box 8"/>
          <p:cNvSpPr txBox="1">
            <a:spLocks noChangeArrowheads="1"/>
          </p:cNvSpPr>
          <p:nvPr/>
        </p:nvSpPr>
        <p:spPr bwMode="auto">
          <a:xfrm>
            <a:off x="5867400" y="4673600"/>
            <a:ext cx="3200400"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spcBef>
                <a:spcPct val="50000"/>
              </a:spcBef>
            </a:pPr>
            <a:r>
              <a:rPr lang="en-US" altLang="en-US" sz="1600" dirty="0">
                <a:latin typeface="Arial" panose="020B0604020202020204" pitchFamily="34" charset="0"/>
              </a:rPr>
              <a:t>This produces an MO around both F atoms that has two nodes: one on the bond axis and one perpendicular to the bond.  This is thus an </a:t>
            </a:r>
            <a:r>
              <a:rPr lang="en-US" altLang="en-US" sz="1600" dirty="0">
                <a:latin typeface="Arial" panose="020B0604020202020204" pitchFamily="34" charset="0"/>
                <a:sym typeface="Symbol" panose="05050102010706020507" pitchFamily="18" charset="2"/>
              </a:rPr>
              <a:t> </a:t>
            </a:r>
            <a:r>
              <a:rPr lang="en-US" altLang="en-US" sz="1600" dirty="0">
                <a:latin typeface="Arial" panose="020B0604020202020204" pitchFamily="34" charset="0"/>
              </a:rPr>
              <a:t>antibonding MO</a:t>
            </a:r>
            <a:r>
              <a:rPr lang="en-US" altLang="en-US" sz="1600" dirty="0">
                <a:latin typeface="Arial" panose="020B0604020202020204" pitchFamily="34" charset="0"/>
                <a:sym typeface="Symbol" panose="05050102010706020507" pitchFamily="18" charset="2"/>
              </a:rPr>
              <a:t>.</a:t>
            </a:r>
            <a:endParaRPr lang="en-US" altLang="en-US" sz="1600" dirty="0">
              <a:latin typeface="Arial" panose="020B0604020202020204" pitchFamily="34" charset="0"/>
              <a:sym typeface="Symbol" panose="05050102010706020507" pitchFamily="18" charset="2"/>
            </a:endParaRPr>
          </a:p>
        </p:txBody>
      </p:sp>
      <p:sp>
        <p:nvSpPr>
          <p:cNvPr id="83978" name="Rectangle 10"/>
          <p:cNvSpPr>
            <a:spLocks noChangeArrowheads="1"/>
          </p:cNvSpPr>
          <p:nvPr/>
        </p:nvSpPr>
        <p:spPr bwMode="auto">
          <a:xfrm>
            <a:off x="1828800" y="2803525"/>
            <a:ext cx="658813"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sz="2000">
                <a:latin typeface="Arial" panose="020B0604020202020204" pitchFamily="34" charset="0"/>
              </a:rPr>
              <a:t>2p</a:t>
            </a:r>
            <a:r>
              <a:rPr lang="en-US" altLang="en-US" sz="2000" baseline="-25000">
                <a:latin typeface="Arial" panose="020B0604020202020204" pitchFamily="34" charset="0"/>
              </a:rPr>
              <a:t>yB</a:t>
            </a:r>
            <a:endParaRPr lang="en-US" altLang="en-US" sz="2000" baseline="-25000">
              <a:latin typeface="Arial" panose="020B0604020202020204" pitchFamily="34" charset="0"/>
            </a:endParaRPr>
          </a:p>
        </p:txBody>
      </p:sp>
      <p:sp>
        <p:nvSpPr>
          <p:cNvPr id="83979" name="Text Box 11"/>
          <p:cNvSpPr txBox="1">
            <a:spLocks noChangeArrowheads="1"/>
          </p:cNvSpPr>
          <p:nvPr/>
        </p:nvSpPr>
        <p:spPr bwMode="auto">
          <a:xfrm>
            <a:off x="1328738" y="5241925"/>
            <a:ext cx="268287"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sz="2000">
                <a:latin typeface="Arial" panose="020B0604020202020204" pitchFamily="34" charset="0"/>
              </a:rPr>
              <a:t>-</a:t>
            </a:r>
            <a:endParaRPr lang="en-US" altLang="en-US" sz="2000">
              <a:latin typeface="Arial" panose="020B0604020202020204" pitchFamily="34" charset="0"/>
            </a:endParaRPr>
          </a:p>
        </p:txBody>
      </p:sp>
      <p:sp>
        <p:nvSpPr>
          <p:cNvPr id="83980" name="Line 12"/>
          <p:cNvSpPr>
            <a:spLocks noChangeShapeType="1"/>
          </p:cNvSpPr>
          <p:nvPr/>
        </p:nvSpPr>
        <p:spPr bwMode="auto">
          <a:xfrm>
            <a:off x="2819400" y="5181600"/>
            <a:ext cx="762000" cy="0"/>
          </a:xfrm>
          <a:prstGeom prst="line">
            <a:avLst/>
          </a:prstGeom>
          <a:noFill/>
          <a:ln w="38100">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3982" name="Rectangle 14"/>
          <p:cNvSpPr>
            <a:spLocks noChangeArrowheads="1"/>
          </p:cNvSpPr>
          <p:nvPr/>
        </p:nvSpPr>
        <p:spPr bwMode="auto">
          <a:xfrm>
            <a:off x="228600" y="914400"/>
            <a:ext cx="5094288"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sz="2000">
                <a:latin typeface="Arial" panose="020B0604020202020204" pitchFamily="34" charset="0"/>
              </a:rPr>
              <a:t>The first set of combinations of </a:t>
            </a:r>
            <a:r>
              <a:rPr lang="en-US" altLang="en-US" sz="2000">
                <a:latin typeface="Arial" panose="020B0604020202020204" pitchFamily="34" charset="0"/>
                <a:sym typeface="Symbol" panose="05050102010706020507" pitchFamily="18" charset="2"/>
              </a:rPr>
              <a:t> symmetry:</a:t>
            </a:r>
            <a:endParaRPr lang="en-US" altLang="en-US" sz="2000">
              <a:latin typeface="Arial" panose="020B0604020202020204" pitchFamily="34" charset="0"/>
            </a:endParaRPr>
          </a:p>
        </p:txBody>
      </p:sp>
      <p:pic>
        <p:nvPicPr>
          <p:cNvPr id="83983" name="Picture 15" descr="NAtom(py)"/>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8138" y="1676400"/>
            <a:ext cx="804862" cy="1066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3984" name="Picture 16" descr="F2(h-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86200" y="1676400"/>
            <a:ext cx="1752600" cy="1258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3985" name="Picture 17" descr="NAtom(py)"/>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52600" y="1676400"/>
            <a:ext cx="804863" cy="1066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3987" name="Rectangle 19"/>
          <p:cNvSpPr>
            <a:spLocks noChangeArrowheads="1"/>
          </p:cNvSpPr>
          <p:nvPr/>
        </p:nvSpPr>
        <p:spPr bwMode="auto">
          <a:xfrm>
            <a:off x="450850" y="5775325"/>
            <a:ext cx="658813"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sz="2000">
                <a:latin typeface="Arial" panose="020B0604020202020204" pitchFamily="34" charset="0"/>
              </a:rPr>
              <a:t>2p</a:t>
            </a:r>
            <a:r>
              <a:rPr lang="en-US" altLang="en-US" sz="2000" baseline="-25000">
                <a:latin typeface="Arial" panose="020B0604020202020204" pitchFamily="34" charset="0"/>
              </a:rPr>
              <a:t>yA</a:t>
            </a:r>
            <a:endParaRPr lang="en-US" altLang="en-US" sz="2000" baseline="-25000">
              <a:latin typeface="Arial" panose="020B0604020202020204" pitchFamily="34" charset="0"/>
            </a:endParaRPr>
          </a:p>
        </p:txBody>
      </p:sp>
      <p:sp>
        <p:nvSpPr>
          <p:cNvPr id="83988" name="Rectangle 20"/>
          <p:cNvSpPr>
            <a:spLocks noChangeArrowheads="1"/>
          </p:cNvSpPr>
          <p:nvPr/>
        </p:nvSpPr>
        <p:spPr bwMode="auto">
          <a:xfrm>
            <a:off x="1871663" y="5775325"/>
            <a:ext cx="658812"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sz="2000">
                <a:latin typeface="Arial" panose="020B0604020202020204" pitchFamily="34" charset="0"/>
              </a:rPr>
              <a:t>2p</a:t>
            </a:r>
            <a:r>
              <a:rPr lang="en-US" altLang="en-US" sz="2000" baseline="-25000">
                <a:latin typeface="Arial" panose="020B0604020202020204" pitchFamily="34" charset="0"/>
              </a:rPr>
              <a:t>yB</a:t>
            </a:r>
            <a:endParaRPr lang="en-US" altLang="en-US" sz="2000" baseline="-25000">
              <a:latin typeface="Arial" panose="020B0604020202020204" pitchFamily="34" charset="0"/>
            </a:endParaRPr>
          </a:p>
        </p:txBody>
      </p:sp>
      <p:pic>
        <p:nvPicPr>
          <p:cNvPr id="83989" name="Picture 21" descr="NAtom(py)"/>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81000" y="4648200"/>
            <a:ext cx="804863" cy="1066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3990" name="Picture 22" descr="NAtom(py)"/>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flipV="1">
            <a:off x="1795463" y="4648200"/>
            <a:ext cx="804862" cy="1066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1" name="Rectangle 23"/>
          <p:cNvSpPr>
            <a:spLocks noChangeArrowheads="1"/>
          </p:cNvSpPr>
          <p:nvPr/>
        </p:nvSpPr>
        <p:spPr bwMode="auto">
          <a:xfrm>
            <a:off x="588769" y="3231025"/>
            <a:ext cx="213701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sz="2000" dirty="0">
                <a:latin typeface="Arial" panose="020B0604020202020204" pitchFamily="34" charset="0"/>
              </a:rPr>
              <a:t>2 nodes in AO</a:t>
            </a:r>
            <a:endParaRPr lang="en-US" altLang="en-US" sz="2000" dirty="0">
              <a:latin typeface="Arial" panose="020B0604020202020204" pitchFamily="34" charset="0"/>
            </a:endParaRPr>
          </a:p>
        </p:txBody>
      </p:sp>
      <p:sp>
        <p:nvSpPr>
          <p:cNvPr id="22" name="Rectangle 23"/>
          <p:cNvSpPr>
            <a:spLocks noChangeArrowheads="1"/>
          </p:cNvSpPr>
          <p:nvPr/>
        </p:nvSpPr>
        <p:spPr bwMode="auto">
          <a:xfrm>
            <a:off x="3763925" y="3180046"/>
            <a:ext cx="213701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sz="2000" dirty="0">
                <a:latin typeface="Arial" panose="020B0604020202020204" pitchFamily="34" charset="0"/>
              </a:rPr>
              <a:t>1 nodes in </a:t>
            </a:r>
            <a:r>
              <a:rPr lang="en-US" altLang="en-US" sz="2000" dirty="0">
                <a:latin typeface="Symbol" panose="05050102010706020507" pitchFamily="18" charset="2"/>
              </a:rPr>
              <a:t>p</a:t>
            </a:r>
            <a:r>
              <a:rPr lang="en-US" altLang="en-US" sz="2000" dirty="0">
                <a:latin typeface="Arial" panose="020B0604020202020204" pitchFamily="34" charset="0"/>
              </a:rPr>
              <a:t> MO</a:t>
            </a:r>
            <a:endParaRPr lang="en-US" altLang="en-US" sz="2000" dirty="0">
              <a:latin typeface="Arial" panose="020B0604020202020204" pitchFamily="34" charset="0"/>
            </a:endParaRPr>
          </a:p>
        </p:txBody>
      </p:sp>
      <p:sp>
        <p:nvSpPr>
          <p:cNvPr id="23" name="Rectangle 23"/>
          <p:cNvSpPr>
            <a:spLocks noChangeArrowheads="1"/>
          </p:cNvSpPr>
          <p:nvPr/>
        </p:nvSpPr>
        <p:spPr bwMode="auto">
          <a:xfrm>
            <a:off x="642347" y="6213240"/>
            <a:ext cx="213701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sz="2000" dirty="0">
                <a:latin typeface="Arial" panose="020B0604020202020204" pitchFamily="34" charset="0"/>
              </a:rPr>
              <a:t>2 nodes in AO</a:t>
            </a:r>
            <a:endParaRPr lang="en-US" altLang="en-US" sz="2000" dirty="0">
              <a:latin typeface="Arial" panose="020B0604020202020204" pitchFamily="34" charset="0"/>
            </a:endParaRPr>
          </a:p>
        </p:txBody>
      </p:sp>
      <p:sp>
        <p:nvSpPr>
          <p:cNvPr id="25" name="Rectangle 23"/>
          <p:cNvSpPr>
            <a:spLocks noChangeArrowheads="1"/>
          </p:cNvSpPr>
          <p:nvPr/>
        </p:nvSpPr>
        <p:spPr bwMode="auto">
          <a:xfrm>
            <a:off x="3708617" y="5976450"/>
            <a:ext cx="213701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sz="2000" dirty="0">
                <a:latin typeface="Arial" panose="020B0604020202020204" pitchFamily="34" charset="0"/>
              </a:rPr>
              <a:t>2 nodes in </a:t>
            </a:r>
            <a:r>
              <a:rPr lang="en-US" altLang="en-US" sz="2000" dirty="0">
                <a:latin typeface="Symbol" panose="05050102010706020507" pitchFamily="18" charset="2"/>
              </a:rPr>
              <a:t>p</a:t>
            </a:r>
            <a:r>
              <a:rPr lang="en-US" altLang="en-US" sz="2000" baseline="30000" dirty="0">
                <a:latin typeface="Symbol" panose="05050102010706020507" pitchFamily="18" charset="2"/>
              </a:rPr>
              <a:t>*</a:t>
            </a:r>
            <a:r>
              <a:rPr lang="en-US" altLang="en-US" sz="2000" dirty="0">
                <a:latin typeface="Arial" panose="020B0604020202020204" pitchFamily="34" charset="0"/>
              </a:rPr>
              <a:t> MO</a:t>
            </a:r>
            <a:endParaRPr lang="en-US" altLang="en-US" sz="2000" dirty="0">
              <a:latin typeface="Arial" panose="020B0604020202020204" pitchFamily="34" charset="0"/>
            </a:endParaRPr>
          </a:p>
        </p:txBody>
      </p:sp>
      <p:cxnSp>
        <p:nvCxnSpPr>
          <p:cNvPr id="3" name="Straight Connector 2"/>
          <p:cNvCxnSpPr/>
          <p:nvPr/>
        </p:nvCxnSpPr>
        <p:spPr bwMode="auto">
          <a:xfrm flipH="1">
            <a:off x="4756150" y="4770599"/>
            <a:ext cx="6350" cy="845840"/>
          </a:xfrm>
          <a:prstGeom prst="line">
            <a:avLst/>
          </a:prstGeom>
          <a:solidFill>
            <a:schemeClr val="accent1"/>
          </a:solidFill>
          <a:ln w="76200" cap="flat" cmpd="sng" algn="ctr">
            <a:solidFill>
              <a:schemeClr val="accent2">
                <a:lumMod val="60000"/>
                <a:lumOff val="40000"/>
              </a:schemeClr>
            </a:solidFill>
            <a:prstDash val="solid"/>
            <a:round/>
            <a:headEnd type="none" w="med" len="med"/>
            <a:tailEnd type="none" w="med" len="med"/>
          </a:ln>
          <a:effectLst/>
        </p:spPr>
      </p:cxnSp>
      <p:cxnSp>
        <p:nvCxnSpPr>
          <p:cNvPr id="29" name="Straight Connector 28"/>
          <p:cNvCxnSpPr/>
          <p:nvPr/>
        </p:nvCxnSpPr>
        <p:spPr bwMode="auto">
          <a:xfrm rot="16200000" flipH="1">
            <a:off x="4752975" y="4773774"/>
            <a:ext cx="6350" cy="845840"/>
          </a:xfrm>
          <a:prstGeom prst="line">
            <a:avLst/>
          </a:prstGeom>
          <a:solidFill>
            <a:schemeClr val="accent1"/>
          </a:solidFill>
          <a:ln w="76200" cap="flat" cmpd="sng" algn="ctr">
            <a:solidFill>
              <a:schemeClr val="accent2">
                <a:lumMod val="60000"/>
                <a:lumOff val="40000"/>
              </a:schemeClr>
            </a:solidFill>
            <a:prstDash val="solid"/>
            <a:round/>
            <a:headEnd type="none" w="med" len="med"/>
            <a:tailEnd type="none" w="med" len="med"/>
          </a:ln>
          <a:effectLst/>
        </p:spPr>
      </p:cxnSp>
      <p:cxnSp>
        <p:nvCxnSpPr>
          <p:cNvPr id="30" name="Straight Connector 29"/>
          <p:cNvCxnSpPr/>
          <p:nvPr/>
        </p:nvCxnSpPr>
        <p:spPr bwMode="auto">
          <a:xfrm rot="16200000" flipH="1">
            <a:off x="4752975" y="1895655"/>
            <a:ext cx="6350" cy="845840"/>
          </a:xfrm>
          <a:prstGeom prst="line">
            <a:avLst/>
          </a:prstGeom>
          <a:solidFill>
            <a:schemeClr val="accent1"/>
          </a:solidFill>
          <a:ln w="76200" cap="flat" cmpd="sng" algn="ctr">
            <a:solidFill>
              <a:schemeClr val="accent2">
                <a:lumMod val="60000"/>
                <a:lumOff val="40000"/>
              </a:schemeClr>
            </a:solidFill>
            <a:prstDash val="solid"/>
            <a:round/>
            <a:headEnd type="none" w="med" len="med"/>
            <a:tailEnd type="none" w="med" len="med"/>
          </a:ln>
          <a:effectLst/>
        </p:spPr>
      </p:cxnSp>
      <p:sp>
        <p:nvSpPr>
          <p:cNvPr id="5" name="TextBox 4"/>
          <p:cNvSpPr txBox="1"/>
          <p:nvPr/>
        </p:nvSpPr>
        <p:spPr>
          <a:xfrm>
            <a:off x="6053938" y="3062952"/>
            <a:ext cx="2369883" cy="1477328"/>
          </a:xfrm>
          <a:prstGeom prst="rect">
            <a:avLst/>
          </a:prstGeom>
          <a:noFill/>
        </p:spPr>
        <p:txBody>
          <a:bodyPr wrap="square" rtlCol="0">
            <a:spAutoFit/>
          </a:bodyPr>
          <a:lstStyle/>
          <a:p>
            <a:r>
              <a:rPr lang="en-GB" b="1" dirty="0">
                <a:solidFill>
                  <a:srgbClr val="FF0000"/>
                </a:solidFill>
                <a:effectLst>
                  <a:outerShdw blurRad="38100" dist="38100" dir="2700000" algn="tl">
                    <a:srgbClr val="000000">
                      <a:alpha val="43137"/>
                    </a:srgbClr>
                  </a:outerShdw>
                </a:effectLst>
                <a:latin typeface="Corbel" panose="020B0503020204020204" pitchFamily="34" charset="0"/>
              </a:rPr>
              <a:t>It’s important to show the position of the nuclei!!!! (either with a dot or a line between them) </a:t>
            </a:r>
            <a:endParaRPr lang="en-US" b="1" dirty="0">
              <a:solidFill>
                <a:srgbClr val="FF0000"/>
              </a:solidFill>
              <a:effectLst>
                <a:outerShdw blurRad="38100" dist="38100" dir="2700000" algn="tl">
                  <a:srgbClr val="000000">
                    <a:alpha val="43137"/>
                  </a:srgbClr>
                </a:outerShdw>
              </a:effectLst>
              <a:latin typeface="Corbel" panose="020B0503020204020204" pitchFamily="34"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p:bldP spid="22" grpId="0"/>
      <p:bldP spid="23" grpId="0"/>
      <p:bldP spid="25" grpId="0"/>
    </p:bldLst>
  </p:timing>
</p:sld>
</file>

<file path=ppt/slides/slide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86018" name="Picture 2" descr="F2(h)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3438525" y="2057400"/>
            <a:ext cx="981075" cy="5064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6019" name="Picture 3" descr="F2(h-1)"/>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495800" y="1981200"/>
            <a:ext cx="895350" cy="615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6020" name="Picture 4" descr="F2(l)"/>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10000" y="990600"/>
            <a:ext cx="1143000" cy="568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6021" name="Picture 5" descr="F2(h-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406775" y="3332163"/>
            <a:ext cx="1089025" cy="5540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6022" name="Picture 6" descr="F2(h-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495800" y="3276600"/>
            <a:ext cx="925513" cy="666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6023" name="Picture 7" descr="F2(h-4)"/>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870325" y="4267200"/>
            <a:ext cx="1006475" cy="527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6024" name="Picture 8" descr="F2(h-5)"/>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962400" y="5281613"/>
            <a:ext cx="820738" cy="433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6025" name="Picture 9" descr="F2(h-6)"/>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962400" y="6248400"/>
            <a:ext cx="815975" cy="419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6026" name="Line 10"/>
          <p:cNvSpPr>
            <a:spLocks noChangeShapeType="1"/>
          </p:cNvSpPr>
          <p:nvPr/>
        </p:nvSpPr>
        <p:spPr bwMode="auto">
          <a:xfrm>
            <a:off x="990600" y="6019800"/>
            <a:ext cx="533400" cy="0"/>
          </a:xfrm>
          <a:prstGeom prst="line">
            <a:avLst/>
          </a:prstGeom>
          <a:noFill/>
          <a:ln w="381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6027" name="Line 11"/>
          <p:cNvSpPr>
            <a:spLocks noChangeShapeType="1"/>
          </p:cNvSpPr>
          <p:nvPr/>
        </p:nvSpPr>
        <p:spPr bwMode="auto">
          <a:xfrm>
            <a:off x="3276600" y="6019800"/>
            <a:ext cx="533400" cy="0"/>
          </a:xfrm>
          <a:prstGeom prst="line">
            <a:avLst/>
          </a:prstGeom>
          <a:noFill/>
          <a:ln w="381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6028" name="Line 12"/>
          <p:cNvSpPr>
            <a:spLocks noChangeShapeType="1"/>
          </p:cNvSpPr>
          <p:nvPr/>
        </p:nvSpPr>
        <p:spPr bwMode="auto">
          <a:xfrm>
            <a:off x="2133600" y="5562600"/>
            <a:ext cx="533400" cy="0"/>
          </a:xfrm>
          <a:prstGeom prst="line">
            <a:avLst/>
          </a:prstGeom>
          <a:noFill/>
          <a:ln w="381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6029" name="Line 13"/>
          <p:cNvSpPr>
            <a:spLocks noChangeShapeType="1"/>
          </p:cNvSpPr>
          <p:nvPr/>
        </p:nvSpPr>
        <p:spPr bwMode="auto">
          <a:xfrm>
            <a:off x="2133600" y="6400800"/>
            <a:ext cx="533400" cy="0"/>
          </a:xfrm>
          <a:prstGeom prst="line">
            <a:avLst/>
          </a:prstGeom>
          <a:noFill/>
          <a:ln w="381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cxnSp>
        <p:nvCxnSpPr>
          <p:cNvPr id="86030" name="AutoShape 14"/>
          <p:cNvCxnSpPr>
            <a:cxnSpLocks noChangeShapeType="1"/>
            <a:stCxn id="86026" idx="1"/>
            <a:endCxn id="86029" idx="0"/>
          </p:cNvCxnSpPr>
          <p:nvPr/>
        </p:nvCxnSpPr>
        <p:spPr bwMode="auto">
          <a:xfrm>
            <a:off x="1524000" y="6038850"/>
            <a:ext cx="609600" cy="342900"/>
          </a:xfrm>
          <a:prstGeom prst="straightConnector1">
            <a:avLst/>
          </a:prstGeom>
          <a:noFill/>
          <a:ln w="9525">
            <a:solidFill>
              <a:schemeClr val="tx1"/>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86031" name="AutoShape 15"/>
          <p:cNvCxnSpPr>
            <a:cxnSpLocks noChangeShapeType="1"/>
            <a:stCxn id="86029" idx="1"/>
            <a:endCxn id="86027" idx="0"/>
          </p:cNvCxnSpPr>
          <p:nvPr/>
        </p:nvCxnSpPr>
        <p:spPr bwMode="auto">
          <a:xfrm flipV="1">
            <a:off x="2667000" y="6000750"/>
            <a:ext cx="609600" cy="419100"/>
          </a:xfrm>
          <a:prstGeom prst="straightConnector1">
            <a:avLst/>
          </a:prstGeom>
          <a:noFill/>
          <a:ln w="9525">
            <a:solidFill>
              <a:schemeClr val="tx1"/>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86032" name="AutoShape 16"/>
          <p:cNvCxnSpPr>
            <a:cxnSpLocks noChangeShapeType="1"/>
            <a:stCxn id="86026" idx="1"/>
            <a:endCxn id="86028" idx="0"/>
          </p:cNvCxnSpPr>
          <p:nvPr/>
        </p:nvCxnSpPr>
        <p:spPr bwMode="auto">
          <a:xfrm flipV="1">
            <a:off x="1524000" y="5543550"/>
            <a:ext cx="609600" cy="495300"/>
          </a:xfrm>
          <a:prstGeom prst="straightConnector1">
            <a:avLst/>
          </a:prstGeom>
          <a:noFill/>
          <a:ln w="9525">
            <a:solidFill>
              <a:schemeClr val="tx1"/>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86033" name="AutoShape 17"/>
          <p:cNvCxnSpPr>
            <a:cxnSpLocks noChangeShapeType="1"/>
            <a:stCxn id="86027" idx="0"/>
            <a:endCxn id="86028" idx="1"/>
          </p:cNvCxnSpPr>
          <p:nvPr/>
        </p:nvCxnSpPr>
        <p:spPr bwMode="auto">
          <a:xfrm flipH="1" flipV="1">
            <a:off x="2667000" y="5581650"/>
            <a:ext cx="609600" cy="419100"/>
          </a:xfrm>
          <a:prstGeom prst="straightConnector1">
            <a:avLst/>
          </a:prstGeom>
          <a:noFill/>
          <a:ln w="9525">
            <a:solidFill>
              <a:schemeClr val="tx1"/>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nvGrpSpPr>
          <p:cNvPr id="86034" name="Group 18"/>
          <p:cNvGrpSpPr/>
          <p:nvPr/>
        </p:nvGrpSpPr>
        <p:grpSpPr bwMode="auto">
          <a:xfrm>
            <a:off x="2324100" y="6172200"/>
            <a:ext cx="152400" cy="457200"/>
            <a:chOff x="1344" y="2496"/>
            <a:chExt cx="96" cy="288"/>
          </a:xfrm>
        </p:grpSpPr>
        <p:sp>
          <p:nvSpPr>
            <p:cNvPr id="86103" name="Line 19"/>
            <p:cNvSpPr>
              <a:spLocks noChangeShapeType="1"/>
            </p:cNvSpPr>
            <p:nvPr/>
          </p:nvSpPr>
          <p:spPr bwMode="auto">
            <a:xfrm flipV="1">
              <a:off x="1344" y="2496"/>
              <a:ext cx="0" cy="288"/>
            </a:xfrm>
            <a:prstGeom prst="line">
              <a:avLst/>
            </a:prstGeom>
            <a:noFill/>
            <a:ln w="9525">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6104" name="Line 20"/>
            <p:cNvSpPr>
              <a:spLocks noChangeShapeType="1"/>
            </p:cNvSpPr>
            <p:nvPr/>
          </p:nvSpPr>
          <p:spPr bwMode="auto">
            <a:xfrm>
              <a:off x="1440" y="2496"/>
              <a:ext cx="0" cy="288"/>
            </a:xfrm>
            <a:prstGeom prst="line">
              <a:avLst/>
            </a:prstGeom>
            <a:noFill/>
            <a:ln w="9525">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grpSp>
      <p:sp>
        <p:nvSpPr>
          <p:cNvPr id="86035" name="Text Box 21"/>
          <p:cNvSpPr txBox="1">
            <a:spLocks noChangeArrowheads="1"/>
          </p:cNvSpPr>
          <p:nvPr/>
        </p:nvSpPr>
        <p:spPr bwMode="auto">
          <a:xfrm>
            <a:off x="1066800" y="700088"/>
            <a:ext cx="3238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a:latin typeface="Arial" panose="020B0604020202020204" pitchFamily="34" charset="0"/>
              </a:rPr>
              <a:t>F</a:t>
            </a:r>
            <a:endParaRPr lang="en-US" altLang="en-US">
              <a:latin typeface="Arial" panose="020B0604020202020204" pitchFamily="34" charset="0"/>
            </a:endParaRPr>
          </a:p>
        </p:txBody>
      </p:sp>
      <p:sp>
        <p:nvSpPr>
          <p:cNvPr id="86036" name="Line 22"/>
          <p:cNvSpPr>
            <a:spLocks noChangeShapeType="1"/>
          </p:cNvSpPr>
          <p:nvPr/>
        </p:nvSpPr>
        <p:spPr bwMode="auto">
          <a:xfrm flipV="1">
            <a:off x="457200" y="914400"/>
            <a:ext cx="0" cy="5867400"/>
          </a:xfrm>
          <a:prstGeom prst="line">
            <a:avLst/>
          </a:prstGeom>
          <a:noFill/>
          <a:ln w="38100">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6037" name="Text Box 23"/>
          <p:cNvSpPr txBox="1">
            <a:spLocks noChangeArrowheads="1"/>
          </p:cNvSpPr>
          <p:nvPr/>
        </p:nvSpPr>
        <p:spPr bwMode="auto">
          <a:xfrm rot="-5400000">
            <a:off x="-265906" y="3466307"/>
            <a:ext cx="9080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a:latin typeface="Arial" panose="020B0604020202020204" pitchFamily="34" charset="0"/>
              </a:rPr>
              <a:t>Energy</a:t>
            </a:r>
            <a:endParaRPr lang="en-US" altLang="en-US">
              <a:latin typeface="Arial" panose="020B0604020202020204" pitchFamily="34" charset="0"/>
            </a:endParaRPr>
          </a:p>
        </p:txBody>
      </p:sp>
      <p:sp>
        <p:nvSpPr>
          <p:cNvPr id="86038" name="Text Box 24"/>
          <p:cNvSpPr txBox="1">
            <a:spLocks noChangeArrowheads="1"/>
          </p:cNvSpPr>
          <p:nvPr/>
        </p:nvSpPr>
        <p:spPr bwMode="auto">
          <a:xfrm>
            <a:off x="3409950" y="685800"/>
            <a:ext cx="3238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a:latin typeface="Arial" panose="020B0604020202020204" pitchFamily="34" charset="0"/>
              </a:rPr>
              <a:t>F</a:t>
            </a:r>
            <a:endParaRPr lang="en-US" altLang="en-US">
              <a:latin typeface="Arial" panose="020B0604020202020204" pitchFamily="34" charset="0"/>
            </a:endParaRPr>
          </a:p>
        </p:txBody>
      </p:sp>
      <p:sp>
        <p:nvSpPr>
          <p:cNvPr id="86039" name="Text Box 25"/>
          <p:cNvSpPr txBox="1">
            <a:spLocks noChangeArrowheads="1"/>
          </p:cNvSpPr>
          <p:nvPr/>
        </p:nvSpPr>
        <p:spPr bwMode="auto">
          <a:xfrm>
            <a:off x="2259013" y="700088"/>
            <a:ext cx="407987"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a:latin typeface="Arial" panose="020B0604020202020204" pitchFamily="34" charset="0"/>
              </a:rPr>
              <a:t>F</a:t>
            </a:r>
            <a:r>
              <a:rPr lang="en-US" altLang="en-US" baseline="-25000">
                <a:latin typeface="Arial" panose="020B0604020202020204" pitchFamily="34" charset="0"/>
              </a:rPr>
              <a:t>2</a:t>
            </a:r>
            <a:endParaRPr lang="en-US" altLang="en-US" baseline="-25000">
              <a:latin typeface="Arial" panose="020B0604020202020204" pitchFamily="34" charset="0"/>
            </a:endParaRPr>
          </a:p>
        </p:txBody>
      </p:sp>
      <p:sp>
        <p:nvSpPr>
          <p:cNvPr id="86040" name="Text Box 26"/>
          <p:cNvSpPr txBox="1">
            <a:spLocks noChangeArrowheads="1"/>
          </p:cNvSpPr>
          <p:nvPr/>
        </p:nvSpPr>
        <p:spPr bwMode="auto">
          <a:xfrm>
            <a:off x="685800" y="5994400"/>
            <a:ext cx="371475"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sz="1400">
                <a:latin typeface="Arial" panose="020B0604020202020204" pitchFamily="34" charset="0"/>
              </a:rPr>
              <a:t>2s</a:t>
            </a:r>
            <a:endParaRPr lang="en-US" altLang="en-US" sz="1400">
              <a:latin typeface="Arial" panose="020B0604020202020204" pitchFamily="34" charset="0"/>
            </a:endParaRPr>
          </a:p>
        </p:txBody>
      </p:sp>
      <p:sp>
        <p:nvSpPr>
          <p:cNvPr id="86041" name="Text Box 27"/>
          <p:cNvSpPr txBox="1">
            <a:spLocks noChangeArrowheads="1"/>
          </p:cNvSpPr>
          <p:nvPr/>
        </p:nvSpPr>
        <p:spPr bwMode="auto">
          <a:xfrm>
            <a:off x="3460750" y="5994400"/>
            <a:ext cx="371475"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sz="1400">
                <a:latin typeface="Arial" panose="020B0604020202020204" pitchFamily="34" charset="0"/>
              </a:rPr>
              <a:t>2s</a:t>
            </a:r>
            <a:endParaRPr lang="en-US" altLang="en-US" sz="1400">
              <a:latin typeface="Arial" panose="020B0604020202020204" pitchFamily="34" charset="0"/>
            </a:endParaRPr>
          </a:p>
        </p:txBody>
      </p:sp>
      <p:sp>
        <p:nvSpPr>
          <p:cNvPr id="86042" name="Rectangle 28"/>
          <p:cNvSpPr>
            <a:spLocks noChangeArrowheads="1"/>
          </p:cNvSpPr>
          <p:nvPr/>
        </p:nvSpPr>
        <p:spPr bwMode="auto">
          <a:xfrm>
            <a:off x="2667000" y="6375400"/>
            <a:ext cx="29367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sz="1400" dirty="0">
                <a:latin typeface="Arial" panose="020B0604020202020204" pitchFamily="34" charset="0"/>
                <a:sym typeface="Symbol" panose="05050102010706020507" pitchFamily="18" charset="2"/>
              </a:rPr>
              <a:t></a:t>
            </a:r>
            <a:endParaRPr lang="en-US" altLang="en-US" sz="1400" baseline="-25000" dirty="0">
              <a:latin typeface="Arial" panose="020B0604020202020204" pitchFamily="34" charset="0"/>
              <a:sym typeface="Symbol" panose="05050102010706020507" pitchFamily="18" charset="2"/>
            </a:endParaRPr>
          </a:p>
        </p:txBody>
      </p:sp>
      <p:sp>
        <p:nvSpPr>
          <p:cNvPr id="86043" name="Rectangle 29"/>
          <p:cNvSpPr>
            <a:spLocks noChangeArrowheads="1"/>
          </p:cNvSpPr>
          <p:nvPr/>
        </p:nvSpPr>
        <p:spPr bwMode="auto">
          <a:xfrm>
            <a:off x="2667000" y="5375275"/>
            <a:ext cx="37382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sz="1400" dirty="0">
                <a:latin typeface="Arial" panose="020B0604020202020204" pitchFamily="34" charset="0"/>
                <a:sym typeface="Symbol" panose="05050102010706020507" pitchFamily="18" charset="2"/>
              </a:rPr>
              <a:t></a:t>
            </a:r>
            <a:r>
              <a:rPr lang="en-US" altLang="en-US" sz="1600" dirty="0">
                <a:latin typeface="Arial" panose="020B0604020202020204" pitchFamily="34" charset="0"/>
                <a:sym typeface="Symbol" panose="05050102010706020507" pitchFamily="18" charset="2"/>
              </a:rPr>
              <a:t>*</a:t>
            </a:r>
            <a:endParaRPr lang="en-US" altLang="en-US" sz="1600" dirty="0">
              <a:latin typeface="Arial" panose="020B0604020202020204" pitchFamily="34" charset="0"/>
              <a:sym typeface="Symbol" panose="05050102010706020507" pitchFamily="18" charset="2"/>
            </a:endParaRPr>
          </a:p>
        </p:txBody>
      </p:sp>
      <p:grpSp>
        <p:nvGrpSpPr>
          <p:cNvPr id="86044" name="Group 30"/>
          <p:cNvGrpSpPr/>
          <p:nvPr/>
        </p:nvGrpSpPr>
        <p:grpSpPr bwMode="auto">
          <a:xfrm>
            <a:off x="2286000" y="5334000"/>
            <a:ext cx="152400" cy="457200"/>
            <a:chOff x="1344" y="2496"/>
            <a:chExt cx="96" cy="288"/>
          </a:xfrm>
        </p:grpSpPr>
        <p:sp>
          <p:nvSpPr>
            <p:cNvPr id="86101" name="Line 31"/>
            <p:cNvSpPr>
              <a:spLocks noChangeShapeType="1"/>
            </p:cNvSpPr>
            <p:nvPr/>
          </p:nvSpPr>
          <p:spPr bwMode="auto">
            <a:xfrm flipV="1">
              <a:off x="1344" y="2496"/>
              <a:ext cx="0" cy="288"/>
            </a:xfrm>
            <a:prstGeom prst="line">
              <a:avLst/>
            </a:prstGeom>
            <a:noFill/>
            <a:ln w="9525">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6102" name="Line 32"/>
            <p:cNvSpPr>
              <a:spLocks noChangeShapeType="1"/>
            </p:cNvSpPr>
            <p:nvPr/>
          </p:nvSpPr>
          <p:spPr bwMode="auto">
            <a:xfrm>
              <a:off x="1440" y="2496"/>
              <a:ext cx="0" cy="288"/>
            </a:xfrm>
            <a:prstGeom prst="line">
              <a:avLst/>
            </a:prstGeom>
            <a:noFill/>
            <a:ln w="9525">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grpSp>
      <p:sp>
        <p:nvSpPr>
          <p:cNvPr id="86045" name="Line 33"/>
          <p:cNvSpPr>
            <a:spLocks noChangeShapeType="1"/>
          </p:cNvSpPr>
          <p:nvPr/>
        </p:nvSpPr>
        <p:spPr bwMode="auto">
          <a:xfrm>
            <a:off x="914400" y="3062288"/>
            <a:ext cx="533400" cy="0"/>
          </a:xfrm>
          <a:prstGeom prst="line">
            <a:avLst/>
          </a:prstGeom>
          <a:noFill/>
          <a:ln w="381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6046" name="Line 34"/>
          <p:cNvSpPr>
            <a:spLocks noChangeShapeType="1"/>
          </p:cNvSpPr>
          <p:nvPr/>
        </p:nvSpPr>
        <p:spPr bwMode="auto">
          <a:xfrm>
            <a:off x="3352800" y="3124200"/>
            <a:ext cx="533400" cy="0"/>
          </a:xfrm>
          <a:prstGeom prst="line">
            <a:avLst/>
          </a:prstGeom>
          <a:noFill/>
          <a:ln w="381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6047" name="Line 35"/>
          <p:cNvSpPr>
            <a:spLocks noChangeShapeType="1"/>
          </p:cNvSpPr>
          <p:nvPr/>
        </p:nvSpPr>
        <p:spPr bwMode="auto">
          <a:xfrm>
            <a:off x="2133600" y="1371600"/>
            <a:ext cx="533400" cy="0"/>
          </a:xfrm>
          <a:prstGeom prst="line">
            <a:avLst/>
          </a:prstGeom>
          <a:noFill/>
          <a:ln w="381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6048" name="Line 36"/>
          <p:cNvSpPr>
            <a:spLocks noChangeShapeType="1"/>
          </p:cNvSpPr>
          <p:nvPr/>
        </p:nvSpPr>
        <p:spPr bwMode="auto">
          <a:xfrm>
            <a:off x="2133600" y="4572000"/>
            <a:ext cx="533400" cy="0"/>
          </a:xfrm>
          <a:prstGeom prst="line">
            <a:avLst/>
          </a:prstGeom>
          <a:noFill/>
          <a:ln w="381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cxnSp>
        <p:nvCxnSpPr>
          <p:cNvPr id="86049" name="AutoShape 37"/>
          <p:cNvCxnSpPr>
            <a:cxnSpLocks noChangeShapeType="1"/>
            <a:stCxn id="86045" idx="1"/>
            <a:endCxn id="86048" idx="0"/>
          </p:cNvCxnSpPr>
          <p:nvPr/>
        </p:nvCxnSpPr>
        <p:spPr bwMode="auto">
          <a:xfrm>
            <a:off x="1447800" y="3081338"/>
            <a:ext cx="685800" cy="1471612"/>
          </a:xfrm>
          <a:prstGeom prst="straightConnector1">
            <a:avLst/>
          </a:prstGeom>
          <a:noFill/>
          <a:ln w="9525">
            <a:solidFill>
              <a:schemeClr val="tx1"/>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86050" name="AutoShape 38"/>
          <p:cNvCxnSpPr>
            <a:cxnSpLocks noChangeShapeType="1"/>
            <a:stCxn id="86048" idx="1"/>
            <a:endCxn id="86046" idx="0"/>
          </p:cNvCxnSpPr>
          <p:nvPr/>
        </p:nvCxnSpPr>
        <p:spPr bwMode="auto">
          <a:xfrm flipV="1">
            <a:off x="2667000" y="3105150"/>
            <a:ext cx="685800" cy="1485900"/>
          </a:xfrm>
          <a:prstGeom prst="straightConnector1">
            <a:avLst/>
          </a:prstGeom>
          <a:noFill/>
          <a:ln w="9525">
            <a:solidFill>
              <a:schemeClr val="tx1"/>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86051" name="AutoShape 39"/>
          <p:cNvCxnSpPr>
            <a:cxnSpLocks noChangeShapeType="1"/>
            <a:stCxn id="86045" idx="1"/>
            <a:endCxn id="86047" idx="0"/>
          </p:cNvCxnSpPr>
          <p:nvPr/>
        </p:nvCxnSpPr>
        <p:spPr bwMode="auto">
          <a:xfrm flipV="1">
            <a:off x="1447800" y="1352550"/>
            <a:ext cx="685800" cy="1728788"/>
          </a:xfrm>
          <a:prstGeom prst="straightConnector1">
            <a:avLst/>
          </a:prstGeom>
          <a:noFill/>
          <a:ln w="9525">
            <a:solidFill>
              <a:schemeClr val="tx1"/>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86052" name="AutoShape 40"/>
          <p:cNvCxnSpPr>
            <a:cxnSpLocks noChangeShapeType="1"/>
            <a:stCxn id="86046" idx="0"/>
            <a:endCxn id="86047" idx="1"/>
          </p:cNvCxnSpPr>
          <p:nvPr/>
        </p:nvCxnSpPr>
        <p:spPr bwMode="auto">
          <a:xfrm flipH="1" flipV="1">
            <a:off x="2667000" y="1390650"/>
            <a:ext cx="685800" cy="1714500"/>
          </a:xfrm>
          <a:prstGeom prst="straightConnector1">
            <a:avLst/>
          </a:prstGeom>
          <a:noFill/>
          <a:ln w="9525">
            <a:solidFill>
              <a:schemeClr val="tx1"/>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nvGrpSpPr>
          <p:cNvPr id="86053" name="Group 41"/>
          <p:cNvGrpSpPr/>
          <p:nvPr/>
        </p:nvGrpSpPr>
        <p:grpSpPr bwMode="auto">
          <a:xfrm>
            <a:off x="2324100" y="4343400"/>
            <a:ext cx="152400" cy="457200"/>
            <a:chOff x="1344" y="2496"/>
            <a:chExt cx="96" cy="288"/>
          </a:xfrm>
        </p:grpSpPr>
        <p:sp>
          <p:nvSpPr>
            <p:cNvPr id="86099" name="Line 42"/>
            <p:cNvSpPr>
              <a:spLocks noChangeShapeType="1"/>
            </p:cNvSpPr>
            <p:nvPr/>
          </p:nvSpPr>
          <p:spPr bwMode="auto">
            <a:xfrm flipV="1">
              <a:off x="1344" y="2496"/>
              <a:ext cx="0" cy="288"/>
            </a:xfrm>
            <a:prstGeom prst="line">
              <a:avLst/>
            </a:prstGeom>
            <a:noFill/>
            <a:ln w="9525">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6100" name="Line 43"/>
            <p:cNvSpPr>
              <a:spLocks noChangeShapeType="1"/>
            </p:cNvSpPr>
            <p:nvPr/>
          </p:nvSpPr>
          <p:spPr bwMode="auto">
            <a:xfrm>
              <a:off x="1440" y="2496"/>
              <a:ext cx="0" cy="288"/>
            </a:xfrm>
            <a:prstGeom prst="line">
              <a:avLst/>
            </a:prstGeom>
            <a:noFill/>
            <a:ln w="9525">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grpSp>
      <p:sp>
        <p:nvSpPr>
          <p:cNvPr id="86054" name="Text Box 44"/>
          <p:cNvSpPr txBox="1">
            <a:spLocks noChangeArrowheads="1"/>
          </p:cNvSpPr>
          <p:nvPr/>
        </p:nvSpPr>
        <p:spPr bwMode="auto">
          <a:xfrm>
            <a:off x="533400" y="2819400"/>
            <a:ext cx="382588"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sz="1400">
                <a:latin typeface="Arial" panose="020B0604020202020204" pitchFamily="34" charset="0"/>
              </a:rPr>
              <a:t>2p</a:t>
            </a:r>
            <a:endParaRPr lang="en-US" altLang="en-US" sz="1400">
              <a:latin typeface="Arial" panose="020B0604020202020204" pitchFamily="34" charset="0"/>
            </a:endParaRPr>
          </a:p>
        </p:txBody>
      </p:sp>
      <p:sp>
        <p:nvSpPr>
          <p:cNvPr id="86055" name="Text Box 45"/>
          <p:cNvSpPr txBox="1">
            <a:spLocks noChangeArrowheads="1"/>
          </p:cNvSpPr>
          <p:nvPr/>
        </p:nvSpPr>
        <p:spPr bwMode="auto">
          <a:xfrm>
            <a:off x="3429000" y="3124200"/>
            <a:ext cx="382588"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sz="1400">
                <a:latin typeface="Arial" panose="020B0604020202020204" pitchFamily="34" charset="0"/>
              </a:rPr>
              <a:t>2p</a:t>
            </a:r>
            <a:endParaRPr lang="en-US" altLang="en-US" sz="1400">
              <a:latin typeface="Arial" panose="020B0604020202020204" pitchFamily="34" charset="0"/>
            </a:endParaRPr>
          </a:p>
        </p:txBody>
      </p:sp>
      <p:sp>
        <p:nvSpPr>
          <p:cNvPr id="86056" name="Rectangle 46"/>
          <p:cNvSpPr>
            <a:spLocks noChangeArrowheads="1"/>
          </p:cNvSpPr>
          <p:nvPr/>
        </p:nvSpPr>
        <p:spPr bwMode="auto">
          <a:xfrm>
            <a:off x="2667000" y="4408488"/>
            <a:ext cx="29367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sz="1400" dirty="0">
                <a:latin typeface="Arial" panose="020B0604020202020204" pitchFamily="34" charset="0"/>
                <a:sym typeface="Symbol" panose="05050102010706020507" pitchFamily="18" charset="2"/>
              </a:rPr>
              <a:t></a:t>
            </a:r>
            <a:endParaRPr lang="en-US" altLang="en-US" sz="1400" baseline="-25000" dirty="0">
              <a:latin typeface="Arial" panose="020B0604020202020204" pitchFamily="34" charset="0"/>
              <a:sym typeface="Symbol" panose="05050102010706020507" pitchFamily="18" charset="2"/>
            </a:endParaRPr>
          </a:p>
        </p:txBody>
      </p:sp>
      <p:sp>
        <p:nvSpPr>
          <p:cNvPr id="86057" name="Rectangle 47"/>
          <p:cNvSpPr>
            <a:spLocks noChangeArrowheads="1"/>
          </p:cNvSpPr>
          <p:nvPr/>
        </p:nvSpPr>
        <p:spPr bwMode="auto">
          <a:xfrm>
            <a:off x="2667000" y="1169988"/>
            <a:ext cx="37382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sz="1400" dirty="0">
                <a:latin typeface="Arial" panose="020B0604020202020204" pitchFamily="34" charset="0"/>
                <a:sym typeface="Symbol" panose="05050102010706020507" pitchFamily="18" charset="2"/>
              </a:rPr>
              <a:t></a:t>
            </a:r>
            <a:r>
              <a:rPr lang="en-US" altLang="en-US" sz="1600" dirty="0">
                <a:latin typeface="Arial" panose="020B0604020202020204" pitchFamily="34" charset="0"/>
                <a:sym typeface="Symbol" panose="05050102010706020507" pitchFamily="18" charset="2"/>
              </a:rPr>
              <a:t>*</a:t>
            </a:r>
            <a:endParaRPr lang="en-US" altLang="en-US" sz="1600" dirty="0">
              <a:latin typeface="Arial" panose="020B0604020202020204" pitchFamily="34" charset="0"/>
              <a:sym typeface="Symbol" panose="05050102010706020507" pitchFamily="18" charset="2"/>
            </a:endParaRPr>
          </a:p>
        </p:txBody>
      </p:sp>
      <p:sp>
        <p:nvSpPr>
          <p:cNvPr id="86058" name="Line 48"/>
          <p:cNvSpPr>
            <a:spLocks noChangeShapeType="1"/>
          </p:cNvSpPr>
          <p:nvPr/>
        </p:nvSpPr>
        <p:spPr bwMode="auto">
          <a:xfrm>
            <a:off x="1828800" y="2362200"/>
            <a:ext cx="533400" cy="0"/>
          </a:xfrm>
          <a:prstGeom prst="line">
            <a:avLst/>
          </a:prstGeom>
          <a:noFill/>
          <a:ln w="381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6059" name="Line 49"/>
          <p:cNvSpPr>
            <a:spLocks noChangeShapeType="1"/>
          </p:cNvSpPr>
          <p:nvPr/>
        </p:nvSpPr>
        <p:spPr bwMode="auto">
          <a:xfrm>
            <a:off x="2438400" y="2362200"/>
            <a:ext cx="533400" cy="0"/>
          </a:xfrm>
          <a:prstGeom prst="line">
            <a:avLst/>
          </a:prstGeom>
          <a:noFill/>
          <a:ln w="381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6060" name="Line 50"/>
          <p:cNvSpPr>
            <a:spLocks noChangeShapeType="1"/>
          </p:cNvSpPr>
          <p:nvPr/>
        </p:nvSpPr>
        <p:spPr bwMode="auto">
          <a:xfrm>
            <a:off x="1828800" y="3581400"/>
            <a:ext cx="533400" cy="0"/>
          </a:xfrm>
          <a:prstGeom prst="line">
            <a:avLst/>
          </a:prstGeom>
          <a:noFill/>
          <a:ln w="381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6061" name="Line 51"/>
          <p:cNvSpPr>
            <a:spLocks noChangeShapeType="1"/>
          </p:cNvSpPr>
          <p:nvPr/>
        </p:nvSpPr>
        <p:spPr bwMode="auto">
          <a:xfrm>
            <a:off x="2438400" y="3581400"/>
            <a:ext cx="533400" cy="0"/>
          </a:xfrm>
          <a:prstGeom prst="line">
            <a:avLst/>
          </a:prstGeom>
          <a:noFill/>
          <a:ln w="381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grpSp>
        <p:nvGrpSpPr>
          <p:cNvPr id="86062" name="Group 52"/>
          <p:cNvGrpSpPr/>
          <p:nvPr/>
        </p:nvGrpSpPr>
        <p:grpSpPr bwMode="auto">
          <a:xfrm>
            <a:off x="3352800" y="2957513"/>
            <a:ext cx="533400" cy="76200"/>
            <a:chOff x="2112" y="1680"/>
            <a:chExt cx="336" cy="48"/>
          </a:xfrm>
        </p:grpSpPr>
        <p:sp>
          <p:nvSpPr>
            <p:cNvPr id="86097" name="Line 53"/>
            <p:cNvSpPr>
              <a:spLocks noChangeShapeType="1"/>
            </p:cNvSpPr>
            <p:nvPr/>
          </p:nvSpPr>
          <p:spPr bwMode="auto">
            <a:xfrm>
              <a:off x="2112" y="1728"/>
              <a:ext cx="336" cy="0"/>
            </a:xfrm>
            <a:prstGeom prst="line">
              <a:avLst/>
            </a:prstGeom>
            <a:noFill/>
            <a:ln w="38100">
              <a:solidFill>
                <a:srgbClr val="FFFF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6098" name="Line 54"/>
            <p:cNvSpPr>
              <a:spLocks noChangeShapeType="1"/>
            </p:cNvSpPr>
            <p:nvPr/>
          </p:nvSpPr>
          <p:spPr bwMode="auto">
            <a:xfrm>
              <a:off x="2112" y="1680"/>
              <a:ext cx="336" cy="0"/>
            </a:xfrm>
            <a:prstGeom prst="line">
              <a:avLst/>
            </a:prstGeom>
            <a:noFill/>
            <a:ln w="38100">
              <a:solidFill>
                <a:srgbClr val="FFFF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grpSp>
      <p:grpSp>
        <p:nvGrpSpPr>
          <p:cNvPr id="86063" name="Group 55"/>
          <p:cNvGrpSpPr/>
          <p:nvPr/>
        </p:nvGrpSpPr>
        <p:grpSpPr bwMode="auto">
          <a:xfrm>
            <a:off x="914400" y="2895600"/>
            <a:ext cx="533400" cy="76200"/>
            <a:chOff x="2112" y="1680"/>
            <a:chExt cx="336" cy="48"/>
          </a:xfrm>
        </p:grpSpPr>
        <p:sp>
          <p:nvSpPr>
            <p:cNvPr id="86095" name="Line 56"/>
            <p:cNvSpPr>
              <a:spLocks noChangeShapeType="1"/>
            </p:cNvSpPr>
            <p:nvPr/>
          </p:nvSpPr>
          <p:spPr bwMode="auto">
            <a:xfrm>
              <a:off x="2112" y="1728"/>
              <a:ext cx="336" cy="0"/>
            </a:xfrm>
            <a:prstGeom prst="line">
              <a:avLst/>
            </a:prstGeom>
            <a:noFill/>
            <a:ln w="38100">
              <a:solidFill>
                <a:srgbClr val="FFFF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6096" name="Line 57"/>
            <p:cNvSpPr>
              <a:spLocks noChangeShapeType="1"/>
            </p:cNvSpPr>
            <p:nvPr/>
          </p:nvSpPr>
          <p:spPr bwMode="auto">
            <a:xfrm>
              <a:off x="2112" y="1680"/>
              <a:ext cx="336" cy="0"/>
            </a:xfrm>
            <a:prstGeom prst="line">
              <a:avLst/>
            </a:prstGeom>
            <a:noFill/>
            <a:ln w="38100">
              <a:solidFill>
                <a:srgbClr val="FFFF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grpSp>
      <p:cxnSp>
        <p:nvCxnSpPr>
          <p:cNvPr id="86064" name="AutoShape 58"/>
          <p:cNvCxnSpPr>
            <a:cxnSpLocks noChangeShapeType="1"/>
            <a:stCxn id="86095" idx="1"/>
            <a:endCxn id="86058" idx="0"/>
          </p:cNvCxnSpPr>
          <p:nvPr/>
        </p:nvCxnSpPr>
        <p:spPr bwMode="auto">
          <a:xfrm flipV="1">
            <a:off x="1447800" y="2343150"/>
            <a:ext cx="381000" cy="647700"/>
          </a:xfrm>
          <a:prstGeom prst="straightConnector1">
            <a:avLst/>
          </a:prstGeom>
          <a:noFill/>
          <a:ln w="9525">
            <a:solidFill>
              <a:schemeClr val="tx1"/>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86065" name="AutoShape 59"/>
          <p:cNvCxnSpPr>
            <a:cxnSpLocks noChangeShapeType="1"/>
            <a:stCxn id="86097" idx="0"/>
            <a:endCxn id="86059" idx="1"/>
          </p:cNvCxnSpPr>
          <p:nvPr/>
        </p:nvCxnSpPr>
        <p:spPr bwMode="auto">
          <a:xfrm flipH="1" flipV="1">
            <a:off x="2971800" y="2381250"/>
            <a:ext cx="381000" cy="633413"/>
          </a:xfrm>
          <a:prstGeom prst="straightConnector1">
            <a:avLst/>
          </a:prstGeom>
          <a:noFill/>
          <a:ln w="9525">
            <a:solidFill>
              <a:schemeClr val="tx1"/>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86066" name="AutoShape 60"/>
          <p:cNvCxnSpPr>
            <a:cxnSpLocks noChangeShapeType="1"/>
            <a:stCxn id="86095" idx="1"/>
            <a:endCxn id="86060" idx="0"/>
          </p:cNvCxnSpPr>
          <p:nvPr/>
        </p:nvCxnSpPr>
        <p:spPr bwMode="auto">
          <a:xfrm>
            <a:off x="1447800" y="2990850"/>
            <a:ext cx="381000" cy="571500"/>
          </a:xfrm>
          <a:prstGeom prst="straightConnector1">
            <a:avLst/>
          </a:prstGeom>
          <a:noFill/>
          <a:ln w="9525">
            <a:solidFill>
              <a:schemeClr val="tx1"/>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86067" name="AutoShape 61"/>
          <p:cNvCxnSpPr>
            <a:cxnSpLocks noChangeShapeType="1"/>
            <a:stCxn id="86097" idx="0"/>
            <a:endCxn id="86061" idx="1"/>
          </p:cNvCxnSpPr>
          <p:nvPr/>
        </p:nvCxnSpPr>
        <p:spPr bwMode="auto">
          <a:xfrm flipH="1">
            <a:off x="2971800" y="3014663"/>
            <a:ext cx="381000" cy="585787"/>
          </a:xfrm>
          <a:prstGeom prst="straightConnector1">
            <a:avLst/>
          </a:prstGeom>
          <a:noFill/>
          <a:ln w="9525">
            <a:solidFill>
              <a:schemeClr val="tx1"/>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86068" name="Rectangle 62"/>
          <p:cNvSpPr>
            <a:spLocks noChangeArrowheads="1"/>
          </p:cNvSpPr>
          <p:nvPr/>
        </p:nvSpPr>
        <p:spPr bwMode="auto">
          <a:xfrm>
            <a:off x="3062288" y="3429000"/>
            <a:ext cx="28245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sz="1400" dirty="0">
                <a:latin typeface="Arial" panose="020B0604020202020204" pitchFamily="34" charset="0"/>
                <a:sym typeface="Symbol" panose="05050102010706020507" pitchFamily="18" charset="2"/>
              </a:rPr>
              <a:t></a:t>
            </a:r>
            <a:endParaRPr lang="en-US" altLang="en-US" sz="1400" baseline="-25000" dirty="0">
              <a:latin typeface="Arial" panose="020B0604020202020204" pitchFamily="34" charset="0"/>
              <a:sym typeface="Symbol" panose="05050102010706020507" pitchFamily="18" charset="2"/>
            </a:endParaRPr>
          </a:p>
        </p:txBody>
      </p:sp>
      <p:sp>
        <p:nvSpPr>
          <p:cNvPr id="86069" name="Rectangle 63"/>
          <p:cNvSpPr>
            <a:spLocks noChangeArrowheads="1"/>
          </p:cNvSpPr>
          <p:nvPr/>
        </p:nvSpPr>
        <p:spPr bwMode="auto">
          <a:xfrm>
            <a:off x="2992438" y="2185988"/>
            <a:ext cx="36260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sz="1400" dirty="0">
                <a:latin typeface="Arial" panose="020B0604020202020204" pitchFamily="34" charset="0"/>
                <a:sym typeface="Symbol" panose="05050102010706020507" pitchFamily="18" charset="2"/>
              </a:rPr>
              <a:t></a:t>
            </a:r>
            <a:r>
              <a:rPr lang="en-US" altLang="en-US" sz="1600" dirty="0">
                <a:latin typeface="Arial" panose="020B0604020202020204" pitchFamily="34" charset="0"/>
                <a:sym typeface="Symbol" panose="05050102010706020507" pitchFamily="18" charset="2"/>
              </a:rPr>
              <a:t>*</a:t>
            </a:r>
            <a:endParaRPr lang="en-US" altLang="en-US" sz="1600" dirty="0">
              <a:latin typeface="Arial" panose="020B0604020202020204" pitchFamily="34" charset="0"/>
              <a:sym typeface="Symbol" panose="05050102010706020507" pitchFamily="18" charset="2"/>
            </a:endParaRPr>
          </a:p>
        </p:txBody>
      </p:sp>
      <p:grpSp>
        <p:nvGrpSpPr>
          <p:cNvPr id="86070" name="Group 64"/>
          <p:cNvGrpSpPr/>
          <p:nvPr/>
        </p:nvGrpSpPr>
        <p:grpSpPr bwMode="auto">
          <a:xfrm>
            <a:off x="1981200" y="3352800"/>
            <a:ext cx="152400" cy="457200"/>
            <a:chOff x="1344" y="2496"/>
            <a:chExt cx="96" cy="288"/>
          </a:xfrm>
        </p:grpSpPr>
        <p:sp>
          <p:nvSpPr>
            <p:cNvPr id="86093" name="Line 65"/>
            <p:cNvSpPr>
              <a:spLocks noChangeShapeType="1"/>
            </p:cNvSpPr>
            <p:nvPr/>
          </p:nvSpPr>
          <p:spPr bwMode="auto">
            <a:xfrm flipV="1">
              <a:off x="1344" y="2496"/>
              <a:ext cx="0" cy="288"/>
            </a:xfrm>
            <a:prstGeom prst="line">
              <a:avLst/>
            </a:prstGeom>
            <a:noFill/>
            <a:ln w="9525">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6094" name="Line 66"/>
            <p:cNvSpPr>
              <a:spLocks noChangeShapeType="1"/>
            </p:cNvSpPr>
            <p:nvPr/>
          </p:nvSpPr>
          <p:spPr bwMode="auto">
            <a:xfrm>
              <a:off x="1440" y="2496"/>
              <a:ext cx="0" cy="288"/>
            </a:xfrm>
            <a:prstGeom prst="line">
              <a:avLst/>
            </a:prstGeom>
            <a:noFill/>
            <a:ln w="9525">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grpSp>
      <p:grpSp>
        <p:nvGrpSpPr>
          <p:cNvPr id="86071" name="Group 67"/>
          <p:cNvGrpSpPr/>
          <p:nvPr/>
        </p:nvGrpSpPr>
        <p:grpSpPr bwMode="auto">
          <a:xfrm>
            <a:off x="2590800" y="3352800"/>
            <a:ext cx="152400" cy="457200"/>
            <a:chOff x="1344" y="2496"/>
            <a:chExt cx="96" cy="288"/>
          </a:xfrm>
        </p:grpSpPr>
        <p:sp>
          <p:nvSpPr>
            <p:cNvPr id="86091" name="Line 68"/>
            <p:cNvSpPr>
              <a:spLocks noChangeShapeType="1"/>
            </p:cNvSpPr>
            <p:nvPr/>
          </p:nvSpPr>
          <p:spPr bwMode="auto">
            <a:xfrm flipV="1">
              <a:off x="1344" y="2496"/>
              <a:ext cx="0" cy="288"/>
            </a:xfrm>
            <a:prstGeom prst="line">
              <a:avLst/>
            </a:prstGeom>
            <a:noFill/>
            <a:ln w="9525">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6092" name="Line 69"/>
            <p:cNvSpPr>
              <a:spLocks noChangeShapeType="1"/>
            </p:cNvSpPr>
            <p:nvPr/>
          </p:nvSpPr>
          <p:spPr bwMode="auto">
            <a:xfrm>
              <a:off x="1440" y="2496"/>
              <a:ext cx="0" cy="288"/>
            </a:xfrm>
            <a:prstGeom prst="line">
              <a:avLst/>
            </a:prstGeom>
            <a:noFill/>
            <a:ln w="9525">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grpSp>
      <p:grpSp>
        <p:nvGrpSpPr>
          <p:cNvPr id="86072" name="Group 70"/>
          <p:cNvGrpSpPr/>
          <p:nvPr/>
        </p:nvGrpSpPr>
        <p:grpSpPr bwMode="auto">
          <a:xfrm>
            <a:off x="2057400" y="2133600"/>
            <a:ext cx="152400" cy="457200"/>
            <a:chOff x="1344" y="2496"/>
            <a:chExt cx="96" cy="288"/>
          </a:xfrm>
        </p:grpSpPr>
        <p:sp>
          <p:nvSpPr>
            <p:cNvPr id="86089" name="Line 71"/>
            <p:cNvSpPr>
              <a:spLocks noChangeShapeType="1"/>
            </p:cNvSpPr>
            <p:nvPr/>
          </p:nvSpPr>
          <p:spPr bwMode="auto">
            <a:xfrm flipV="1">
              <a:off x="1344" y="2496"/>
              <a:ext cx="0" cy="288"/>
            </a:xfrm>
            <a:prstGeom prst="line">
              <a:avLst/>
            </a:prstGeom>
            <a:noFill/>
            <a:ln w="9525">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6090" name="Line 72"/>
            <p:cNvSpPr>
              <a:spLocks noChangeShapeType="1"/>
            </p:cNvSpPr>
            <p:nvPr/>
          </p:nvSpPr>
          <p:spPr bwMode="auto">
            <a:xfrm>
              <a:off x="1440" y="2496"/>
              <a:ext cx="0" cy="288"/>
            </a:xfrm>
            <a:prstGeom prst="line">
              <a:avLst/>
            </a:prstGeom>
            <a:noFill/>
            <a:ln w="9525">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grpSp>
      <p:grpSp>
        <p:nvGrpSpPr>
          <p:cNvPr id="86073" name="Group 73"/>
          <p:cNvGrpSpPr/>
          <p:nvPr/>
        </p:nvGrpSpPr>
        <p:grpSpPr bwMode="auto">
          <a:xfrm>
            <a:off x="2590800" y="2133600"/>
            <a:ext cx="152400" cy="457200"/>
            <a:chOff x="1344" y="2496"/>
            <a:chExt cx="96" cy="288"/>
          </a:xfrm>
        </p:grpSpPr>
        <p:sp>
          <p:nvSpPr>
            <p:cNvPr id="86087" name="Line 74"/>
            <p:cNvSpPr>
              <a:spLocks noChangeShapeType="1"/>
            </p:cNvSpPr>
            <p:nvPr/>
          </p:nvSpPr>
          <p:spPr bwMode="auto">
            <a:xfrm flipV="1">
              <a:off x="1344" y="2496"/>
              <a:ext cx="0" cy="288"/>
            </a:xfrm>
            <a:prstGeom prst="line">
              <a:avLst/>
            </a:prstGeom>
            <a:noFill/>
            <a:ln w="9525">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6088" name="Line 75"/>
            <p:cNvSpPr>
              <a:spLocks noChangeShapeType="1"/>
            </p:cNvSpPr>
            <p:nvPr/>
          </p:nvSpPr>
          <p:spPr bwMode="auto">
            <a:xfrm>
              <a:off x="1440" y="2496"/>
              <a:ext cx="0" cy="288"/>
            </a:xfrm>
            <a:prstGeom prst="line">
              <a:avLst/>
            </a:prstGeom>
            <a:noFill/>
            <a:ln w="9525">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grpSp>
      <p:sp>
        <p:nvSpPr>
          <p:cNvPr id="86074" name="Text Box 76"/>
          <p:cNvSpPr txBox="1">
            <a:spLocks noChangeArrowheads="1"/>
          </p:cNvSpPr>
          <p:nvPr/>
        </p:nvSpPr>
        <p:spPr bwMode="auto">
          <a:xfrm>
            <a:off x="2847975" y="76200"/>
            <a:ext cx="3176588"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sz="2000" b="1">
                <a:latin typeface="Arial" panose="020B0604020202020204" pitchFamily="34" charset="0"/>
              </a:rPr>
              <a:t>Molecular Orbital Theory</a:t>
            </a:r>
            <a:endParaRPr lang="en-US" altLang="en-US" sz="2000" b="1">
              <a:latin typeface="Arial" panose="020B0604020202020204" pitchFamily="34" charset="0"/>
            </a:endParaRPr>
          </a:p>
        </p:txBody>
      </p:sp>
      <p:sp>
        <p:nvSpPr>
          <p:cNvPr id="86075" name="Text Box 77"/>
          <p:cNvSpPr txBox="1">
            <a:spLocks noChangeArrowheads="1"/>
          </p:cNvSpPr>
          <p:nvPr/>
        </p:nvSpPr>
        <p:spPr bwMode="auto">
          <a:xfrm>
            <a:off x="1447800" y="365125"/>
            <a:ext cx="2265363"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sz="2000">
                <a:latin typeface="Arial" panose="020B0604020202020204" pitchFamily="34" charset="0"/>
              </a:rPr>
              <a:t>MO diagram for F</a:t>
            </a:r>
            <a:r>
              <a:rPr lang="en-US" altLang="en-US" sz="2000" baseline="-25000">
                <a:latin typeface="Arial" panose="020B0604020202020204" pitchFamily="34" charset="0"/>
              </a:rPr>
              <a:t>2</a:t>
            </a:r>
            <a:endParaRPr lang="en-US" altLang="en-US" sz="2000" baseline="-25000">
              <a:latin typeface="Arial" panose="020B0604020202020204" pitchFamily="34" charset="0"/>
            </a:endParaRPr>
          </a:p>
        </p:txBody>
      </p:sp>
      <p:sp>
        <p:nvSpPr>
          <p:cNvPr id="86076" name="Text Box 78"/>
          <p:cNvSpPr txBox="1">
            <a:spLocks noChangeArrowheads="1"/>
          </p:cNvSpPr>
          <p:nvPr/>
        </p:nvSpPr>
        <p:spPr bwMode="auto">
          <a:xfrm>
            <a:off x="3846513" y="2819400"/>
            <a:ext cx="598487" cy="2746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sz="1200">
                <a:latin typeface="Arial" panose="020B0604020202020204" pitchFamily="34" charset="0"/>
              </a:rPr>
              <a:t>(p</a:t>
            </a:r>
            <a:r>
              <a:rPr lang="en-US" altLang="en-US" sz="1200" baseline="-25000">
                <a:latin typeface="Arial" panose="020B0604020202020204" pitchFamily="34" charset="0"/>
              </a:rPr>
              <a:t>x</a:t>
            </a:r>
            <a:r>
              <a:rPr lang="en-US" altLang="en-US" sz="1200">
                <a:latin typeface="Arial" panose="020B0604020202020204" pitchFamily="34" charset="0"/>
              </a:rPr>
              <a:t>,p</a:t>
            </a:r>
            <a:r>
              <a:rPr lang="en-US" altLang="en-US" sz="1200" baseline="-25000">
                <a:latin typeface="Arial" panose="020B0604020202020204" pitchFamily="34" charset="0"/>
              </a:rPr>
              <a:t>y</a:t>
            </a:r>
            <a:r>
              <a:rPr lang="en-US" altLang="en-US" sz="1200">
                <a:latin typeface="Arial" panose="020B0604020202020204" pitchFamily="34" charset="0"/>
              </a:rPr>
              <a:t>)</a:t>
            </a:r>
            <a:endParaRPr lang="en-US" altLang="en-US" sz="1200">
              <a:latin typeface="Arial" panose="020B0604020202020204" pitchFamily="34" charset="0"/>
            </a:endParaRPr>
          </a:p>
        </p:txBody>
      </p:sp>
      <p:sp>
        <p:nvSpPr>
          <p:cNvPr id="86077" name="Text Box 79"/>
          <p:cNvSpPr txBox="1">
            <a:spLocks noChangeArrowheads="1"/>
          </p:cNvSpPr>
          <p:nvPr/>
        </p:nvSpPr>
        <p:spPr bwMode="auto">
          <a:xfrm>
            <a:off x="3871913" y="2971800"/>
            <a:ext cx="319087" cy="2746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sz="1200">
                <a:latin typeface="Arial" panose="020B0604020202020204" pitchFamily="34" charset="0"/>
              </a:rPr>
              <a:t>p</a:t>
            </a:r>
            <a:r>
              <a:rPr lang="en-US" altLang="en-US" sz="1200" baseline="-25000">
                <a:latin typeface="Arial" panose="020B0604020202020204" pitchFamily="34" charset="0"/>
              </a:rPr>
              <a:t>z</a:t>
            </a:r>
            <a:endParaRPr lang="en-US" altLang="en-US" sz="1200">
              <a:latin typeface="Arial" panose="020B0604020202020204" pitchFamily="34" charset="0"/>
            </a:endParaRPr>
          </a:p>
        </p:txBody>
      </p:sp>
      <p:grpSp>
        <p:nvGrpSpPr>
          <p:cNvPr id="86078" name="Group 80"/>
          <p:cNvGrpSpPr/>
          <p:nvPr/>
        </p:nvGrpSpPr>
        <p:grpSpPr bwMode="auto">
          <a:xfrm>
            <a:off x="5562600" y="533400"/>
            <a:ext cx="3505200" cy="6246813"/>
            <a:chOff x="3504" y="760"/>
            <a:chExt cx="2208" cy="3935"/>
          </a:xfrm>
        </p:grpSpPr>
        <p:sp>
          <p:nvSpPr>
            <p:cNvPr id="86079" name="Text Box 81"/>
            <p:cNvSpPr txBox="1">
              <a:spLocks noChangeArrowheads="1"/>
            </p:cNvSpPr>
            <p:nvPr/>
          </p:nvSpPr>
          <p:spPr bwMode="auto">
            <a:xfrm>
              <a:off x="3504" y="760"/>
              <a:ext cx="2208" cy="39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spcBef>
                  <a:spcPct val="50000"/>
                </a:spcBef>
              </a:pPr>
              <a:r>
                <a:rPr lang="en-US" altLang="en-US" sz="1600">
                  <a:latin typeface="Arial" panose="020B0604020202020204" pitchFamily="34" charset="0"/>
                </a:rPr>
                <a:t>You will typically see the diagrams drawn in this way.  The diagram is only showing the MO’s derived from the valence electrons because the pair of MO’s from the 1s orbitals are much lower in energy and can be ignored.</a:t>
              </a:r>
              <a:endParaRPr lang="en-US" altLang="en-US" sz="1600">
                <a:latin typeface="Arial" panose="020B0604020202020204" pitchFamily="34" charset="0"/>
              </a:endParaRPr>
            </a:p>
            <a:p>
              <a:pPr eaLnBrk="1" hangingPunct="1">
                <a:spcBef>
                  <a:spcPct val="50000"/>
                </a:spcBef>
              </a:pPr>
              <a:r>
                <a:rPr lang="en-US" altLang="en-US" sz="1600">
                  <a:latin typeface="Arial" panose="020B0604020202020204" pitchFamily="34" charset="0"/>
                </a:rPr>
                <a:t>Although the atomic 2p orbitals are drawn like this:                they are actually all the same energy and could be drawn like this:</a:t>
              </a:r>
              <a:endParaRPr lang="en-US" altLang="en-US" sz="1600">
                <a:latin typeface="Arial" panose="020B0604020202020204" pitchFamily="34" charset="0"/>
              </a:endParaRPr>
            </a:p>
            <a:p>
              <a:pPr eaLnBrk="1" hangingPunct="1">
                <a:spcBef>
                  <a:spcPct val="50000"/>
                </a:spcBef>
              </a:pPr>
              <a:r>
                <a:rPr lang="en-US" altLang="en-US" sz="1600">
                  <a:latin typeface="Arial" panose="020B0604020202020204" pitchFamily="34" charset="0"/>
                </a:rPr>
                <a:t>at least for two non-interacting F atoms.</a:t>
              </a:r>
              <a:endParaRPr lang="en-US" altLang="en-US" sz="1600">
                <a:latin typeface="Arial" panose="020B0604020202020204" pitchFamily="34" charset="0"/>
              </a:endParaRPr>
            </a:p>
            <a:p>
              <a:pPr eaLnBrk="1" hangingPunct="1">
                <a:spcBef>
                  <a:spcPct val="50000"/>
                </a:spcBef>
              </a:pPr>
              <a:r>
                <a:rPr lang="en-US" altLang="en-US" sz="1600">
                  <a:latin typeface="Arial" panose="020B0604020202020204" pitchFamily="34" charset="0"/>
                </a:rPr>
                <a:t>Notice that there is no mixing of AO’s of the same symmetry from a single F atom because there is a sufficient difference in energy between the 2s and 2p orbitals in F.</a:t>
              </a:r>
              <a:endParaRPr lang="en-US" altLang="en-US" sz="1600">
                <a:latin typeface="Arial" panose="020B0604020202020204" pitchFamily="34" charset="0"/>
              </a:endParaRPr>
            </a:p>
            <a:p>
              <a:pPr eaLnBrk="1" hangingPunct="1">
                <a:spcBef>
                  <a:spcPct val="50000"/>
                </a:spcBef>
              </a:pPr>
              <a:r>
                <a:rPr lang="en-US" altLang="en-US" sz="1600">
                  <a:latin typeface="Arial" panose="020B0604020202020204" pitchFamily="34" charset="0"/>
                </a:rPr>
                <a:t>Also notice that the more nodes an orbital of a given symmetry has, the higher the energy</a:t>
              </a:r>
              <a:r>
                <a:rPr lang="en-US" altLang="en-US" sz="1600">
                  <a:latin typeface="Arial" panose="020B0604020202020204" pitchFamily="34" charset="0"/>
                  <a:sym typeface="Symbol" panose="05050102010706020507" pitchFamily="18" charset="2"/>
                </a:rPr>
                <a:t>.</a:t>
              </a:r>
              <a:endParaRPr lang="en-US" altLang="en-US" sz="1600">
                <a:latin typeface="Arial" panose="020B0604020202020204" pitchFamily="34" charset="0"/>
                <a:sym typeface="Symbol" panose="05050102010706020507" pitchFamily="18" charset="2"/>
              </a:endParaRPr>
            </a:p>
            <a:p>
              <a:pPr eaLnBrk="1" hangingPunct="1">
                <a:spcBef>
                  <a:spcPct val="50000"/>
                </a:spcBef>
              </a:pPr>
              <a:r>
                <a:rPr lang="en-US" altLang="en-US" sz="1400">
                  <a:latin typeface="Arial" panose="020B0604020202020204" pitchFamily="34" charset="0"/>
                </a:rPr>
                <a:t>Note: The the sake of simplicity, electrons are not shown in the atomic orbitals.</a:t>
              </a:r>
              <a:endParaRPr lang="en-US" altLang="en-US" sz="1400">
                <a:latin typeface="Arial" panose="020B0604020202020204" pitchFamily="34" charset="0"/>
              </a:endParaRPr>
            </a:p>
          </p:txBody>
        </p:sp>
        <p:sp>
          <p:nvSpPr>
            <p:cNvPr id="86080" name="Line 82"/>
            <p:cNvSpPr>
              <a:spLocks noChangeShapeType="1"/>
            </p:cNvSpPr>
            <p:nvPr/>
          </p:nvSpPr>
          <p:spPr bwMode="auto">
            <a:xfrm>
              <a:off x="4512" y="2256"/>
              <a:ext cx="336" cy="0"/>
            </a:xfrm>
            <a:prstGeom prst="line">
              <a:avLst/>
            </a:prstGeom>
            <a:noFill/>
            <a:ln w="381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grpSp>
          <p:nvGrpSpPr>
            <p:cNvPr id="86081" name="Group 83"/>
            <p:cNvGrpSpPr/>
            <p:nvPr/>
          </p:nvGrpSpPr>
          <p:grpSpPr bwMode="auto">
            <a:xfrm>
              <a:off x="4512" y="2151"/>
              <a:ext cx="336" cy="48"/>
              <a:chOff x="2112" y="1680"/>
              <a:chExt cx="336" cy="48"/>
            </a:xfrm>
          </p:grpSpPr>
          <p:sp>
            <p:nvSpPr>
              <p:cNvPr id="86085" name="Line 84"/>
              <p:cNvSpPr>
                <a:spLocks noChangeShapeType="1"/>
              </p:cNvSpPr>
              <p:nvPr/>
            </p:nvSpPr>
            <p:spPr bwMode="auto">
              <a:xfrm>
                <a:off x="2112" y="1728"/>
                <a:ext cx="336" cy="0"/>
              </a:xfrm>
              <a:prstGeom prst="line">
                <a:avLst/>
              </a:prstGeom>
              <a:noFill/>
              <a:ln w="38100">
                <a:solidFill>
                  <a:srgbClr val="FFFF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6086" name="Line 85"/>
              <p:cNvSpPr>
                <a:spLocks noChangeShapeType="1"/>
              </p:cNvSpPr>
              <p:nvPr/>
            </p:nvSpPr>
            <p:spPr bwMode="auto">
              <a:xfrm>
                <a:off x="2112" y="1680"/>
                <a:ext cx="336" cy="0"/>
              </a:xfrm>
              <a:prstGeom prst="line">
                <a:avLst/>
              </a:prstGeom>
              <a:noFill/>
              <a:ln w="38100">
                <a:solidFill>
                  <a:srgbClr val="FFFF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grpSp>
        <p:sp>
          <p:nvSpPr>
            <p:cNvPr id="86082" name="Line 86"/>
            <p:cNvSpPr>
              <a:spLocks noChangeShapeType="1"/>
            </p:cNvSpPr>
            <p:nvPr/>
          </p:nvSpPr>
          <p:spPr bwMode="auto">
            <a:xfrm>
              <a:off x="3936" y="2592"/>
              <a:ext cx="336" cy="0"/>
            </a:xfrm>
            <a:prstGeom prst="line">
              <a:avLst/>
            </a:prstGeom>
            <a:noFill/>
            <a:ln w="381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6083" name="Line 87"/>
            <p:cNvSpPr>
              <a:spLocks noChangeShapeType="1"/>
            </p:cNvSpPr>
            <p:nvPr/>
          </p:nvSpPr>
          <p:spPr bwMode="auto">
            <a:xfrm>
              <a:off x="4320" y="2592"/>
              <a:ext cx="336" cy="0"/>
            </a:xfrm>
            <a:prstGeom prst="line">
              <a:avLst/>
            </a:prstGeom>
            <a:noFill/>
            <a:ln w="38100">
              <a:solidFill>
                <a:srgbClr val="FFFF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6084" name="Line 88"/>
            <p:cNvSpPr>
              <a:spLocks noChangeShapeType="1"/>
            </p:cNvSpPr>
            <p:nvPr/>
          </p:nvSpPr>
          <p:spPr bwMode="auto">
            <a:xfrm>
              <a:off x="4704" y="2592"/>
              <a:ext cx="336" cy="0"/>
            </a:xfrm>
            <a:prstGeom prst="line">
              <a:avLst/>
            </a:prstGeom>
            <a:noFill/>
            <a:ln w="38100">
              <a:solidFill>
                <a:srgbClr val="FFFF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gr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87042" name="Picture 2" descr="F2(h)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3438525" y="2057400"/>
            <a:ext cx="981075" cy="5064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7043" name="Picture 3" descr="F2(h-1)"/>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495800" y="1981200"/>
            <a:ext cx="895350" cy="615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7044" name="Picture 4" descr="F2(l)"/>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10000" y="990600"/>
            <a:ext cx="1143000" cy="568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7045" name="Picture 5" descr="F2(h-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406775" y="3332163"/>
            <a:ext cx="1089025" cy="5540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7046" name="Picture 6" descr="F2(h-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495800" y="3276600"/>
            <a:ext cx="925513" cy="666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7047" name="Picture 7" descr="F2(h-4)"/>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870325" y="4267200"/>
            <a:ext cx="1006475" cy="527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7048" name="Picture 8" descr="F2(h-5)"/>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962400" y="5281613"/>
            <a:ext cx="820738" cy="433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7049" name="Picture 9" descr="F2(h-6)"/>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962400" y="6248400"/>
            <a:ext cx="815975" cy="419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7050" name="Line 10"/>
          <p:cNvSpPr>
            <a:spLocks noChangeShapeType="1"/>
          </p:cNvSpPr>
          <p:nvPr/>
        </p:nvSpPr>
        <p:spPr bwMode="auto">
          <a:xfrm>
            <a:off x="990600" y="6019800"/>
            <a:ext cx="533400" cy="0"/>
          </a:xfrm>
          <a:prstGeom prst="line">
            <a:avLst/>
          </a:prstGeom>
          <a:noFill/>
          <a:ln w="381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7051" name="Line 11"/>
          <p:cNvSpPr>
            <a:spLocks noChangeShapeType="1"/>
          </p:cNvSpPr>
          <p:nvPr/>
        </p:nvSpPr>
        <p:spPr bwMode="auto">
          <a:xfrm>
            <a:off x="3276600" y="6019800"/>
            <a:ext cx="533400" cy="0"/>
          </a:xfrm>
          <a:prstGeom prst="line">
            <a:avLst/>
          </a:prstGeom>
          <a:noFill/>
          <a:ln w="381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7052" name="Line 12"/>
          <p:cNvSpPr>
            <a:spLocks noChangeShapeType="1"/>
          </p:cNvSpPr>
          <p:nvPr/>
        </p:nvSpPr>
        <p:spPr bwMode="auto">
          <a:xfrm>
            <a:off x="2133600" y="5562600"/>
            <a:ext cx="533400" cy="0"/>
          </a:xfrm>
          <a:prstGeom prst="line">
            <a:avLst/>
          </a:prstGeom>
          <a:noFill/>
          <a:ln w="381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7053" name="Line 13"/>
          <p:cNvSpPr>
            <a:spLocks noChangeShapeType="1"/>
          </p:cNvSpPr>
          <p:nvPr/>
        </p:nvSpPr>
        <p:spPr bwMode="auto">
          <a:xfrm>
            <a:off x="2133600" y="6400800"/>
            <a:ext cx="533400" cy="0"/>
          </a:xfrm>
          <a:prstGeom prst="line">
            <a:avLst/>
          </a:prstGeom>
          <a:noFill/>
          <a:ln w="381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cxnSp>
        <p:nvCxnSpPr>
          <p:cNvPr id="87054" name="AutoShape 14"/>
          <p:cNvCxnSpPr>
            <a:cxnSpLocks noChangeShapeType="1"/>
            <a:stCxn id="87050" idx="1"/>
            <a:endCxn id="87053" idx="0"/>
          </p:cNvCxnSpPr>
          <p:nvPr/>
        </p:nvCxnSpPr>
        <p:spPr bwMode="auto">
          <a:xfrm>
            <a:off x="1524000" y="6038850"/>
            <a:ext cx="609600" cy="342900"/>
          </a:xfrm>
          <a:prstGeom prst="straightConnector1">
            <a:avLst/>
          </a:prstGeom>
          <a:noFill/>
          <a:ln w="9525">
            <a:solidFill>
              <a:schemeClr val="tx1"/>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87055" name="AutoShape 15"/>
          <p:cNvCxnSpPr>
            <a:cxnSpLocks noChangeShapeType="1"/>
            <a:stCxn id="87053" idx="1"/>
            <a:endCxn id="87051" idx="0"/>
          </p:cNvCxnSpPr>
          <p:nvPr/>
        </p:nvCxnSpPr>
        <p:spPr bwMode="auto">
          <a:xfrm flipV="1">
            <a:off x="2667000" y="6000750"/>
            <a:ext cx="609600" cy="419100"/>
          </a:xfrm>
          <a:prstGeom prst="straightConnector1">
            <a:avLst/>
          </a:prstGeom>
          <a:noFill/>
          <a:ln w="9525">
            <a:solidFill>
              <a:schemeClr val="tx1"/>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87056" name="AutoShape 16"/>
          <p:cNvCxnSpPr>
            <a:cxnSpLocks noChangeShapeType="1"/>
            <a:stCxn id="87050" idx="1"/>
            <a:endCxn id="87052" idx="0"/>
          </p:cNvCxnSpPr>
          <p:nvPr/>
        </p:nvCxnSpPr>
        <p:spPr bwMode="auto">
          <a:xfrm flipV="1">
            <a:off x="1524000" y="5543550"/>
            <a:ext cx="609600" cy="495300"/>
          </a:xfrm>
          <a:prstGeom prst="straightConnector1">
            <a:avLst/>
          </a:prstGeom>
          <a:noFill/>
          <a:ln w="9525">
            <a:solidFill>
              <a:schemeClr val="tx1"/>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87057" name="AutoShape 17"/>
          <p:cNvCxnSpPr>
            <a:cxnSpLocks noChangeShapeType="1"/>
            <a:stCxn id="87051" idx="0"/>
            <a:endCxn id="87052" idx="1"/>
          </p:cNvCxnSpPr>
          <p:nvPr/>
        </p:nvCxnSpPr>
        <p:spPr bwMode="auto">
          <a:xfrm flipH="1" flipV="1">
            <a:off x="2667000" y="5581650"/>
            <a:ext cx="609600" cy="419100"/>
          </a:xfrm>
          <a:prstGeom prst="straightConnector1">
            <a:avLst/>
          </a:prstGeom>
          <a:noFill/>
          <a:ln w="9525">
            <a:solidFill>
              <a:schemeClr val="tx1"/>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nvGrpSpPr>
          <p:cNvPr id="87058" name="Group 18"/>
          <p:cNvGrpSpPr/>
          <p:nvPr/>
        </p:nvGrpSpPr>
        <p:grpSpPr bwMode="auto">
          <a:xfrm>
            <a:off x="2324100" y="6172200"/>
            <a:ext cx="152400" cy="457200"/>
            <a:chOff x="1344" y="2496"/>
            <a:chExt cx="96" cy="288"/>
          </a:xfrm>
        </p:grpSpPr>
        <p:sp>
          <p:nvSpPr>
            <p:cNvPr id="87123" name="Line 19"/>
            <p:cNvSpPr>
              <a:spLocks noChangeShapeType="1"/>
            </p:cNvSpPr>
            <p:nvPr/>
          </p:nvSpPr>
          <p:spPr bwMode="auto">
            <a:xfrm flipV="1">
              <a:off x="1344" y="2496"/>
              <a:ext cx="0" cy="288"/>
            </a:xfrm>
            <a:prstGeom prst="line">
              <a:avLst/>
            </a:prstGeom>
            <a:noFill/>
            <a:ln w="9525">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7124" name="Line 20"/>
            <p:cNvSpPr>
              <a:spLocks noChangeShapeType="1"/>
            </p:cNvSpPr>
            <p:nvPr/>
          </p:nvSpPr>
          <p:spPr bwMode="auto">
            <a:xfrm>
              <a:off x="1440" y="2496"/>
              <a:ext cx="0" cy="288"/>
            </a:xfrm>
            <a:prstGeom prst="line">
              <a:avLst/>
            </a:prstGeom>
            <a:noFill/>
            <a:ln w="9525">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grpSp>
      <p:sp>
        <p:nvSpPr>
          <p:cNvPr id="87059" name="Text Box 21"/>
          <p:cNvSpPr txBox="1">
            <a:spLocks noChangeArrowheads="1"/>
          </p:cNvSpPr>
          <p:nvPr/>
        </p:nvSpPr>
        <p:spPr bwMode="auto">
          <a:xfrm>
            <a:off x="1066800" y="700088"/>
            <a:ext cx="3238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a:latin typeface="Arial" panose="020B0604020202020204" pitchFamily="34" charset="0"/>
              </a:rPr>
              <a:t>F</a:t>
            </a:r>
            <a:endParaRPr lang="en-US" altLang="en-US">
              <a:latin typeface="Arial" panose="020B0604020202020204" pitchFamily="34" charset="0"/>
            </a:endParaRPr>
          </a:p>
        </p:txBody>
      </p:sp>
      <p:sp>
        <p:nvSpPr>
          <p:cNvPr id="87060" name="Line 22"/>
          <p:cNvSpPr>
            <a:spLocks noChangeShapeType="1"/>
          </p:cNvSpPr>
          <p:nvPr/>
        </p:nvSpPr>
        <p:spPr bwMode="auto">
          <a:xfrm flipV="1">
            <a:off x="457200" y="914400"/>
            <a:ext cx="0" cy="5867400"/>
          </a:xfrm>
          <a:prstGeom prst="line">
            <a:avLst/>
          </a:prstGeom>
          <a:noFill/>
          <a:ln w="38100">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7061" name="Text Box 23"/>
          <p:cNvSpPr txBox="1">
            <a:spLocks noChangeArrowheads="1"/>
          </p:cNvSpPr>
          <p:nvPr/>
        </p:nvSpPr>
        <p:spPr bwMode="auto">
          <a:xfrm rot="-5400000">
            <a:off x="-265906" y="3466307"/>
            <a:ext cx="9080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a:latin typeface="Arial" panose="020B0604020202020204" pitchFamily="34" charset="0"/>
              </a:rPr>
              <a:t>Energy</a:t>
            </a:r>
            <a:endParaRPr lang="en-US" altLang="en-US">
              <a:latin typeface="Arial" panose="020B0604020202020204" pitchFamily="34" charset="0"/>
            </a:endParaRPr>
          </a:p>
        </p:txBody>
      </p:sp>
      <p:sp>
        <p:nvSpPr>
          <p:cNvPr id="87062" name="Text Box 24"/>
          <p:cNvSpPr txBox="1">
            <a:spLocks noChangeArrowheads="1"/>
          </p:cNvSpPr>
          <p:nvPr/>
        </p:nvSpPr>
        <p:spPr bwMode="auto">
          <a:xfrm>
            <a:off x="3409950" y="685800"/>
            <a:ext cx="3238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a:latin typeface="Arial" panose="020B0604020202020204" pitchFamily="34" charset="0"/>
              </a:rPr>
              <a:t>F</a:t>
            </a:r>
            <a:endParaRPr lang="en-US" altLang="en-US">
              <a:latin typeface="Arial" panose="020B0604020202020204" pitchFamily="34" charset="0"/>
            </a:endParaRPr>
          </a:p>
        </p:txBody>
      </p:sp>
      <p:sp>
        <p:nvSpPr>
          <p:cNvPr id="87063" name="Text Box 25"/>
          <p:cNvSpPr txBox="1">
            <a:spLocks noChangeArrowheads="1"/>
          </p:cNvSpPr>
          <p:nvPr/>
        </p:nvSpPr>
        <p:spPr bwMode="auto">
          <a:xfrm>
            <a:off x="2259013" y="700088"/>
            <a:ext cx="407987"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a:latin typeface="Arial" panose="020B0604020202020204" pitchFamily="34" charset="0"/>
              </a:rPr>
              <a:t>F</a:t>
            </a:r>
            <a:r>
              <a:rPr lang="en-US" altLang="en-US" baseline="-25000">
                <a:latin typeface="Arial" panose="020B0604020202020204" pitchFamily="34" charset="0"/>
              </a:rPr>
              <a:t>2</a:t>
            </a:r>
            <a:endParaRPr lang="en-US" altLang="en-US" baseline="-25000">
              <a:latin typeface="Arial" panose="020B0604020202020204" pitchFamily="34" charset="0"/>
            </a:endParaRPr>
          </a:p>
        </p:txBody>
      </p:sp>
      <p:sp>
        <p:nvSpPr>
          <p:cNvPr id="87064" name="Text Box 26"/>
          <p:cNvSpPr txBox="1">
            <a:spLocks noChangeArrowheads="1"/>
          </p:cNvSpPr>
          <p:nvPr/>
        </p:nvSpPr>
        <p:spPr bwMode="auto">
          <a:xfrm>
            <a:off x="685800" y="5994400"/>
            <a:ext cx="371475"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sz="1400">
                <a:latin typeface="Arial" panose="020B0604020202020204" pitchFamily="34" charset="0"/>
              </a:rPr>
              <a:t>2s</a:t>
            </a:r>
            <a:endParaRPr lang="en-US" altLang="en-US" sz="1400">
              <a:latin typeface="Arial" panose="020B0604020202020204" pitchFamily="34" charset="0"/>
            </a:endParaRPr>
          </a:p>
        </p:txBody>
      </p:sp>
      <p:sp>
        <p:nvSpPr>
          <p:cNvPr id="87065" name="Text Box 27"/>
          <p:cNvSpPr txBox="1">
            <a:spLocks noChangeArrowheads="1"/>
          </p:cNvSpPr>
          <p:nvPr/>
        </p:nvSpPr>
        <p:spPr bwMode="auto">
          <a:xfrm>
            <a:off x="3460750" y="5994400"/>
            <a:ext cx="371475"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sz="1400">
                <a:latin typeface="Arial" panose="020B0604020202020204" pitchFamily="34" charset="0"/>
              </a:rPr>
              <a:t>2s</a:t>
            </a:r>
            <a:endParaRPr lang="en-US" altLang="en-US" sz="1400">
              <a:latin typeface="Arial" panose="020B0604020202020204" pitchFamily="34" charset="0"/>
            </a:endParaRPr>
          </a:p>
        </p:txBody>
      </p:sp>
      <p:sp>
        <p:nvSpPr>
          <p:cNvPr id="87066" name="Rectangle 28"/>
          <p:cNvSpPr>
            <a:spLocks noChangeArrowheads="1"/>
          </p:cNvSpPr>
          <p:nvPr/>
        </p:nvSpPr>
        <p:spPr bwMode="auto">
          <a:xfrm>
            <a:off x="2667000" y="6375400"/>
            <a:ext cx="39305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sz="1400" dirty="0">
                <a:latin typeface="Arial" panose="020B0604020202020204" pitchFamily="34" charset="0"/>
                <a:sym typeface="Symbol" panose="05050102010706020507" pitchFamily="18" charset="2"/>
              </a:rPr>
              <a:t>2</a:t>
            </a:r>
            <a:endParaRPr lang="en-US" altLang="en-US" sz="1400" baseline="-25000" dirty="0">
              <a:latin typeface="Arial" panose="020B0604020202020204" pitchFamily="34" charset="0"/>
              <a:sym typeface="Symbol" panose="05050102010706020507" pitchFamily="18" charset="2"/>
            </a:endParaRPr>
          </a:p>
        </p:txBody>
      </p:sp>
      <p:sp>
        <p:nvSpPr>
          <p:cNvPr id="87067" name="Rectangle 29"/>
          <p:cNvSpPr>
            <a:spLocks noChangeArrowheads="1"/>
          </p:cNvSpPr>
          <p:nvPr/>
        </p:nvSpPr>
        <p:spPr bwMode="auto">
          <a:xfrm>
            <a:off x="2667000" y="5375275"/>
            <a:ext cx="47320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sz="1400" dirty="0">
                <a:latin typeface="Arial" panose="020B0604020202020204" pitchFamily="34" charset="0"/>
                <a:sym typeface="Symbol" panose="05050102010706020507" pitchFamily="18" charset="2"/>
              </a:rPr>
              <a:t>2</a:t>
            </a:r>
            <a:r>
              <a:rPr lang="en-US" altLang="en-US" sz="1600" dirty="0">
                <a:latin typeface="Arial" panose="020B0604020202020204" pitchFamily="34" charset="0"/>
                <a:sym typeface="Symbol" panose="05050102010706020507" pitchFamily="18" charset="2"/>
              </a:rPr>
              <a:t>*</a:t>
            </a:r>
            <a:endParaRPr lang="en-US" altLang="en-US" sz="1600" dirty="0">
              <a:latin typeface="Arial" panose="020B0604020202020204" pitchFamily="34" charset="0"/>
              <a:sym typeface="Symbol" panose="05050102010706020507" pitchFamily="18" charset="2"/>
            </a:endParaRPr>
          </a:p>
        </p:txBody>
      </p:sp>
      <p:grpSp>
        <p:nvGrpSpPr>
          <p:cNvPr id="87068" name="Group 30"/>
          <p:cNvGrpSpPr/>
          <p:nvPr/>
        </p:nvGrpSpPr>
        <p:grpSpPr bwMode="auto">
          <a:xfrm>
            <a:off x="2286000" y="5334000"/>
            <a:ext cx="152400" cy="457200"/>
            <a:chOff x="1344" y="2496"/>
            <a:chExt cx="96" cy="288"/>
          </a:xfrm>
        </p:grpSpPr>
        <p:sp>
          <p:nvSpPr>
            <p:cNvPr id="87121" name="Line 31"/>
            <p:cNvSpPr>
              <a:spLocks noChangeShapeType="1"/>
            </p:cNvSpPr>
            <p:nvPr/>
          </p:nvSpPr>
          <p:spPr bwMode="auto">
            <a:xfrm flipV="1">
              <a:off x="1344" y="2496"/>
              <a:ext cx="0" cy="288"/>
            </a:xfrm>
            <a:prstGeom prst="line">
              <a:avLst/>
            </a:prstGeom>
            <a:noFill/>
            <a:ln w="9525">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7122" name="Line 32"/>
            <p:cNvSpPr>
              <a:spLocks noChangeShapeType="1"/>
            </p:cNvSpPr>
            <p:nvPr/>
          </p:nvSpPr>
          <p:spPr bwMode="auto">
            <a:xfrm>
              <a:off x="1440" y="2496"/>
              <a:ext cx="0" cy="288"/>
            </a:xfrm>
            <a:prstGeom prst="line">
              <a:avLst/>
            </a:prstGeom>
            <a:noFill/>
            <a:ln w="9525">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grpSp>
      <p:sp>
        <p:nvSpPr>
          <p:cNvPr id="87069" name="Line 33"/>
          <p:cNvSpPr>
            <a:spLocks noChangeShapeType="1"/>
          </p:cNvSpPr>
          <p:nvPr/>
        </p:nvSpPr>
        <p:spPr bwMode="auto">
          <a:xfrm>
            <a:off x="914400" y="3062288"/>
            <a:ext cx="533400" cy="0"/>
          </a:xfrm>
          <a:prstGeom prst="line">
            <a:avLst/>
          </a:prstGeom>
          <a:noFill/>
          <a:ln w="381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7070" name="Line 34"/>
          <p:cNvSpPr>
            <a:spLocks noChangeShapeType="1"/>
          </p:cNvSpPr>
          <p:nvPr/>
        </p:nvSpPr>
        <p:spPr bwMode="auto">
          <a:xfrm>
            <a:off x="3352800" y="3124200"/>
            <a:ext cx="533400" cy="0"/>
          </a:xfrm>
          <a:prstGeom prst="line">
            <a:avLst/>
          </a:prstGeom>
          <a:noFill/>
          <a:ln w="381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7071" name="Line 35"/>
          <p:cNvSpPr>
            <a:spLocks noChangeShapeType="1"/>
          </p:cNvSpPr>
          <p:nvPr/>
        </p:nvSpPr>
        <p:spPr bwMode="auto">
          <a:xfrm>
            <a:off x="2133600" y="1371600"/>
            <a:ext cx="533400" cy="0"/>
          </a:xfrm>
          <a:prstGeom prst="line">
            <a:avLst/>
          </a:prstGeom>
          <a:noFill/>
          <a:ln w="381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7072" name="Line 36"/>
          <p:cNvSpPr>
            <a:spLocks noChangeShapeType="1"/>
          </p:cNvSpPr>
          <p:nvPr/>
        </p:nvSpPr>
        <p:spPr bwMode="auto">
          <a:xfrm>
            <a:off x="2133600" y="4572000"/>
            <a:ext cx="533400" cy="0"/>
          </a:xfrm>
          <a:prstGeom prst="line">
            <a:avLst/>
          </a:prstGeom>
          <a:noFill/>
          <a:ln w="381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cxnSp>
        <p:nvCxnSpPr>
          <p:cNvPr id="87073" name="AutoShape 37"/>
          <p:cNvCxnSpPr>
            <a:cxnSpLocks noChangeShapeType="1"/>
            <a:stCxn id="87069" idx="1"/>
            <a:endCxn id="87072" idx="0"/>
          </p:cNvCxnSpPr>
          <p:nvPr/>
        </p:nvCxnSpPr>
        <p:spPr bwMode="auto">
          <a:xfrm>
            <a:off x="1447800" y="3081338"/>
            <a:ext cx="685800" cy="1471612"/>
          </a:xfrm>
          <a:prstGeom prst="straightConnector1">
            <a:avLst/>
          </a:prstGeom>
          <a:noFill/>
          <a:ln w="9525">
            <a:solidFill>
              <a:schemeClr val="tx1"/>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87074" name="AutoShape 38"/>
          <p:cNvCxnSpPr>
            <a:cxnSpLocks noChangeShapeType="1"/>
            <a:stCxn id="87072" idx="1"/>
            <a:endCxn id="87070" idx="0"/>
          </p:cNvCxnSpPr>
          <p:nvPr/>
        </p:nvCxnSpPr>
        <p:spPr bwMode="auto">
          <a:xfrm flipV="1">
            <a:off x="2667000" y="3105150"/>
            <a:ext cx="685800" cy="1485900"/>
          </a:xfrm>
          <a:prstGeom prst="straightConnector1">
            <a:avLst/>
          </a:prstGeom>
          <a:noFill/>
          <a:ln w="9525">
            <a:solidFill>
              <a:schemeClr val="tx1"/>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87075" name="AutoShape 39"/>
          <p:cNvCxnSpPr>
            <a:cxnSpLocks noChangeShapeType="1"/>
            <a:stCxn id="87069" idx="1"/>
            <a:endCxn id="87071" idx="0"/>
          </p:cNvCxnSpPr>
          <p:nvPr/>
        </p:nvCxnSpPr>
        <p:spPr bwMode="auto">
          <a:xfrm flipV="1">
            <a:off x="1447800" y="1352550"/>
            <a:ext cx="685800" cy="1728788"/>
          </a:xfrm>
          <a:prstGeom prst="straightConnector1">
            <a:avLst/>
          </a:prstGeom>
          <a:noFill/>
          <a:ln w="9525">
            <a:solidFill>
              <a:schemeClr val="tx1"/>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87076" name="AutoShape 40"/>
          <p:cNvCxnSpPr>
            <a:cxnSpLocks noChangeShapeType="1"/>
            <a:stCxn id="87070" idx="0"/>
            <a:endCxn id="87071" idx="1"/>
          </p:cNvCxnSpPr>
          <p:nvPr/>
        </p:nvCxnSpPr>
        <p:spPr bwMode="auto">
          <a:xfrm flipH="1" flipV="1">
            <a:off x="2667000" y="1390650"/>
            <a:ext cx="685800" cy="1714500"/>
          </a:xfrm>
          <a:prstGeom prst="straightConnector1">
            <a:avLst/>
          </a:prstGeom>
          <a:noFill/>
          <a:ln w="9525">
            <a:solidFill>
              <a:schemeClr val="tx1"/>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nvGrpSpPr>
          <p:cNvPr id="87077" name="Group 41"/>
          <p:cNvGrpSpPr/>
          <p:nvPr/>
        </p:nvGrpSpPr>
        <p:grpSpPr bwMode="auto">
          <a:xfrm>
            <a:off x="2324100" y="4343400"/>
            <a:ext cx="152400" cy="457200"/>
            <a:chOff x="1344" y="2496"/>
            <a:chExt cx="96" cy="288"/>
          </a:xfrm>
        </p:grpSpPr>
        <p:sp>
          <p:nvSpPr>
            <p:cNvPr id="87119" name="Line 42"/>
            <p:cNvSpPr>
              <a:spLocks noChangeShapeType="1"/>
            </p:cNvSpPr>
            <p:nvPr/>
          </p:nvSpPr>
          <p:spPr bwMode="auto">
            <a:xfrm flipV="1">
              <a:off x="1344" y="2496"/>
              <a:ext cx="0" cy="288"/>
            </a:xfrm>
            <a:prstGeom prst="line">
              <a:avLst/>
            </a:prstGeom>
            <a:noFill/>
            <a:ln w="9525">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7120" name="Line 43"/>
            <p:cNvSpPr>
              <a:spLocks noChangeShapeType="1"/>
            </p:cNvSpPr>
            <p:nvPr/>
          </p:nvSpPr>
          <p:spPr bwMode="auto">
            <a:xfrm>
              <a:off x="1440" y="2496"/>
              <a:ext cx="0" cy="288"/>
            </a:xfrm>
            <a:prstGeom prst="line">
              <a:avLst/>
            </a:prstGeom>
            <a:noFill/>
            <a:ln w="9525">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grpSp>
      <p:sp>
        <p:nvSpPr>
          <p:cNvPr id="87078" name="Text Box 44"/>
          <p:cNvSpPr txBox="1">
            <a:spLocks noChangeArrowheads="1"/>
          </p:cNvSpPr>
          <p:nvPr/>
        </p:nvSpPr>
        <p:spPr bwMode="auto">
          <a:xfrm>
            <a:off x="533400" y="2819400"/>
            <a:ext cx="382588"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sz="1400">
                <a:latin typeface="Arial" panose="020B0604020202020204" pitchFamily="34" charset="0"/>
              </a:rPr>
              <a:t>2p</a:t>
            </a:r>
            <a:endParaRPr lang="en-US" altLang="en-US" sz="1400">
              <a:latin typeface="Arial" panose="020B0604020202020204" pitchFamily="34" charset="0"/>
            </a:endParaRPr>
          </a:p>
        </p:txBody>
      </p:sp>
      <p:sp>
        <p:nvSpPr>
          <p:cNvPr id="87079" name="Text Box 45"/>
          <p:cNvSpPr txBox="1">
            <a:spLocks noChangeArrowheads="1"/>
          </p:cNvSpPr>
          <p:nvPr/>
        </p:nvSpPr>
        <p:spPr bwMode="auto">
          <a:xfrm>
            <a:off x="3429000" y="3124200"/>
            <a:ext cx="382588"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sz="1400">
                <a:latin typeface="Arial" panose="020B0604020202020204" pitchFamily="34" charset="0"/>
              </a:rPr>
              <a:t>2p</a:t>
            </a:r>
            <a:endParaRPr lang="en-US" altLang="en-US" sz="1400">
              <a:latin typeface="Arial" panose="020B0604020202020204" pitchFamily="34" charset="0"/>
            </a:endParaRPr>
          </a:p>
        </p:txBody>
      </p:sp>
      <p:sp>
        <p:nvSpPr>
          <p:cNvPr id="87080" name="Rectangle 46"/>
          <p:cNvSpPr>
            <a:spLocks noChangeArrowheads="1"/>
          </p:cNvSpPr>
          <p:nvPr/>
        </p:nvSpPr>
        <p:spPr bwMode="auto">
          <a:xfrm>
            <a:off x="2667000" y="4408488"/>
            <a:ext cx="39305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sz="1400" dirty="0">
                <a:latin typeface="Arial" panose="020B0604020202020204" pitchFamily="34" charset="0"/>
                <a:sym typeface="Symbol" panose="05050102010706020507" pitchFamily="18" charset="2"/>
              </a:rPr>
              <a:t>3</a:t>
            </a:r>
            <a:endParaRPr lang="en-US" altLang="en-US" sz="1400" baseline="-25000" dirty="0">
              <a:latin typeface="Arial" panose="020B0604020202020204" pitchFamily="34" charset="0"/>
              <a:sym typeface="Symbol" panose="05050102010706020507" pitchFamily="18" charset="2"/>
            </a:endParaRPr>
          </a:p>
        </p:txBody>
      </p:sp>
      <p:sp>
        <p:nvSpPr>
          <p:cNvPr id="87081" name="Rectangle 47"/>
          <p:cNvSpPr>
            <a:spLocks noChangeArrowheads="1"/>
          </p:cNvSpPr>
          <p:nvPr/>
        </p:nvSpPr>
        <p:spPr bwMode="auto">
          <a:xfrm>
            <a:off x="2667000" y="1169988"/>
            <a:ext cx="47320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sz="1400" dirty="0">
                <a:latin typeface="Arial" panose="020B0604020202020204" pitchFamily="34" charset="0"/>
                <a:sym typeface="Symbol" panose="05050102010706020507" pitchFamily="18" charset="2"/>
              </a:rPr>
              <a:t>3</a:t>
            </a:r>
            <a:r>
              <a:rPr lang="en-US" altLang="en-US" sz="1600" dirty="0">
                <a:latin typeface="Arial" panose="020B0604020202020204" pitchFamily="34" charset="0"/>
                <a:sym typeface="Symbol" panose="05050102010706020507" pitchFamily="18" charset="2"/>
              </a:rPr>
              <a:t>*</a:t>
            </a:r>
            <a:endParaRPr lang="en-US" altLang="en-US" sz="1600" dirty="0">
              <a:latin typeface="Arial" panose="020B0604020202020204" pitchFamily="34" charset="0"/>
              <a:sym typeface="Symbol" panose="05050102010706020507" pitchFamily="18" charset="2"/>
            </a:endParaRPr>
          </a:p>
        </p:txBody>
      </p:sp>
      <p:sp>
        <p:nvSpPr>
          <p:cNvPr id="87082" name="Line 48"/>
          <p:cNvSpPr>
            <a:spLocks noChangeShapeType="1"/>
          </p:cNvSpPr>
          <p:nvPr/>
        </p:nvSpPr>
        <p:spPr bwMode="auto">
          <a:xfrm>
            <a:off x="1828800" y="2362200"/>
            <a:ext cx="533400" cy="0"/>
          </a:xfrm>
          <a:prstGeom prst="line">
            <a:avLst/>
          </a:prstGeom>
          <a:noFill/>
          <a:ln w="381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7083" name="Line 49"/>
          <p:cNvSpPr>
            <a:spLocks noChangeShapeType="1"/>
          </p:cNvSpPr>
          <p:nvPr/>
        </p:nvSpPr>
        <p:spPr bwMode="auto">
          <a:xfrm>
            <a:off x="2438400" y="2362200"/>
            <a:ext cx="533400" cy="0"/>
          </a:xfrm>
          <a:prstGeom prst="line">
            <a:avLst/>
          </a:prstGeom>
          <a:noFill/>
          <a:ln w="381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7084" name="Line 50"/>
          <p:cNvSpPr>
            <a:spLocks noChangeShapeType="1"/>
          </p:cNvSpPr>
          <p:nvPr/>
        </p:nvSpPr>
        <p:spPr bwMode="auto">
          <a:xfrm>
            <a:off x="1828800" y="3581400"/>
            <a:ext cx="533400" cy="0"/>
          </a:xfrm>
          <a:prstGeom prst="line">
            <a:avLst/>
          </a:prstGeom>
          <a:noFill/>
          <a:ln w="381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7085" name="Line 51"/>
          <p:cNvSpPr>
            <a:spLocks noChangeShapeType="1"/>
          </p:cNvSpPr>
          <p:nvPr/>
        </p:nvSpPr>
        <p:spPr bwMode="auto">
          <a:xfrm>
            <a:off x="2438400" y="3581400"/>
            <a:ext cx="533400" cy="0"/>
          </a:xfrm>
          <a:prstGeom prst="line">
            <a:avLst/>
          </a:prstGeom>
          <a:noFill/>
          <a:ln w="381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grpSp>
        <p:nvGrpSpPr>
          <p:cNvPr id="87086" name="Group 52"/>
          <p:cNvGrpSpPr/>
          <p:nvPr/>
        </p:nvGrpSpPr>
        <p:grpSpPr bwMode="auto">
          <a:xfrm>
            <a:off x="3352800" y="2957513"/>
            <a:ext cx="533400" cy="76200"/>
            <a:chOff x="2112" y="1680"/>
            <a:chExt cx="336" cy="48"/>
          </a:xfrm>
        </p:grpSpPr>
        <p:sp>
          <p:nvSpPr>
            <p:cNvPr id="87117" name="Line 53"/>
            <p:cNvSpPr>
              <a:spLocks noChangeShapeType="1"/>
            </p:cNvSpPr>
            <p:nvPr/>
          </p:nvSpPr>
          <p:spPr bwMode="auto">
            <a:xfrm>
              <a:off x="2112" y="1728"/>
              <a:ext cx="336" cy="0"/>
            </a:xfrm>
            <a:prstGeom prst="line">
              <a:avLst/>
            </a:prstGeom>
            <a:noFill/>
            <a:ln w="38100">
              <a:solidFill>
                <a:srgbClr val="FFFF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7118" name="Line 54"/>
            <p:cNvSpPr>
              <a:spLocks noChangeShapeType="1"/>
            </p:cNvSpPr>
            <p:nvPr/>
          </p:nvSpPr>
          <p:spPr bwMode="auto">
            <a:xfrm>
              <a:off x="2112" y="1680"/>
              <a:ext cx="336" cy="0"/>
            </a:xfrm>
            <a:prstGeom prst="line">
              <a:avLst/>
            </a:prstGeom>
            <a:noFill/>
            <a:ln w="38100">
              <a:solidFill>
                <a:srgbClr val="FFFF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grpSp>
      <p:grpSp>
        <p:nvGrpSpPr>
          <p:cNvPr id="87087" name="Group 55"/>
          <p:cNvGrpSpPr/>
          <p:nvPr/>
        </p:nvGrpSpPr>
        <p:grpSpPr bwMode="auto">
          <a:xfrm>
            <a:off x="914400" y="2895600"/>
            <a:ext cx="533400" cy="76200"/>
            <a:chOff x="2112" y="1680"/>
            <a:chExt cx="336" cy="48"/>
          </a:xfrm>
        </p:grpSpPr>
        <p:sp>
          <p:nvSpPr>
            <p:cNvPr id="87115" name="Line 56"/>
            <p:cNvSpPr>
              <a:spLocks noChangeShapeType="1"/>
            </p:cNvSpPr>
            <p:nvPr/>
          </p:nvSpPr>
          <p:spPr bwMode="auto">
            <a:xfrm>
              <a:off x="2112" y="1728"/>
              <a:ext cx="336" cy="0"/>
            </a:xfrm>
            <a:prstGeom prst="line">
              <a:avLst/>
            </a:prstGeom>
            <a:noFill/>
            <a:ln w="38100">
              <a:solidFill>
                <a:srgbClr val="FFFF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7116" name="Line 57"/>
            <p:cNvSpPr>
              <a:spLocks noChangeShapeType="1"/>
            </p:cNvSpPr>
            <p:nvPr/>
          </p:nvSpPr>
          <p:spPr bwMode="auto">
            <a:xfrm>
              <a:off x="2112" y="1680"/>
              <a:ext cx="336" cy="0"/>
            </a:xfrm>
            <a:prstGeom prst="line">
              <a:avLst/>
            </a:prstGeom>
            <a:noFill/>
            <a:ln w="38100">
              <a:solidFill>
                <a:srgbClr val="FFFF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grpSp>
      <p:cxnSp>
        <p:nvCxnSpPr>
          <p:cNvPr id="87088" name="AutoShape 58"/>
          <p:cNvCxnSpPr>
            <a:cxnSpLocks noChangeShapeType="1"/>
            <a:stCxn id="87115" idx="1"/>
            <a:endCxn id="87082" idx="0"/>
          </p:cNvCxnSpPr>
          <p:nvPr/>
        </p:nvCxnSpPr>
        <p:spPr bwMode="auto">
          <a:xfrm flipV="1">
            <a:off x="1447800" y="2343150"/>
            <a:ext cx="381000" cy="647700"/>
          </a:xfrm>
          <a:prstGeom prst="straightConnector1">
            <a:avLst/>
          </a:prstGeom>
          <a:noFill/>
          <a:ln w="9525">
            <a:solidFill>
              <a:schemeClr val="tx1"/>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87089" name="AutoShape 59"/>
          <p:cNvCxnSpPr>
            <a:cxnSpLocks noChangeShapeType="1"/>
            <a:stCxn id="87117" idx="0"/>
            <a:endCxn id="87083" idx="1"/>
          </p:cNvCxnSpPr>
          <p:nvPr/>
        </p:nvCxnSpPr>
        <p:spPr bwMode="auto">
          <a:xfrm flipH="1" flipV="1">
            <a:off x="2971800" y="2381250"/>
            <a:ext cx="381000" cy="633413"/>
          </a:xfrm>
          <a:prstGeom prst="straightConnector1">
            <a:avLst/>
          </a:prstGeom>
          <a:noFill/>
          <a:ln w="9525">
            <a:solidFill>
              <a:schemeClr val="tx1"/>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87090" name="AutoShape 60"/>
          <p:cNvCxnSpPr>
            <a:cxnSpLocks noChangeShapeType="1"/>
            <a:stCxn id="87115" idx="1"/>
            <a:endCxn id="87084" idx="0"/>
          </p:cNvCxnSpPr>
          <p:nvPr/>
        </p:nvCxnSpPr>
        <p:spPr bwMode="auto">
          <a:xfrm>
            <a:off x="1447800" y="2990850"/>
            <a:ext cx="381000" cy="571500"/>
          </a:xfrm>
          <a:prstGeom prst="straightConnector1">
            <a:avLst/>
          </a:prstGeom>
          <a:noFill/>
          <a:ln w="9525">
            <a:solidFill>
              <a:schemeClr val="tx1"/>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87091" name="AutoShape 61"/>
          <p:cNvCxnSpPr>
            <a:cxnSpLocks noChangeShapeType="1"/>
            <a:stCxn id="87117" idx="0"/>
            <a:endCxn id="87085" idx="1"/>
          </p:cNvCxnSpPr>
          <p:nvPr/>
        </p:nvCxnSpPr>
        <p:spPr bwMode="auto">
          <a:xfrm flipH="1">
            <a:off x="2971800" y="3014663"/>
            <a:ext cx="381000" cy="585787"/>
          </a:xfrm>
          <a:prstGeom prst="straightConnector1">
            <a:avLst/>
          </a:prstGeom>
          <a:noFill/>
          <a:ln w="9525">
            <a:solidFill>
              <a:schemeClr val="tx1"/>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87092" name="Rectangle 62"/>
          <p:cNvSpPr>
            <a:spLocks noChangeArrowheads="1"/>
          </p:cNvSpPr>
          <p:nvPr/>
        </p:nvSpPr>
        <p:spPr bwMode="auto">
          <a:xfrm>
            <a:off x="3062288" y="3429000"/>
            <a:ext cx="38183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sz="1400" dirty="0">
                <a:latin typeface="Arial" panose="020B0604020202020204" pitchFamily="34" charset="0"/>
                <a:sym typeface="Symbol" panose="05050102010706020507" pitchFamily="18" charset="2"/>
              </a:rPr>
              <a:t>1</a:t>
            </a:r>
            <a:endParaRPr lang="en-US" altLang="en-US" sz="1400" baseline="-25000" dirty="0">
              <a:latin typeface="Arial" panose="020B0604020202020204" pitchFamily="34" charset="0"/>
              <a:sym typeface="Symbol" panose="05050102010706020507" pitchFamily="18" charset="2"/>
            </a:endParaRPr>
          </a:p>
        </p:txBody>
      </p:sp>
      <p:sp>
        <p:nvSpPr>
          <p:cNvPr id="87093" name="Rectangle 63"/>
          <p:cNvSpPr>
            <a:spLocks noChangeArrowheads="1"/>
          </p:cNvSpPr>
          <p:nvPr/>
        </p:nvSpPr>
        <p:spPr bwMode="auto">
          <a:xfrm>
            <a:off x="2992438" y="2185988"/>
            <a:ext cx="46198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sz="1400" dirty="0">
                <a:latin typeface="Arial" panose="020B0604020202020204" pitchFamily="34" charset="0"/>
                <a:sym typeface="Symbol" panose="05050102010706020507" pitchFamily="18" charset="2"/>
              </a:rPr>
              <a:t>1</a:t>
            </a:r>
            <a:r>
              <a:rPr lang="en-US" altLang="en-US" sz="1600" dirty="0">
                <a:latin typeface="Arial" panose="020B0604020202020204" pitchFamily="34" charset="0"/>
                <a:sym typeface="Symbol" panose="05050102010706020507" pitchFamily="18" charset="2"/>
              </a:rPr>
              <a:t>*</a:t>
            </a:r>
            <a:endParaRPr lang="en-US" altLang="en-US" sz="1600" dirty="0">
              <a:latin typeface="Arial" panose="020B0604020202020204" pitchFamily="34" charset="0"/>
              <a:sym typeface="Symbol" panose="05050102010706020507" pitchFamily="18" charset="2"/>
            </a:endParaRPr>
          </a:p>
        </p:txBody>
      </p:sp>
      <p:grpSp>
        <p:nvGrpSpPr>
          <p:cNvPr id="87094" name="Group 64"/>
          <p:cNvGrpSpPr/>
          <p:nvPr/>
        </p:nvGrpSpPr>
        <p:grpSpPr bwMode="auto">
          <a:xfrm>
            <a:off x="1981200" y="3352800"/>
            <a:ext cx="152400" cy="457200"/>
            <a:chOff x="1344" y="2496"/>
            <a:chExt cx="96" cy="288"/>
          </a:xfrm>
        </p:grpSpPr>
        <p:sp>
          <p:nvSpPr>
            <p:cNvPr id="87113" name="Line 65"/>
            <p:cNvSpPr>
              <a:spLocks noChangeShapeType="1"/>
            </p:cNvSpPr>
            <p:nvPr/>
          </p:nvSpPr>
          <p:spPr bwMode="auto">
            <a:xfrm flipV="1">
              <a:off x="1344" y="2496"/>
              <a:ext cx="0" cy="288"/>
            </a:xfrm>
            <a:prstGeom prst="line">
              <a:avLst/>
            </a:prstGeom>
            <a:noFill/>
            <a:ln w="9525">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7114" name="Line 66"/>
            <p:cNvSpPr>
              <a:spLocks noChangeShapeType="1"/>
            </p:cNvSpPr>
            <p:nvPr/>
          </p:nvSpPr>
          <p:spPr bwMode="auto">
            <a:xfrm>
              <a:off x="1440" y="2496"/>
              <a:ext cx="0" cy="288"/>
            </a:xfrm>
            <a:prstGeom prst="line">
              <a:avLst/>
            </a:prstGeom>
            <a:noFill/>
            <a:ln w="9525">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grpSp>
      <p:grpSp>
        <p:nvGrpSpPr>
          <p:cNvPr id="87095" name="Group 67"/>
          <p:cNvGrpSpPr/>
          <p:nvPr/>
        </p:nvGrpSpPr>
        <p:grpSpPr bwMode="auto">
          <a:xfrm>
            <a:off x="2590800" y="3352800"/>
            <a:ext cx="152400" cy="457200"/>
            <a:chOff x="1344" y="2496"/>
            <a:chExt cx="96" cy="288"/>
          </a:xfrm>
        </p:grpSpPr>
        <p:sp>
          <p:nvSpPr>
            <p:cNvPr id="87111" name="Line 68"/>
            <p:cNvSpPr>
              <a:spLocks noChangeShapeType="1"/>
            </p:cNvSpPr>
            <p:nvPr/>
          </p:nvSpPr>
          <p:spPr bwMode="auto">
            <a:xfrm flipV="1">
              <a:off x="1344" y="2496"/>
              <a:ext cx="0" cy="288"/>
            </a:xfrm>
            <a:prstGeom prst="line">
              <a:avLst/>
            </a:prstGeom>
            <a:noFill/>
            <a:ln w="9525">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7112" name="Line 69"/>
            <p:cNvSpPr>
              <a:spLocks noChangeShapeType="1"/>
            </p:cNvSpPr>
            <p:nvPr/>
          </p:nvSpPr>
          <p:spPr bwMode="auto">
            <a:xfrm>
              <a:off x="1440" y="2496"/>
              <a:ext cx="0" cy="288"/>
            </a:xfrm>
            <a:prstGeom prst="line">
              <a:avLst/>
            </a:prstGeom>
            <a:noFill/>
            <a:ln w="9525">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grpSp>
      <p:grpSp>
        <p:nvGrpSpPr>
          <p:cNvPr id="87096" name="Group 70"/>
          <p:cNvGrpSpPr/>
          <p:nvPr/>
        </p:nvGrpSpPr>
        <p:grpSpPr bwMode="auto">
          <a:xfrm>
            <a:off x="2057400" y="2133600"/>
            <a:ext cx="152400" cy="457200"/>
            <a:chOff x="1344" y="2496"/>
            <a:chExt cx="96" cy="288"/>
          </a:xfrm>
        </p:grpSpPr>
        <p:sp>
          <p:nvSpPr>
            <p:cNvPr id="87109" name="Line 71"/>
            <p:cNvSpPr>
              <a:spLocks noChangeShapeType="1"/>
            </p:cNvSpPr>
            <p:nvPr/>
          </p:nvSpPr>
          <p:spPr bwMode="auto">
            <a:xfrm flipV="1">
              <a:off x="1344" y="2496"/>
              <a:ext cx="0" cy="288"/>
            </a:xfrm>
            <a:prstGeom prst="line">
              <a:avLst/>
            </a:prstGeom>
            <a:noFill/>
            <a:ln w="9525">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7110" name="Line 72"/>
            <p:cNvSpPr>
              <a:spLocks noChangeShapeType="1"/>
            </p:cNvSpPr>
            <p:nvPr/>
          </p:nvSpPr>
          <p:spPr bwMode="auto">
            <a:xfrm>
              <a:off x="1440" y="2496"/>
              <a:ext cx="0" cy="288"/>
            </a:xfrm>
            <a:prstGeom prst="line">
              <a:avLst/>
            </a:prstGeom>
            <a:noFill/>
            <a:ln w="9525">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grpSp>
      <p:grpSp>
        <p:nvGrpSpPr>
          <p:cNvPr id="87097" name="Group 73"/>
          <p:cNvGrpSpPr/>
          <p:nvPr/>
        </p:nvGrpSpPr>
        <p:grpSpPr bwMode="auto">
          <a:xfrm>
            <a:off x="2590800" y="2133600"/>
            <a:ext cx="152400" cy="457200"/>
            <a:chOff x="1344" y="2496"/>
            <a:chExt cx="96" cy="288"/>
          </a:xfrm>
        </p:grpSpPr>
        <p:sp>
          <p:nvSpPr>
            <p:cNvPr id="87107" name="Line 74"/>
            <p:cNvSpPr>
              <a:spLocks noChangeShapeType="1"/>
            </p:cNvSpPr>
            <p:nvPr/>
          </p:nvSpPr>
          <p:spPr bwMode="auto">
            <a:xfrm flipV="1">
              <a:off x="1344" y="2496"/>
              <a:ext cx="0" cy="288"/>
            </a:xfrm>
            <a:prstGeom prst="line">
              <a:avLst/>
            </a:prstGeom>
            <a:noFill/>
            <a:ln w="9525">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87108" name="Line 75"/>
            <p:cNvSpPr>
              <a:spLocks noChangeShapeType="1"/>
            </p:cNvSpPr>
            <p:nvPr/>
          </p:nvSpPr>
          <p:spPr bwMode="auto">
            <a:xfrm>
              <a:off x="1440" y="2496"/>
              <a:ext cx="0" cy="288"/>
            </a:xfrm>
            <a:prstGeom prst="line">
              <a:avLst/>
            </a:prstGeom>
            <a:noFill/>
            <a:ln w="9525">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grpSp>
      <p:sp>
        <p:nvSpPr>
          <p:cNvPr id="87098" name="Text Box 76"/>
          <p:cNvSpPr txBox="1">
            <a:spLocks noChangeArrowheads="1"/>
          </p:cNvSpPr>
          <p:nvPr/>
        </p:nvSpPr>
        <p:spPr bwMode="auto">
          <a:xfrm>
            <a:off x="2847975" y="76200"/>
            <a:ext cx="3176588"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sz="2000" b="1">
                <a:latin typeface="Arial" panose="020B0604020202020204" pitchFamily="34" charset="0"/>
              </a:rPr>
              <a:t>Molecular Orbital Theory</a:t>
            </a:r>
            <a:endParaRPr lang="en-US" altLang="en-US" sz="2000" b="1">
              <a:latin typeface="Arial" panose="020B0604020202020204" pitchFamily="34" charset="0"/>
            </a:endParaRPr>
          </a:p>
        </p:txBody>
      </p:sp>
      <p:sp>
        <p:nvSpPr>
          <p:cNvPr id="87099" name="Text Box 77"/>
          <p:cNvSpPr txBox="1">
            <a:spLocks noChangeArrowheads="1"/>
          </p:cNvSpPr>
          <p:nvPr/>
        </p:nvSpPr>
        <p:spPr bwMode="auto">
          <a:xfrm>
            <a:off x="1447800" y="365125"/>
            <a:ext cx="2265363"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sz="2000">
                <a:latin typeface="Arial" panose="020B0604020202020204" pitchFamily="34" charset="0"/>
              </a:rPr>
              <a:t>MO diagram for F</a:t>
            </a:r>
            <a:r>
              <a:rPr lang="en-US" altLang="en-US" sz="2000" baseline="-25000">
                <a:latin typeface="Arial" panose="020B0604020202020204" pitchFamily="34" charset="0"/>
              </a:rPr>
              <a:t>2</a:t>
            </a:r>
            <a:endParaRPr lang="en-US" altLang="en-US" sz="2000" baseline="-25000">
              <a:latin typeface="Arial" panose="020B0604020202020204" pitchFamily="34" charset="0"/>
            </a:endParaRPr>
          </a:p>
        </p:txBody>
      </p:sp>
      <p:sp>
        <p:nvSpPr>
          <p:cNvPr id="87100" name="Text Box 78"/>
          <p:cNvSpPr txBox="1">
            <a:spLocks noChangeArrowheads="1"/>
          </p:cNvSpPr>
          <p:nvPr/>
        </p:nvSpPr>
        <p:spPr bwMode="auto">
          <a:xfrm>
            <a:off x="3846513" y="2819400"/>
            <a:ext cx="598487" cy="2746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sz="1200">
                <a:latin typeface="Arial" panose="020B0604020202020204" pitchFamily="34" charset="0"/>
              </a:rPr>
              <a:t>(p</a:t>
            </a:r>
            <a:r>
              <a:rPr lang="en-US" altLang="en-US" sz="1200" baseline="-25000">
                <a:latin typeface="Arial" panose="020B0604020202020204" pitchFamily="34" charset="0"/>
              </a:rPr>
              <a:t>x</a:t>
            </a:r>
            <a:r>
              <a:rPr lang="en-US" altLang="en-US" sz="1200">
                <a:latin typeface="Arial" panose="020B0604020202020204" pitchFamily="34" charset="0"/>
              </a:rPr>
              <a:t>,p</a:t>
            </a:r>
            <a:r>
              <a:rPr lang="en-US" altLang="en-US" sz="1200" baseline="-25000">
                <a:latin typeface="Arial" panose="020B0604020202020204" pitchFamily="34" charset="0"/>
              </a:rPr>
              <a:t>y</a:t>
            </a:r>
            <a:r>
              <a:rPr lang="en-US" altLang="en-US" sz="1200">
                <a:latin typeface="Arial" panose="020B0604020202020204" pitchFamily="34" charset="0"/>
              </a:rPr>
              <a:t>)</a:t>
            </a:r>
            <a:endParaRPr lang="en-US" altLang="en-US" sz="1200">
              <a:latin typeface="Arial" panose="020B0604020202020204" pitchFamily="34" charset="0"/>
            </a:endParaRPr>
          </a:p>
        </p:txBody>
      </p:sp>
      <p:sp>
        <p:nvSpPr>
          <p:cNvPr id="87101" name="Text Box 79"/>
          <p:cNvSpPr txBox="1">
            <a:spLocks noChangeArrowheads="1"/>
          </p:cNvSpPr>
          <p:nvPr/>
        </p:nvSpPr>
        <p:spPr bwMode="auto">
          <a:xfrm>
            <a:off x="3871913" y="2971800"/>
            <a:ext cx="319087" cy="2746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sz="1200">
                <a:latin typeface="Arial" panose="020B0604020202020204" pitchFamily="34" charset="0"/>
              </a:rPr>
              <a:t>p</a:t>
            </a:r>
            <a:r>
              <a:rPr lang="en-US" altLang="en-US" sz="1200" baseline="-25000">
                <a:latin typeface="Arial" panose="020B0604020202020204" pitchFamily="34" charset="0"/>
              </a:rPr>
              <a:t>z</a:t>
            </a:r>
            <a:endParaRPr lang="en-US" altLang="en-US" sz="1200">
              <a:latin typeface="Arial" panose="020B0604020202020204" pitchFamily="34" charset="0"/>
            </a:endParaRPr>
          </a:p>
        </p:txBody>
      </p:sp>
      <p:sp>
        <p:nvSpPr>
          <p:cNvPr id="87102" name="Text Box 80"/>
          <p:cNvSpPr txBox="1">
            <a:spLocks noChangeArrowheads="1"/>
          </p:cNvSpPr>
          <p:nvPr/>
        </p:nvSpPr>
        <p:spPr bwMode="auto">
          <a:xfrm>
            <a:off x="5562600" y="962025"/>
            <a:ext cx="3505200" cy="49815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spcBef>
                <a:spcPct val="50000"/>
              </a:spcBef>
            </a:pPr>
            <a:r>
              <a:rPr lang="en-US" altLang="en-US" sz="1600" dirty="0">
                <a:latin typeface="Arial" panose="020B0604020202020204" pitchFamily="34" charset="0"/>
              </a:rPr>
              <a:t>Another key feature of such diagrams is that the </a:t>
            </a:r>
            <a:r>
              <a:rPr lang="en-US" altLang="en-US" sz="1600" dirty="0">
                <a:latin typeface="Arial" panose="020B0604020202020204" pitchFamily="34" charset="0"/>
                <a:sym typeface="Symbol" panose="05050102010706020507" pitchFamily="18" charset="2"/>
              </a:rPr>
              <a:t>-type </a:t>
            </a:r>
            <a:r>
              <a:rPr lang="en-US" altLang="en-US" sz="1600" dirty="0">
                <a:latin typeface="Arial" panose="020B0604020202020204" pitchFamily="34" charset="0"/>
              </a:rPr>
              <a:t>MO’s formed by the combinations of the </a:t>
            </a:r>
            <a:r>
              <a:rPr lang="en-US" altLang="en-US" sz="1600" dirty="0" err="1">
                <a:latin typeface="Arial" panose="020B0604020202020204" pitchFamily="34" charset="0"/>
              </a:rPr>
              <a:t>p</a:t>
            </a:r>
            <a:r>
              <a:rPr lang="en-US" altLang="en-US" sz="1600" baseline="-25000" dirty="0" err="1">
                <a:latin typeface="Arial" panose="020B0604020202020204" pitchFamily="34" charset="0"/>
              </a:rPr>
              <a:t>x</a:t>
            </a:r>
            <a:r>
              <a:rPr lang="en-US" altLang="en-US" sz="1600" dirty="0">
                <a:latin typeface="Arial" panose="020B0604020202020204" pitchFamily="34" charset="0"/>
              </a:rPr>
              <a:t> and </a:t>
            </a:r>
            <a:r>
              <a:rPr lang="en-US" altLang="en-US" sz="1600" dirty="0" err="1">
                <a:latin typeface="Arial" panose="020B0604020202020204" pitchFamily="34" charset="0"/>
              </a:rPr>
              <a:t>p</a:t>
            </a:r>
            <a:r>
              <a:rPr lang="en-US" altLang="en-US" sz="1600" baseline="-25000" dirty="0" err="1">
                <a:latin typeface="Arial" panose="020B0604020202020204" pitchFamily="34" charset="0"/>
              </a:rPr>
              <a:t>y</a:t>
            </a:r>
            <a:r>
              <a:rPr lang="en-US" altLang="en-US" sz="1600" dirty="0">
                <a:latin typeface="Arial" panose="020B0604020202020204" pitchFamily="34" charset="0"/>
              </a:rPr>
              <a:t> orbitals make degenerate sets (i.e. they are identical in energy).</a:t>
            </a:r>
            <a:endParaRPr lang="en-US" altLang="en-US" sz="1600" dirty="0">
              <a:latin typeface="Arial" panose="020B0604020202020204" pitchFamily="34" charset="0"/>
            </a:endParaRPr>
          </a:p>
          <a:p>
            <a:pPr eaLnBrk="1" hangingPunct="1">
              <a:spcBef>
                <a:spcPct val="50000"/>
              </a:spcBef>
            </a:pPr>
            <a:endParaRPr lang="en-US" altLang="en-US" sz="1600" dirty="0">
              <a:latin typeface="Arial" panose="020B0604020202020204" pitchFamily="34" charset="0"/>
            </a:endParaRPr>
          </a:p>
          <a:p>
            <a:pPr eaLnBrk="1" hangingPunct="1">
              <a:spcBef>
                <a:spcPct val="50000"/>
              </a:spcBef>
            </a:pPr>
            <a:r>
              <a:rPr lang="en-US" altLang="en-US" sz="1600" dirty="0">
                <a:latin typeface="Arial" panose="020B0604020202020204" pitchFamily="34" charset="0"/>
              </a:rPr>
              <a:t>The highest occupied molecular orbitals (HOMOs) are the 1</a:t>
            </a:r>
            <a:r>
              <a:rPr lang="en-US" altLang="en-US" sz="1600" dirty="0">
                <a:latin typeface="Arial" panose="020B0604020202020204" pitchFamily="34" charset="0"/>
                <a:sym typeface="Symbol" panose="05050102010706020507" pitchFamily="18" charset="2"/>
              </a:rPr>
              <a:t>* pair - these correspond to some of the “lone pair” orbitals in the molecule and this is where F</a:t>
            </a:r>
            <a:r>
              <a:rPr lang="en-US" altLang="en-US" sz="1600" baseline="-25000" dirty="0">
                <a:latin typeface="Arial" panose="020B0604020202020204" pitchFamily="34" charset="0"/>
                <a:sym typeface="Symbol" panose="05050102010706020507" pitchFamily="18" charset="2"/>
              </a:rPr>
              <a:t>2</a:t>
            </a:r>
            <a:r>
              <a:rPr lang="en-US" altLang="en-US" sz="1600" dirty="0">
                <a:latin typeface="Arial" panose="020B0604020202020204" pitchFamily="34" charset="0"/>
                <a:sym typeface="Symbol" panose="05050102010706020507" pitchFamily="18" charset="2"/>
              </a:rPr>
              <a:t> will react as an electron donor. </a:t>
            </a:r>
            <a:endParaRPr lang="en-US" altLang="en-US" sz="1600" dirty="0">
              <a:latin typeface="Arial" panose="020B0604020202020204" pitchFamily="34" charset="0"/>
              <a:sym typeface="Symbol" panose="05050102010706020507" pitchFamily="18" charset="2"/>
            </a:endParaRPr>
          </a:p>
          <a:p>
            <a:pPr eaLnBrk="1" hangingPunct="1">
              <a:spcBef>
                <a:spcPct val="50000"/>
              </a:spcBef>
            </a:pPr>
            <a:endParaRPr lang="en-US" altLang="en-US" sz="1600" dirty="0">
              <a:latin typeface="Arial" panose="020B0604020202020204" pitchFamily="34" charset="0"/>
              <a:sym typeface="Symbol" panose="05050102010706020507" pitchFamily="18" charset="2"/>
            </a:endParaRPr>
          </a:p>
          <a:p>
            <a:pPr eaLnBrk="1" hangingPunct="1">
              <a:spcBef>
                <a:spcPct val="50000"/>
              </a:spcBef>
            </a:pPr>
            <a:r>
              <a:rPr lang="en-US" altLang="en-US" sz="1600" dirty="0">
                <a:latin typeface="Arial" panose="020B0604020202020204" pitchFamily="34" charset="0"/>
              </a:rPr>
              <a:t>The lowest unoccupied molecular orbital (LUMO) is the 3</a:t>
            </a:r>
            <a:r>
              <a:rPr lang="en-US" altLang="en-US" sz="1600" dirty="0">
                <a:latin typeface="Arial" panose="020B0604020202020204" pitchFamily="34" charset="0"/>
                <a:sym typeface="Symbol" panose="05050102010706020507" pitchFamily="18" charset="2"/>
              </a:rPr>
              <a:t>* orbital - this is where F</a:t>
            </a:r>
            <a:r>
              <a:rPr lang="en-US" altLang="en-US" sz="1600" baseline="-25000" dirty="0">
                <a:latin typeface="Arial" panose="020B0604020202020204" pitchFamily="34" charset="0"/>
                <a:sym typeface="Symbol" panose="05050102010706020507" pitchFamily="18" charset="2"/>
              </a:rPr>
              <a:t>2</a:t>
            </a:r>
            <a:r>
              <a:rPr lang="en-US" altLang="en-US" sz="1600" dirty="0">
                <a:latin typeface="Arial" panose="020B0604020202020204" pitchFamily="34" charset="0"/>
                <a:sym typeface="Symbol" panose="05050102010706020507" pitchFamily="18" charset="2"/>
              </a:rPr>
              <a:t> will react as an electron acceptor.</a:t>
            </a:r>
            <a:endParaRPr lang="en-US" altLang="en-US" sz="1600" dirty="0">
              <a:latin typeface="Arial" panose="020B0604020202020204" pitchFamily="34" charset="0"/>
              <a:sym typeface="Symbol" panose="05050102010706020507" pitchFamily="18" charset="2"/>
            </a:endParaRPr>
          </a:p>
        </p:txBody>
      </p:sp>
      <p:sp>
        <p:nvSpPr>
          <p:cNvPr id="87103" name="Rectangle 81"/>
          <p:cNvSpPr>
            <a:spLocks noChangeArrowheads="1"/>
          </p:cNvSpPr>
          <p:nvPr/>
        </p:nvSpPr>
        <p:spPr bwMode="auto">
          <a:xfrm>
            <a:off x="477838" y="2209800"/>
            <a:ext cx="815975"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sz="1600">
                <a:latin typeface="Arial" panose="020B0604020202020204" pitchFamily="34" charset="0"/>
              </a:rPr>
              <a:t>HOMO</a:t>
            </a:r>
            <a:endParaRPr lang="en-US" altLang="en-US" sz="1600">
              <a:latin typeface="Arial" panose="020B0604020202020204" pitchFamily="34" charset="0"/>
            </a:endParaRPr>
          </a:p>
        </p:txBody>
      </p:sp>
      <p:cxnSp>
        <p:nvCxnSpPr>
          <p:cNvPr id="87104" name="AutoShape 82"/>
          <p:cNvCxnSpPr>
            <a:cxnSpLocks noChangeShapeType="1"/>
            <a:stCxn id="87103" idx="3"/>
          </p:cNvCxnSpPr>
          <p:nvPr/>
        </p:nvCxnSpPr>
        <p:spPr bwMode="auto">
          <a:xfrm flipV="1">
            <a:off x="1293813" y="2362200"/>
            <a:ext cx="457200" cy="15875"/>
          </a:xfrm>
          <a:prstGeom prst="straightConnector1">
            <a:avLst/>
          </a:prstGeom>
          <a:noFill/>
          <a:ln w="9525">
            <a:solidFill>
              <a:srgbClr val="FF0000"/>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87105" name="Rectangle 83"/>
          <p:cNvSpPr>
            <a:spLocks noChangeArrowheads="1"/>
          </p:cNvSpPr>
          <p:nvPr/>
        </p:nvSpPr>
        <p:spPr bwMode="auto">
          <a:xfrm>
            <a:off x="838200" y="1219200"/>
            <a:ext cx="771525"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Garamond" panose="02020404030301010803" pitchFamily="18" charset="0"/>
                <a:ea typeface="MS PGothic" panose="020B0600070205080204" pitchFamily="34" charset="-128"/>
              </a:defRPr>
            </a:lvl1pPr>
            <a:lvl2pPr marL="742950" indent="-285750">
              <a:defRPr>
                <a:solidFill>
                  <a:schemeClr val="tx1"/>
                </a:solidFill>
                <a:latin typeface="Garamond" panose="02020404030301010803" pitchFamily="18" charset="0"/>
                <a:ea typeface="MS PGothic" panose="020B0600070205080204" pitchFamily="34" charset="-128"/>
              </a:defRPr>
            </a:lvl2pPr>
            <a:lvl3pPr marL="1143000" indent="-228600">
              <a:defRPr>
                <a:solidFill>
                  <a:schemeClr val="tx1"/>
                </a:solidFill>
                <a:latin typeface="Garamond" panose="02020404030301010803" pitchFamily="18" charset="0"/>
                <a:ea typeface="MS PGothic" panose="020B0600070205080204" pitchFamily="34" charset="-128"/>
              </a:defRPr>
            </a:lvl3pPr>
            <a:lvl4pPr marL="1600200" indent="-228600">
              <a:defRPr>
                <a:solidFill>
                  <a:schemeClr val="tx1"/>
                </a:solidFill>
                <a:latin typeface="Garamond" panose="02020404030301010803" pitchFamily="18" charset="0"/>
                <a:ea typeface="MS PGothic" panose="020B0600070205080204" pitchFamily="34" charset="-128"/>
              </a:defRPr>
            </a:lvl4pPr>
            <a:lvl5pPr marL="2057400" indent="-228600">
              <a:defRPr>
                <a:solidFill>
                  <a:schemeClr val="tx1"/>
                </a:solidFill>
                <a:latin typeface="Garamond" panose="02020404030301010803" pitchFamily="18"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Garamond" panose="02020404030301010803" pitchFamily="18" charset="0"/>
                <a:ea typeface="MS PGothic" panose="020B0600070205080204" pitchFamily="34" charset="-128"/>
              </a:defRPr>
            </a:lvl9pPr>
          </a:lstStyle>
          <a:p>
            <a:pPr eaLnBrk="1" hangingPunct="1"/>
            <a:r>
              <a:rPr lang="en-US" altLang="en-US" sz="1600">
                <a:latin typeface="Arial" panose="020B0604020202020204" pitchFamily="34" charset="0"/>
              </a:rPr>
              <a:t>LUMO</a:t>
            </a:r>
            <a:endParaRPr lang="en-US" altLang="en-US" sz="1600">
              <a:latin typeface="Arial" panose="020B0604020202020204" pitchFamily="34" charset="0"/>
            </a:endParaRPr>
          </a:p>
        </p:txBody>
      </p:sp>
      <p:cxnSp>
        <p:nvCxnSpPr>
          <p:cNvPr id="87106" name="AutoShape 84"/>
          <p:cNvCxnSpPr>
            <a:cxnSpLocks noChangeShapeType="1"/>
            <a:stCxn id="87105" idx="3"/>
          </p:cNvCxnSpPr>
          <p:nvPr/>
        </p:nvCxnSpPr>
        <p:spPr bwMode="auto">
          <a:xfrm flipV="1">
            <a:off x="1609725" y="1371600"/>
            <a:ext cx="457200" cy="15875"/>
          </a:xfrm>
          <a:prstGeom prst="straightConnector1">
            <a:avLst/>
          </a:prstGeom>
          <a:noFill/>
          <a:ln w="9525">
            <a:solidFill>
              <a:srgbClr val="FF0000"/>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15074" name="Rectangle 2"/>
          <p:cNvSpPr>
            <a:spLocks noGrp="1" noRot="1" noChangeArrowheads="1"/>
          </p:cNvSpPr>
          <p:nvPr>
            <p:ph type="title"/>
          </p:nvPr>
        </p:nvSpPr>
        <p:spPr/>
        <p:txBody>
          <a:bodyPr/>
          <a:lstStyle/>
          <a:p>
            <a:pPr eaLnBrk="1" hangingPunct="1">
              <a:defRPr/>
            </a:pPr>
            <a:r>
              <a:rPr lang="en-US" sz="4000">
                <a:ea typeface="+mj-ea"/>
                <a:cs typeface="+mj-cs"/>
              </a:rPr>
              <a:t>Heteronuclear Diatomic </a:t>
            </a:r>
            <a:br>
              <a:rPr lang="en-US" sz="4000">
                <a:ea typeface="+mj-ea"/>
                <a:cs typeface="+mj-cs"/>
              </a:rPr>
            </a:br>
            <a:r>
              <a:rPr lang="en-US" sz="4000">
                <a:ea typeface="+mj-ea"/>
                <a:cs typeface="+mj-cs"/>
              </a:rPr>
              <a:t>Molecules</a:t>
            </a:r>
            <a:endParaRPr lang="en-US" sz="4000">
              <a:ea typeface="+mj-ea"/>
              <a:cs typeface="+mj-cs"/>
            </a:endParaRPr>
          </a:p>
        </p:txBody>
      </p:sp>
      <p:sp>
        <p:nvSpPr>
          <p:cNvPr id="515075" name="Rectangle 3"/>
          <p:cNvSpPr>
            <a:spLocks noGrp="1" noChangeArrowheads="1"/>
          </p:cNvSpPr>
          <p:nvPr>
            <p:ph type="body" idx="1"/>
          </p:nvPr>
        </p:nvSpPr>
        <p:spPr/>
        <p:txBody>
          <a:bodyPr/>
          <a:lstStyle/>
          <a:p>
            <a:pPr eaLnBrk="1" hangingPunct="1">
              <a:buFont typeface="Wingdings" panose="05000000000000000000" pitchFamily="2" charset="2"/>
              <a:buNone/>
              <a:defRPr/>
            </a:pPr>
            <a:r>
              <a:rPr lang="en-US">
                <a:ea typeface="+mn-ea"/>
                <a:cs typeface="+mn-cs"/>
              </a:rPr>
              <a:t>		</a:t>
            </a:r>
            <a:endParaRPr lang="en-US">
              <a:ea typeface="+mn-ea"/>
              <a:cs typeface="+mn-cs"/>
            </a:endParaRPr>
          </a:p>
          <a:p>
            <a:pPr eaLnBrk="1" hangingPunct="1">
              <a:buFont typeface="Wingdings" panose="05000000000000000000" pitchFamily="2" charset="2"/>
              <a:buNone/>
              <a:defRPr/>
            </a:pPr>
            <a:r>
              <a:rPr lang="en-US">
                <a:ea typeface="+mn-ea"/>
                <a:cs typeface="+mn-cs"/>
              </a:rPr>
              <a:t>		The more electronegative atom will have orbitals of lower energy, and therefore contribute more to the bonding orbitals.</a:t>
            </a:r>
            <a:endParaRPr lang="en-US">
              <a:ea typeface="+mn-ea"/>
              <a:cs typeface="+mn-cs"/>
            </a:endParaRPr>
          </a:p>
          <a:p>
            <a:pPr eaLnBrk="1" hangingPunct="1">
              <a:buFont typeface="Wingdings" panose="05000000000000000000" pitchFamily="2" charset="2"/>
              <a:buNone/>
              <a:defRPr/>
            </a:pPr>
            <a:r>
              <a:rPr lang="en-US">
                <a:ea typeface="+mn-ea"/>
                <a:cs typeface="+mn-cs"/>
              </a:rPr>
              <a:t>		The less electronegative atom has orbitals of higher energy, and contributes more to the anti-bonding orbitals.g</a:t>
            </a:r>
            <a:endParaRPr lang="en-US">
              <a:ea typeface="+mn-ea"/>
              <a:cs typeface="+mn-cs"/>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54658" name="Rectangle 2"/>
          <p:cNvSpPr>
            <a:spLocks noGrp="1" noRot="1" noChangeArrowheads="1"/>
          </p:cNvSpPr>
          <p:nvPr>
            <p:ph type="title"/>
          </p:nvPr>
        </p:nvSpPr>
        <p:spPr/>
        <p:txBody>
          <a:bodyPr/>
          <a:lstStyle/>
          <a:p>
            <a:pPr eaLnBrk="1" hangingPunct="1">
              <a:defRPr/>
            </a:pPr>
            <a:r>
              <a:rPr lang="en-US" sz="4000">
                <a:ea typeface="+mj-ea"/>
                <a:cs typeface="+mj-cs"/>
              </a:rPr>
              <a:t>Rules for Combining Atomic Orbitals</a:t>
            </a:r>
            <a:endParaRPr lang="en-US" sz="4000">
              <a:ea typeface="+mj-ea"/>
              <a:cs typeface="+mj-cs"/>
            </a:endParaRPr>
          </a:p>
        </p:txBody>
      </p:sp>
      <p:sp>
        <p:nvSpPr>
          <p:cNvPr id="454659" name="Rectangle 3"/>
          <p:cNvSpPr>
            <a:spLocks noGrp="1" noChangeArrowheads="1"/>
          </p:cNvSpPr>
          <p:nvPr>
            <p:ph type="body" idx="1"/>
          </p:nvPr>
        </p:nvSpPr>
        <p:spPr/>
        <p:txBody>
          <a:bodyPr/>
          <a:lstStyle/>
          <a:p>
            <a:pPr marL="609600" indent="-609600" eaLnBrk="1" hangingPunct="1">
              <a:spcBef>
                <a:spcPct val="55000"/>
              </a:spcBef>
              <a:buFont typeface="Wingdings" panose="05000000000000000000" pitchFamily="2" charset="2"/>
              <a:buNone/>
              <a:defRPr/>
            </a:pPr>
            <a:r>
              <a:rPr lang="en-US">
                <a:ea typeface="+mn-ea"/>
                <a:cs typeface="+mn-cs"/>
              </a:rPr>
              <a:t>For heteronuclear molecules:</a:t>
            </a:r>
            <a:endParaRPr lang="en-US">
              <a:ea typeface="+mn-ea"/>
              <a:cs typeface="+mn-cs"/>
            </a:endParaRPr>
          </a:p>
          <a:p>
            <a:pPr marL="609600" indent="-609600" eaLnBrk="1" hangingPunct="1">
              <a:spcBef>
                <a:spcPct val="50000"/>
              </a:spcBef>
              <a:buFont typeface="Wingdings" panose="05000000000000000000" pitchFamily="2" charset="2"/>
              <a:buNone/>
              <a:defRPr/>
            </a:pPr>
            <a:r>
              <a:rPr lang="en-US">
                <a:ea typeface="+mn-ea"/>
                <a:cs typeface="+mn-cs"/>
              </a:rPr>
              <a:t>1.  The bonding orbital(s) will reside predominantly on the atom of lower orbital energy (the more electronegative atom).</a:t>
            </a:r>
            <a:endParaRPr lang="en-US">
              <a:ea typeface="+mn-ea"/>
              <a:cs typeface="+mn-cs"/>
            </a:endParaRPr>
          </a:p>
          <a:p>
            <a:pPr marL="609600" indent="-609600" eaLnBrk="1" hangingPunct="1">
              <a:spcBef>
                <a:spcPct val="55000"/>
              </a:spcBef>
              <a:buFont typeface="Wingdings" panose="05000000000000000000" pitchFamily="2" charset="2"/>
              <a:buNone/>
              <a:defRPr/>
            </a:pPr>
            <a:r>
              <a:rPr lang="en-US">
                <a:ea typeface="+mn-ea"/>
                <a:cs typeface="+mn-cs"/>
              </a:rPr>
              <a:t>2.  The anti-bonding orbital(s) will reside predominantly on the atom with greater orbital energy (the less electronegative atom).</a:t>
            </a:r>
            <a:endParaRPr lang="en-US">
              <a:ea typeface="+mn-ea"/>
              <a:cs typeface="+mn-cs"/>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16098" name="Rectangle 2"/>
          <p:cNvSpPr>
            <a:spLocks noGrp="1" noRot="1" noChangeArrowheads="1"/>
          </p:cNvSpPr>
          <p:nvPr>
            <p:ph type="title"/>
          </p:nvPr>
        </p:nvSpPr>
        <p:spPr/>
        <p:txBody>
          <a:bodyPr/>
          <a:lstStyle/>
          <a:p>
            <a:pPr eaLnBrk="1" hangingPunct="1">
              <a:defRPr/>
            </a:pPr>
            <a:r>
              <a:rPr lang="en-US">
                <a:ea typeface="+mj-ea"/>
                <a:cs typeface="+mj-cs"/>
              </a:rPr>
              <a:t>HF</a:t>
            </a:r>
            <a:endParaRPr lang="en-US">
              <a:ea typeface="+mj-ea"/>
              <a:cs typeface="+mj-cs"/>
            </a:endParaRPr>
          </a:p>
        </p:txBody>
      </p:sp>
      <p:sp>
        <p:nvSpPr>
          <p:cNvPr id="516102" name="Rectangle 6"/>
          <p:cNvSpPr>
            <a:spLocks noGrp="1" noChangeArrowheads="1"/>
          </p:cNvSpPr>
          <p:nvPr>
            <p:ph type="body" sz="half" idx="2"/>
          </p:nvPr>
        </p:nvSpPr>
        <p:spPr>
          <a:xfrm>
            <a:off x="4343400" y="1600200"/>
            <a:ext cx="4343400" cy="4525963"/>
          </a:xfrm>
        </p:spPr>
        <p:txBody>
          <a:bodyPr/>
          <a:lstStyle/>
          <a:p>
            <a:pPr eaLnBrk="1" hangingPunct="1">
              <a:buFont typeface="Wingdings" panose="05000000000000000000" pitchFamily="2" charset="2"/>
              <a:buNone/>
              <a:defRPr/>
            </a:pPr>
            <a:r>
              <a:rPr lang="en-US" altLang="en-US" sz="2800">
                <a:effectLst>
                  <a:outerShdw blurRad="38100" dist="38100" dir="2700000" algn="tl">
                    <a:srgbClr val="C0C0C0"/>
                  </a:outerShdw>
                </a:effectLst>
                <a:ea typeface="MS PGothic" panose="020B0600070205080204" pitchFamily="34" charset="-128"/>
              </a:rPr>
              <a:t>		The 2s and 2p</a:t>
            </a:r>
            <a:r>
              <a:rPr lang="en-US" altLang="en-US" sz="2800" baseline="-25000">
                <a:effectLst>
                  <a:outerShdw blurRad="38100" dist="38100" dir="2700000" algn="tl">
                    <a:srgbClr val="C0C0C0"/>
                  </a:outerShdw>
                </a:effectLst>
                <a:ea typeface="MS PGothic" panose="020B0600070205080204" pitchFamily="34" charset="-128"/>
              </a:rPr>
              <a:t>x</a:t>
            </a:r>
            <a:r>
              <a:rPr lang="en-US" altLang="en-US" sz="2800">
                <a:effectLst>
                  <a:outerShdw blurRad="38100" dist="38100" dir="2700000" algn="tl">
                    <a:srgbClr val="C0C0C0"/>
                  </a:outerShdw>
                </a:effectLst>
                <a:ea typeface="MS PGothic" panose="020B0600070205080204" pitchFamily="34" charset="-128"/>
              </a:rPr>
              <a:t> orbitals on fluorine interact with the 1s orbital on hydrogen.  </a:t>
            </a:r>
            <a:endParaRPr lang="en-US" altLang="en-US" sz="2800">
              <a:effectLst>
                <a:outerShdw blurRad="38100" dist="38100" dir="2700000" algn="tl">
                  <a:srgbClr val="C0C0C0"/>
                </a:outerShdw>
              </a:effectLst>
              <a:ea typeface="MS PGothic" panose="020B0600070205080204" pitchFamily="34" charset="-128"/>
            </a:endParaRPr>
          </a:p>
          <a:p>
            <a:pPr eaLnBrk="1" hangingPunct="1">
              <a:buFont typeface="Wingdings" panose="05000000000000000000" pitchFamily="2" charset="2"/>
              <a:buNone/>
              <a:defRPr/>
            </a:pPr>
            <a:r>
              <a:rPr lang="en-US" altLang="en-US" sz="2800">
                <a:effectLst>
                  <a:outerShdw blurRad="38100" dist="38100" dir="2700000" algn="tl">
                    <a:srgbClr val="C0C0C0"/>
                  </a:outerShdw>
                </a:effectLst>
                <a:ea typeface="MS PGothic" panose="020B0600070205080204" pitchFamily="34" charset="-128"/>
              </a:rPr>
              <a:t>		The p</a:t>
            </a:r>
            <a:r>
              <a:rPr lang="en-US" altLang="en-US" sz="2800" baseline="-25000">
                <a:effectLst>
                  <a:outerShdw blurRad="38100" dist="38100" dir="2700000" algn="tl">
                    <a:srgbClr val="C0C0C0"/>
                  </a:outerShdw>
                </a:effectLst>
                <a:ea typeface="MS PGothic" panose="020B0600070205080204" pitchFamily="34" charset="-128"/>
              </a:rPr>
              <a:t>y</a:t>
            </a:r>
            <a:r>
              <a:rPr lang="en-US" altLang="en-US" sz="2800">
                <a:effectLst>
                  <a:outerShdw blurRad="38100" dist="38100" dir="2700000" algn="tl">
                    <a:srgbClr val="C0C0C0"/>
                  </a:outerShdw>
                </a:effectLst>
                <a:ea typeface="MS PGothic" panose="020B0600070205080204" pitchFamily="34" charset="-128"/>
              </a:rPr>
              <a:t> and p</a:t>
            </a:r>
            <a:r>
              <a:rPr lang="en-US" altLang="en-US" sz="2800" baseline="-25000">
                <a:effectLst>
                  <a:outerShdw blurRad="38100" dist="38100" dir="2700000" algn="tl">
                    <a:srgbClr val="C0C0C0"/>
                  </a:outerShdw>
                </a:effectLst>
                <a:ea typeface="MS PGothic" panose="020B0600070205080204" pitchFamily="34" charset="-128"/>
              </a:rPr>
              <a:t>z</a:t>
            </a:r>
            <a:r>
              <a:rPr lang="en-US" altLang="en-US" sz="2800">
                <a:effectLst>
                  <a:outerShdw blurRad="38100" dist="38100" dir="2700000" algn="tl">
                    <a:srgbClr val="C0C0C0"/>
                  </a:outerShdw>
                </a:effectLst>
                <a:ea typeface="MS PGothic" panose="020B0600070205080204" pitchFamily="34" charset="-128"/>
              </a:rPr>
              <a:t> orbitals on fluorine lack proper symmetry to interact with hydrogen, and remain as non-bonding orbitals.</a:t>
            </a:r>
            <a:endParaRPr lang="en-US" altLang="en-US" sz="2800">
              <a:effectLst>
                <a:outerShdw blurRad="38100" dist="38100" dir="2700000" algn="tl">
                  <a:srgbClr val="C0C0C0"/>
                </a:outerShdw>
              </a:effectLst>
              <a:ea typeface="MS PGothic" panose="020B0600070205080204" pitchFamily="34" charset="-128"/>
            </a:endParaRPr>
          </a:p>
        </p:txBody>
      </p:sp>
      <p:pic>
        <p:nvPicPr>
          <p:cNvPr id="91140" name="Picture 4" descr="fig0321c"/>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457200" y="1752600"/>
            <a:ext cx="4162425" cy="3667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141" name="Line 7"/>
          <p:cNvSpPr>
            <a:spLocks noChangeShapeType="1"/>
          </p:cNvSpPr>
          <p:nvPr/>
        </p:nvSpPr>
        <p:spPr bwMode="auto">
          <a:xfrm flipH="1" flipV="1">
            <a:off x="3962400" y="4191000"/>
            <a:ext cx="762000" cy="762000"/>
          </a:xfrm>
          <a:prstGeom prst="line">
            <a:avLst/>
          </a:prstGeom>
          <a:noFill/>
          <a:ln w="28575">
            <a:solidFill>
              <a:schemeClr val="accent1"/>
            </a:solidFill>
            <a:round/>
            <a:tailEnd type="triangle" w="med" len="med"/>
          </a:ln>
          <a:extLst>
            <a:ext uri="{909E8E84-426E-40DD-AFC4-6F175D3DCCD1}">
              <a14:hiddenFill xmlns:a14="http://schemas.microsoft.com/office/drawing/2010/main">
                <a:noFill/>
              </a14:hiddenFill>
            </a:ext>
          </a:extLst>
        </p:spPr>
        <p:txBody>
          <a:bodyPr/>
          <a:lstStyle/>
          <a:p>
            <a:endParaRPr lang="en-GB"/>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3" name="Rectangle 2"/>
          <p:cNvSpPr>
            <a:spLocks noGrp="1" noChangeArrowheads="1"/>
          </p:cNvSpPr>
          <p:nvPr>
            <p:ph type="title"/>
          </p:nvPr>
        </p:nvSpPr>
        <p:spPr bwMode="auto">
          <a:xfrm>
            <a:off x="685800" y="630238"/>
            <a:ext cx="7772400" cy="11430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eaLnBrk="1" hangingPunct="1"/>
            <a:r>
              <a:rPr lang="en-GB" altLang="en-US" sz="3600">
                <a:solidFill>
                  <a:srgbClr val="FF0000"/>
                </a:solidFill>
                <a:latin typeface="Aharoni" pitchFamily="2" charset="0"/>
                <a:cs typeface="Aharoni" pitchFamily="2" charset="0"/>
              </a:rPr>
              <a:t>Bonding in carbon compounds</a:t>
            </a:r>
            <a:endParaRPr lang="en-GB" altLang="en-US" sz="3600">
              <a:solidFill>
                <a:srgbClr val="FF0000"/>
              </a:solidFill>
              <a:latin typeface="Aharoni" pitchFamily="2" charset="0"/>
              <a:cs typeface="Aharoni" pitchFamily="2" charset="0"/>
            </a:endParaRPr>
          </a:p>
        </p:txBody>
      </p:sp>
      <p:sp>
        <p:nvSpPr>
          <p:cNvPr id="20484" name="Rectangle 3"/>
          <p:cNvSpPr>
            <a:spLocks noGrp="1" noChangeArrowheads="1"/>
          </p:cNvSpPr>
          <p:nvPr>
            <p:ph type="body" sz="half" idx="2"/>
          </p:nvPr>
        </p:nvSpPr>
        <p:spPr bwMode="auto">
          <a:xfrm>
            <a:off x="4859338" y="1771650"/>
            <a:ext cx="3525837" cy="41148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eaLnBrk="1" hangingPunct="1"/>
            <a:r>
              <a:rPr lang="en-GB" altLang="en-US" sz="2400">
                <a:latin typeface="Aharoni" pitchFamily="2" charset="0"/>
                <a:cs typeface="Aharoni" pitchFamily="2" charset="0"/>
              </a:rPr>
              <a:t>The </a:t>
            </a:r>
            <a:r>
              <a:rPr lang="en-GB" altLang="en-US" sz="2400" b="1">
                <a:latin typeface="Aharoni" pitchFamily="2" charset="0"/>
                <a:cs typeface="Aharoni" pitchFamily="2" charset="0"/>
              </a:rPr>
              <a:t>geometry </a:t>
            </a:r>
            <a:r>
              <a:rPr lang="en-GB" altLang="en-US" sz="2400">
                <a:latin typeface="Aharoni" pitchFamily="2" charset="0"/>
                <a:cs typeface="Aharoni" pitchFamily="2" charset="0"/>
              </a:rPr>
              <a:t>of C compounds is </a:t>
            </a:r>
            <a:r>
              <a:rPr lang="en-GB" altLang="en-US" sz="2400" i="1">
                <a:latin typeface="Aharoni" pitchFamily="2" charset="0"/>
                <a:cs typeface="Aharoni" pitchFamily="2" charset="0"/>
              </a:rPr>
              <a:t>not</a:t>
            </a:r>
            <a:r>
              <a:rPr lang="en-GB" altLang="en-US" sz="2400">
                <a:latin typeface="Aharoni" pitchFamily="2" charset="0"/>
                <a:cs typeface="Aharoni" pitchFamily="2" charset="0"/>
              </a:rPr>
              <a:t> well explained by using the simple 2</a:t>
            </a:r>
            <a:r>
              <a:rPr lang="en-GB" altLang="en-US" sz="2400" i="1">
                <a:latin typeface="Aharoni" pitchFamily="2" charset="0"/>
                <a:cs typeface="Aharoni" pitchFamily="2" charset="0"/>
              </a:rPr>
              <a:t>s</a:t>
            </a:r>
            <a:r>
              <a:rPr lang="en-GB" altLang="en-US" sz="2400">
                <a:latin typeface="Aharoni" pitchFamily="2" charset="0"/>
                <a:cs typeface="Aharoni" pitchFamily="2" charset="0"/>
              </a:rPr>
              <a:t>, 2</a:t>
            </a:r>
            <a:r>
              <a:rPr lang="en-GB" altLang="en-US" sz="2400" i="1">
                <a:latin typeface="Aharoni" pitchFamily="2" charset="0"/>
                <a:cs typeface="Aharoni" pitchFamily="2" charset="0"/>
              </a:rPr>
              <a:t>p</a:t>
            </a:r>
            <a:r>
              <a:rPr lang="en-GB" altLang="en-US" sz="2400" baseline="-25000">
                <a:latin typeface="Aharoni" pitchFamily="2" charset="0"/>
                <a:cs typeface="Aharoni" pitchFamily="2" charset="0"/>
              </a:rPr>
              <a:t>x</a:t>
            </a:r>
            <a:r>
              <a:rPr lang="en-GB" altLang="en-US" sz="2400">
                <a:latin typeface="Aharoni" pitchFamily="2" charset="0"/>
                <a:cs typeface="Aharoni" pitchFamily="2" charset="0"/>
              </a:rPr>
              <a:t> and 2</a:t>
            </a:r>
            <a:r>
              <a:rPr lang="en-GB" altLang="en-US" sz="2400" i="1">
                <a:latin typeface="Aharoni" pitchFamily="2" charset="0"/>
                <a:cs typeface="Aharoni" pitchFamily="2" charset="0"/>
              </a:rPr>
              <a:t>p</a:t>
            </a:r>
            <a:r>
              <a:rPr lang="en-GB" altLang="en-US" sz="2400" baseline="-25000">
                <a:latin typeface="Aharoni" pitchFamily="2" charset="0"/>
                <a:cs typeface="Aharoni" pitchFamily="2" charset="0"/>
              </a:rPr>
              <a:t>y</a:t>
            </a:r>
            <a:r>
              <a:rPr lang="en-GB" altLang="en-US" sz="2400">
                <a:latin typeface="Aharoni" pitchFamily="2" charset="0"/>
                <a:cs typeface="Aharoni" pitchFamily="2" charset="0"/>
              </a:rPr>
              <a:t> orbitals</a:t>
            </a:r>
            <a:endParaRPr lang="en-GB" altLang="en-US" sz="2400">
              <a:latin typeface="Aharoni" pitchFamily="2" charset="0"/>
              <a:cs typeface="Aharoni" pitchFamily="2" charset="0"/>
            </a:endParaRPr>
          </a:p>
          <a:p>
            <a:pPr eaLnBrk="1" hangingPunct="1"/>
            <a:r>
              <a:rPr lang="en-GB" altLang="en-US" sz="2400">
                <a:latin typeface="Aharoni" pitchFamily="2" charset="0"/>
                <a:cs typeface="Aharoni" pitchFamily="2" charset="0"/>
              </a:rPr>
              <a:t>Experimental geometries are found to be </a:t>
            </a:r>
            <a:r>
              <a:rPr lang="en-GB" altLang="en-US" sz="2400" b="1">
                <a:latin typeface="Aharoni" pitchFamily="2" charset="0"/>
                <a:cs typeface="Aharoni" pitchFamily="2" charset="0"/>
              </a:rPr>
              <a:t>tetrahedral</a:t>
            </a:r>
            <a:r>
              <a:rPr lang="en-GB" altLang="en-US" sz="2400">
                <a:latin typeface="Aharoni" pitchFamily="2" charset="0"/>
                <a:cs typeface="Aharoni" pitchFamily="2" charset="0"/>
              </a:rPr>
              <a:t> (Td), </a:t>
            </a:r>
            <a:r>
              <a:rPr lang="en-GB" altLang="en-US" sz="2400" b="1">
                <a:latin typeface="Aharoni" pitchFamily="2" charset="0"/>
                <a:cs typeface="Aharoni" pitchFamily="2" charset="0"/>
              </a:rPr>
              <a:t>trigonal planar</a:t>
            </a:r>
            <a:r>
              <a:rPr lang="en-GB" altLang="en-US" sz="2400">
                <a:latin typeface="Aharoni" pitchFamily="2" charset="0"/>
                <a:cs typeface="Aharoni" pitchFamily="2" charset="0"/>
              </a:rPr>
              <a:t> (Tg) or </a:t>
            </a:r>
            <a:r>
              <a:rPr lang="en-GB" altLang="en-US" sz="2400" b="1">
                <a:latin typeface="Aharoni" pitchFamily="2" charset="0"/>
                <a:cs typeface="Aharoni" pitchFamily="2" charset="0"/>
              </a:rPr>
              <a:t>linear</a:t>
            </a:r>
            <a:r>
              <a:rPr lang="en-GB" altLang="en-US" sz="2400">
                <a:latin typeface="Aharoni" pitchFamily="2" charset="0"/>
                <a:cs typeface="Aharoni" pitchFamily="2" charset="0"/>
              </a:rPr>
              <a:t> (Lr)</a:t>
            </a:r>
            <a:endParaRPr lang="en-GB" altLang="en-US" sz="2400">
              <a:latin typeface="Aharoni" pitchFamily="2" charset="0"/>
              <a:cs typeface="Aharoni" pitchFamily="2" charset="0"/>
            </a:endParaRPr>
          </a:p>
        </p:txBody>
      </p:sp>
      <p:pic>
        <p:nvPicPr>
          <p:cNvPr id="20485" name="Picture 8"/>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1042988" y="4941888"/>
            <a:ext cx="3211512" cy="1692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0486" name="Picture 9"/>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16013" y="3500438"/>
            <a:ext cx="3209925" cy="16906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0487" name="Picture 10"/>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42988" y="2174875"/>
            <a:ext cx="3140075" cy="1654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7" name="Rectangle 2"/>
          <p:cNvSpPr>
            <a:spLocks noGrp="1" noChangeArrowheads="1"/>
          </p:cNvSpPr>
          <p:nvPr>
            <p:ph type="title"/>
          </p:nvPr>
        </p:nvSpPr>
        <p:spPr bwMode="auto">
          <a:xfrm>
            <a:off x="685800" y="701675"/>
            <a:ext cx="7772400" cy="11430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eaLnBrk="1" hangingPunct="1"/>
            <a:r>
              <a:rPr lang="en-GB" altLang="en-US" sz="3600">
                <a:solidFill>
                  <a:srgbClr val="FF0000"/>
                </a:solidFill>
                <a:latin typeface="Aharoni" pitchFamily="2" charset="0"/>
                <a:cs typeface="Aharoni" pitchFamily="2" charset="0"/>
              </a:rPr>
              <a:t>sp</a:t>
            </a:r>
            <a:r>
              <a:rPr lang="en-GB" altLang="en-US" sz="3600" baseline="30000">
                <a:solidFill>
                  <a:srgbClr val="FF0000"/>
                </a:solidFill>
                <a:latin typeface="Aharoni" pitchFamily="2" charset="0"/>
                <a:cs typeface="Aharoni" pitchFamily="2" charset="0"/>
              </a:rPr>
              <a:t>3</a:t>
            </a:r>
            <a:r>
              <a:rPr lang="en-GB" altLang="en-US" sz="3600">
                <a:solidFill>
                  <a:srgbClr val="FF0000"/>
                </a:solidFill>
                <a:latin typeface="Aharoni" pitchFamily="2" charset="0"/>
                <a:cs typeface="Aharoni" pitchFamily="2" charset="0"/>
              </a:rPr>
              <a:t> Hybridisation</a:t>
            </a:r>
            <a:endParaRPr lang="en-GB" altLang="en-US" sz="3600">
              <a:solidFill>
                <a:srgbClr val="FF0000"/>
              </a:solidFill>
              <a:latin typeface="Aharoni" pitchFamily="2" charset="0"/>
              <a:cs typeface="Aharoni" pitchFamily="2" charset="0"/>
            </a:endParaRPr>
          </a:p>
        </p:txBody>
      </p:sp>
      <p:sp>
        <p:nvSpPr>
          <p:cNvPr id="21508" name="Rectangle 3"/>
          <p:cNvSpPr>
            <a:spLocks noGrp="1" noChangeArrowheads="1"/>
          </p:cNvSpPr>
          <p:nvPr>
            <p:ph type="body" sz="half" idx="2"/>
          </p:nvPr>
        </p:nvSpPr>
        <p:spPr bwMode="auto">
          <a:xfrm>
            <a:off x="4859338" y="1700213"/>
            <a:ext cx="3598862" cy="41148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eaLnBrk="1" hangingPunct="1">
              <a:lnSpc>
                <a:spcPct val="90000"/>
              </a:lnSpc>
            </a:pPr>
            <a:r>
              <a:rPr lang="en-GB" altLang="en-US" sz="2400" dirty="0">
                <a:latin typeface="Aharoni" pitchFamily="2" charset="0"/>
                <a:cs typeface="Aharoni" pitchFamily="2" charset="0"/>
              </a:rPr>
              <a:t>The correct C geometry can be obtained from the AOs by </a:t>
            </a:r>
            <a:r>
              <a:rPr lang="en-GB" altLang="en-US" sz="2400" b="1" dirty="0">
                <a:latin typeface="Aharoni" pitchFamily="2" charset="0"/>
                <a:cs typeface="Aharoni" pitchFamily="2" charset="0"/>
              </a:rPr>
              <a:t>hybridisation</a:t>
            </a:r>
            <a:r>
              <a:rPr lang="en-GB" altLang="en-US" sz="2400" dirty="0">
                <a:latin typeface="Aharoni" pitchFamily="2" charset="0"/>
                <a:cs typeface="Aharoni" pitchFamily="2" charset="0"/>
              </a:rPr>
              <a:t>, i.e. mixing of the 2s, 2p</a:t>
            </a:r>
            <a:r>
              <a:rPr lang="en-GB" altLang="en-US" sz="2400" baseline="-25000" dirty="0">
                <a:latin typeface="Aharoni" pitchFamily="2" charset="0"/>
                <a:cs typeface="Aharoni" pitchFamily="2" charset="0"/>
              </a:rPr>
              <a:t>x</a:t>
            </a:r>
            <a:r>
              <a:rPr lang="en-GB" altLang="en-US" sz="2400" dirty="0">
                <a:latin typeface="Aharoni" pitchFamily="2" charset="0"/>
                <a:cs typeface="Aharoni" pitchFamily="2" charset="0"/>
              </a:rPr>
              <a:t>, 2p</a:t>
            </a:r>
            <a:r>
              <a:rPr lang="en-GB" altLang="en-US" sz="2400" baseline="-25000" dirty="0">
                <a:latin typeface="Aharoni" pitchFamily="2" charset="0"/>
                <a:cs typeface="Aharoni" pitchFamily="2" charset="0"/>
              </a:rPr>
              <a:t>y</a:t>
            </a:r>
            <a:r>
              <a:rPr lang="en-GB" altLang="en-US" sz="2400" dirty="0">
                <a:latin typeface="Aharoni" pitchFamily="2" charset="0"/>
                <a:cs typeface="Aharoni" pitchFamily="2" charset="0"/>
              </a:rPr>
              <a:t> and 2p</a:t>
            </a:r>
            <a:r>
              <a:rPr lang="en-GB" altLang="en-US" sz="2400" baseline="-25000" dirty="0">
                <a:latin typeface="Aharoni" pitchFamily="2" charset="0"/>
                <a:cs typeface="Aharoni" pitchFamily="2" charset="0"/>
              </a:rPr>
              <a:t>z</a:t>
            </a:r>
            <a:r>
              <a:rPr lang="en-GB" altLang="en-US" sz="2400" dirty="0">
                <a:latin typeface="Aharoni" pitchFamily="2" charset="0"/>
                <a:cs typeface="Aharoni" pitchFamily="2" charset="0"/>
              </a:rPr>
              <a:t> orbitals</a:t>
            </a:r>
            <a:endParaRPr lang="en-GB" altLang="en-US" sz="2400" dirty="0">
              <a:latin typeface="Aharoni" pitchFamily="2" charset="0"/>
              <a:cs typeface="Aharoni" pitchFamily="2" charset="0"/>
            </a:endParaRPr>
          </a:p>
          <a:p>
            <a:pPr eaLnBrk="1" hangingPunct="1">
              <a:lnSpc>
                <a:spcPct val="90000"/>
              </a:lnSpc>
            </a:pPr>
            <a:r>
              <a:rPr lang="en-GB" altLang="en-US" sz="2400" dirty="0">
                <a:latin typeface="Aharoni" pitchFamily="2" charset="0"/>
                <a:cs typeface="Aharoni" pitchFamily="2" charset="0"/>
              </a:rPr>
              <a:t>This gives 4 new equivalent hybrid orbitals</a:t>
            </a:r>
            <a:endParaRPr lang="en-GB" altLang="en-US" sz="2400" dirty="0">
              <a:latin typeface="Aharoni" pitchFamily="2" charset="0"/>
              <a:cs typeface="Aharoni" pitchFamily="2" charset="0"/>
            </a:endParaRPr>
          </a:p>
          <a:p>
            <a:pPr eaLnBrk="1" hangingPunct="1">
              <a:lnSpc>
                <a:spcPct val="90000"/>
              </a:lnSpc>
            </a:pPr>
            <a:r>
              <a:rPr lang="en-GB" altLang="en-US" sz="2400" dirty="0">
                <a:latin typeface="Aharoni" pitchFamily="2" charset="0"/>
                <a:cs typeface="Aharoni" pitchFamily="2" charset="0"/>
              </a:rPr>
              <a:t>Each with 1 electron</a:t>
            </a:r>
            <a:endParaRPr lang="en-GB" altLang="en-US" sz="2400" dirty="0">
              <a:latin typeface="Aharoni" pitchFamily="2" charset="0"/>
              <a:cs typeface="Aharoni" pitchFamily="2" charset="0"/>
            </a:endParaRPr>
          </a:p>
          <a:p>
            <a:pPr eaLnBrk="1" hangingPunct="1">
              <a:lnSpc>
                <a:spcPct val="90000"/>
              </a:lnSpc>
            </a:pPr>
            <a:r>
              <a:rPr lang="en-GB" altLang="en-US" sz="2400" dirty="0">
                <a:latin typeface="Aharoni" pitchFamily="2" charset="0"/>
                <a:cs typeface="Aharoni" pitchFamily="2" charset="0"/>
              </a:rPr>
              <a:t>Pointing to the corners of a tetrahedron</a:t>
            </a:r>
            <a:endParaRPr lang="en-GB" altLang="en-US" sz="2400" dirty="0">
              <a:latin typeface="Aharoni" pitchFamily="2" charset="0"/>
              <a:cs typeface="Aharoni" pitchFamily="2" charset="0"/>
            </a:endParaRPr>
          </a:p>
        </p:txBody>
      </p:sp>
      <p:pic>
        <p:nvPicPr>
          <p:cNvPr id="21509" name="Picture 5"/>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539750" y="1989138"/>
            <a:ext cx="1728788" cy="18240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1510" name="Picture 6"/>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16238" y="1989138"/>
            <a:ext cx="1795462" cy="1895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aphicFrame>
        <p:nvGraphicFramePr>
          <p:cNvPr id="21511" name="Object 8"/>
          <p:cNvGraphicFramePr>
            <a:graphicFrameLocks noChangeAspect="1"/>
          </p:cNvGraphicFramePr>
          <p:nvPr/>
        </p:nvGraphicFramePr>
        <p:xfrm>
          <a:off x="900113" y="4221163"/>
          <a:ext cx="898525" cy="2036762"/>
        </p:xfrm>
        <a:graphic>
          <a:graphicData uri="http://schemas.openxmlformats.org/presentationml/2006/ole">
            <mc:AlternateContent xmlns:mc="http://schemas.openxmlformats.org/markup-compatibility/2006">
              <mc:Choice xmlns:v="urn:schemas-microsoft-com:vml" Requires="v">
                <p:oleObj spid="_x0000_s2" name="CS ChemDraw Drawing" r:id="rId3" imgW="929005" imgH="2100580" progId="ChemDraw.Document.6.0">
                  <p:embed/>
                </p:oleObj>
              </mc:Choice>
              <mc:Fallback>
                <p:oleObj name="CS ChemDraw Drawing" r:id="rId3" imgW="929005" imgH="2100580" progId="ChemDraw.Document.6.0">
                  <p:embed/>
                  <p:pic>
                    <p:nvPicPr>
                      <p:cNvPr id="0" name="Object 8"/>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00113" y="4221163"/>
                        <a:ext cx="898525" cy="20367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21512" name="Object 10"/>
          <p:cNvGraphicFramePr>
            <a:graphicFrameLocks noChangeAspect="1"/>
          </p:cNvGraphicFramePr>
          <p:nvPr/>
        </p:nvGraphicFramePr>
        <p:xfrm>
          <a:off x="2700338" y="4221163"/>
          <a:ext cx="1517650" cy="2125662"/>
        </p:xfrm>
        <a:graphic>
          <a:graphicData uri="http://schemas.openxmlformats.org/presentationml/2006/ole">
            <mc:AlternateContent xmlns:mc="http://schemas.openxmlformats.org/markup-compatibility/2006">
              <mc:Choice xmlns:v="urn:schemas-microsoft-com:vml" Requires="v">
                <p:oleObj spid="_x0000_s3" name="CS ChemDraw Drawing" r:id="rId5" imgW="1828800" imgH="2557780" progId="ChemDraw.Document.6.0">
                  <p:embed/>
                </p:oleObj>
              </mc:Choice>
              <mc:Fallback>
                <p:oleObj name="CS ChemDraw Drawing" r:id="rId5" imgW="1828800" imgH="2557780" progId="ChemDraw.Document.6.0">
                  <p:embed/>
                  <p:pic>
                    <p:nvPicPr>
                      <p:cNvPr id="0" name="Object 10"/>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700338" y="4221163"/>
                        <a:ext cx="1517650" cy="21256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1" name="Rectangle 2"/>
          <p:cNvSpPr>
            <a:spLocks noGrp="1" noChangeArrowheads="1"/>
          </p:cNvSpPr>
          <p:nvPr>
            <p:ph type="title"/>
          </p:nvPr>
        </p:nvSpPr>
        <p:spPr bwMode="auto">
          <a:xfrm>
            <a:off x="685800" y="701675"/>
            <a:ext cx="7772400" cy="11430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eaLnBrk="1" hangingPunct="1"/>
            <a:r>
              <a:rPr lang="en-GB" altLang="en-US" sz="3600" dirty="0">
                <a:solidFill>
                  <a:srgbClr val="FF0000"/>
                </a:solidFill>
                <a:latin typeface="Aharoni" pitchFamily="2" charset="0"/>
                <a:cs typeface="Aharoni" pitchFamily="2" charset="0"/>
              </a:rPr>
              <a:t>sp</a:t>
            </a:r>
            <a:r>
              <a:rPr lang="en-GB" altLang="en-US" sz="3600" baseline="30000" dirty="0">
                <a:solidFill>
                  <a:srgbClr val="FF0000"/>
                </a:solidFill>
                <a:latin typeface="Aharoni" pitchFamily="2" charset="0"/>
                <a:cs typeface="Aharoni" pitchFamily="2" charset="0"/>
              </a:rPr>
              <a:t>3</a:t>
            </a:r>
            <a:r>
              <a:rPr lang="en-GB" altLang="en-US" sz="3600" dirty="0">
                <a:solidFill>
                  <a:srgbClr val="FF0000"/>
                </a:solidFill>
                <a:latin typeface="Aharoni" pitchFamily="2" charset="0"/>
                <a:cs typeface="Aharoni" pitchFamily="2" charset="0"/>
              </a:rPr>
              <a:t> Hybrids and </a:t>
            </a:r>
            <a:r>
              <a:rPr lang="en-GB" altLang="en-US" sz="3600" dirty="0">
                <a:solidFill>
                  <a:srgbClr val="FF0000"/>
                </a:solidFill>
                <a:latin typeface="Symbol" panose="05050102010706020507" pitchFamily="18" charset="2"/>
                <a:cs typeface="Aharoni" pitchFamily="2" charset="0"/>
              </a:rPr>
              <a:t>s</a:t>
            </a:r>
            <a:r>
              <a:rPr lang="en-GB" altLang="en-US" sz="3600" dirty="0">
                <a:solidFill>
                  <a:srgbClr val="FF0000"/>
                </a:solidFill>
                <a:latin typeface="Aharoni" pitchFamily="2" charset="0"/>
                <a:cs typeface="Aharoni" pitchFamily="2" charset="0"/>
              </a:rPr>
              <a:t> bonds</a:t>
            </a:r>
            <a:endParaRPr lang="en-GB" altLang="en-US" sz="3600" dirty="0">
              <a:solidFill>
                <a:srgbClr val="FF0000"/>
              </a:solidFill>
              <a:latin typeface="Aharoni" pitchFamily="2" charset="0"/>
              <a:cs typeface="Aharoni" pitchFamily="2" charset="0"/>
            </a:endParaRPr>
          </a:p>
        </p:txBody>
      </p:sp>
      <p:sp>
        <p:nvSpPr>
          <p:cNvPr id="22532" name="Rectangle 3"/>
          <p:cNvSpPr>
            <a:spLocks noGrp="1" noChangeArrowheads="1"/>
          </p:cNvSpPr>
          <p:nvPr>
            <p:ph type="body" sz="half" idx="2"/>
          </p:nvPr>
        </p:nvSpPr>
        <p:spPr bwMode="auto">
          <a:xfrm>
            <a:off x="5292725" y="1773238"/>
            <a:ext cx="3165475" cy="41148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eaLnBrk="1" hangingPunct="1">
              <a:lnSpc>
                <a:spcPct val="90000"/>
              </a:lnSpc>
            </a:pPr>
            <a:r>
              <a:rPr lang="en-GB" altLang="en-US" sz="2400">
                <a:latin typeface="Aharoni" pitchFamily="2" charset="0"/>
                <a:cs typeface="Aharoni" pitchFamily="2" charset="0"/>
              </a:rPr>
              <a:t>Overlap of a C sp</a:t>
            </a:r>
            <a:r>
              <a:rPr lang="en-GB" altLang="en-US" sz="2400" baseline="30000">
                <a:latin typeface="Aharoni" pitchFamily="2" charset="0"/>
                <a:cs typeface="Aharoni" pitchFamily="2" charset="0"/>
              </a:rPr>
              <a:t>3</a:t>
            </a:r>
            <a:r>
              <a:rPr lang="en-GB" altLang="en-US" sz="2400">
                <a:latin typeface="Aharoni" pitchFamily="2" charset="0"/>
                <a:cs typeface="Aharoni" pitchFamily="2" charset="0"/>
              </a:rPr>
              <a:t> hybrid with a H 1s gives a C-H </a:t>
            </a:r>
            <a:r>
              <a:rPr lang="en-GB" altLang="en-US" sz="2400">
                <a:latin typeface="Symbol" panose="05050102010706020507" pitchFamily="18" charset="2"/>
                <a:cs typeface="Aharoni" pitchFamily="2" charset="0"/>
              </a:rPr>
              <a:t>s </a:t>
            </a:r>
            <a:r>
              <a:rPr lang="en-GB" altLang="en-US" sz="2400">
                <a:latin typeface="Aharoni" pitchFamily="2" charset="0"/>
                <a:cs typeface="Aharoni" pitchFamily="2" charset="0"/>
              </a:rPr>
              <a:t>bond</a:t>
            </a:r>
            <a:endParaRPr lang="en-GB" altLang="en-US" sz="2400">
              <a:latin typeface="Aharoni" pitchFamily="2" charset="0"/>
              <a:cs typeface="Aharoni" pitchFamily="2" charset="0"/>
            </a:endParaRPr>
          </a:p>
          <a:p>
            <a:pPr eaLnBrk="1" hangingPunct="1">
              <a:lnSpc>
                <a:spcPct val="90000"/>
              </a:lnSpc>
            </a:pPr>
            <a:r>
              <a:rPr lang="en-GB" altLang="en-US" sz="2400">
                <a:latin typeface="Aharoni" pitchFamily="2" charset="0"/>
                <a:cs typeface="Aharoni" pitchFamily="2" charset="0"/>
              </a:rPr>
              <a:t>Each contributes 1 electron, so the </a:t>
            </a:r>
            <a:r>
              <a:rPr lang="en-GB" altLang="en-US" sz="2400">
                <a:latin typeface="Symbol" panose="05050102010706020507" pitchFamily="18" charset="2"/>
                <a:cs typeface="Aharoni" pitchFamily="2" charset="0"/>
              </a:rPr>
              <a:t>s</a:t>
            </a:r>
            <a:r>
              <a:rPr lang="en-GB" altLang="en-US" sz="2400">
                <a:latin typeface="Aharoni" pitchFamily="2" charset="0"/>
                <a:cs typeface="Aharoni" pitchFamily="2" charset="0"/>
              </a:rPr>
              <a:t> MO (or bond) has 2 electrons and is filled</a:t>
            </a:r>
            <a:endParaRPr lang="en-GB" altLang="en-US" sz="2400">
              <a:latin typeface="Aharoni" pitchFamily="2" charset="0"/>
              <a:cs typeface="Aharoni" pitchFamily="2" charset="0"/>
            </a:endParaRPr>
          </a:p>
          <a:p>
            <a:pPr eaLnBrk="1" hangingPunct="1">
              <a:lnSpc>
                <a:spcPct val="90000"/>
              </a:lnSpc>
            </a:pPr>
            <a:r>
              <a:rPr lang="en-US" altLang="en-US" sz="2400">
                <a:latin typeface="Aharoni" pitchFamily="2" charset="0"/>
                <a:cs typeface="Aharoni" pitchFamily="2" charset="0"/>
              </a:rPr>
              <a:t>Repeating this for all hybrids gives 4 x C-H </a:t>
            </a:r>
            <a:r>
              <a:rPr lang="en-US" altLang="en-US" sz="2400">
                <a:latin typeface="Symbol" panose="05050102010706020507" pitchFamily="18" charset="2"/>
                <a:cs typeface="Aharoni" pitchFamily="2" charset="0"/>
              </a:rPr>
              <a:t>s</a:t>
            </a:r>
            <a:r>
              <a:rPr lang="en-US" altLang="en-US" sz="2400">
                <a:latin typeface="Aharoni" pitchFamily="2" charset="0"/>
                <a:cs typeface="Aharoni" pitchFamily="2" charset="0"/>
              </a:rPr>
              <a:t> bonds and the molecule </a:t>
            </a:r>
            <a:r>
              <a:rPr lang="en-US" altLang="en-US" sz="2400" b="1">
                <a:latin typeface="Aharoni" pitchFamily="2" charset="0"/>
                <a:cs typeface="Aharoni" pitchFamily="2" charset="0"/>
              </a:rPr>
              <a:t>methane</a:t>
            </a:r>
            <a:endParaRPr lang="en-GB" altLang="en-US" sz="2400" b="1">
              <a:latin typeface="Aharoni" pitchFamily="2" charset="0"/>
              <a:cs typeface="Aharoni" pitchFamily="2" charset="0"/>
            </a:endParaRPr>
          </a:p>
        </p:txBody>
      </p:sp>
      <p:pic>
        <p:nvPicPr>
          <p:cNvPr id="22533" name="Picture 1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611188" y="4652963"/>
            <a:ext cx="1725612" cy="1657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2534" name="Picture 1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11413" y="4724400"/>
            <a:ext cx="3067050" cy="16144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aphicFrame>
        <p:nvGraphicFramePr>
          <p:cNvPr id="22535" name="Object 14"/>
          <p:cNvGraphicFramePr>
            <a:graphicFrameLocks noChangeAspect="1"/>
          </p:cNvGraphicFramePr>
          <p:nvPr/>
        </p:nvGraphicFramePr>
        <p:xfrm>
          <a:off x="323850" y="2205038"/>
          <a:ext cx="5100638" cy="2147887"/>
        </p:xfrm>
        <a:graphic>
          <a:graphicData uri="http://schemas.openxmlformats.org/presentationml/2006/ole">
            <mc:AlternateContent xmlns:mc="http://schemas.openxmlformats.org/markup-compatibility/2006">
              <mc:Choice xmlns:v="urn:schemas-microsoft-com:vml" Requires="v">
                <p:oleObj spid="_x0000_s2" name="CS ChemDraw Drawing" r:id="rId3" imgW="6472555" imgH="2729230" progId="ChemDraw.Document.6.0">
                  <p:embed/>
                </p:oleObj>
              </mc:Choice>
              <mc:Fallback>
                <p:oleObj name="CS ChemDraw Drawing" r:id="rId3" imgW="6472555" imgH="2729230" progId="ChemDraw.Document.6.0">
                  <p:embed/>
                  <p:pic>
                    <p:nvPicPr>
                      <p:cNvPr id="0" name="Object 1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23850" y="2205038"/>
                        <a:ext cx="5100638" cy="2147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5" name="Rectangle 2"/>
          <p:cNvSpPr>
            <a:spLocks noGrp="1" noChangeArrowheads="1"/>
          </p:cNvSpPr>
          <p:nvPr>
            <p:ph type="title"/>
          </p:nvPr>
        </p:nvSpPr>
        <p:spPr bwMode="auto">
          <a:xfrm>
            <a:off x="685800" y="773113"/>
            <a:ext cx="7772400" cy="11430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eaLnBrk="1" hangingPunct="1"/>
            <a:r>
              <a:rPr lang="en-GB" altLang="en-US" sz="3600" dirty="0">
                <a:solidFill>
                  <a:srgbClr val="FF0000"/>
                </a:solidFill>
                <a:latin typeface="Aharoni" pitchFamily="2" charset="0"/>
                <a:cs typeface="Aharoni" pitchFamily="2" charset="0"/>
              </a:rPr>
              <a:t>C</a:t>
            </a:r>
            <a:r>
              <a:rPr lang="en-GB" altLang="en-US" sz="3600" baseline="-25000" dirty="0">
                <a:solidFill>
                  <a:srgbClr val="FF0000"/>
                </a:solidFill>
                <a:latin typeface="Aharoni" pitchFamily="2" charset="0"/>
                <a:cs typeface="Aharoni" pitchFamily="2" charset="0"/>
              </a:rPr>
              <a:t>sp3</a:t>
            </a:r>
            <a:r>
              <a:rPr lang="en-GB" altLang="en-US" sz="3600" dirty="0">
                <a:solidFill>
                  <a:srgbClr val="FF0000"/>
                </a:solidFill>
                <a:latin typeface="Aharoni" pitchFamily="2" charset="0"/>
                <a:cs typeface="Aharoni" pitchFamily="2" charset="0"/>
              </a:rPr>
              <a:t>-H </a:t>
            </a:r>
            <a:r>
              <a:rPr lang="en-GB" altLang="en-US" sz="3600" dirty="0">
                <a:solidFill>
                  <a:srgbClr val="FF0000"/>
                </a:solidFill>
                <a:latin typeface="Symbol" panose="05050102010706020507" pitchFamily="18" charset="2"/>
                <a:cs typeface="Aharoni" pitchFamily="2" charset="0"/>
              </a:rPr>
              <a:t>s</a:t>
            </a:r>
            <a:r>
              <a:rPr lang="en-GB" altLang="en-US" sz="3600" dirty="0">
                <a:solidFill>
                  <a:srgbClr val="FF0000"/>
                </a:solidFill>
                <a:latin typeface="Aharoni" pitchFamily="2" charset="0"/>
                <a:cs typeface="Aharoni" pitchFamily="2" charset="0"/>
              </a:rPr>
              <a:t> bonds</a:t>
            </a:r>
            <a:endParaRPr lang="en-GB" altLang="en-US" sz="3600" dirty="0">
              <a:solidFill>
                <a:srgbClr val="FF0000"/>
              </a:solidFill>
              <a:latin typeface="Aharoni" pitchFamily="2" charset="0"/>
              <a:cs typeface="Aharoni" pitchFamily="2" charset="0"/>
            </a:endParaRPr>
          </a:p>
        </p:txBody>
      </p:sp>
      <p:sp>
        <p:nvSpPr>
          <p:cNvPr id="23556" name="Rectangle 3"/>
          <p:cNvSpPr>
            <a:spLocks noGrp="1" noChangeArrowheads="1"/>
          </p:cNvSpPr>
          <p:nvPr>
            <p:ph type="body" sz="half" idx="2"/>
          </p:nvPr>
        </p:nvSpPr>
        <p:spPr bwMode="auto">
          <a:xfrm>
            <a:off x="5076825" y="2057400"/>
            <a:ext cx="3381375" cy="41148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eaLnBrk="1" hangingPunct="1">
              <a:lnSpc>
                <a:spcPct val="90000"/>
              </a:lnSpc>
            </a:pPr>
            <a:r>
              <a:rPr lang="en-GB" altLang="en-US" sz="2400">
                <a:latin typeface="Aharoni" pitchFamily="2" charset="0"/>
                <a:cs typeface="Aharoni" pitchFamily="2" charset="0"/>
              </a:rPr>
              <a:t>What does this C sp</a:t>
            </a:r>
            <a:r>
              <a:rPr lang="en-GB" altLang="en-US" sz="2400" baseline="30000">
                <a:latin typeface="Aharoni" pitchFamily="2" charset="0"/>
                <a:cs typeface="Aharoni" pitchFamily="2" charset="0"/>
              </a:rPr>
              <a:t>3</a:t>
            </a:r>
            <a:r>
              <a:rPr lang="en-GB" altLang="en-US" sz="2400">
                <a:latin typeface="Aharoni" pitchFamily="2" charset="0"/>
                <a:cs typeface="Aharoni" pitchFamily="2" charset="0"/>
              </a:rPr>
              <a:t> and H 1s interaction look like in MO terms?</a:t>
            </a:r>
            <a:endParaRPr lang="en-GB" altLang="en-US" sz="2400">
              <a:latin typeface="Aharoni" pitchFamily="2" charset="0"/>
              <a:cs typeface="Aharoni" pitchFamily="2" charset="0"/>
            </a:endParaRPr>
          </a:p>
          <a:p>
            <a:pPr eaLnBrk="1" hangingPunct="1">
              <a:lnSpc>
                <a:spcPct val="90000"/>
              </a:lnSpc>
            </a:pPr>
            <a:r>
              <a:rPr lang="en-GB" altLang="en-US" sz="2400">
                <a:latin typeface="Aharoni" pitchFamily="2" charset="0"/>
                <a:cs typeface="Aharoni" pitchFamily="2" charset="0"/>
              </a:rPr>
              <a:t>The overlap creates a C-H </a:t>
            </a:r>
            <a:r>
              <a:rPr lang="en-GB" altLang="en-US" sz="2400">
                <a:latin typeface="Symbol" panose="05050102010706020507" pitchFamily="18" charset="2"/>
                <a:cs typeface="Aharoni" pitchFamily="2" charset="0"/>
              </a:rPr>
              <a:t>s</a:t>
            </a:r>
            <a:r>
              <a:rPr lang="en-GB" altLang="en-US" sz="2400">
                <a:latin typeface="Aharoni" pitchFamily="2" charset="0"/>
                <a:cs typeface="Aharoni" pitchFamily="2" charset="0"/>
              </a:rPr>
              <a:t> bonding MO (or more simply a C-H </a:t>
            </a:r>
            <a:r>
              <a:rPr lang="en-GB" altLang="en-US" sz="2400">
                <a:latin typeface="Symbol" panose="05050102010706020507" pitchFamily="18" charset="2"/>
                <a:cs typeface="Aharoni" pitchFamily="2" charset="0"/>
              </a:rPr>
              <a:t>s</a:t>
            </a:r>
            <a:r>
              <a:rPr lang="en-GB" altLang="en-US" sz="2400">
                <a:latin typeface="Aharoni" pitchFamily="2" charset="0"/>
                <a:cs typeface="Aharoni" pitchFamily="2" charset="0"/>
              </a:rPr>
              <a:t> bond) with 2 electrons</a:t>
            </a:r>
            <a:endParaRPr lang="en-GB" altLang="en-US" sz="2400">
              <a:latin typeface="Aharoni" pitchFamily="2" charset="0"/>
              <a:cs typeface="Aharoni" pitchFamily="2" charset="0"/>
            </a:endParaRPr>
          </a:p>
          <a:p>
            <a:pPr eaLnBrk="1" hangingPunct="1">
              <a:lnSpc>
                <a:spcPct val="90000"/>
              </a:lnSpc>
            </a:pPr>
            <a:r>
              <a:rPr lang="en-US" altLang="en-US" sz="2400">
                <a:latin typeface="Aharoni" pitchFamily="2" charset="0"/>
                <a:cs typeface="Aharoni" pitchFamily="2" charset="0"/>
              </a:rPr>
              <a:t>And a C-H </a:t>
            </a:r>
            <a:r>
              <a:rPr lang="en-US" altLang="en-US" sz="2400">
                <a:latin typeface="Symbol" panose="05050102010706020507" pitchFamily="18" charset="2"/>
                <a:cs typeface="Aharoni" pitchFamily="2" charset="0"/>
              </a:rPr>
              <a:t>s</a:t>
            </a:r>
            <a:r>
              <a:rPr lang="en-US" altLang="en-US" sz="2400">
                <a:latin typeface="Aharoni" pitchFamily="2" charset="0"/>
                <a:cs typeface="Aharoni" pitchFamily="2" charset="0"/>
              </a:rPr>
              <a:t>* anti-bonding MO which is empty</a:t>
            </a:r>
            <a:endParaRPr lang="en-GB" altLang="en-US" sz="2400" b="1">
              <a:latin typeface="Aharoni" pitchFamily="2" charset="0"/>
              <a:cs typeface="Aharoni" pitchFamily="2" charset="0"/>
            </a:endParaRPr>
          </a:p>
        </p:txBody>
      </p:sp>
      <p:graphicFrame>
        <p:nvGraphicFramePr>
          <p:cNvPr id="23557" name="Object 8"/>
          <p:cNvGraphicFramePr>
            <a:graphicFrameLocks noChangeAspect="1"/>
          </p:cNvGraphicFramePr>
          <p:nvPr/>
        </p:nvGraphicFramePr>
        <p:xfrm>
          <a:off x="827088" y="2205038"/>
          <a:ext cx="3895725" cy="3879850"/>
        </p:xfrm>
        <a:graphic>
          <a:graphicData uri="http://schemas.openxmlformats.org/presentationml/2006/ole">
            <mc:AlternateContent xmlns:mc="http://schemas.openxmlformats.org/markup-compatibility/2006">
              <mc:Choice xmlns:v="urn:schemas-microsoft-com:vml" Requires="v">
                <p:oleObj spid="_x0000_s2" name="CS ChemDraw Drawing" r:id="rId1" imgW="3914775" imgH="3900805" progId="ChemDraw.Document.6.0">
                  <p:embed/>
                </p:oleObj>
              </mc:Choice>
              <mc:Fallback>
                <p:oleObj name="CS ChemDraw Drawing" r:id="rId1" imgW="3914775" imgH="3900805" progId="ChemDraw.Document.6.0">
                  <p:embed/>
                  <p:pic>
                    <p:nvPicPr>
                      <p:cNvPr id="0" name="Object 8"/>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7088" y="2205038"/>
                        <a:ext cx="3895725" cy="38798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9" name="Rectangle 2"/>
          <p:cNvSpPr>
            <a:spLocks noGrp="1" noChangeArrowheads="1"/>
          </p:cNvSpPr>
          <p:nvPr>
            <p:ph type="title"/>
          </p:nvPr>
        </p:nvSpPr>
        <p:spPr bwMode="auto">
          <a:xfrm>
            <a:off x="685800" y="773113"/>
            <a:ext cx="7772400" cy="11430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eaLnBrk="1" hangingPunct="1"/>
            <a:r>
              <a:rPr lang="en-GB" altLang="en-US" sz="3600" dirty="0">
                <a:solidFill>
                  <a:srgbClr val="FF0000"/>
                </a:solidFill>
                <a:latin typeface="Aharoni" pitchFamily="2" charset="0"/>
                <a:cs typeface="Aharoni" pitchFamily="2" charset="0"/>
              </a:rPr>
              <a:t>C</a:t>
            </a:r>
            <a:r>
              <a:rPr lang="en-GB" altLang="en-US" sz="3600" baseline="-25000" dirty="0">
                <a:solidFill>
                  <a:srgbClr val="FF0000"/>
                </a:solidFill>
                <a:latin typeface="Aharoni" pitchFamily="2" charset="0"/>
                <a:cs typeface="Aharoni" pitchFamily="2" charset="0"/>
              </a:rPr>
              <a:t>sp3</a:t>
            </a:r>
            <a:r>
              <a:rPr lang="en-GB" altLang="en-US" sz="3600" dirty="0">
                <a:solidFill>
                  <a:srgbClr val="FF0000"/>
                </a:solidFill>
                <a:latin typeface="Aharoni" pitchFamily="2" charset="0"/>
                <a:cs typeface="Aharoni" pitchFamily="2" charset="0"/>
              </a:rPr>
              <a:t>-C</a:t>
            </a:r>
            <a:r>
              <a:rPr lang="en-GB" altLang="en-US" sz="3600" baseline="-25000" dirty="0">
                <a:solidFill>
                  <a:srgbClr val="FF0000"/>
                </a:solidFill>
                <a:latin typeface="Aharoni" pitchFamily="2" charset="0"/>
                <a:cs typeface="Aharoni" pitchFamily="2" charset="0"/>
              </a:rPr>
              <a:t>sp3</a:t>
            </a:r>
            <a:r>
              <a:rPr lang="en-GB" altLang="en-US" sz="3600" dirty="0">
                <a:solidFill>
                  <a:srgbClr val="FF0000"/>
                </a:solidFill>
                <a:latin typeface="Aharoni" pitchFamily="2" charset="0"/>
                <a:cs typeface="Aharoni" pitchFamily="2" charset="0"/>
              </a:rPr>
              <a:t> </a:t>
            </a:r>
            <a:r>
              <a:rPr lang="en-GB" altLang="en-US" sz="3600" dirty="0">
                <a:solidFill>
                  <a:srgbClr val="FF0000"/>
                </a:solidFill>
                <a:latin typeface="Symbol" panose="05050102010706020507" pitchFamily="18" charset="2"/>
                <a:cs typeface="Aharoni" pitchFamily="2" charset="0"/>
              </a:rPr>
              <a:t>s</a:t>
            </a:r>
            <a:r>
              <a:rPr lang="en-GB" altLang="en-US" sz="3600" dirty="0">
                <a:solidFill>
                  <a:srgbClr val="FF0000"/>
                </a:solidFill>
                <a:latin typeface="Aharoni" pitchFamily="2" charset="0"/>
                <a:cs typeface="Aharoni" pitchFamily="2" charset="0"/>
              </a:rPr>
              <a:t> bonds</a:t>
            </a:r>
            <a:endParaRPr lang="en-GB" altLang="en-US" sz="3600" dirty="0">
              <a:solidFill>
                <a:srgbClr val="FF0000"/>
              </a:solidFill>
              <a:latin typeface="Aharoni" pitchFamily="2" charset="0"/>
              <a:cs typeface="Aharoni" pitchFamily="2" charset="0"/>
            </a:endParaRPr>
          </a:p>
        </p:txBody>
      </p:sp>
      <p:sp>
        <p:nvSpPr>
          <p:cNvPr id="24580" name="Rectangle 3"/>
          <p:cNvSpPr>
            <a:spLocks noGrp="1" noChangeArrowheads="1"/>
          </p:cNvSpPr>
          <p:nvPr>
            <p:ph type="body" sz="half" idx="2"/>
          </p:nvPr>
        </p:nvSpPr>
        <p:spPr bwMode="auto">
          <a:xfrm>
            <a:off x="5076825" y="1773238"/>
            <a:ext cx="3381375" cy="41148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eaLnBrk="1" hangingPunct="1">
              <a:lnSpc>
                <a:spcPct val="90000"/>
              </a:lnSpc>
            </a:pPr>
            <a:r>
              <a:rPr lang="en-US" altLang="en-US" sz="2400">
                <a:latin typeface="Aharoni" pitchFamily="2" charset="0"/>
                <a:cs typeface="Aharoni" pitchFamily="2" charset="0"/>
              </a:rPr>
              <a:t>An sp</a:t>
            </a:r>
            <a:r>
              <a:rPr lang="en-US" altLang="en-US" sz="2400" baseline="30000">
                <a:latin typeface="Aharoni" pitchFamily="2" charset="0"/>
                <a:cs typeface="Aharoni" pitchFamily="2" charset="0"/>
              </a:rPr>
              <a:t>3</a:t>
            </a:r>
            <a:r>
              <a:rPr lang="en-US" altLang="en-US" sz="2400">
                <a:latin typeface="Aharoni" pitchFamily="2" charset="0"/>
                <a:cs typeface="Aharoni" pitchFamily="2" charset="0"/>
              </a:rPr>
              <a:t> hybrid on one C can overlap with an sp</a:t>
            </a:r>
            <a:r>
              <a:rPr lang="en-US" altLang="en-US" sz="2400" baseline="30000">
                <a:latin typeface="Aharoni" pitchFamily="2" charset="0"/>
                <a:cs typeface="Aharoni" pitchFamily="2" charset="0"/>
              </a:rPr>
              <a:t>3</a:t>
            </a:r>
            <a:r>
              <a:rPr lang="en-US" altLang="en-US" sz="2400">
                <a:latin typeface="Aharoni" pitchFamily="2" charset="0"/>
                <a:cs typeface="Aharoni" pitchFamily="2" charset="0"/>
              </a:rPr>
              <a:t> on another C</a:t>
            </a:r>
            <a:endParaRPr lang="en-US" altLang="en-US" sz="2400">
              <a:latin typeface="Aharoni" pitchFamily="2" charset="0"/>
              <a:cs typeface="Aharoni" pitchFamily="2" charset="0"/>
            </a:endParaRPr>
          </a:p>
          <a:p>
            <a:pPr eaLnBrk="1" hangingPunct="1">
              <a:lnSpc>
                <a:spcPct val="90000"/>
              </a:lnSpc>
            </a:pPr>
            <a:r>
              <a:rPr lang="en-US" altLang="en-US" sz="2400">
                <a:latin typeface="Aharoni" pitchFamily="2" charset="0"/>
                <a:cs typeface="Aharoni" pitchFamily="2" charset="0"/>
              </a:rPr>
              <a:t>A C-C s MO (or </a:t>
            </a:r>
            <a:r>
              <a:rPr lang="en-US" altLang="en-US" sz="2400">
                <a:latin typeface="Symbol" panose="05050102010706020507" pitchFamily="18" charset="2"/>
                <a:cs typeface="Aharoni" pitchFamily="2" charset="0"/>
              </a:rPr>
              <a:t>s</a:t>
            </a:r>
            <a:r>
              <a:rPr lang="en-US" altLang="en-US" sz="2400">
                <a:latin typeface="Aharoni" pitchFamily="2" charset="0"/>
                <a:cs typeface="Aharoni" pitchFamily="2" charset="0"/>
              </a:rPr>
              <a:t> bond) is formed</a:t>
            </a:r>
            <a:endParaRPr lang="en-US" altLang="en-US" sz="2400">
              <a:latin typeface="Aharoni" pitchFamily="2" charset="0"/>
              <a:cs typeface="Aharoni" pitchFamily="2" charset="0"/>
            </a:endParaRPr>
          </a:p>
          <a:p>
            <a:pPr eaLnBrk="1" hangingPunct="1">
              <a:lnSpc>
                <a:spcPct val="90000"/>
              </a:lnSpc>
            </a:pPr>
            <a:r>
              <a:rPr lang="en-US" altLang="en-US" sz="2400">
                <a:latin typeface="Aharoni" pitchFamily="2" charset="0"/>
                <a:cs typeface="Aharoni" pitchFamily="2" charset="0"/>
              </a:rPr>
              <a:t>If the remaining sp</a:t>
            </a:r>
            <a:r>
              <a:rPr lang="en-US" altLang="en-US" sz="2400" baseline="30000">
                <a:latin typeface="Aharoni" pitchFamily="2" charset="0"/>
                <a:cs typeface="Aharoni" pitchFamily="2" charset="0"/>
              </a:rPr>
              <a:t>3</a:t>
            </a:r>
            <a:r>
              <a:rPr lang="en-US" altLang="en-US" sz="2400">
                <a:latin typeface="Aharoni" pitchFamily="2" charset="0"/>
                <a:cs typeface="Aharoni" pitchFamily="2" charset="0"/>
              </a:rPr>
              <a:t> orbitals form bonds to H, this gives </a:t>
            </a:r>
            <a:r>
              <a:rPr lang="en-US" altLang="en-US" sz="2400" b="1">
                <a:latin typeface="Aharoni" pitchFamily="2" charset="0"/>
                <a:cs typeface="Aharoni" pitchFamily="2" charset="0"/>
              </a:rPr>
              <a:t>ethane</a:t>
            </a:r>
            <a:endParaRPr lang="en-US" altLang="en-US" sz="2400">
              <a:latin typeface="Aharoni" pitchFamily="2" charset="0"/>
              <a:cs typeface="Aharoni" pitchFamily="2" charset="0"/>
            </a:endParaRPr>
          </a:p>
          <a:p>
            <a:pPr eaLnBrk="1" hangingPunct="1">
              <a:lnSpc>
                <a:spcPct val="90000"/>
              </a:lnSpc>
            </a:pPr>
            <a:r>
              <a:rPr lang="en-US" altLang="en-US" sz="2400">
                <a:latin typeface="Aharoni" pitchFamily="2" charset="0"/>
                <a:cs typeface="Aharoni" pitchFamily="2" charset="0"/>
              </a:rPr>
              <a:t>If further sp</a:t>
            </a:r>
            <a:r>
              <a:rPr lang="en-US" altLang="en-US" sz="2400" baseline="30000">
                <a:latin typeface="Aharoni" pitchFamily="2" charset="0"/>
                <a:cs typeface="Aharoni" pitchFamily="2" charset="0"/>
              </a:rPr>
              <a:t>3</a:t>
            </a:r>
            <a:r>
              <a:rPr lang="en-US" altLang="en-US" sz="2400">
                <a:latin typeface="Aharoni" pitchFamily="2" charset="0"/>
                <a:cs typeface="Aharoni" pitchFamily="2" charset="0"/>
              </a:rPr>
              <a:t> C are added, this gives propane, butane, </a:t>
            </a:r>
            <a:r>
              <a:rPr lang="en-US" altLang="en-US" sz="2400" i="1">
                <a:latin typeface="Aharoni" pitchFamily="2" charset="0"/>
                <a:cs typeface="Aharoni" pitchFamily="2" charset="0"/>
              </a:rPr>
              <a:t>etc.</a:t>
            </a:r>
            <a:endParaRPr lang="en-US" altLang="en-US" sz="2400">
              <a:latin typeface="Aharoni" pitchFamily="2" charset="0"/>
              <a:cs typeface="Aharoni" pitchFamily="2" charset="0"/>
            </a:endParaRPr>
          </a:p>
        </p:txBody>
      </p:sp>
      <p:graphicFrame>
        <p:nvGraphicFramePr>
          <p:cNvPr id="24581" name="Object 5"/>
          <p:cNvGraphicFramePr>
            <a:graphicFrameLocks noChangeAspect="1"/>
          </p:cNvGraphicFramePr>
          <p:nvPr/>
        </p:nvGraphicFramePr>
        <p:xfrm>
          <a:off x="611188" y="2060575"/>
          <a:ext cx="4462462" cy="2386013"/>
        </p:xfrm>
        <a:graphic>
          <a:graphicData uri="http://schemas.openxmlformats.org/presentationml/2006/ole">
            <mc:AlternateContent xmlns:mc="http://schemas.openxmlformats.org/markup-compatibility/2006">
              <mc:Choice xmlns:v="urn:schemas-microsoft-com:vml" Requires="v">
                <p:oleObj spid="_x0000_s2" name="CS ChemDraw Drawing" r:id="rId1" imgW="6701155" imgH="3586480" progId="ChemDraw.Document.6.0">
                  <p:embed/>
                </p:oleObj>
              </mc:Choice>
              <mc:Fallback>
                <p:oleObj name="CS ChemDraw Drawing" r:id="rId1" imgW="6701155" imgH="3586480" progId="ChemDraw.Document.6.0">
                  <p:embed/>
                  <p:pic>
                    <p:nvPicPr>
                      <p:cNvPr id="0" name="Object 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188" y="2060575"/>
                        <a:ext cx="4462462" cy="2386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24582" name="Picture 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5650" y="4797425"/>
            <a:ext cx="1309688" cy="16478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4583" name="Picture 7"/>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68538" y="4797425"/>
            <a:ext cx="2922587" cy="1539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3" name="Rectangle 2"/>
          <p:cNvSpPr>
            <a:spLocks noGrp="1" noChangeArrowheads="1"/>
          </p:cNvSpPr>
          <p:nvPr>
            <p:ph type="title"/>
          </p:nvPr>
        </p:nvSpPr>
        <p:spPr bwMode="auto">
          <a:xfrm>
            <a:off x="685800" y="701675"/>
            <a:ext cx="7772400" cy="11430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eaLnBrk="1" hangingPunct="1"/>
            <a:r>
              <a:rPr lang="en-GB" altLang="en-US" sz="3600" dirty="0">
                <a:solidFill>
                  <a:srgbClr val="FF0000"/>
                </a:solidFill>
                <a:latin typeface="Aharoni" pitchFamily="2" charset="0"/>
                <a:cs typeface="Aharoni" pitchFamily="2" charset="0"/>
              </a:rPr>
              <a:t>C</a:t>
            </a:r>
            <a:r>
              <a:rPr lang="en-GB" altLang="en-US" sz="3600" baseline="-25000" dirty="0">
                <a:solidFill>
                  <a:srgbClr val="FF0000"/>
                </a:solidFill>
                <a:latin typeface="Aharoni" pitchFamily="2" charset="0"/>
                <a:cs typeface="Aharoni" pitchFamily="2" charset="0"/>
              </a:rPr>
              <a:t>sp3</a:t>
            </a:r>
            <a:r>
              <a:rPr lang="en-GB" altLang="en-US" sz="3600" dirty="0">
                <a:solidFill>
                  <a:srgbClr val="FF0000"/>
                </a:solidFill>
                <a:latin typeface="Aharoni" pitchFamily="2" charset="0"/>
                <a:cs typeface="Aharoni" pitchFamily="2" charset="0"/>
              </a:rPr>
              <a:t>-C</a:t>
            </a:r>
            <a:r>
              <a:rPr lang="en-GB" altLang="en-US" sz="3600" baseline="-25000" dirty="0">
                <a:solidFill>
                  <a:srgbClr val="FF0000"/>
                </a:solidFill>
                <a:latin typeface="Aharoni" pitchFamily="2" charset="0"/>
                <a:cs typeface="Aharoni" pitchFamily="2" charset="0"/>
              </a:rPr>
              <a:t>sp3</a:t>
            </a:r>
            <a:r>
              <a:rPr lang="en-GB" altLang="en-US" sz="3600" dirty="0">
                <a:solidFill>
                  <a:srgbClr val="FF0000"/>
                </a:solidFill>
                <a:latin typeface="Aharoni" pitchFamily="2" charset="0"/>
                <a:cs typeface="Aharoni" pitchFamily="2" charset="0"/>
              </a:rPr>
              <a:t> </a:t>
            </a:r>
            <a:r>
              <a:rPr lang="en-GB" altLang="en-US" sz="3600" dirty="0">
                <a:solidFill>
                  <a:srgbClr val="FF0000"/>
                </a:solidFill>
                <a:latin typeface="Symbol" panose="05050102010706020507" pitchFamily="18" charset="2"/>
                <a:cs typeface="Aharoni" pitchFamily="2" charset="0"/>
              </a:rPr>
              <a:t>s</a:t>
            </a:r>
            <a:r>
              <a:rPr lang="en-GB" altLang="en-US" sz="3600" dirty="0">
                <a:solidFill>
                  <a:srgbClr val="FF0000"/>
                </a:solidFill>
                <a:latin typeface="Aharoni" pitchFamily="2" charset="0"/>
                <a:cs typeface="Aharoni" pitchFamily="2" charset="0"/>
              </a:rPr>
              <a:t> bonds</a:t>
            </a:r>
            <a:endParaRPr lang="en-GB" altLang="en-US" sz="3600" dirty="0">
              <a:solidFill>
                <a:srgbClr val="FF0000"/>
              </a:solidFill>
              <a:latin typeface="Aharoni" pitchFamily="2" charset="0"/>
              <a:cs typeface="Aharoni" pitchFamily="2" charset="0"/>
            </a:endParaRPr>
          </a:p>
        </p:txBody>
      </p:sp>
      <p:sp>
        <p:nvSpPr>
          <p:cNvPr id="25604" name="Rectangle 3"/>
          <p:cNvSpPr>
            <a:spLocks noGrp="1" noChangeArrowheads="1"/>
          </p:cNvSpPr>
          <p:nvPr>
            <p:ph type="body" sz="half" idx="2"/>
          </p:nvPr>
        </p:nvSpPr>
        <p:spPr bwMode="auto">
          <a:xfrm>
            <a:off x="4859338" y="1700213"/>
            <a:ext cx="3598862" cy="41148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eaLnBrk="1" hangingPunct="1">
              <a:lnSpc>
                <a:spcPct val="80000"/>
              </a:lnSpc>
            </a:pPr>
            <a:r>
              <a:rPr lang="en-GB" altLang="en-US" sz="2400">
                <a:latin typeface="Aharoni" pitchFamily="2" charset="0"/>
                <a:cs typeface="Aharoni" pitchFamily="2" charset="0"/>
              </a:rPr>
              <a:t>The overlap creates a C-C s bonding MO (or more simply a C-C </a:t>
            </a:r>
            <a:r>
              <a:rPr lang="en-GB" altLang="en-US" sz="2400">
                <a:latin typeface="Symbol" panose="05050102010706020507" pitchFamily="18" charset="2"/>
                <a:cs typeface="Aharoni" pitchFamily="2" charset="0"/>
              </a:rPr>
              <a:t>s</a:t>
            </a:r>
            <a:r>
              <a:rPr lang="en-GB" altLang="en-US" sz="2400">
                <a:latin typeface="Aharoni" pitchFamily="2" charset="0"/>
                <a:cs typeface="Aharoni" pitchFamily="2" charset="0"/>
              </a:rPr>
              <a:t> bond) with 2 electrons</a:t>
            </a:r>
            <a:endParaRPr lang="en-GB" altLang="en-US" sz="2400">
              <a:latin typeface="Aharoni" pitchFamily="2" charset="0"/>
              <a:cs typeface="Aharoni" pitchFamily="2" charset="0"/>
            </a:endParaRPr>
          </a:p>
          <a:p>
            <a:pPr eaLnBrk="1" hangingPunct="1">
              <a:lnSpc>
                <a:spcPct val="80000"/>
              </a:lnSpc>
            </a:pPr>
            <a:r>
              <a:rPr lang="en-US" altLang="en-US" sz="2400">
                <a:latin typeface="Aharoni" pitchFamily="2" charset="0"/>
                <a:cs typeface="Aharoni" pitchFamily="2" charset="0"/>
              </a:rPr>
              <a:t>And a C-C </a:t>
            </a:r>
            <a:r>
              <a:rPr lang="en-US" altLang="en-US" sz="2400">
                <a:latin typeface="Symbol" panose="05050102010706020507" pitchFamily="18" charset="2"/>
                <a:cs typeface="Aharoni" pitchFamily="2" charset="0"/>
              </a:rPr>
              <a:t>s</a:t>
            </a:r>
            <a:r>
              <a:rPr lang="en-US" altLang="en-US" sz="2400">
                <a:latin typeface="Aharoni" pitchFamily="2" charset="0"/>
                <a:cs typeface="Aharoni" pitchFamily="2" charset="0"/>
              </a:rPr>
              <a:t>* anti-bonding MO which is empty</a:t>
            </a:r>
            <a:endParaRPr lang="en-US" altLang="en-US" sz="2400">
              <a:latin typeface="Aharoni" pitchFamily="2" charset="0"/>
              <a:cs typeface="Aharoni" pitchFamily="2" charset="0"/>
            </a:endParaRPr>
          </a:p>
          <a:p>
            <a:pPr eaLnBrk="1" hangingPunct="1">
              <a:lnSpc>
                <a:spcPct val="80000"/>
              </a:lnSpc>
            </a:pPr>
            <a:r>
              <a:rPr lang="en-GB" altLang="en-US" sz="1800" u="sng">
                <a:latin typeface="Aharoni" pitchFamily="2" charset="0"/>
                <a:cs typeface="Aharoni" pitchFamily="2" charset="0"/>
              </a:rPr>
              <a:t>Note</a:t>
            </a:r>
            <a:r>
              <a:rPr lang="en-GB" altLang="en-US" sz="1800">
                <a:latin typeface="Aharoni" pitchFamily="2" charset="0"/>
                <a:cs typeface="Aharoni" pitchFamily="2" charset="0"/>
              </a:rPr>
              <a:t>: Do not worry if the shapes are not identical to other pictures, It is the general concept (orbital density </a:t>
            </a:r>
            <a:r>
              <a:rPr lang="en-GB" altLang="en-US" sz="1800" i="1">
                <a:latin typeface="Aharoni" pitchFamily="2" charset="0"/>
                <a:cs typeface="Aharoni" pitchFamily="2" charset="0"/>
              </a:rPr>
              <a:t>between</a:t>
            </a:r>
            <a:r>
              <a:rPr lang="en-GB" altLang="en-US" sz="1800">
                <a:latin typeface="Aharoni" pitchFamily="2" charset="0"/>
                <a:cs typeface="Aharoni" pitchFamily="2" charset="0"/>
              </a:rPr>
              <a:t> atoms for bonding, ‘gap’ in orbital density for anti-bonding, </a:t>
            </a:r>
            <a:r>
              <a:rPr lang="en-GB" altLang="en-US" sz="1800" i="1">
                <a:latin typeface="Aharoni" pitchFamily="2" charset="0"/>
                <a:cs typeface="Aharoni" pitchFamily="2" charset="0"/>
              </a:rPr>
              <a:t>etc.</a:t>
            </a:r>
            <a:r>
              <a:rPr lang="en-GB" altLang="en-US" sz="1800">
                <a:latin typeface="Aharoni" pitchFamily="2" charset="0"/>
                <a:cs typeface="Aharoni" pitchFamily="2" charset="0"/>
              </a:rPr>
              <a:t>) that is important here</a:t>
            </a:r>
            <a:endParaRPr lang="en-GB" altLang="en-US" sz="1800" b="1">
              <a:latin typeface="Aharoni" pitchFamily="2" charset="0"/>
              <a:cs typeface="Aharoni" pitchFamily="2" charset="0"/>
            </a:endParaRPr>
          </a:p>
        </p:txBody>
      </p:sp>
      <p:graphicFrame>
        <p:nvGraphicFramePr>
          <p:cNvPr id="25605" name="Object 6"/>
          <p:cNvGraphicFramePr>
            <a:graphicFrameLocks noChangeAspect="1"/>
          </p:cNvGraphicFramePr>
          <p:nvPr/>
        </p:nvGraphicFramePr>
        <p:xfrm>
          <a:off x="323850" y="2133600"/>
          <a:ext cx="4244975" cy="4017963"/>
        </p:xfrm>
        <a:graphic>
          <a:graphicData uri="http://schemas.openxmlformats.org/presentationml/2006/ole">
            <mc:AlternateContent xmlns:mc="http://schemas.openxmlformats.org/markup-compatibility/2006">
              <mc:Choice xmlns:v="urn:schemas-microsoft-com:vml" Requires="v">
                <p:oleObj spid="_x0000_s2" name="CS ChemDraw Drawing" r:id="rId1" imgW="4114800" imgH="3900805" progId="ChemDraw.Document.6.0">
                  <p:embed/>
                </p:oleObj>
              </mc:Choice>
              <mc:Fallback>
                <p:oleObj name="CS ChemDraw Drawing" r:id="rId1" imgW="4114800" imgH="3900805" progId="ChemDraw.Document.6.0">
                  <p:embed/>
                  <p:pic>
                    <p:nvPicPr>
                      <p:cNvPr id="0" name="Object 6"/>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850" y="2133600"/>
                        <a:ext cx="4244975" cy="40179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7" name="Rectangle 2"/>
          <p:cNvSpPr>
            <a:spLocks noGrp="1" noChangeArrowheads="1"/>
          </p:cNvSpPr>
          <p:nvPr>
            <p:ph type="title"/>
          </p:nvPr>
        </p:nvSpPr>
        <p:spPr bwMode="auto">
          <a:xfrm>
            <a:off x="685800" y="701675"/>
            <a:ext cx="7772400" cy="11430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eaLnBrk="1" hangingPunct="1"/>
            <a:r>
              <a:rPr lang="en-GB" altLang="en-US" sz="3600">
                <a:solidFill>
                  <a:srgbClr val="FF0000"/>
                </a:solidFill>
                <a:latin typeface="Aharoni" pitchFamily="2" charset="0"/>
                <a:cs typeface="Aharoni" pitchFamily="2" charset="0"/>
              </a:rPr>
              <a:t>sp</a:t>
            </a:r>
            <a:r>
              <a:rPr lang="en-GB" altLang="en-US" sz="3600" baseline="30000">
                <a:solidFill>
                  <a:srgbClr val="FF0000"/>
                </a:solidFill>
                <a:latin typeface="Aharoni" pitchFamily="2" charset="0"/>
                <a:cs typeface="Aharoni" pitchFamily="2" charset="0"/>
              </a:rPr>
              <a:t>2</a:t>
            </a:r>
            <a:r>
              <a:rPr lang="en-GB" altLang="en-US" sz="3600">
                <a:solidFill>
                  <a:srgbClr val="FF0000"/>
                </a:solidFill>
                <a:latin typeface="Aharoni" pitchFamily="2" charset="0"/>
                <a:cs typeface="Aharoni" pitchFamily="2" charset="0"/>
              </a:rPr>
              <a:t> Hybridisation</a:t>
            </a:r>
            <a:endParaRPr lang="en-GB" altLang="en-US" sz="3600">
              <a:solidFill>
                <a:srgbClr val="FF0000"/>
              </a:solidFill>
              <a:latin typeface="Aharoni" pitchFamily="2" charset="0"/>
              <a:cs typeface="Aharoni" pitchFamily="2" charset="0"/>
            </a:endParaRPr>
          </a:p>
        </p:txBody>
      </p:sp>
      <p:sp>
        <p:nvSpPr>
          <p:cNvPr id="26628" name="Rectangle 3"/>
          <p:cNvSpPr>
            <a:spLocks noGrp="1" noChangeArrowheads="1"/>
          </p:cNvSpPr>
          <p:nvPr>
            <p:ph type="body" sz="half" idx="2"/>
          </p:nvPr>
        </p:nvSpPr>
        <p:spPr bwMode="auto">
          <a:xfrm>
            <a:off x="4787900" y="2057400"/>
            <a:ext cx="3670300" cy="41148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eaLnBrk="1" hangingPunct="1">
              <a:lnSpc>
                <a:spcPct val="90000"/>
              </a:lnSpc>
            </a:pPr>
            <a:r>
              <a:rPr lang="en-GB" altLang="en-US" sz="2400" dirty="0">
                <a:latin typeface="Aharoni" pitchFamily="2" charset="0"/>
                <a:cs typeface="Aharoni" pitchFamily="2" charset="0"/>
              </a:rPr>
              <a:t>A second C geometry can be obtained by </a:t>
            </a:r>
            <a:r>
              <a:rPr lang="en-GB" altLang="en-US" sz="2400" i="1" dirty="0">
                <a:latin typeface="Aharoni" pitchFamily="2" charset="0"/>
                <a:cs typeface="Aharoni" pitchFamily="2" charset="0"/>
              </a:rPr>
              <a:t>part</a:t>
            </a:r>
            <a:r>
              <a:rPr lang="en-GB" altLang="en-US" sz="2400" dirty="0">
                <a:latin typeface="Aharoni" pitchFamily="2" charset="0"/>
                <a:cs typeface="Aharoni" pitchFamily="2" charset="0"/>
              </a:rPr>
              <a:t> </a:t>
            </a:r>
            <a:r>
              <a:rPr lang="en-GB" altLang="en-US" sz="2400" b="1" dirty="0">
                <a:latin typeface="Aharoni" pitchFamily="2" charset="0"/>
                <a:cs typeface="Aharoni" pitchFamily="2" charset="0"/>
              </a:rPr>
              <a:t>hybridisation</a:t>
            </a:r>
            <a:r>
              <a:rPr lang="en-GB" altLang="en-US" sz="2400" dirty="0">
                <a:latin typeface="Aharoni" pitchFamily="2" charset="0"/>
                <a:cs typeface="Aharoni" pitchFamily="2" charset="0"/>
              </a:rPr>
              <a:t>, i.e. mixing of the 2s, 2p</a:t>
            </a:r>
            <a:r>
              <a:rPr lang="en-GB" altLang="en-US" sz="2400" baseline="-25000" dirty="0">
                <a:latin typeface="Aharoni" pitchFamily="2" charset="0"/>
                <a:cs typeface="Aharoni" pitchFamily="2" charset="0"/>
              </a:rPr>
              <a:t>x</a:t>
            </a:r>
            <a:r>
              <a:rPr lang="en-GB" altLang="en-US" sz="2400" dirty="0">
                <a:latin typeface="Aharoni" pitchFamily="2" charset="0"/>
                <a:cs typeface="Aharoni" pitchFamily="2" charset="0"/>
              </a:rPr>
              <a:t>, 2p</a:t>
            </a:r>
            <a:r>
              <a:rPr lang="en-GB" altLang="en-US" sz="2400" baseline="-25000" dirty="0">
                <a:latin typeface="Aharoni" pitchFamily="2" charset="0"/>
                <a:cs typeface="Aharoni" pitchFamily="2" charset="0"/>
              </a:rPr>
              <a:t>y, </a:t>
            </a:r>
            <a:r>
              <a:rPr lang="en-GB" altLang="en-US" sz="2400" dirty="0">
                <a:latin typeface="Aharoni" pitchFamily="2" charset="0"/>
                <a:cs typeface="Aharoni" pitchFamily="2" charset="0"/>
              </a:rPr>
              <a:t>but  </a:t>
            </a:r>
            <a:r>
              <a:rPr lang="en-GB" altLang="en-US" sz="2400" i="1" dirty="0">
                <a:latin typeface="Aharoni" pitchFamily="2" charset="0"/>
                <a:cs typeface="Aharoni" pitchFamily="2" charset="0"/>
              </a:rPr>
              <a:t>not </a:t>
            </a:r>
            <a:r>
              <a:rPr lang="en-GB" altLang="en-US" sz="2400" dirty="0">
                <a:latin typeface="Aharoni" pitchFamily="2" charset="0"/>
                <a:cs typeface="Aharoni" pitchFamily="2" charset="0"/>
              </a:rPr>
              <a:t>the2p</a:t>
            </a:r>
            <a:r>
              <a:rPr lang="en-GB" altLang="en-US" sz="2400" baseline="-25000" dirty="0">
                <a:latin typeface="Aharoni" pitchFamily="2" charset="0"/>
                <a:cs typeface="Aharoni" pitchFamily="2" charset="0"/>
              </a:rPr>
              <a:t>z</a:t>
            </a:r>
            <a:r>
              <a:rPr lang="en-GB" altLang="en-US" sz="2400" dirty="0">
                <a:latin typeface="Aharoni" pitchFamily="2" charset="0"/>
                <a:cs typeface="Aharoni" pitchFamily="2" charset="0"/>
              </a:rPr>
              <a:t> </a:t>
            </a:r>
            <a:endParaRPr lang="en-GB" altLang="en-US" sz="2400" dirty="0">
              <a:latin typeface="Aharoni" pitchFamily="2" charset="0"/>
              <a:cs typeface="Aharoni" pitchFamily="2" charset="0"/>
            </a:endParaRPr>
          </a:p>
          <a:p>
            <a:pPr eaLnBrk="1" hangingPunct="1">
              <a:lnSpc>
                <a:spcPct val="90000"/>
              </a:lnSpc>
            </a:pPr>
            <a:r>
              <a:rPr lang="en-GB" altLang="en-US" sz="2400" dirty="0">
                <a:latin typeface="Aharoni" pitchFamily="2" charset="0"/>
                <a:cs typeface="Aharoni" pitchFamily="2" charset="0"/>
              </a:rPr>
              <a:t>This gives 3 new equivalent hybrid orbitals, </a:t>
            </a:r>
            <a:r>
              <a:rPr lang="en-GB" altLang="en-US" sz="2400" i="1" dirty="0">
                <a:latin typeface="Aharoni" pitchFamily="2" charset="0"/>
                <a:cs typeface="Aharoni" pitchFamily="2" charset="0"/>
              </a:rPr>
              <a:t>in a planer geometry</a:t>
            </a:r>
            <a:r>
              <a:rPr lang="en-GB" altLang="en-US" sz="2400" dirty="0">
                <a:latin typeface="Aharoni" pitchFamily="2" charset="0"/>
                <a:cs typeface="Aharoni" pitchFamily="2" charset="0"/>
              </a:rPr>
              <a:t>, but leaves the 2p</a:t>
            </a:r>
            <a:r>
              <a:rPr lang="en-GB" altLang="en-US" sz="2400" baseline="-25000" dirty="0">
                <a:latin typeface="Aharoni" pitchFamily="2" charset="0"/>
                <a:cs typeface="Aharoni" pitchFamily="2" charset="0"/>
              </a:rPr>
              <a:t>z</a:t>
            </a:r>
            <a:r>
              <a:rPr lang="en-GB" altLang="en-US" sz="2400" dirty="0">
                <a:latin typeface="Aharoni" pitchFamily="2" charset="0"/>
                <a:cs typeface="Aharoni" pitchFamily="2" charset="0"/>
              </a:rPr>
              <a:t> </a:t>
            </a:r>
            <a:r>
              <a:rPr lang="en-GB" altLang="en-US" sz="2400" dirty="0" err="1">
                <a:latin typeface="Aharoni" pitchFamily="2" charset="0"/>
                <a:cs typeface="Aharoni" pitchFamily="2" charset="0"/>
              </a:rPr>
              <a:t>unhybridised</a:t>
            </a:r>
            <a:endParaRPr lang="en-GB" altLang="en-US" sz="2400" dirty="0">
              <a:latin typeface="Aharoni" pitchFamily="2" charset="0"/>
              <a:cs typeface="Aharoni" pitchFamily="2" charset="0"/>
            </a:endParaRPr>
          </a:p>
          <a:p>
            <a:pPr eaLnBrk="1" hangingPunct="1">
              <a:lnSpc>
                <a:spcPct val="90000"/>
              </a:lnSpc>
            </a:pPr>
            <a:r>
              <a:rPr lang="en-GB" altLang="en-US" sz="2400" dirty="0">
                <a:latin typeface="Aharoni" pitchFamily="2" charset="0"/>
                <a:cs typeface="Aharoni" pitchFamily="2" charset="0"/>
              </a:rPr>
              <a:t>Each orbital has 1 electron, including the </a:t>
            </a:r>
            <a:r>
              <a:rPr lang="en-GB" altLang="en-US" sz="2400" dirty="0" err="1">
                <a:latin typeface="Aharoni" pitchFamily="2" charset="0"/>
                <a:cs typeface="Aharoni" pitchFamily="2" charset="0"/>
              </a:rPr>
              <a:t>p</a:t>
            </a:r>
            <a:r>
              <a:rPr lang="en-GB" altLang="en-US" sz="2400" baseline="-25000" dirty="0" err="1">
                <a:latin typeface="Aharoni" pitchFamily="2" charset="0"/>
                <a:cs typeface="Aharoni" pitchFamily="2" charset="0"/>
              </a:rPr>
              <a:t>z</a:t>
            </a:r>
            <a:r>
              <a:rPr lang="en-GB" altLang="en-US" sz="2400" dirty="0">
                <a:latin typeface="Aharoni" pitchFamily="2" charset="0"/>
                <a:cs typeface="Aharoni" pitchFamily="2" charset="0"/>
              </a:rPr>
              <a:t> </a:t>
            </a:r>
            <a:endParaRPr lang="en-GB" altLang="en-US" sz="2400" dirty="0">
              <a:latin typeface="Aharoni" pitchFamily="2" charset="0"/>
              <a:cs typeface="Aharoni" pitchFamily="2" charset="0"/>
            </a:endParaRPr>
          </a:p>
        </p:txBody>
      </p:sp>
      <p:pic>
        <p:nvPicPr>
          <p:cNvPr id="26629" name="Picture 8"/>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755650" y="2060575"/>
            <a:ext cx="1727200" cy="1822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6630" name="Picture 9"/>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16238" y="2060575"/>
            <a:ext cx="1673225" cy="17668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aphicFrame>
        <p:nvGraphicFramePr>
          <p:cNvPr id="26631" name="Object 10"/>
          <p:cNvGraphicFramePr>
            <a:graphicFrameLocks noChangeAspect="1"/>
          </p:cNvGraphicFramePr>
          <p:nvPr/>
        </p:nvGraphicFramePr>
        <p:xfrm>
          <a:off x="900113" y="4149725"/>
          <a:ext cx="992187" cy="2106613"/>
        </p:xfrm>
        <a:graphic>
          <a:graphicData uri="http://schemas.openxmlformats.org/presentationml/2006/ole">
            <mc:AlternateContent xmlns:mc="http://schemas.openxmlformats.org/markup-compatibility/2006">
              <mc:Choice xmlns:v="urn:schemas-microsoft-com:vml" Requires="v">
                <p:oleObj spid="_x0000_s2" name="CS ChemDraw Drawing" r:id="rId3" imgW="942975" imgH="1986280" progId="ChemDraw.Document.6.0">
                  <p:embed/>
                </p:oleObj>
              </mc:Choice>
              <mc:Fallback>
                <p:oleObj name="CS ChemDraw Drawing" r:id="rId3" imgW="942975" imgH="1986280" progId="ChemDraw.Document.6.0">
                  <p:embed/>
                  <p:pic>
                    <p:nvPicPr>
                      <p:cNvPr id="0" name="Object 1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00113" y="4149725"/>
                        <a:ext cx="992187" cy="21066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26632" name="Object 11"/>
          <p:cNvGraphicFramePr>
            <a:graphicFrameLocks noChangeAspect="1"/>
          </p:cNvGraphicFramePr>
          <p:nvPr/>
        </p:nvGraphicFramePr>
        <p:xfrm>
          <a:off x="2051050" y="3933825"/>
          <a:ext cx="2678113" cy="2374900"/>
        </p:xfrm>
        <a:graphic>
          <a:graphicData uri="http://schemas.openxmlformats.org/presentationml/2006/ole">
            <mc:AlternateContent xmlns:mc="http://schemas.openxmlformats.org/markup-compatibility/2006">
              <mc:Choice xmlns:v="urn:schemas-microsoft-com:vml" Requires="v">
                <p:oleObj spid="_x0000_s3" name="CS ChemDraw Drawing" r:id="rId5" imgW="3057525" imgH="2714625" progId="ChemDraw.Document.6.0">
                  <p:embed/>
                </p:oleObj>
              </mc:Choice>
              <mc:Fallback>
                <p:oleObj name="CS ChemDraw Drawing" r:id="rId5" imgW="3057525" imgH="2714625" progId="ChemDraw.Document.6.0">
                  <p:embed/>
                  <p:pic>
                    <p:nvPicPr>
                      <p:cNvPr id="0" name="Object 1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051050" y="3933825"/>
                        <a:ext cx="2678113" cy="2374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1" name="Rectangle 2"/>
          <p:cNvSpPr>
            <a:spLocks noGrp="1" noChangeArrowheads="1"/>
          </p:cNvSpPr>
          <p:nvPr>
            <p:ph type="title"/>
          </p:nvPr>
        </p:nvSpPr>
        <p:spPr bwMode="auto">
          <a:xfrm>
            <a:off x="685800" y="773113"/>
            <a:ext cx="7772400" cy="11430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eaLnBrk="1" hangingPunct="1"/>
            <a:r>
              <a:rPr lang="en-GB" altLang="en-US" sz="3600" dirty="0">
                <a:solidFill>
                  <a:srgbClr val="FF0000"/>
                </a:solidFill>
                <a:latin typeface="Aharoni" pitchFamily="2" charset="0"/>
                <a:cs typeface="Aharoni" pitchFamily="2" charset="0"/>
              </a:rPr>
              <a:t>C</a:t>
            </a:r>
            <a:r>
              <a:rPr lang="en-GB" altLang="en-US" sz="3600" baseline="-25000" dirty="0">
                <a:solidFill>
                  <a:srgbClr val="FF0000"/>
                </a:solidFill>
                <a:latin typeface="Aharoni" pitchFamily="2" charset="0"/>
                <a:cs typeface="Aharoni" pitchFamily="2" charset="0"/>
              </a:rPr>
              <a:t>sp2</a:t>
            </a:r>
            <a:r>
              <a:rPr lang="en-GB" altLang="en-US" sz="3600" dirty="0">
                <a:solidFill>
                  <a:srgbClr val="FF0000"/>
                </a:solidFill>
                <a:latin typeface="Aharoni" pitchFamily="2" charset="0"/>
                <a:cs typeface="Aharoni" pitchFamily="2" charset="0"/>
              </a:rPr>
              <a:t>-H and -C </a:t>
            </a:r>
            <a:r>
              <a:rPr lang="en-GB" altLang="en-US" sz="3600" dirty="0">
                <a:solidFill>
                  <a:srgbClr val="FF0000"/>
                </a:solidFill>
                <a:latin typeface="Symbol" panose="05050102010706020507" pitchFamily="18" charset="2"/>
                <a:cs typeface="Aharoni" pitchFamily="2" charset="0"/>
              </a:rPr>
              <a:t>s</a:t>
            </a:r>
            <a:r>
              <a:rPr lang="en-GB" altLang="en-US" sz="3600" dirty="0">
                <a:solidFill>
                  <a:srgbClr val="FF0000"/>
                </a:solidFill>
                <a:latin typeface="Aharoni" pitchFamily="2" charset="0"/>
                <a:cs typeface="Aharoni" pitchFamily="2" charset="0"/>
              </a:rPr>
              <a:t> bonds</a:t>
            </a:r>
            <a:endParaRPr lang="en-GB" altLang="en-US" sz="3600" dirty="0">
              <a:solidFill>
                <a:srgbClr val="FF0000"/>
              </a:solidFill>
              <a:latin typeface="Aharoni" pitchFamily="2" charset="0"/>
              <a:cs typeface="Aharoni" pitchFamily="2" charset="0"/>
            </a:endParaRPr>
          </a:p>
        </p:txBody>
      </p:sp>
      <p:sp>
        <p:nvSpPr>
          <p:cNvPr id="27652" name="Rectangle 3"/>
          <p:cNvSpPr>
            <a:spLocks noGrp="1" noChangeArrowheads="1"/>
          </p:cNvSpPr>
          <p:nvPr>
            <p:ph type="body" sz="half" idx="2"/>
          </p:nvPr>
        </p:nvSpPr>
        <p:spPr bwMode="auto">
          <a:xfrm>
            <a:off x="4932363" y="1773238"/>
            <a:ext cx="3525837" cy="41148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eaLnBrk="1" hangingPunct="1">
              <a:lnSpc>
                <a:spcPct val="90000"/>
              </a:lnSpc>
            </a:pPr>
            <a:r>
              <a:rPr lang="en-GB" altLang="en-US" sz="2400" dirty="0">
                <a:latin typeface="Aharoni" pitchFamily="2" charset="0"/>
                <a:cs typeface="Aharoni" pitchFamily="2" charset="0"/>
              </a:rPr>
              <a:t>sp</a:t>
            </a:r>
            <a:r>
              <a:rPr lang="en-GB" altLang="en-US" sz="2400" baseline="30000" dirty="0">
                <a:latin typeface="Aharoni" pitchFamily="2" charset="0"/>
                <a:cs typeface="Aharoni" pitchFamily="2" charset="0"/>
              </a:rPr>
              <a:t>2</a:t>
            </a:r>
            <a:r>
              <a:rPr lang="en-GB" altLang="en-US" sz="2400" dirty="0">
                <a:latin typeface="Aharoni" pitchFamily="2" charset="0"/>
                <a:cs typeface="Aharoni" pitchFamily="2" charset="0"/>
              </a:rPr>
              <a:t> hybrids have a shape similar to the sp</a:t>
            </a:r>
            <a:r>
              <a:rPr lang="en-GB" altLang="en-US" sz="2400" baseline="30000" dirty="0">
                <a:latin typeface="Aharoni" pitchFamily="2" charset="0"/>
                <a:cs typeface="Aharoni" pitchFamily="2" charset="0"/>
              </a:rPr>
              <a:t>3 </a:t>
            </a:r>
            <a:r>
              <a:rPr lang="en-GB" altLang="en-US" sz="2400" dirty="0">
                <a:latin typeface="Aharoni" pitchFamily="2" charset="0"/>
                <a:cs typeface="Aharoni" pitchFamily="2" charset="0"/>
              </a:rPr>
              <a:t>(a little more ‘rounded’) but are oriented towards the corners of a triangle; </a:t>
            </a:r>
            <a:r>
              <a:rPr lang="en-GB" altLang="en-US" sz="2400" b="1" dirty="0">
                <a:latin typeface="Aharoni" pitchFamily="2" charset="0"/>
                <a:cs typeface="Aharoni" pitchFamily="2" charset="0"/>
              </a:rPr>
              <a:t>trigonal</a:t>
            </a:r>
            <a:r>
              <a:rPr lang="en-GB" altLang="en-US" sz="2400" dirty="0">
                <a:latin typeface="Aharoni" pitchFamily="2" charset="0"/>
                <a:cs typeface="Aharoni" pitchFamily="2" charset="0"/>
              </a:rPr>
              <a:t> or planar geometry</a:t>
            </a:r>
            <a:endParaRPr lang="en-GB" altLang="en-US" sz="2400" dirty="0">
              <a:latin typeface="Aharoni" pitchFamily="2" charset="0"/>
              <a:cs typeface="Aharoni" pitchFamily="2" charset="0"/>
            </a:endParaRPr>
          </a:p>
          <a:p>
            <a:pPr eaLnBrk="1" hangingPunct="1">
              <a:lnSpc>
                <a:spcPct val="90000"/>
              </a:lnSpc>
            </a:pPr>
            <a:r>
              <a:rPr lang="en-GB" altLang="en-US" sz="2400" dirty="0">
                <a:latin typeface="Aharoni" pitchFamily="2" charset="0"/>
                <a:cs typeface="Aharoni" pitchFamily="2" charset="0"/>
              </a:rPr>
              <a:t>As for methane, the sp</a:t>
            </a:r>
            <a:r>
              <a:rPr lang="en-GB" altLang="en-US" sz="2400" baseline="30000" dirty="0">
                <a:latin typeface="Aharoni" pitchFamily="2" charset="0"/>
                <a:cs typeface="Aharoni" pitchFamily="2" charset="0"/>
              </a:rPr>
              <a:t>2</a:t>
            </a:r>
            <a:r>
              <a:rPr lang="en-GB" altLang="en-US" sz="2400" dirty="0">
                <a:latin typeface="Aharoni" pitchFamily="2" charset="0"/>
                <a:cs typeface="Aharoni" pitchFamily="2" charset="0"/>
              </a:rPr>
              <a:t> hybrids can overlap with H 1s, C sp</a:t>
            </a:r>
            <a:r>
              <a:rPr lang="en-GB" altLang="en-US" sz="2400" baseline="30000" dirty="0">
                <a:latin typeface="Aharoni" pitchFamily="2" charset="0"/>
                <a:cs typeface="Aharoni" pitchFamily="2" charset="0"/>
              </a:rPr>
              <a:t>2</a:t>
            </a:r>
            <a:r>
              <a:rPr lang="en-GB" altLang="en-US" sz="2400" dirty="0">
                <a:latin typeface="Aharoni" pitchFamily="2" charset="0"/>
                <a:cs typeface="Aharoni" pitchFamily="2" charset="0"/>
              </a:rPr>
              <a:t> (or C sp</a:t>
            </a:r>
            <a:r>
              <a:rPr lang="en-GB" altLang="en-US" sz="2400" baseline="30000" dirty="0">
                <a:latin typeface="Aharoni" pitchFamily="2" charset="0"/>
                <a:cs typeface="Aharoni" pitchFamily="2" charset="0"/>
              </a:rPr>
              <a:t>3</a:t>
            </a:r>
            <a:r>
              <a:rPr lang="en-GB" altLang="en-US" sz="2400" dirty="0">
                <a:latin typeface="Aharoni" pitchFamily="2" charset="0"/>
                <a:cs typeface="Aharoni" pitchFamily="2" charset="0"/>
              </a:rPr>
              <a:t>) to give C-H and/or </a:t>
            </a:r>
            <a:r>
              <a:rPr lang="en-US" altLang="en-US" sz="2400" dirty="0">
                <a:latin typeface="Aharoni" pitchFamily="2" charset="0"/>
                <a:cs typeface="Aharoni" pitchFamily="2" charset="0"/>
              </a:rPr>
              <a:t>C-C </a:t>
            </a:r>
            <a:r>
              <a:rPr lang="en-US" altLang="en-US" sz="2400" dirty="0">
                <a:latin typeface="Symbol" panose="05050102010706020507" pitchFamily="18" charset="2"/>
                <a:cs typeface="Aharoni" pitchFamily="2" charset="0"/>
              </a:rPr>
              <a:t>s</a:t>
            </a:r>
            <a:r>
              <a:rPr lang="en-US" altLang="en-US" sz="2400" dirty="0">
                <a:latin typeface="Aharoni" pitchFamily="2" charset="0"/>
                <a:cs typeface="Aharoni" pitchFamily="2" charset="0"/>
              </a:rPr>
              <a:t> MO (or </a:t>
            </a:r>
            <a:r>
              <a:rPr lang="en-US" altLang="en-US" sz="2400" dirty="0">
                <a:latin typeface="Symbol" panose="05050102010706020507" pitchFamily="18" charset="2"/>
                <a:cs typeface="Aharoni" pitchFamily="2" charset="0"/>
              </a:rPr>
              <a:t>s</a:t>
            </a:r>
            <a:r>
              <a:rPr lang="en-US" altLang="en-US" sz="2400" dirty="0">
                <a:latin typeface="Aharoni" pitchFamily="2" charset="0"/>
                <a:cs typeface="Aharoni" pitchFamily="2" charset="0"/>
              </a:rPr>
              <a:t> bonds)</a:t>
            </a:r>
            <a:r>
              <a:rPr lang="en-GB" altLang="en-US" sz="2400" dirty="0">
                <a:latin typeface="Aharoni" pitchFamily="2" charset="0"/>
                <a:cs typeface="Aharoni" pitchFamily="2" charset="0"/>
              </a:rPr>
              <a:t> </a:t>
            </a:r>
            <a:endParaRPr lang="en-GB" altLang="en-US" sz="2400" dirty="0">
              <a:latin typeface="Aharoni" pitchFamily="2" charset="0"/>
              <a:cs typeface="Aharoni" pitchFamily="2" charset="0"/>
            </a:endParaRPr>
          </a:p>
        </p:txBody>
      </p:sp>
      <p:graphicFrame>
        <p:nvGraphicFramePr>
          <p:cNvPr id="27653" name="Object 8"/>
          <p:cNvGraphicFramePr>
            <a:graphicFrameLocks noChangeAspect="1"/>
          </p:cNvGraphicFramePr>
          <p:nvPr/>
        </p:nvGraphicFramePr>
        <p:xfrm>
          <a:off x="1293813" y="2198688"/>
          <a:ext cx="2776537" cy="1941512"/>
        </p:xfrm>
        <a:graphic>
          <a:graphicData uri="http://schemas.openxmlformats.org/presentationml/2006/ole">
            <mc:AlternateContent xmlns:mc="http://schemas.openxmlformats.org/markup-compatibility/2006">
              <mc:Choice xmlns:v="urn:schemas-microsoft-com:vml" Requires="v">
                <p:oleObj spid="_x0000_s2" name="CS ChemDraw Drawing" r:id="rId1" imgW="3743325" imgH="2628900" progId="ChemDraw.Document.6.0">
                  <p:embed/>
                </p:oleObj>
              </mc:Choice>
              <mc:Fallback>
                <p:oleObj name="CS ChemDraw Drawing" r:id="rId1" imgW="3743325" imgH="2628900" progId="ChemDraw.Document.6.0">
                  <p:embed/>
                  <p:pic>
                    <p:nvPicPr>
                      <p:cNvPr id="0" name="Object 8"/>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93813" y="2198688"/>
                        <a:ext cx="2776537" cy="19415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27654" name="Object 9"/>
          <p:cNvGraphicFramePr>
            <a:graphicFrameLocks noChangeAspect="1"/>
          </p:cNvGraphicFramePr>
          <p:nvPr/>
        </p:nvGraphicFramePr>
        <p:xfrm>
          <a:off x="971550" y="4221163"/>
          <a:ext cx="3805238" cy="1887537"/>
        </p:xfrm>
        <a:graphic>
          <a:graphicData uri="http://schemas.openxmlformats.org/presentationml/2006/ole">
            <mc:AlternateContent xmlns:mc="http://schemas.openxmlformats.org/markup-compatibility/2006">
              <mc:Choice xmlns:v="urn:schemas-microsoft-com:vml" Requires="v">
                <p:oleObj spid="_x0000_s3" name="CS ChemDraw Drawing" r:id="rId3" imgW="5129530" imgH="2557780" progId="ChemDraw.Document.6.0">
                  <p:embed/>
                </p:oleObj>
              </mc:Choice>
              <mc:Fallback>
                <p:oleObj name="CS ChemDraw Drawing" r:id="rId3" imgW="5129530" imgH="2557780" progId="ChemDraw.Document.6.0">
                  <p:embed/>
                  <p:pic>
                    <p:nvPicPr>
                      <p:cNvPr id="0" name="Object 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71550" y="4221163"/>
                        <a:ext cx="3805238" cy="1887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9"/>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2390428" y="4838242"/>
            <a:ext cx="3209925" cy="16906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8675" name="Rectangle 2"/>
          <p:cNvSpPr>
            <a:spLocks noGrp="1" noChangeArrowheads="1"/>
          </p:cNvSpPr>
          <p:nvPr>
            <p:ph type="title"/>
          </p:nvPr>
        </p:nvSpPr>
        <p:spPr bwMode="auto">
          <a:xfrm>
            <a:off x="685800" y="116632"/>
            <a:ext cx="7772400" cy="11430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eaLnBrk="1" hangingPunct="1"/>
            <a:r>
              <a:rPr lang="en-GB" altLang="en-US" sz="3600" dirty="0">
                <a:solidFill>
                  <a:srgbClr val="FF0000"/>
                </a:solidFill>
                <a:latin typeface="Aharoni" pitchFamily="2" charset="0"/>
                <a:cs typeface="Aharoni" pitchFamily="2" charset="0"/>
              </a:rPr>
              <a:t>C</a:t>
            </a:r>
            <a:r>
              <a:rPr lang="en-GB" altLang="en-US" sz="3600" baseline="-25000" dirty="0">
                <a:solidFill>
                  <a:srgbClr val="FF0000"/>
                </a:solidFill>
                <a:latin typeface="Aharoni" pitchFamily="2" charset="0"/>
                <a:cs typeface="Aharoni" pitchFamily="2" charset="0"/>
              </a:rPr>
              <a:t>sp2</a:t>
            </a:r>
            <a:r>
              <a:rPr lang="en-GB" altLang="en-US" sz="3600" dirty="0">
                <a:solidFill>
                  <a:srgbClr val="FF0000"/>
                </a:solidFill>
                <a:latin typeface="Aharoni" pitchFamily="2" charset="0"/>
                <a:cs typeface="Aharoni" pitchFamily="2" charset="0"/>
              </a:rPr>
              <a:t>-C</a:t>
            </a:r>
            <a:r>
              <a:rPr lang="en-GB" altLang="en-US" sz="3600" baseline="-25000" dirty="0">
                <a:solidFill>
                  <a:srgbClr val="FF0000"/>
                </a:solidFill>
                <a:latin typeface="Aharoni" pitchFamily="2" charset="0"/>
                <a:cs typeface="Aharoni" pitchFamily="2" charset="0"/>
              </a:rPr>
              <a:t>sp2</a:t>
            </a:r>
            <a:r>
              <a:rPr lang="en-GB" altLang="en-US" sz="3600" dirty="0">
                <a:solidFill>
                  <a:srgbClr val="FF0000"/>
                </a:solidFill>
                <a:latin typeface="Aharoni" pitchFamily="2" charset="0"/>
                <a:cs typeface="Aharoni" pitchFamily="2" charset="0"/>
              </a:rPr>
              <a:t> </a:t>
            </a:r>
            <a:r>
              <a:rPr lang="en-GB" altLang="en-US" sz="3600" dirty="0">
                <a:solidFill>
                  <a:srgbClr val="FF0000"/>
                </a:solidFill>
                <a:latin typeface="Symbol" panose="05050102010706020507" pitchFamily="18" charset="2"/>
                <a:cs typeface="Aharoni" pitchFamily="2" charset="0"/>
              </a:rPr>
              <a:t>p</a:t>
            </a:r>
            <a:r>
              <a:rPr lang="en-GB" altLang="en-US" sz="3600" dirty="0">
                <a:solidFill>
                  <a:srgbClr val="FF0000"/>
                </a:solidFill>
                <a:latin typeface="Aharoni" pitchFamily="2" charset="0"/>
                <a:cs typeface="Aharoni" pitchFamily="2" charset="0"/>
              </a:rPr>
              <a:t> bonds</a:t>
            </a:r>
            <a:endParaRPr lang="en-GB" altLang="en-US" sz="3600" dirty="0">
              <a:solidFill>
                <a:srgbClr val="FF0000"/>
              </a:solidFill>
              <a:latin typeface="Aharoni" pitchFamily="2" charset="0"/>
              <a:cs typeface="Aharoni" pitchFamily="2" charset="0"/>
            </a:endParaRPr>
          </a:p>
        </p:txBody>
      </p:sp>
      <p:sp>
        <p:nvSpPr>
          <p:cNvPr id="28676" name="Rectangle 3"/>
          <p:cNvSpPr>
            <a:spLocks noGrp="1" noChangeArrowheads="1"/>
          </p:cNvSpPr>
          <p:nvPr>
            <p:ph type="body" sz="half" idx="2"/>
          </p:nvPr>
        </p:nvSpPr>
        <p:spPr bwMode="auto">
          <a:xfrm>
            <a:off x="4932363" y="908720"/>
            <a:ext cx="3525837" cy="41148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eaLnBrk="1" hangingPunct="1">
              <a:lnSpc>
                <a:spcPct val="80000"/>
              </a:lnSpc>
            </a:pPr>
            <a:r>
              <a:rPr lang="en-US" altLang="en-US" sz="2400" b="1" dirty="0">
                <a:latin typeface="Aharoni" pitchFamily="2" charset="0"/>
                <a:cs typeface="Aharoni" pitchFamily="2" charset="0"/>
              </a:rPr>
              <a:t>Sideways </a:t>
            </a:r>
            <a:r>
              <a:rPr lang="en-US" altLang="en-US" sz="2400" dirty="0">
                <a:latin typeface="Aharoni" pitchFamily="2" charset="0"/>
                <a:cs typeface="Aharoni" pitchFamily="2" charset="0"/>
              </a:rPr>
              <a:t>overlap of the </a:t>
            </a:r>
            <a:r>
              <a:rPr lang="en-US" altLang="en-US" sz="2400" i="1" dirty="0" err="1">
                <a:latin typeface="Aharoni" pitchFamily="2" charset="0"/>
                <a:cs typeface="Aharoni" pitchFamily="2" charset="0"/>
              </a:rPr>
              <a:t>unhybridised</a:t>
            </a:r>
            <a:r>
              <a:rPr lang="en-US" altLang="en-US" sz="2400" i="1" dirty="0">
                <a:latin typeface="Aharoni" pitchFamily="2" charset="0"/>
                <a:cs typeface="Aharoni" pitchFamily="2" charset="0"/>
              </a:rPr>
              <a:t> </a:t>
            </a:r>
            <a:r>
              <a:rPr lang="en-US" altLang="en-US" sz="2400" dirty="0" err="1">
                <a:latin typeface="Aharoni" pitchFamily="2" charset="0"/>
                <a:cs typeface="Aharoni" pitchFamily="2" charset="0"/>
              </a:rPr>
              <a:t>p</a:t>
            </a:r>
            <a:r>
              <a:rPr lang="en-US" altLang="en-US" sz="2400" baseline="-25000" dirty="0" err="1">
                <a:latin typeface="Aharoni" pitchFamily="2" charset="0"/>
                <a:cs typeface="Aharoni" pitchFamily="2" charset="0"/>
              </a:rPr>
              <a:t>z</a:t>
            </a:r>
            <a:r>
              <a:rPr lang="en-US" altLang="en-US" sz="2400" baseline="-25000" dirty="0">
                <a:latin typeface="Aharoni" pitchFamily="2" charset="0"/>
                <a:cs typeface="Aharoni" pitchFamily="2" charset="0"/>
              </a:rPr>
              <a:t> </a:t>
            </a:r>
            <a:r>
              <a:rPr lang="en-US" altLang="en-US" sz="2400" dirty="0">
                <a:latin typeface="Aharoni" pitchFamily="2" charset="0"/>
                <a:cs typeface="Aharoni" pitchFamily="2" charset="0"/>
              </a:rPr>
              <a:t>AOs gives a C-C </a:t>
            </a:r>
            <a:r>
              <a:rPr lang="en-US" altLang="en-US" sz="2400" dirty="0">
                <a:latin typeface="Symbol" panose="05050102010706020507" pitchFamily="18" charset="2"/>
                <a:cs typeface="Aharoni" pitchFamily="2" charset="0"/>
              </a:rPr>
              <a:t>p</a:t>
            </a:r>
            <a:r>
              <a:rPr lang="en-US" altLang="en-US" sz="2400" dirty="0">
                <a:latin typeface="Aharoni" pitchFamily="2" charset="0"/>
                <a:cs typeface="Aharoni" pitchFamily="2" charset="0"/>
              </a:rPr>
              <a:t> MO (or </a:t>
            </a:r>
            <a:r>
              <a:rPr lang="en-US" altLang="en-US" sz="2400" dirty="0">
                <a:latin typeface="Symbol" panose="05050102010706020507" pitchFamily="18" charset="2"/>
                <a:cs typeface="Aharoni" pitchFamily="2" charset="0"/>
              </a:rPr>
              <a:t>p</a:t>
            </a:r>
            <a:r>
              <a:rPr lang="en-US" altLang="en-US" sz="2400" dirty="0">
                <a:latin typeface="Aharoni" pitchFamily="2" charset="0"/>
                <a:cs typeface="Aharoni" pitchFamily="2" charset="0"/>
              </a:rPr>
              <a:t> bond) </a:t>
            </a:r>
            <a:endParaRPr lang="en-US" altLang="en-US" sz="2400" dirty="0">
              <a:latin typeface="Aharoni" pitchFamily="2" charset="0"/>
              <a:cs typeface="Aharoni" pitchFamily="2" charset="0"/>
            </a:endParaRPr>
          </a:p>
          <a:p>
            <a:pPr eaLnBrk="1" hangingPunct="1">
              <a:lnSpc>
                <a:spcPct val="80000"/>
              </a:lnSpc>
            </a:pPr>
            <a:r>
              <a:rPr lang="en-US" altLang="en-US" sz="2400" dirty="0">
                <a:latin typeface="Aharoni" pitchFamily="2" charset="0"/>
                <a:cs typeface="Aharoni" pitchFamily="2" charset="0"/>
              </a:rPr>
              <a:t>This contains the last two electrons and is both </a:t>
            </a:r>
            <a:r>
              <a:rPr lang="en-US" altLang="en-US" sz="2400" b="1" dirty="0">
                <a:latin typeface="Aharoni" pitchFamily="2" charset="0"/>
                <a:cs typeface="Aharoni" pitchFamily="2" charset="0"/>
              </a:rPr>
              <a:t>above</a:t>
            </a:r>
            <a:r>
              <a:rPr lang="en-US" altLang="en-US" sz="2400" dirty="0">
                <a:latin typeface="Aharoni" pitchFamily="2" charset="0"/>
                <a:cs typeface="Aharoni" pitchFamily="2" charset="0"/>
              </a:rPr>
              <a:t> and </a:t>
            </a:r>
            <a:r>
              <a:rPr lang="en-US" altLang="en-US" sz="2400" b="1" dirty="0">
                <a:latin typeface="Aharoni" pitchFamily="2" charset="0"/>
                <a:cs typeface="Aharoni" pitchFamily="2" charset="0"/>
              </a:rPr>
              <a:t>below</a:t>
            </a:r>
            <a:r>
              <a:rPr lang="en-US" altLang="en-US" sz="2400" dirty="0">
                <a:latin typeface="Aharoni" pitchFamily="2" charset="0"/>
                <a:cs typeface="Aharoni" pitchFamily="2" charset="0"/>
              </a:rPr>
              <a:t> the plane</a:t>
            </a:r>
            <a:r>
              <a:rPr lang="en-US" altLang="en-US" sz="2400" b="1" dirty="0">
                <a:latin typeface="Aharoni" pitchFamily="2" charset="0"/>
                <a:cs typeface="Aharoni" pitchFamily="2" charset="0"/>
              </a:rPr>
              <a:t> </a:t>
            </a:r>
            <a:endParaRPr lang="en-US" altLang="en-US" sz="2400" b="1" dirty="0">
              <a:latin typeface="Aharoni" pitchFamily="2" charset="0"/>
              <a:cs typeface="Aharoni" pitchFamily="2" charset="0"/>
            </a:endParaRPr>
          </a:p>
          <a:p>
            <a:pPr eaLnBrk="1" hangingPunct="1">
              <a:lnSpc>
                <a:spcPct val="80000"/>
              </a:lnSpc>
            </a:pPr>
            <a:r>
              <a:rPr lang="en-GB" altLang="en-US" sz="1800" u="sng" dirty="0">
                <a:latin typeface="Aharoni" pitchFamily="2" charset="0"/>
                <a:cs typeface="Aharoni" pitchFamily="2" charset="0"/>
              </a:rPr>
              <a:t>Note</a:t>
            </a:r>
            <a:r>
              <a:rPr lang="en-GB" altLang="en-US" sz="1800" dirty="0">
                <a:latin typeface="Aharoni" pitchFamily="2" charset="0"/>
                <a:cs typeface="Aharoni" pitchFamily="2" charset="0"/>
              </a:rPr>
              <a:t>: Again, do not worry if the shapes are not identical to other pictures or differently coloured, It is the general concept (orbital density </a:t>
            </a:r>
            <a:r>
              <a:rPr lang="en-GB" altLang="en-US" sz="1800" i="1" dirty="0">
                <a:latin typeface="Aharoni" pitchFamily="2" charset="0"/>
                <a:cs typeface="Aharoni" pitchFamily="2" charset="0"/>
              </a:rPr>
              <a:t>between</a:t>
            </a:r>
            <a:r>
              <a:rPr lang="en-GB" altLang="en-US" sz="1800" dirty="0">
                <a:latin typeface="Aharoni" pitchFamily="2" charset="0"/>
                <a:cs typeface="Aharoni" pitchFamily="2" charset="0"/>
              </a:rPr>
              <a:t> atoms for bonding</a:t>
            </a:r>
            <a:r>
              <a:rPr lang="en-GB" altLang="en-US" sz="1800" i="1" dirty="0">
                <a:latin typeface="Aharoni" pitchFamily="2" charset="0"/>
                <a:cs typeface="Aharoni" pitchFamily="2" charset="0"/>
              </a:rPr>
              <a:t>.</a:t>
            </a:r>
            <a:r>
              <a:rPr lang="en-GB" altLang="en-US" sz="1800" dirty="0">
                <a:latin typeface="Aharoni" pitchFamily="2" charset="0"/>
                <a:cs typeface="Aharoni" pitchFamily="2" charset="0"/>
              </a:rPr>
              <a:t>) that is important here</a:t>
            </a:r>
            <a:endParaRPr lang="en-GB" altLang="en-US" sz="1800" b="1" dirty="0">
              <a:latin typeface="Aharoni" pitchFamily="2" charset="0"/>
              <a:cs typeface="Aharoni" pitchFamily="2" charset="0"/>
            </a:endParaRPr>
          </a:p>
          <a:p>
            <a:pPr eaLnBrk="1" hangingPunct="1">
              <a:lnSpc>
                <a:spcPct val="80000"/>
              </a:lnSpc>
            </a:pPr>
            <a:endParaRPr lang="en-US" altLang="en-US" sz="1800" dirty="0">
              <a:latin typeface="Aharoni" pitchFamily="2" charset="0"/>
              <a:cs typeface="Aharoni" pitchFamily="2" charset="0"/>
            </a:endParaRPr>
          </a:p>
        </p:txBody>
      </p:sp>
      <p:graphicFrame>
        <p:nvGraphicFramePr>
          <p:cNvPr id="28677" name="Object 7"/>
          <p:cNvGraphicFramePr>
            <a:graphicFrameLocks noChangeAspect="1"/>
          </p:cNvGraphicFramePr>
          <p:nvPr/>
        </p:nvGraphicFramePr>
        <p:xfrm>
          <a:off x="755650" y="980728"/>
          <a:ext cx="3702050" cy="1657350"/>
        </p:xfrm>
        <a:graphic>
          <a:graphicData uri="http://schemas.openxmlformats.org/presentationml/2006/ole">
            <mc:AlternateContent xmlns:mc="http://schemas.openxmlformats.org/markup-compatibility/2006">
              <mc:Choice xmlns:v="urn:schemas-microsoft-com:vml" Requires="v">
                <p:oleObj spid="_x0000_s2" name="CS ChemDraw Drawing" r:id="rId2" imgW="4600575" imgH="2057400" progId="ChemDraw.Document.6.0">
                  <p:embed/>
                </p:oleObj>
              </mc:Choice>
              <mc:Fallback>
                <p:oleObj name="CS ChemDraw Drawing" r:id="rId2" imgW="4600575" imgH="2057400" progId="ChemDraw.Document.6.0">
                  <p:embed/>
                  <p:pic>
                    <p:nvPicPr>
                      <p:cNvPr id="0" name="Object 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5650" y="980728"/>
                        <a:ext cx="3702050" cy="1657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28678" name="Object 9"/>
          <p:cNvGraphicFramePr>
            <a:graphicFrameLocks noChangeAspect="1"/>
          </p:cNvGraphicFramePr>
          <p:nvPr/>
        </p:nvGraphicFramePr>
        <p:xfrm>
          <a:off x="900113" y="3644553"/>
          <a:ext cx="2105025" cy="1477963"/>
        </p:xfrm>
        <a:graphic>
          <a:graphicData uri="http://schemas.openxmlformats.org/presentationml/2006/ole">
            <mc:AlternateContent xmlns:mc="http://schemas.openxmlformats.org/markup-compatibility/2006">
              <mc:Choice xmlns:v="urn:schemas-microsoft-com:vml" Requires="v">
                <p:oleObj spid="_x0000_s3" name="CS ChemDraw Drawing" r:id="rId4" imgW="2614930" imgH="1843405" progId="ChemDraw.Document.6.0">
                  <p:embed/>
                </p:oleObj>
              </mc:Choice>
              <mc:Fallback>
                <p:oleObj name="CS ChemDraw Drawing" r:id="rId4" imgW="2614930" imgH="1843405" progId="ChemDraw.Document.6.0">
                  <p:embed/>
                  <p:pic>
                    <p:nvPicPr>
                      <p:cNvPr id="0" name="Object 9"/>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00113" y="3644553"/>
                        <a:ext cx="2105025" cy="14779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28679" name="Object 10"/>
          <p:cNvGraphicFramePr>
            <a:graphicFrameLocks noChangeAspect="1"/>
          </p:cNvGraphicFramePr>
          <p:nvPr/>
        </p:nvGraphicFramePr>
        <p:xfrm>
          <a:off x="827088" y="2923828"/>
          <a:ext cx="3702050" cy="1577975"/>
        </p:xfrm>
        <a:graphic>
          <a:graphicData uri="http://schemas.openxmlformats.org/presentationml/2006/ole">
            <mc:AlternateContent xmlns:mc="http://schemas.openxmlformats.org/markup-compatibility/2006">
              <mc:Choice xmlns:v="urn:schemas-microsoft-com:vml" Requires="v">
                <p:oleObj spid="_x0000_s4" name="CS ChemDraw Drawing" r:id="rId6" imgW="4600575" imgH="1971675" progId="ChemDraw.Document.6.0">
                  <p:embed/>
                </p:oleObj>
              </mc:Choice>
              <mc:Fallback>
                <p:oleObj name="CS ChemDraw Drawing" r:id="rId6" imgW="4600575" imgH="1971675" progId="ChemDraw.Document.6.0">
                  <p:embed/>
                  <p:pic>
                    <p:nvPicPr>
                      <p:cNvPr id="0" name="Object 10"/>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27088" y="2923828"/>
                        <a:ext cx="3702050" cy="157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9" name="Rectangle 2"/>
          <p:cNvSpPr>
            <a:spLocks noGrp="1" noChangeArrowheads="1"/>
          </p:cNvSpPr>
          <p:nvPr>
            <p:ph type="title"/>
          </p:nvPr>
        </p:nvSpPr>
        <p:spPr bwMode="auto">
          <a:xfrm>
            <a:off x="685800" y="549275"/>
            <a:ext cx="7772400" cy="11430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eaLnBrk="1" hangingPunct="1"/>
            <a:r>
              <a:rPr lang="en-GB" altLang="en-US" sz="3600">
                <a:solidFill>
                  <a:srgbClr val="FF0000"/>
                </a:solidFill>
                <a:latin typeface="Aharoni" pitchFamily="2" charset="0"/>
                <a:cs typeface="Aharoni" pitchFamily="2" charset="0"/>
              </a:rPr>
              <a:t>sp Hybridisation</a:t>
            </a:r>
            <a:endParaRPr lang="en-GB" altLang="en-US" sz="3600">
              <a:solidFill>
                <a:srgbClr val="FF0000"/>
              </a:solidFill>
              <a:latin typeface="Aharoni" pitchFamily="2" charset="0"/>
              <a:cs typeface="Aharoni" pitchFamily="2" charset="0"/>
            </a:endParaRPr>
          </a:p>
        </p:txBody>
      </p:sp>
      <p:sp>
        <p:nvSpPr>
          <p:cNvPr id="29700" name="Rectangle 3"/>
          <p:cNvSpPr>
            <a:spLocks noGrp="1" noChangeArrowheads="1"/>
          </p:cNvSpPr>
          <p:nvPr>
            <p:ph type="body" sz="half" idx="2"/>
          </p:nvPr>
        </p:nvSpPr>
        <p:spPr bwMode="auto">
          <a:xfrm>
            <a:off x="5076825" y="2057400"/>
            <a:ext cx="3381375" cy="41148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eaLnBrk="1" hangingPunct="1">
              <a:lnSpc>
                <a:spcPct val="90000"/>
              </a:lnSpc>
            </a:pPr>
            <a:r>
              <a:rPr lang="en-GB" altLang="en-US" sz="2400">
                <a:latin typeface="Aharoni" pitchFamily="2" charset="0"/>
                <a:cs typeface="Aharoni" pitchFamily="2" charset="0"/>
              </a:rPr>
              <a:t>A third C geometry can be obtained by mixing of the 2s and 2p</a:t>
            </a:r>
            <a:r>
              <a:rPr lang="en-GB" altLang="en-US" sz="2400" baseline="-25000">
                <a:latin typeface="Aharoni" pitchFamily="2" charset="0"/>
                <a:cs typeface="Aharoni" pitchFamily="2" charset="0"/>
              </a:rPr>
              <a:t>x</a:t>
            </a:r>
            <a:r>
              <a:rPr lang="en-GB" altLang="en-US" sz="2400">
                <a:latin typeface="Aharoni" pitchFamily="2" charset="0"/>
                <a:cs typeface="Aharoni" pitchFamily="2" charset="0"/>
              </a:rPr>
              <a:t>, but not the 2p</a:t>
            </a:r>
            <a:r>
              <a:rPr lang="en-GB" altLang="en-US" sz="2400" baseline="-25000">
                <a:latin typeface="Aharoni" pitchFamily="2" charset="0"/>
                <a:cs typeface="Aharoni" pitchFamily="2" charset="0"/>
              </a:rPr>
              <a:t>y, </a:t>
            </a:r>
            <a:r>
              <a:rPr lang="en-GB" altLang="en-US" sz="2400">
                <a:latin typeface="Aharoni" pitchFamily="2" charset="0"/>
                <a:cs typeface="Aharoni" pitchFamily="2" charset="0"/>
              </a:rPr>
              <a:t>and 2p</a:t>
            </a:r>
            <a:r>
              <a:rPr lang="en-GB" altLang="en-US" sz="2400" baseline="-25000">
                <a:latin typeface="Aharoni" pitchFamily="2" charset="0"/>
                <a:cs typeface="Aharoni" pitchFamily="2" charset="0"/>
              </a:rPr>
              <a:t>z</a:t>
            </a:r>
            <a:r>
              <a:rPr lang="en-GB" altLang="en-US" sz="2400">
                <a:latin typeface="Aharoni" pitchFamily="2" charset="0"/>
                <a:cs typeface="Aharoni" pitchFamily="2" charset="0"/>
              </a:rPr>
              <a:t> </a:t>
            </a:r>
            <a:endParaRPr lang="en-GB" altLang="en-US" sz="2400">
              <a:latin typeface="Aharoni" pitchFamily="2" charset="0"/>
              <a:cs typeface="Aharoni" pitchFamily="2" charset="0"/>
            </a:endParaRPr>
          </a:p>
          <a:p>
            <a:pPr eaLnBrk="1" hangingPunct="1">
              <a:lnSpc>
                <a:spcPct val="90000"/>
              </a:lnSpc>
            </a:pPr>
            <a:r>
              <a:rPr lang="en-GB" altLang="en-US" sz="2400">
                <a:latin typeface="Aharoni" pitchFamily="2" charset="0"/>
                <a:cs typeface="Aharoni" pitchFamily="2" charset="0"/>
              </a:rPr>
              <a:t>This gives 2 new equivalent hybrid orbitals, </a:t>
            </a:r>
            <a:r>
              <a:rPr lang="en-GB" altLang="en-US" sz="2400" i="1">
                <a:latin typeface="Aharoni" pitchFamily="2" charset="0"/>
                <a:cs typeface="Aharoni" pitchFamily="2" charset="0"/>
              </a:rPr>
              <a:t>in a linear geometry</a:t>
            </a:r>
            <a:endParaRPr lang="en-GB" altLang="en-US" sz="2400">
              <a:latin typeface="Aharoni" pitchFamily="2" charset="0"/>
              <a:cs typeface="Aharoni" pitchFamily="2" charset="0"/>
            </a:endParaRPr>
          </a:p>
          <a:p>
            <a:pPr eaLnBrk="1" hangingPunct="1">
              <a:lnSpc>
                <a:spcPct val="90000"/>
              </a:lnSpc>
            </a:pPr>
            <a:r>
              <a:rPr lang="en-GB" altLang="en-US" sz="2400">
                <a:latin typeface="Aharoni" pitchFamily="2" charset="0"/>
                <a:cs typeface="Aharoni" pitchFamily="2" charset="0"/>
              </a:rPr>
              <a:t>Each orbital has 1 electron </a:t>
            </a:r>
            <a:endParaRPr lang="en-GB" altLang="en-US" sz="2400">
              <a:latin typeface="Aharoni" pitchFamily="2" charset="0"/>
              <a:cs typeface="Aharoni" pitchFamily="2" charset="0"/>
            </a:endParaRPr>
          </a:p>
        </p:txBody>
      </p:sp>
      <p:pic>
        <p:nvPicPr>
          <p:cNvPr id="29701" name="Picture 8"/>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755650" y="2060575"/>
            <a:ext cx="1592263" cy="16795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9702" name="Picture 9"/>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16238" y="2133600"/>
            <a:ext cx="1516062" cy="16033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aphicFrame>
        <p:nvGraphicFramePr>
          <p:cNvPr id="29703" name="Object 11"/>
          <p:cNvGraphicFramePr>
            <a:graphicFrameLocks noChangeAspect="1"/>
          </p:cNvGraphicFramePr>
          <p:nvPr/>
        </p:nvGraphicFramePr>
        <p:xfrm>
          <a:off x="900113" y="4149725"/>
          <a:ext cx="860425" cy="2054225"/>
        </p:xfrm>
        <a:graphic>
          <a:graphicData uri="http://schemas.openxmlformats.org/presentationml/2006/ole">
            <mc:AlternateContent xmlns:mc="http://schemas.openxmlformats.org/markup-compatibility/2006">
              <mc:Choice xmlns:v="urn:schemas-microsoft-com:vml" Requires="v">
                <p:oleObj spid="_x0000_s2" name="CS ChemDraw Drawing" r:id="rId3" imgW="857250" imgH="2014855" progId="ChemDraw.Document.6.0">
                  <p:embed/>
                </p:oleObj>
              </mc:Choice>
              <mc:Fallback>
                <p:oleObj name="CS ChemDraw Drawing" r:id="rId3" imgW="857250" imgH="2014855" progId="ChemDraw.Document.6.0">
                  <p:embed/>
                  <p:pic>
                    <p:nvPicPr>
                      <p:cNvPr id="0" name="Object 1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00113" y="4149725"/>
                        <a:ext cx="860425" cy="2054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29704" name="Object 12"/>
          <p:cNvGraphicFramePr>
            <a:graphicFrameLocks noChangeAspect="1"/>
          </p:cNvGraphicFramePr>
          <p:nvPr/>
        </p:nvGraphicFramePr>
        <p:xfrm>
          <a:off x="2268538" y="4005263"/>
          <a:ext cx="2308225" cy="2390775"/>
        </p:xfrm>
        <a:graphic>
          <a:graphicData uri="http://schemas.openxmlformats.org/presentationml/2006/ole">
            <mc:AlternateContent xmlns:mc="http://schemas.openxmlformats.org/markup-compatibility/2006">
              <mc:Choice xmlns:v="urn:schemas-microsoft-com:vml" Requires="v">
                <p:oleObj spid="_x0000_s3" name="CS ChemDraw Drawing" r:id="rId5" imgW="3157855" imgH="3272155" progId="ChemDraw.Document.6.0">
                  <p:embed/>
                </p:oleObj>
              </mc:Choice>
              <mc:Fallback>
                <p:oleObj name="CS ChemDraw Drawing" r:id="rId5" imgW="3157855" imgH="3272155" progId="ChemDraw.Document.6.0">
                  <p:embed/>
                  <p:pic>
                    <p:nvPicPr>
                      <p:cNvPr id="0" name="Object 12"/>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268538" y="4005263"/>
                        <a:ext cx="2308225" cy="2390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3" name="Rectangle 2"/>
          <p:cNvSpPr>
            <a:spLocks noGrp="1" noChangeArrowheads="1"/>
          </p:cNvSpPr>
          <p:nvPr>
            <p:ph type="title"/>
          </p:nvPr>
        </p:nvSpPr>
        <p:spPr bwMode="auto">
          <a:xfrm>
            <a:off x="685800" y="44624"/>
            <a:ext cx="7772400" cy="11430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eaLnBrk="1" hangingPunct="1"/>
            <a:r>
              <a:rPr lang="en-GB" altLang="en-US" sz="4000" dirty="0">
                <a:solidFill>
                  <a:srgbClr val="FF0000"/>
                </a:solidFill>
                <a:latin typeface="Aharoni" pitchFamily="2" charset="0"/>
                <a:cs typeface="Aharoni" pitchFamily="2" charset="0"/>
              </a:rPr>
              <a:t>C</a:t>
            </a:r>
            <a:r>
              <a:rPr lang="en-GB" altLang="en-US" sz="4000" baseline="-25000" dirty="0">
                <a:solidFill>
                  <a:srgbClr val="FF0000"/>
                </a:solidFill>
                <a:latin typeface="Aharoni" pitchFamily="2" charset="0"/>
                <a:cs typeface="Aharoni" pitchFamily="2" charset="0"/>
              </a:rPr>
              <a:t>sp2</a:t>
            </a:r>
            <a:r>
              <a:rPr lang="en-GB" altLang="en-US" sz="4000" dirty="0">
                <a:solidFill>
                  <a:srgbClr val="FF0000"/>
                </a:solidFill>
                <a:latin typeface="Aharoni" pitchFamily="2" charset="0"/>
                <a:cs typeface="Aharoni" pitchFamily="2" charset="0"/>
              </a:rPr>
              <a:t>-C</a:t>
            </a:r>
            <a:r>
              <a:rPr lang="en-GB" altLang="en-US" sz="4000" baseline="-25000" dirty="0">
                <a:solidFill>
                  <a:srgbClr val="FF0000"/>
                </a:solidFill>
                <a:latin typeface="Aharoni" pitchFamily="2" charset="0"/>
                <a:cs typeface="Aharoni" pitchFamily="2" charset="0"/>
              </a:rPr>
              <a:t>sp2</a:t>
            </a:r>
            <a:r>
              <a:rPr lang="en-GB" altLang="en-US" sz="4000" dirty="0">
                <a:solidFill>
                  <a:srgbClr val="FF0000"/>
                </a:solidFill>
                <a:latin typeface="Aharoni" pitchFamily="2" charset="0"/>
                <a:cs typeface="Aharoni" pitchFamily="2" charset="0"/>
              </a:rPr>
              <a:t> </a:t>
            </a:r>
            <a:r>
              <a:rPr lang="en-GB" altLang="en-US" sz="4000" dirty="0">
                <a:solidFill>
                  <a:srgbClr val="FF0000"/>
                </a:solidFill>
                <a:latin typeface="Symbol" panose="05050102010706020507" pitchFamily="18" charset="2"/>
                <a:cs typeface="Aharoni" pitchFamily="2" charset="0"/>
              </a:rPr>
              <a:t>p</a:t>
            </a:r>
            <a:r>
              <a:rPr lang="en-GB" altLang="en-US" sz="4000" dirty="0">
                <a:solidFill>
                  <a:srgbClr val="FF0000"/>
                </a:solidFill>
                <a:latin typeface="Aharoni" pitchFamily="2" charset="0"/>
                <a:cs typeface="Aharoni" pitchFamily="2" charset="0"/>
              </a:rPr>
              <a:t> bonds</a:t>
            </a:r>
            <a:endParaRPr lang="en-GB" altLang="en-US" sz="4000" dirty="0">
              <a:solidFill>
                <a:srgbClr val="FF0000"/>
              </a:solidFill>
              <a:latin typeface="Aharoni" pitchFamily="2" charset="0"/>
              <a:cs typeface="Aharoni" pitchFamily="2" charset="0"/>
            </a:endParaRPr>
          </a:p>
        </p:txBody>
      </p:sp>
      <p:sp>
        <p:nvSpPr>
          <p:cNvPr id="30724" name="Rectangle 3"/>
          <p:cNvSpPr>
            <a:spLocks noGrp="1" noChangeArrowheads="1"/>
          </p:cNvSpPr>
          <p:nvPr>
            <p:ph type="body" sz="half" idx="2"/>
          </p:nvPr>
        </p:nvSpPr>
        <p:spPr bwMode="auto">
          <a:xfrm>
            <a:off x="4932363" y="692696"/>
            <a:ext cx="3525837" cy="41148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eaLnBrk="1" hangingPunct="1">
              <a:lnSpc>
                <a:spcPct val="90000"/>
              </a:lnSpc>
            </a:pPr>
            <a:r>
              <a:rPr lang="en-US" altLang="en-US" sz="2400">
                <a:latin typeface="Aharoni" pitchFamily="2" charset="0"/>
                <a:cs typeface="Aharoni" pitchFamily="2" charset="0"/>
              </a:rPr>
              <a:t>As before, the hybrid sp overlap with H 1s or C hybrids to </a:t>
            </a:r>
            <a:r>
              <a:rPr lang="en-GB" altLang="en-US" sz="2400">
                <a:latin typeface="Aharoni" pitchFamily="2" charset="0"/>
                <a:cs typeface="Aharoni" pitchFamily="2" charset="0"/>
              </a:rPr>
              <a:t>give C-H and/or </a:t>
            </a:r>
            <a:r>
              <a:rPr lang="en-US" altLang="en-US" sz="2400">
                <a:latin typeface="Aharoni" pitchFamily="2" charset="0"/>
                <a:cs typeface="Aharoni" pitchFamily="2" charset="0"/>
              </a:rPr>
              <a:t>C-C </a:t>
            </a:r>
            <a:r>
              <a:rPr lang="en-US" altLang="en-US" sz="2400">
                <a:latin typeface="Symbol" panose="05050102010706020507" pitchFamily="18" charset="2"/>
                <a:cs typeface="Aharoni" pitchFamily="2" charset="0"/>
              </a:rPr>
              <a:t>s</a:t>
            </a:r>
            <a:r>
              <a:rPr lang="en-US" altLang="en-US" sz="2400">
                <a:latin typeface="Aharoni" pitchFamily="2" charset="0"/>
                <a:cs typeface="Aharoni" pitchFamily="2" charset="0"/>
              </a:rPr>
              <a:t> MO </a:t>
            </a:r>
            <a:r>
              <a:rPr lang="en-US" altLang="en-US" sz="2400" b="1">
                <a:latin typeface="Aharoni" pitchFamily="2" charset="0"/>
                <a:cs typeface="Aharoni" pitchFamily="2" charset="0"/>
              </a:rPr>
              <a:t>Sideways </a:t>
            </a:r>
            <a:r>
              <a:rPr lang="en-US" altLang="en-US" sz="2400">
                <a:latin typeface="Aharoni" pitchFamily="2" charset="0"/>
                <a:cs typeface="Aharoni" pitchFamily="2" charset="0"/>
              </a:rPr>
              <a:t>overlap of the </a:t>
            </a:r>
            <a:r>
              <a:rPr lang="en-US" altLang="en-US" sz="2400" i="1">
                <a:latin typeface="Aharoni" pitchFamily="2" charset="0"/>
                <a:cs typeface="Aharoni" pitchFamily="2" charset="0"/>
              </a:rPr>
              <a:t>unhybridised </a:t>
            </a:r>
            <a:r>
              <a:rPr lang="en-US" altLang="en-US" sz="2400">
                <a:latin typeface="Aharoni" pitchFamily="2" charset="0"/>
                <a:cs typeface="Aharoni" pitchFamily="2" charset="0"/>
              </a:rPr>
              <a:t>p</a:t>
            </a:r>
            <a:r>
              <a:rPr lang="en-US" altLang="en-US" sz="2400" baseline="-25000">
                <a:latin typeface="Aharoni" pitchFamily="2" charset="0"/>
                <a:cs typeface="Aharoni" pitchFamily="2" charset="0"/>
              </a:rPr>
              <a:t>z </a:t>
            </a:r>
            <a:r>
              <a:rPr lang="en-US" altLang="en-US" sz="2400">
                <a:latin typeface="Aharoni" pitchFamily="2" charset="0"/>
                <a:cs typeface="Aharoni" pitchFamily="2" charset="0"/>
              </a:rPr>
              <a:t>AOs gives a C-C </a:t>
            </a:r>
            <a:r>
              <a:rPr lang="en-US" altLang="en-US" sz="2400">
                <a:latin typeface="Symbol" panose="05050102010706020507" pitchFamily="18" charset="2"/>
                <a:cs typeface="Aharoni" pitchFamily="2" charset="0"/>
              </a:rPr>
              <a:t>p</a:t>
            </a:r>
            <a:r>
              <a:rPr lang="en-US" altLang="en-US" sz="2400">
                <a:latin typeface="Aharoni" pitchFamily="2" charset="0"/>
                <a:cs typeface="Aharoni" pitchFamily="2" charset="0"/>
              </a:rPr>
              <a:t> MO above/below the ‘plane’</a:t>
            </a:r>
            <a:endParaRPr lang="en-US" altLang="en-US" sz="2400">
              <a:latin typeface="Aharoni" pitchFamily="2" charset="0"/>
              <a:cs typeface="Aharoni" pitchFamily="2" charset="0"/>
            </a:endParaRPr>
          </a:p>
          <a:p>
            <a:pPr eaLnBrk="1" hangingPunct="1">
              <a:lnSpc>
                <a:spcPct val="90000"/>
              </a:lnSpc>
            </a:pPr>
            <a:r>
              <a:rPr lang="en-US" altLang="en-US" sz="2400" b="1">
                <a:latin typeface="Aharoni" pitchFamily="2" charset="0"/>
                <a:cs typeface="Aharoni" pitchFamily="2" charset="0"/>
              </a:rPr>
              <a:t>Sideways </a:t>
            </a:r>
            <a:r>
              <a:rPr lang="en-US" altLang="en-US" sz="2400">
                <a:latin typeface="Aharoni" pitchFamily="2" charset="0"/>
                <a:cs typeface="Aharoni" pitchFamily="2" charset="0"/>
              </a:rPr>
              <a:t>overlap of the </a:t>
            </a:r>
            <a:r>
              <a:rPr lang="en-US" altLang="en-US" sz="2400" i="1">
                <a:latin typeface="Aharoni" pitchFamily="2" charset="0"/>
                <a:cs typeface="Aharoni" pitchFamily="2" charset="0"/>
              </a:rPr>
              <a:t>unhybridised </a:t>
            </a:r>
            <a:r>
              <a:rPr lang="en-US" altLang="en-US" sz="2400">
                <a:latin typeface="Aharoni" pitchFamily="2" charset="0"/>
                <a:cs typeface="Aharoni" pitchFamily="2" charset="0"/>
              </a:rPr>
              <a:t>p</a:t>
            </a:r>
            <a:r>
              <a:rPr lang="en-US" altLang="en-US" sz="2400" baseline="-25000">
                <a:latin typeface="Aharoni" pitchFamily="2" charset="0"/>
                <a:cs typeface="Aharoni" pitchFamily="2" charset="0"/>
              </a:rPr>
              <a:t>y </a:t>
            </a:r>
            <a:r>
              <a:rPr lang="en-US" altLang="en-US" sz="2400">
                <a:latin typeface="Aharoni" pitchFamily="2" charset="0"/>
                <a:cs typeface="Aharoni" pitchFamily="2" charset="0"/>
              </a:rPr>
              <a:t>AOs gives a C-C </a:t>
            </a:r>
            <a:r>
              <a:rPr lang="en-US" altLang="en-US" sz="2400">
                <a:latin typeface="Symbol" panose="05050102010706020507" pitchFamily="18" charset="2"/>
                <a:cs typeface="Aharoni" pitchFamily="2" charset="0"/>
              </a:rPr>
              <a:t>p</a:t>
            </a:r>
            <a:r>
              <a:rPr lang="en-US" altLang="en-US" sz="2400">
                <a:latin typeface="Aharoni" pitchFamily="2" charset="0"/>
                <a:cs typeface="Aharoni" pitchFamily="2" charset="0"/>
              </a:rPr>
              <a:t> MO in front/behind the ‘plane’</a:t>
            </a:r>
            <a:endParaRPr lang="en-US" altLang="en-US" sz="2400">
              <a:latin typeface="Aharoni" pitchFamily="2" charset="0"/>
              <a:cs typeface="Aharoni" pitchFamily="2" charset="0"/>
            </a:endParaRPr>
          </a:p>
        </p:txBody>
      </p:sp>
      <p:graphicFrame>
        <p:nvGraphicFramePr>
          <p:cNvPr id="30725" name="Object 7"/>
          <p:cNvGraphicFramePr>
            <a:graphicFrameLocks noChangeAspect="1"/>
          </p:cNvGraphicFramePr>
          <p:nvPr/>
        </p:nvGraphicFramePr>
        <p:xfrm>
          <a:off x="1116013" y="836463"/>
          <a:ext cx="3570287" cy="2025650"/>
        </p:xfrm>
        <a:graphic>
          <a:graphicData uri="http://schemas.openxmlformats.org/presentationml/2006/ole">
            <mc:AlternateContent xmlns:mc="http://schemas.openxmlformats.org/markup-compatibility/2006">
              <mc:Choice xmlns:v="urn:schemas-microsoft-com:vml" Requires="v">
                <p:oleObj spid="_x0000_s2" name="CS ChemDraw Drawing" r:id="rId1" imgW="4729480" imgH="2686050" progId="ChemDraw.Document.6.0">
                  <p:embed/>
                </p:oleObj>
              </mc:Choice>
              <mc:Fallback>
                <p:oleObj name="CS ChemDraw Drawing" r:id="rId1" imgW="4729480" imgH="2686050" progId="ChemDraw.Document.6.0">
                  <p:embed/>
                  <p:pic>
                    <p:nvPicPr>
                      <p:cNvPr id="0" name="Object 7"/>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16013" y="836463"/>
                        <a:ext cx="3570287" cy="20256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30726" name="Object 8"/>
          <p:cNvGraphicFramePr>
            <a:graphicFrameLocks noChangeAspect="1"/>
          </p:cNvGraphicFramePr>
          <p:nvPr/>
        </p:nvGraphicFramePr>
        <p:xfrm>
          <a:off x="900113" y="3055788"/>
          <a:ext cx="3570287" cy="1957388"/>
        </p:xfrm>
        <a:graphic>
          <a:graphicData uri="http://schemas.openxmlformats.org/presentationml/2006/ole">
            <mc:AlternateContent xmlns:mc="http://schemas.openxmlformats.org/markup-compatibility/2006">
              <mc:Choice xmlns:v="urn:schemas-microsoft-com:vml" Requires="v">
                <p:oleObj spid="_x0000_s3" name="CS ChemDraw Drawing" r:id="rId3" imgW="4729480" imgH="2600325" progId="ChemDraw.Document.6.0">
                  <p:embed/>
                </p:oleObj>
              </mc:Choice>
              <mc:Fallback>
                <p:oleObj name="CS ChemDraw Drawing" r:id="rId3" imgW="4729480" imgH="2600325" progId="ChemDraw.Document.6.0">
                  <p:embed/>
                  <p:pic>
                    <p:nvPicPr>
                      <p:cNvPr id="0" name="Object 8"/>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00113" y="3055788"/>
                        <a:ext cx="3570287" cy="1957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7" name="Picture 8"/>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rot="1452644">
            <a:off x="1042988" y="4888416"/>
            <a:ext cx="3312988" cy="17457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7" name="Rectangle 2"/>
          <p:cNvSpPr>
            <a:spLocks noGrp="1" noChangeArrowheads="1"/>
          </p:cNvSpPr>
          <p:nvPr>
            <p:ph type="title"/>
          </p:nvPr>
        </p:nvSpPr>
        <p:spPr bwMode="auto">
          <a:xfrm>
            <a:off x="685800" y="917575"/>
            <a:ext cx="7772400" cy="11430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eaLnBrk="1" hangingPunct="1"/>
            <a:r>
              <a:rPr lang="en-GB" altLang="en-US" sz="3600">
                <a:solidFill>
                  <a:srgbClr val="FF0000"/>
                </a:solidFill>
                <a:latin typeface="Aharoni" pitchFamily="2" charset="0"/>
                <a:cs typeface="Aharoni" pitchFamily="2" charset="0"/>
              </a:rPr>
              <a:t>sp</a:t>
            </a:r>
            <a:r>
              <a:rPr lang="en-GB" altLang="en-US" sz="3600" baseline="30000">
                <a:solidFill>
                  <a:srgbClr val="FF0000"/>
                </a:solidFill>
                <a:latin typeface="Aharoni" pitchFamily="2" charset="0"/>
                <a:cs typeface="Aharoni" pitchFamily="2" charset="0"/>
              </a:rPr>
              <a:t>3</a:t>
            </a:r>
            <a:r>
              <a:rPr lang="en-GB" altLang="en-US" sz="3600">
                <a:solidFill>
                  <a:srgbClr val="FF0000"/>
                </a:solidFill>
                <a:latin typeface="Aharoni" pitchFamily="2" charset="0"/>
                <a:cs typeface="Aharoni" pitchFamily="2" charset="0"/>
              </a:rPr>
              <a:t> Hybridisation at N</a:t>
            </a:r>
            <a:endParaRPr lang="en-GB" altLang="en-US" sz="3600">
              <a:solidFill>
                <a:srgbClr val="FF0000"/>
              </a:solidFill>
              <a:latin typeface="Aharoni" pitchFamily="2" charset="0"/>
              <a:cs typeface="Aharoni" pitchFamily="2" charset="0"/>
            </a:endParaRPr>
          </a:p>
        </p:txBody>
      </p:sp>
      <p:sp>
        <p:nvSpPr>
          <p:cNvPr id="31748" name="Rectangle 3"/>
          <p:cNvSpPr>
            <a:spLocks noGrp="1" noChangeArrowheads="1"/>
          </p:cNvSpPr>
          <p:nvPr>
            <p:ph type="body" sz="half" idx="2"/>
          </p:nvPr>
        </p:nvSpPr>
        <p:spPr bwMode="auto">
          <a:xfrm>
            <a:off x="4211638" y="2057400"/>
            <a:ext cx="4246562" cy="41148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eaLnBrk="1" hangingPunct="1">
              <a:lnSpc>
                <a:spcPct val="80000"/>
              </a:lnSpc>
            </a:pPr>
            <a:r>
              <a:rPr lang="en-GB" altLang="en-US" sz="2400" dirty="0">
                <a:latin typeface="Aharoni" pitchFamily="2" charset="0"/>
                <a:cs typeface="Aharoni" pitchFamily="2" charset="0"/>
              </a:rPr>
              <a:t>Hybridisation can be applied to other atoms, </a:t>
            </a:r>
            <a:r>
              <a:rPr lang="en-GB" altLang="en-US" sz="2400" i="1" dirty="0">
                <a:latin typeface="Aharoni" pitchFamily="2" charset="0"/>
                <a:cs typeface="Aharoni" pitchFamily="2" charset="0"/>
              </a:rPr>
              <a:t>e.g. </a:t>
            </a:r>
            <a:r>
              <a:rPr lang="en-GB" altLang="en-US" sz="2400" dirty="0">
                <a:latin typeface="Aharoni" pitchFamily="2" charset="0"/>
                <a:cs typeface="Aharoni" pitchFamily="2" charset="0"/>
              </a:rPr>
              <a:t>N</a:t>
            </a:r>
            <a:endParaRPr lang="en-GB" altLang="en-US" sz="2400" dirty="0">
              <a:latin typeface="Aharoni" pitchFamily="2" charset="0"/>
              <a:cs typeface="Aharoni" pitchFamily="2" charset="0"/>
            </a:endParaRPr>
          </a:p>
          <a:p>
            <a:pPr eaLnBrk="1" hangingPunct="1">
              <a:lnSpc>
                <a:spcPct val="80000"/>
              </a:lnSpc>
            </a:pPr>
            <a:r>
              <a:rPr lang="en-GB" altLang="en-US" sz="2400" dirty="0">
                <a:latin typeface="Aharoni" pitchFamily="2" charset="0"/>
                <a:cs typeface="Aharoni" pitchFamily="2" charset="0"/>
              </a:rPr>
              <a:t>Mixing of the 2s, 2p</a:t>
            </a:r>
            <a:r>
              <a:rPr lang="en-GB" altLang="en-US" sz="2400" baseline="-25000" dirty="0">
                <a:latin typeface="Aharoni" pitchFamily="2" charset="0"/>
                <a:cs typeface="Aharoni" pitchFamily="2" charset="0"/>
              </a:rPr>
              <a:t>x</a:t>
            </a:r>
            <a:r>
              <a:rPr lang="en-GB" altLang="en-US" sz="2400" dirty="0">
                <a:latin typeface="Aharoni" pitchFamily="2" charset="0"/>
                <a:cs typeface="Aharoni" pitchFamily="2" charset="0"/>
              </a:rPr>
              <a:t>, 2p</a:t>
            </a:r>
            <a:r>
              <a:rPr lang="en-GB" altLang="en-US" sz="2400" baseline="-25000" dirty="0">
                <a:latin typeface="Aharoni" pitchFamily="2" charset="0"/>
                <a:cs typeface="Aharoni" pitchFamily="2" charset="0"/>
              </a:rPr>
              <a:t>y</a:t>
            </a:r>
            <a:r>
              <a:rPr lang="en-GB" altLang="en-US" sz="2400" dirty="0">
                <a:latin typeface="Aharoni" pitchFamily="2" charset="0"/>
                <a:cs typeface="Aharoni" pitchFamily="2" charset="0"/>
              </a:rPr>
              <a:t> and 2p</a:t>
            </a:r>
            <a:r>
              <a:rPr lang="en-GB" altLang="en-US" sz="2400" baseline="-25000" dirty="0">
                <a:latin typeface="Aharoni" pitchFamily="2" charset="0"/>
                <a:cs typeface="Aharoni" pitchFamily="2" charset="0"/>
              </a:rPr>
              <a:t>z</a:t>
            </a:r>
            <a:r>
              <a:rPr lang="en-GB" altLang="en-US" sz="2400" dirty="0">
                <a:latin typeface="Aharoni" pitchFamily="2" charset="0"/>
                <a:cs typeface="Aharoni" pitchFamily="2" charset="0"/>
              </a:rPr>
              <a:t> orbitals gives (as for C) 4 new equivalent hybrid orbitals</a:t>
            </a:r>
            <a:endParaRPr lang="en-GB" altLang="en-US" sz="2400" dirty="0">
              <a:latin typeface="Aharoni" pitchFamily="2" charset="0"/>
              <a:cs typeface="Aharoni" pitchFamily="2" charset="0"/>
            </a:endParaRPr>
          </a:p>
          <a:p>
            <a:pPr eaLnBrk="1" hangingPunct="1">
              <a:lnSpc>
                <a:spcPct val="80000"/>
              </a:lnSpc>
            </a:pPr>
            <a:r>
              <a:rPr lang="en-GB" altLang="en-US" sz="2400" dirty="0">
                <a:latin typeface="Aharoni" pitchFamily="2" charset="0"/>
                <a:cs typeface="Aharoni" pitchFamily="2" charset="0"/>
              </a:rPr>
              <a:t>Pointing to the corners of a tetrahedron </a:t>
            </a:r>
            <a:endParaRPr lang="en-GB" altLang="en-US" sz="2400" dirty="0">
              <a:latin typeface="Aharoni" pitchFamily="2" charset="0"/>
              <a:cs typeface="Aharoni" pitchFamily="2" charset="0"/>
            </a:endParaRPr>
          </a:p>
          <a:p>
            <a:pPr eaLnBrk="1" hangingPunct="1">
              <a:lnSpc>
                <a:spcPct val="80000"/>
              </a:lnSpc>
            </a:pPr>
            <a:r>
              <a:rPr lang="en-GB" altLang="en-US" sz="2400" dirty="0">
                <a:latin typeface="Aharoni" pitchFamily="2" charset="0"/>
                <a:cs typeface="Aharoni" pitchFamily="2" charset="0"/>
              </a:rPr>
              <a:t>But now ONE must take 2 electrons; this is called a LONE PAIR</a:t>
            </a:r>
            <a:endParaRPr lang="en-GB" altLang="en-US" sz="2400" dirty="0">
              <a:latin typeface="Aharoni" pitchFamily="2" charset="0"/>
              <a:cs typeface="Aharoni" pitchFamily="2" charset="0"/>
            </a:endParaRPr>
          </a:p>
          <a:p>
            <a:pPr eaLnBrk="1" hangingPunct="1">
              <a:lnSpc>
                <a:spcPct val="80000"/>
              </a:lnSpc>
            </a:pPr>
            <a:r>
              <a:rPr lang="en-GB" altLang="en-US" sz="2400" dirty="0">
                <a:latin typeface="Aharoni" pitchFamily="2" charset="0"/>
                <a:cs typeface="Aharoni" pitchFamily="2" charset="0"/>
              </a:rPr>
              <a:t>The remaining 3 bond to H 1s, or C (sp</a:t>
            </a:r>
            <a:r>
              <a:rPr lang="en-GB" altLang="en-US" sz="2400" baseline="30000" dirty="0">
                <a:latin typeface="Aharoni" pitchFamily="2" charset="0"/>
                <a:cs typeface="Aharoni" pitchFamily="2" charset="0"/>
              </a:rPr>
              <a:t>3</a:t>
            </a:r>
            <a:r>
              <a:rPr lang="en-GB" altLang="en-US" sz="2400" dirty="0">
                <a:latin typeface="Aharoni" pitchFamily="2" charset="0"/>
                <a:cs typeface="Aharoni" pitchFamily="2" charset="0"/>
              </a:rPr>
              <a:t>, sp</a:t>
            </a:r>
            <a:r>
              <a:rPr lang="en-GB" altLang="en-US" sz="2400" baseline="30000" dirty="0">
                <a:latin typeface="Aharoni" pitchFamily="2" charset="0"/>
                <a:cs typeface="Aharoni" pitchFamily="2" charset="0"/>
              </a:rPr>
              <a:t>2</a:t>
            </a:r>
            <a:r>
              <a:rPr lang="en-GB" altLang="en-US" sz="2400" dirty="0">
                <a:latin typeface="Aharoni" pitchFamily="2" charset="0"/>
                <a:cs typeface="Aharoni" pitchFamily="2" charset="0"/>
              </a:rPr>
              <a:t> or </a:t>
            </a:r>
            <a:r>
              <a:rPr lang="en-GB" altLang="en-US" sz="2400" dirty="0" err="1">
                <a:latin typeface="Aharoni" pitchFamily="2" charset="0"/>
                <a:cs typeface="Aharoni" pitchFamily="2" charset="0"/>
              </a:rPr>
              <a:t>sp</a:t>
            </a:r>
            <a:r>
              <a:rPr lang="en-GB" altLang="en-US" sz="2400" dirty="0">
                <a:latin typeface="Aharoni" pitchFamily="2" charset="0"/>
                <a:cs typeface="Aharoni" pitchFamily="2" charset="0"/>
              </a:rPr>
              <a:t>)</a:t>
            </a:r>
            <a:endParaRPr lang="en-GB" altLang="en-US" sz="2400" dirty="0">
              <a:latin typeface="Aharoni" pitchFamily="2" charset="0"/>
              <a:cs typeface="Aharoni" pitchFamily="2" charset="0"/>
            </a:endParaRPr>
          </a:p>
        </p:txBody>
      </p:sp>
      <p:pic>
        <p:nvPicPr>
          <p:cNvPr id="31749" name="Picture 8"/>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539750" y="1989138"/>
            <a:ext cx="1522413" cy="160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1750" name="Picture 9"/>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84438" y="2060575"/>
            <a:ext cx="1449387" cy="1533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aphicFrame>
        <p:nvGraphicFramePr>
          <p:cNvPr id="31751" name="Object 10"/>
          <p:cNvGraphicFramePr>
            <a:graphicFrameLocks noChangeAspect="1"/>
          </p:cNvGraphicFramePr>
          <p:nvPr/>
        </p:nvGraphicFramePr>
        <p:xfrm>
          <a:off x="250825" y="3644900"/>
          <a:ext cx="1697038" cy="1993900"/>
        </p:xfrm>
        <a:graphic>
          <a:graphicData uri="http://schemas.openxmlformats.org/presentationml/2006/ole">
            <mc:AlternateContent xmlns:mc="http://schemas.openxmlformats.org/markup-compatibility/2006">
              <mc:Choice xmlns:v="urn:schemas-microsoft-com:vml" Requires="v">
                <p:oleObj spid="_x0000_s2" name="CS ChemDraw Drawing" r:id="rId3" imgW="2557780" imgH="3000375" progId="ChemDraw.Document.6.0">
                  <p:embed/>
                </p:oleObj>
              </mc:Choice>
              <mc:Fallback>
                <p:oleObj name="CS ChemDraw Drawing" r:id="rId3" imgW="2557780" imgH="3000375" progId="ChemDraw.Document.6.0">
                  <p:embed/>
                  <p:pic>
                    <p:nvPicPr>
                      <p:cNvPr id="0" name="Object 1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50825" y="3644900"/>
                        <a:ext cx="1697038" cy="1993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31752" name="Object 11"/>
          <p:cNvGraphicFramePr>
            <a:graphicFrameLocks noChangeAspect="1"/>
          </p:cNvGraphicFramePr>
          <p:nvPr/>
        </p:nvGraphicFramePr>
        <p:xfrm>
          <a:off x="2195513" y="3789363"/>
          <a:ext cx="2005012" cy="1425575"/>
        </p:xfrm>
        <a:graphic>
          <a:graphicData uri="http://schemas.openxmlformats.org/presentationml/2006/ole">
            <mc:AlternateContent xmlns:mc="http://schemas.openxmlformats.org/markup-compatibility/2006">
              <mc:Choice xmlns:v="urn:schemas-microsoft-com:vml" Requires="v">
                <p:oleObj spid="_x0000_s3" name="CS ChemDraw Drawing" r:id="rId5" imgW="3028950" imgH="2157730" progId="ChemDraw.Document.6.0">
                  <p:embed/>
                </p:oleObj>
              </mc:Choice>
              <mc:Fallback>
                <p:oleObj name="CS ChemDraw Drawing" r:id="rId5" imgW="3028950" imgH="2157730" progId="ChemDraw.Document.6.0">
                  <p:embed/>
                  <p:pic>
                    <p:nvPicPr>
                      <p:cNvPr id="0" name="Object 1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195513" y="3789363"/>
                        <a:ext cx="2005012" cy="14255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31753" name="Picture 13"/>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763713" y="5373688"/>
            <a:ext cx="2419350" cy="1273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1" name="Rectangle 2"/>
          <p:cNvSpPr>
            <a:spLocks noGrp="1" noChangeArrowheads="1"/>
          </p:cNvSpPr>
          <p:nvPr>
            <p:ph type="title"/>
          </p:nvPr>
        </p:nvSpPr>
        <p:spPr bwMode="auto">
          <a:xfrm>
            <a:off x="685800" y="549275"/>
            <a:ext cx="7772400" cy="11430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eaLnBrk="1" hangingPunct="1"/>
            <a:r>
              <a:rPr lang="en-GB" altLang="en-US" sz="3600">
                <a:solidFill>
                  <a:srgbClr val="FF0000"/>
                </a:solidFill>
                <a:latin typeface="Aharoni" pitchFamily="2" charset="0"/>
                <a:cs typeface="Aharoni" pitchFamily="2" charset="0"/>
              </a:rPr>
              <a:t>sp</a:t>
            </a:r>
            <a:r>
              <a:rPr lang="en-GB" altLang="en-US" sz="3600" baseline="30000">
                <a:solidFill>
                  <a:srgbClr val="FF0000"/>
                </a:solidFill>
                <a:latin typeface="Aharoni" pitchFamily="2" charset="0"/>
                <a:cs typeface="Aharoni" pitchFamily="2" charset="0"/>
              </a:rPr>
              <a:t>3</a:t>
            </a:r>
            <a:r>
              <a:rPr lang="en-GB" altLang="en-US" sz="3600">
                <a:solidFill>
                  <a:srgbClr val="FF0000"/>
                </a:solidFill>
                <a:latin typeface="Aharoni" pitchFamily="2" charset="0"/>
                <a:cs typeface="Aharoni" pitchFamily="2" charset="0"/>
              </a:rPr>
              <a:t> Hybridisation at O</a:t>
            </a:r>
            <a:endParaRPr lang="en-GB" altLang="en-US" sz="3600">
              <a:solidFill>
                <a:srgbClr val="FF0000"/>
              </a:solidFill>
              <a:latin typeface="Aharoni" pitchFamily="2" charset="0"/>
              <a:cs typeface="Aharoni" pitchFamily="2" charset="0"/>
            </a:endParaRPr>
          </a:p>
        </p:txBody>
      </p:sp>
      <p:sp>
        <p:nvSpPr>
          <p:cNvPr id="32772" name="Rectangle 3"/>
          <p:cNvSpPr>
            <a:spLocks noGrp="1" noChangeArrowheads="1"/>
          </p:cNvSpPr>
          <p:nvPr>
            <p:ph type="body" sz="half" idx="2"/>
          </p:nvPr>
        </p:nvSpPr>
        <p:spPr bwMode="auto">
          <a:xfrm>
            <a:off x="3995738" y="3357563"/>
            <a:ext cx="4462462" cy="2814637"/>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eaLnBrk="1" hangingPunct="1">
              <a:lnSpc>
                <a:spcPct val="90000"/>
              </a:lnSpc>
            </a:pPr>
            <a:r>
              <a:rPr lang="en-GB" altLang="en-US" sz="2400" dirty="0">
                <a:latin typeface="Aharoni" pitchFamily="2" charset="0"/>
                <a:cs typeface="Aharoni" pitchFamily="2" charset="0"/>
              </a:rPr>
              <a:t>Hybridisation can be applied to other atoms, O, halogen (</a:t>
            </a:r>
            <a:r>
              <a:rPr lang="en-GB" altLang="en-US" sz="2400" i="1" dirty="0">
                <a:latin typeface="Aharoni" pitchFamily="2" charset="0"/>
                <a:cs typeface="Aharoni" pitchFamily="2" charset="0"/>
              </a:rPr>
              <a:t>e.g.</a:t>
            </a:r>
            <a:r>
              <a:rPr lang="en-GB" altLang="en-US" sz="2400" dirty="0">
                <a:latin typeface="Aharoni" pitchFamily="2" charset="0"/>
                <a:cs typeface="Aharoni" pitchFamily="2" charset="0"/>
              </a:rPr>
              <a:t> F)</a:t>
            </a:r>
            <a:endParaRPr lang="en-GB" altLang="en-US" sz="2400" dirty="0">
              <a:latin typeface="Aharoni" pitchFamily="2" charset="0"/>
              <a:cs typeface="Aharoni" pitchFamily="2" charset="0"/>
            </a:endParaRPr>
          </a:p>
          <a:p>
            <a:pPr eaLnBrk="1" hangingPunct="1">
              <a:lnSpc>
                <a:spcPct val="90000"/>
              </a:lnSpc>
            </a:pPr>
            <a:r>
              <a:rPr lang="en-GB" altLang="en-US" sz="2400" dirty="0">
                <a:latin typeface="Aharoni" pitchFamily="2" charset="0"/>
                <a:cs typeface="Aharoni" pitchFamily="2" charset="0"/>
              </a:rPr>
              <a:t>The hybrids are populated singly, before in pairs (called lone pairs)</a:t>
            </a:r>
            <a:endParaRPr lang="en-GB" altLang="en-US" sz="2400" dirty="0">
              <a:latin typeface="Aharoni" pitchFamily="2" charset="0"/>
              <a:cs typeface="Aharoni" pitchFamily="2" charset="0"/>
            </a:endParaRPr>
          </a:p>
          <a:p>
            <a:pPr eaLnBrk="1" hangingPunct="1">
              <a:lnSpc>
                <a:spcPct val="90000"/>
              </a:lnSpc>
            </a:pPr>
            <a:r>
              <a:rPr lang="en-GB" altLang="en-US" sz="2400" dirty="0">
                <a:latin typeface="Aharoni" pitchFamily="2" charset="0"/>
                <a:cs typeface="Aharoni" pitchFamily="2" charset="0"/>
              </a:rPr>
              <a:t>The remaining singly occupied hybrids bond to H 1s, or C (sp</a:t>
            </a:r>
            <a:r>
              <a:rPr lang="en-GB" altLang="en-US" sz="2400" baseline="30000" dirty="0">
                <a:latin typeface="Aharoni" pitchFamily="2" charset="0"/>
                <a:cs typeface="Aharoni" pitchFamily="2" charset="0"/>
              </a:rPr>
              <a:t>3</a:t>
            </a:r>
            <a:r>
              <a:rPr lang="en-GB" altLang="en-US" sz="2400" dirty="0">
                <a:latin typeface="Aharoni" pitchFamily="2" charset="0"/>
                <a:cs typeface="Aharoni" pitchFamily="2" charset="0"/>
              </a:rPr>
              <a:t>, sp</a:t>
            </a:r>
            <a:r>
              <a:rPr lang="en-GB" altLang="en-US" sz="2400" baseline="30000" dirty="0">
                <a:latin typeface="Aharoni" pitchFamily="2" charset="0"/>
                <a:cs typeface="Aharoni" pitchFamily="2" charset="0"/>
              </a:rPr>
              <a:t>2</a:t>
            </a:r>
            <a:r>
              <a:rPr lang="en-GB" altLang="en-US" sz="2400" dirty="0">
                <a:latin typeface="Aharoni" pitchFamily="2" charset="0"/>
                <a:cs typeface="Aharoni" pitchFamily="2" charset="0"/>
              </a:rPr>
              <a:t> or </a:t>
            </a:r>
            <a:r>
              <a:rPr lang="en-GB" altLang="en-US" sz="2400" dirty="0" err="1">
                <a:latin typeface="Aharoni" pitchFamily="2" charset="0"/>
                <a:cs typeface="Aharoni" pitchFamily="2" charset="0"/>
              </a:rPr>
              <a:t>sp</a:t>
            </a:r>
            <a:r>
              <a:rPr lang="en-GB" altLang="en-US" sz="2400" dirty="0">
                <a:latin typeface="Aharoni" pitchFamily="2" charset="0"/>
                <a:cs typeface="Aharoni" pitchFamily="2" charset="0"/>
              </a:rPr>
              <a:t>)</a:t>
            </a:r>
            <a:endParaRPr lang="en-GB" altLang="en-US" sz="2400" dirty="0">
              <a:latin typeface="Aharoni" pitchFamily="2" charset="0"/>
              <a:cs typeface="Aharoni" pitchFamily="2" charset="0"/>
            </a:endParaRPr>
          </a:p>
        </p:txBody>
      </p:sp>
      <p:pic>
        <p:nvPicPr>
          <p:cNvPr id="32773" name="Picture 9"/>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468313" y="2060575"/>
            <a:ext cx="1546225" cy="16351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aphicFrame>
        <p:nvGraphicFramePr>
          <p:cNvPr id="32774" name="Object 10"/>
          <p:cNvGraphicFramePr>
            <a:graphicFrameLocks noChangeAspect="1"/>
          </p:cNvGraphicFramePr>
          <p:nvPr/>
        </p:nvGraphicFramePr>
        <p:xfrm>
          <a:off x="395288" y="3860800"/>
          <a:ext cx="1674812" cy="1422400"/>
        </p:xfrm>
        <a:graphic>
          <a:graphicData uri="http://schemas.openxmlformats.org/presentationml/2006/ole">
            <mc:AlternateContent xmlns:mc="http://schemas.openxmlformats.org/markup-compatibility/2006">
              <mc:Choice xmlns:v="urn:schemas-microsoft-com:vml" Requires="v">
                <p:oleObj spid="_x0000_s2" name="CS ChemDraw Drawing" r:id="rId2" imgW="2529205" imgH="2143125" progId="ChemDraw.Document.6.0">
                  <p:embed/>
                </p:oleObj>
              </mc:Choice>
              <mc:Fallback>
                <p:oleObj name="CS ChemDraw Drawing" r:id="rId2" imgW="2529205" imgH="2143125" progId="ChemDraw.Document.6.0">
                  <p:embed/>
                  <p:pic>
                    <p:nvPicPr>
                      <p:cNvPr id="0" name="Object 10"/>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5288" y="3860800"/>
                        <a:ext cx="1674812" cy="1422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32775" name="Object 11"/>
          <p:cNvGraphicFramePr>
            <a:graphicFrameLocks noChangeAspect="1"/>
          </p:cNvGraphicFramePr>
          <p:nvPr/>
        </p:nvGraphicFramePr>
        <p:xfrm>
          <a:off x="5003800" y="2060575"/>
          <a:ext cx="2716213" cy="1154113"/>
        </p:xfrm>
        <a:graphic>
          <a:graphicData uri="http://schemas.openxmlformats.org/presentationml/2006/ole">
            <mc:AlternateContent xmlns:mc="http://schemas.openxmlformats.org/markup-compatibility/2006">
              <mc:Choice xmlns:v="urn:schemas-microsoft-com:vml" Requires="v">
                <p:oleObj spid="_x0000_s3" name="CS ChemDraw Drawing" r:id="rId4" imgW="4086225" imgH="1743075" progId="ChemDraw.Document.6.0">
                  <p:embed/>
                </p:oleObj>
              </mc:Choice>
              <mc:Fallback>
                <p:oleObj name="CS ChemDraw Drawing" r:id="rId4" imgW="4086225" imgH="1743075" progId="ChemDraw.Document.6.0">
                  <p:embed/>
                  <p:pic>
                    <p:nvPicPr>
                      <p:cNvPr id="0" name="Object 11"/>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003800" y="2060575"/>
                        <a:ext cx="2716213" cy="1154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32776" name="Picture 12"/>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339975" y="2060575"/>
            <a:ext cx="1547813" cy="1638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aphicFrame>
        <p:nvGraphicFramePr>
          <p:cNvPr id="32777" name="Object 13"/>
          <p:cNvGraphicFramePr>
            <a:graphicFrameLocks noChangeAspect="1"/>
          </p:cNvGraphicFramePr>
          <p:nvPr/>
        </p:nvGraphicFramePr>
        <p:xfrm>
          <a:off x="2411413" y="3860800"/>
          <a:ext cx="1460500" cy="1427163"/>
        </p:xfrm>
        <a:graphic>
          <a:graphicData uri="http://schemas.openxmlformats.org/presentationml/2006/ole">
            <mc:AlternateContent xmlns:mc="http://schemas.openxmlformats.org/markup-compatibility/2006">
              <mc:Choice xmlns:v="urn:schemas-microsoft-com:vml" Requires="v">
                <p:oleObj spid="_x0000_s4" name="CS ChemDraw Drawing" r:id="rId7" imgW="2200275" imgH="2157730" progId="ChemDraw.Document.6.0">
                  <p:embed/>
                </p:oleObj>
              </mc:Choice>
              <mc:Fallback>
                <p:oleObj name="CS ChemDraw Drawing" r:id="rId7" imgW="2200275" imgH="2157730" progId="ChemDraw.Document.6.0">
                  <p:embed/>
                  <p:pic>
                    <p:nvPicPr>
                      <p:cNvPr id="0" name="Object 13"/>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411413" y="3860800"/>
                        <a:ext cx="1460500" cy="14271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32778" name="Object 14"/>
          <p:cNvGraphicFramePr>
            <a:graphicFrameLocks noChangeAspect="1"/>
          </p:cNvGraphicFramePr>
          <p:nvPr/>
        </p:nvGraphicFramePr>
        <p:xfrm>
          <a:off x="684213" y="5445125"/>
          <a:ext cx="939800" cy="836613"/>
        </p:xfrm>
        <a:graphic>
          <a:graphicData uri="http://schemas.openxmlformats.org/presentationml/2006/ole">
            <mc:AlternateContent xmlns:mc="http://schemas.openxmlformats.org/markup-compatibility/2006">
              <mc:Choice xmlns:v="urn:schemas-microsoft-com:vml" Requires="v">
                <p:oleObj spid="_x0000_s5" name="CS ChemDraw Drawing" r:id="rId9" imgW="1428750" imgH="1271905" progId="ChemDraw.Document.6.0">
                  <p:embed/>
                </p:oleObj>
              </mc:Choice>
              <mc:Fallback>
                <p:oleObj name="CS ChemDraw Drawing" r:id="rId9" imgW="1428750" imgH="1271905" progId="ChemDraw.Document.6.0">
                  <p:embed/>
                  <p:pic>
                    <p:nvPicPr>
                      <p:cNvPr id="0" name="Object 14"/>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684213" y="5445125"/>
                        <a:ext cx="939800" cy="8366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32779" name="Object 15"/>
          <p:cNvGraphicFramePr>
            <a:graphicFrameLocks noChangeAspect="1"/>
          </p:cNvGraphicFramePr>
          <p:nvPr/>
        </p:nvGraphicFramePr>
        <p:xfrm>
          <a:off x="2484438" y="5516563"/>
          <a:ext cx="858837" cy="781050"/>
        </p:xfrm>
        <a:graphic>
          <a:graphicData uri="http://schemas.openxmlformats.org/presentationml/2006/ole">
            <mc:AlternateContent xmlns:mc="http://schemas.openxmlformats.org/markup-compatibility/2006">
              <mc:Choice xmlns:v="urn:schemas-microsoft-com:vml" Requires="v">
                <p:oleObj spid="_x0000_s6" name="CS ChemDraw Drawing" r:id="rId11" imgW="1300480" imgH="1186180" progId="ChemDraw.Document.6.0">
                  <p:embed/>
                </p:oleObj>
              </mc:Choice>
              <mc:Fallback>
                <p:oleObj name="CS ChemDraw Drawing" r:id="rId11" imgW="1300480" imgH="1186180" progId="ChemDraw.Document.6.0">
                  <p:embed/>
                  <p:pic>
                    <p:nvPicPr>
                      <p:cNvPr id="0" name="Object 15"/>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2484438" y="5516563"/>
                        <a:ext cx="858837" cy="781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5" name="Rectangle 2"/>
          <p:cNvSpPr>
            <a:spLocks noGrp="1" noChangeArrowheads="1"/>
          </p:cNvSpPr>
          <p:nvPr>
            <p:ph type="title"/>
          </p:nvPr>
        </p:nvSpPr>
        <p:spPr bwMode="auto">
          <a:xfrm>
            <a:off x="685800" y="549275"/>
            <a:ext cx="7772400" cy="11430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eaLnBrk="1" hangingPunct="1"/>
            <a:r>
              <a:rPr lang="en-GB" altLang="en-US" sz="3600">
                <a:solidFill>
                  <a:srgbClr val="FF0000"/>
                </a:solidFill>
                <a:latin typeface="Aharoni" pitchFamily="2" charset="0"/>
                <a:cs typeface="Aharoni" pitchFamily="2" charset="0"/>
              </a:rPr>
              <a:t>sp</a:t>
            </a:r>
            <a:r>
              <a:rPr lang="en-GB" altLang="en-US" sz="3600" baseline="30000">
                <a:solidFill>
                  <a:srgbClr val="FF0000"/>
                </a:solidFill>
                <a:latin typeface="Aharoni" pitchFamily="2" charset="0"/>
                <a:cs typeface="Aharoni" pitchFamily="2" charset="0"/>
              </a:rPr>
              <a:t>3</a:t>
            </a:r>
            <a:r>
              <a:rPr lang="en-GB" altLang="en-US" sz="3600">
                <a:solidFill>
                  <a:srgbClr val="FF0000"/>
                </a:solidFill>
                <a:latin typeface="Aharoni" pitchFamily="2" charset="0"/>
                <a:cs typeface="Aharoni" pitchFamily="2" charset="0"/>
              </a:rPr>
              <a:t> Hybridisation at O (N,F)</a:t>
            </a:r>
            <a:endParaRPr lang="en-GB" altLang="en-US" sz="3600">
              <a:solidFill>
                <a:srgbClr val="FF0000"/>
              </a:solidFill>
              <a:latin typeface="Aharoni" pitchFamily="2" charset="0"/>
              <a:cs typeface="Aharoni" pitchFamily="2" charset="0"/>
            </a:endParaRPr>
          </a:p>
        </p:txBody>
      </p:sp>
      <p:sp>
        <p:nvSpPr>
          <p:cNvPr id="33796" name="Rectangle 3"/>
          <p:cNvSpPr>
            <a:spLocks noGrp="1" noChangeArrowheads="1"/>
          </p:cNvSpPr>
          <p:nvPr>
            <p:ph type="body" sz="half" idx="2"/>
          </p:nvPr>
        </p:nvSpPr>
        <p:spPr bwMode="auto">
          <a:xfrm>
            <a:off x="5651500" y="2133600"/>
            <a:ext cx="2806700" cy="40386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eaLnBrk="1" hangingPunct="1">
              <a:lnSpc>
                <a:spcPct val="90000"/>
              </a:lnSpc>
            </a:pPr>
            <a:r>
              <a:rPr lang="en-GB" altLang="en-US" sz="2400">
                <a:latin typeface="Aharoni" pitchFamily="2" charset="0"/>
                <a:cs typeface="Aharoni" pitchFamily="2" charset="0"/>
              </a:rPr>
              <a:t>Bonding sp</a:t>
            </a:r>
            <a:r>
              <a:rPr lang="en-GB" altLang="en-US" sz="2400" baseline="30000">
                <a:latin typeface="Aharoni" pitchFamily="2" charset="0"/>
                <a:cs typeface="Aharoni" pitchFamily="2" charset="0"/>
              </a:rPr>
              <a:t>3</a:t>
            </a:r>
            <a:r>
              <a:rPr lang="en-GB" altLang="en-US" sz="2400">
                <a:latin typeface="Aharoni" pitchFamily="2" charset="0"/>
                <a:cs typeface="Aharoni" pitchFamily="2" charset="0"/>
              </a:rPr>
              <a:t> O to  sp</a:t>
            </a:r>
            <a:r>
              <a:rPr lang="en-GB" altLang="en-US" sz="2400" baseline="30000">
                <a:latin typeface="Aharoni" pitchFamily="2" charset="0"/>
                <a:cs typeface="Aharoni" pitchFamily="2" charset="0"/>
              </a:rPr>
              <a:t>3</a:t>
            </a:r>
            <a:r>
              <a:rPr lang="en-GB" altLang="en-US" sz="2400">
                <a:latin typeface="Aharoni" pitchFamily="2" charset="0"/>
                <a:cs typeface="Aharoni" pitchFamily="2" charset="0"/>
              </a:rPr>
              <a:t> C gives methanol, methyl amine and fluoromethane</a:t>
            </a:r>
            <a:endParaRPr lang="en-GB" altLang="en-US" sz="2400">
              <a:latin typeface="Aharoni" pitchFamily="2" charset="0"/>
              <a:cs typeface="Aharoni" pitchFamily="2" charset="0"/>
            </a:endParaRPr>
          </a:p>
          <a:p>
            <a:pPr eaLnBrk="1" hangingPunct="1">
              <a:lnSpc>
                <a:spcPct val="90000"/>
              </a:lnSpc>
            </a:pPr>
            <a:r>
              <a:rPr lang="en-GB" altLang="en-US" sz="2400">
                <a:latin typeface="Aharoni" pitchFamily="2" charset="0"/>
                <a:cs typeface="Aharoni" pitchFamily="2" charset="0"/>
              </a:rPr>
              <a:t>Bonding sp</a:t>
            </a:r>
            <a:r>
              <a:rPr lang="en-GB" altLang="en-US" sz="2400" baseline="30000">
                <a:latin typeface="Aharoni" pitchFamily="2" charset="0"/>
                <a:cs typeface="Aharoni" pitchFamily="2" charset="0"/>
              </a:rPr>
              <a:t>3</a:t>
            </a:r>
            <a:r>
              <a:rPr lang="en-GB" altLang="en-US" sz="2400">
                <a:latin typeface="Aharoni" pitchFamily="2" charset="0"/>
                <a:cs typeface="Aharoni" pitchFamily="2" charset="0"/>
              </a:rPr>
              <a:t> O to sp</a:t>
            </a:r>
            <a:r>
              <a:rPr lang="en-GB" altLang="en-US" sz="2400" baseline="30000">
                <a:latin typeface="Aharoni" pitchFamily="2" charset="0"/>
                <a:cs typeface="Aharoni" pitchFamily="2" charset="0"/>
              </a:rPr>
              <a:t>2</a:t>
            </a:r>
            <a:r>
              <a:rPr lang="en-GB" altLang="en-US" sz="2400">
                <a:latin typeface="Aharoni" pitchFamily="2" charset="0"/>
                <a:cs typeface="Aharoni" pitchFamily="2" charset="0"/>
              </a:rPr>
              <a:t> C gives vinyl alcohol, amino ethene and fluoroethene</a:t>
            </a:r>
            <a:endParaRPr lang="en-GB" altLang="en-US" sz="2400">
              <a:latin typeface="Aharoni" pitchFamily="2" charset="0"/>
              <a:cs typeface="Aharoni" pitchFamily="2" charset="0"/>
            </a:endParaRPr>
          </a:p>
          <a:p>
            <a:pPr eaLnBrk="1" hangingPunct="1">
              <a:lnSpc>
                <a:spcPct val="90000"/>
              </a:lnSpc>
            </a:pPr>
            <a:r>
              <a:rPr lang="en-GB" altLang="en-US" sz="2400">
                <a:latin typeface="Aharoni" pitchFamily="2" charset="0"/>
                <a:cs typeface="Aharoni" pitchFamily="2" charset="0"/>
              </a:rPr>
              <a:t>.. and so on</a:t>
            </a:r>
            <a:endParaRPr lang="en-GB" altLang="en-US" sz="2400">
              <a:latin typeface="Aharoni" pitchFamily="2" charset="0"/>
              <a:cs typeface="Aharoni" pitchFamily="2" charset="0"/>
            </a:endParaRPr>
          </a:p>
        </p:txBody>
      </p:sp>
      <p:pic>
        <p:nvPicPr>
          <p:cNvPr id="33797" name="Picture 11"/>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250825" y="5013325"/>
            <a:ext cx="2132013" cy="11239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aphicFrame>
        <p:nvGraphicFramePr>
          <p:cNvPr id="33798" name="Object 12"/>
          <p:cNvGraphicFramePr>
            <a:graphicFrameLocks noChangeAspect="1"/>
          </p:cNvGraphicFramePr>
          <p:nvPr/>
        </p:nvGraphicFramePr>
        <p:xfrm>
          <a:off x="611188" y="1989138"/>
          <a:ext cx="1771650" cy="1717675"/>
        </p:xfrm>
        <a:graphic>
          <a:graphicData uri="http://schemas.openxmlformats.org/presentationml/2006/ole">
            <mc:AlternateContent xmlns:mc="http://schemas.openxmlformats.org/markup-compatibility/2006">
              <mc:Choice xmlns:v="urn:schemas-microsoft-com:vml" Requires="v">
                <p:oleObj spid="_x0000_s2" name="CS ChemDraw Drawing" r:id="rId2" imgW="2672080" imgH="2586355" progId="ChemDraw.Document.6.0">
                  <p:embed/>
                </p:oleObj>
              </mc:Choice>
              <mc:Fallback>
                <p:oleObj name="CS ChemDraw Drawing" r:id="rId2" imgW="2672080" imgH="2586355" progId="ChemDraw.Document.6.0">
                  <p:embed/>
                  <p:pic>
                    <p:nvPicPr>
                      <p:cNvPr id="0" name="Object 1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1188" y="1989138"/>
                        <a:ext cx="1771650" cy="1717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33799" name="Object 14"/>
          <p:cNvGraphicFramePr>
            <a:graphicFrameLocks noChangeAspect="1"/>
          </p:cNvGraphicFramePr>
          <p:nvPr/>
        </p:nvGraphicFramePr>
        <p:xfrm>
          <a:off x="3132138" y="2060575"/>
          <a:ext cx="2065337" cy="1614488"/>
        </p:xfrm>
        <a:graphic>
          <a:graphicData uri="http://schemas.openxmlformats.org/presentationml/2006/ole">
            <mc:AlternateContent xmlns:mc="http://schemas.openxmlformats.org/markup-compatibility/2006">
              <mc:Choice xmlns:v="urn:schemas-microsoft-com:vml" Requires="v">
                <p:oleObj spid="_x0000_s3" name="CS ChemDraw Drawing" r:id="rId4" imgW="3114675" imgH="2443480" progId="ChemDraw.Document.6.0">
                  <p:embed/>
                </p:oleObj>
              </mc:Choice>
              <mc:Fallback>
                <p:oleObj name="CS ChemDraw Drawing" r:id="rId4" imgW="3114675" imgH="2443480" progId="ChemDraw.Document.6.0">
                  <p:embed/>
                  <p:pic>
                    <p:nvPicPr>
                      <p:cNvPr id="0" name="Object 1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132138" y="2060575"/>
                        <a:ext cx="2065337" cy="16144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33800" name="Object 16"/>
          <p:cNvGraphicFramePr>
            <a:graphicFrameLocks noChangeAspect="1"/>
          </p:cNvGraphicFramePr>
          <p:nvPr/>
        </p:nvGraphicFramePr>
        <p:xfrm>
          <a:off x="2916238" y="3933825"/>
          <a:ext cx="2435225" cy="1095375"/>
        </p:xfrm>
        <a:graphic>
          <a:graphicData uri="http://schemas.openxmlformats.org/presentationml/2006/ole">
            <mc:AlternateContent xmlns:mc="http://schemas.openxmlformats.org/markup-compatibility/2006">
              <mc:Choice xmlns:v="urn:schemas-microsoft-com:vml" Requires="v">
                <p:oleObj spid="_x0000_s4" name="CS ChemDraw Drawing" r:id="rId6" imgW="3672205" imgH="1657350" progId="ChemDraw.Document.6.0">
                  <p:embed/>
                </p:oleObj>
              </mc:Choice>
              <mc:Fallback>
                <p:oleObj name="CS ChemDraw Drawing" r:id="rId6" imgW="3672205" imgH="1657350" progId="ChemDraw.Document.6.0">
                  <p:embed/>
                  <p:pic>
                    <p:nvPicPr>
                      <p:cNvPr id="0" name="Object 16"/>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916238" y="3933825"/>
                        <a:ext cx="2435225" cy="10953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33801" name="Picture 17"/>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700338" y="5084763"/>
            <a:ext cx="2562225" cy="13493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aphicFrame>
        <p:nvGraphicFramePr>
          <p:cNvPr id="33802" name="Object 18"/>
          <p:cNvGraphicFramePr>
            <a:graphicFrameLocks noChangeAspect="1"/>
          </p:cNvGraphicFramePr>
          <p:nvPr/>
        </p:nvGraphicFramePr>
        <p:xfrm>
          <a:off x="611188" y="3860800"/>
          <a:ext cx="1900237" cy="887413"/>
        </p:xfrm>
        <a:graphic>
          <a:graphicData uri="http://schemas.openxmlformats.org/presentationml/2006/ole">
            <mc:AlternateContent xmlns:mc="http://schemas.openxmlformats.org/markup-compatibility/2006">
              <mc:Choice xmlns:v="urn:schemas-microsoft-com:vml" Requires="v">
                <p:oleObj spid="_x0000_s5" name="CS ChemDraw Drawing" r:id="rId9" imgW="2857500" imgH="1343025" progId="ChemDraw.Document.6.0">
                  <p:embed/>
                </p:oleObj>
              </mc:Choice>
              <mc:Fallback>
                <p:oleObj name="CS ChemDraw Drawing" r:id="rId9" imgW="2857500" imgH="1343025" progId="ChemDraw.Document.6.0">
                  <p:embed/>
                  <p:pic>
                    <p:nvPicPr>
                      <p:cNvPr id="0" name="Object 18"/>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611188" y="3860800"/>
                        <a:ext cx="1900237" cy="8874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9" name="Rectangle 2"/>
          <p:cNvSpPr>
            <a:spLocks noGrp="1" noChangeArrowheads="1"/>
          </p:cNvSpPr>
          <p:nvPr>
            <p:ph type="title"/>
          </p:nvPr>
        </p:nvSpPr>
        <p:spPr bwMode="auto">
          <a:xfrm>
            <a:off x="685800" y="701675"/>
            <a:ext cx="7772400" cy="11430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eaLnBrk="1" hangingPunct="1"/>
            <a:r>
              <a:rPr lang="en-GB" altLang="en-US" sz="3600">
                <a:solidFill>
                  <a:srgbClr val="FF0000"/>
                </a:solidFill>
                <a:latin typeface="Aharoni" pitchFamily="2" charset="0"/>
                <a:cs typeface="Aharoni" pitchFamily="2" charset="0"/>
              </a:rPr>
              <a:t>sp</a:t>
            </a:r>
            <a:r>
              <a:rPr lang="en-GB" altLang="en-US" sz="3600" baseline="30000">
                <a:solidFill>
                  <a:srgbClr val="FF0000"/>
                </a:solidFill>
                <a:latin typeface="Aharoni" pitchFamily="2" charset="0"/>
                <a:cs typeface="Aharoni" pitchFamily="2" charset="0"/>
              </a:rPr>
              <a:t>2</a:t>
            </a:r>
            <a:r>
              <a:rPr lang="en-GB" altLang="en-US" sz="3600">
                <a:solidFill>
                  <a:srgbClr val="FF0000"/>
                </a:solidFill>
                <a:latin typeface="Aharoni" pitchFamily="2" charset="0"/>
                <a:cs typeface="Aharoni" pitchFamily="2" charset="0"/>
              </a:rPr>
              <a:t> Hybridisation at O</a:t>
            </a:r>
            <a:endParaRPr lang="en-GB" altLang="en-US" sz="3600">
              <a:solidFill>
                <a:srgbClr val="FF0000"/>
              </a:solidFill>
              <a:latin typeface="Aharoni" pitchFamily="2" charset="0"/>
              <a:cs typeface="Aharoni" pitchFamily="2" charset="0"/>
            </a:endParaRPr>
          </a:p>
        </p:txBody>
      </p:sp>
      <p:sp>
        <p:nvSpPr>
          <p:cNvPr id="34820" name="Rectangle 3"/>
          <p:cNvSpPr>
            <a:spLocks noGrp="1" noChangeArrowheads="1"/>
          </p:cNvSpPr>
          <p:nvPr>
            <p:ph type="body" sz="half" idx="2"/>
          </p:nvPr>
        </p:nvSpPr>
        <p:spPr bwMode="auto">
          <a:xfrm>
            <a:off x="4427538" y="1628775"/>
            <a:ext cx="4030662" cy="4179888"/>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eaLnBrk="1" hangingPunct="1">
              <a:lnSpc>
                <a:spcPct val="90000"/>
              </a:lnSpc>
            </a:pPr>
            <a:r>
              <a:rPr lang="en-GB" altLang="en-US" sz="2400">
                <a:latin typeface="Aharoni" pitchFamily="2" charset="0"/>
                <a:cs typeface="Aharoni" pitchFamily="2" charset="0"/>
              </a:rPr>
              <a:t>As with C, sp</a:t>
            </a:r>
            <a:r>
              <a:rPr lang="en-GB" altLang="en-US" sz="2400" baseline="30000">
                <a:latin typeface="Aharoni" pitchFamily="2" charset="0"/>
                <a:cs typeface="Aharoni" pitchFamily="2" charset="0"/>
              </a:rPr>
              <a:t>2</a:t>
            </a:r>
            <a:r>
              <a:rPr lang="en-GB" altLang="en-US" sz="2400">
                <a:latin typeface="Aharoni" pitchFamily="2" charset="0"/>
                <a:cs typeface="Aharoni" pitchFamily="2" charset="0"/>
              </a:rPr>
              <a:t> hybridisation of O gives 3 new equivalent hybrid orbitals, </a:t>
            </a:r>
            <a:r>
              <a:rPr lang="en-GB" altLang="en-US" sz="2400" i="1">
                <a:latin typeface="Aharoni" pitchFamily="2" charset="0"/>
                <a:cs typeface="Aharoni" pitchFamily="2" charset="0"/>
              </a:rPr>
              <a:t>in a planer geometry</a:t>
            </a:r>
            <a:r>
              <a:rPr lang="en-GB" altLang="en-US" sz="2400">
                <a:latin typeface="Aharoni" pitchFamily="2" charset="0"/>
                <a:cs typeface="Aharoni" pitchFamily="2" charset="0"/>
              </a:rPr>
              <a:t>, with the 2p</a:t>
            </a:r>
            <a:r>
              <a:rPr lang="en-GB" altLang="en-US" sz="2400" baseline="-25000">
                <a:latin typeface="Aharoni" pitchFamily="2" charset="0"/>
                <a:cs typeface="Aharoni" pitchFamily="2" charset="0"/>
              </a:rPr>
              <a:t>z</a:t>
            </a:r>
            <a:r>
              <a:rPr lang="en-GB" altLang="en-US" sz="2400">
                <a:latin typeface="Aharoni" pitchFamily="2" charset="0"/>
                <a:cs typeface="Aharoni" pitchFamily="2" charset="0"/>
              </a:rPr>
              <a:t> unhybridised</a:t>
            </a:r>
            <a:endParaRPr lang="en-GB" altLang="en-US" sz="2400">
              <a:latin typeface="Aharoni" pitchFamily="2" charset="0"/>
              <a:cs typeface="Aharoni" pitchFamily="2" charset="0"/>
            </a:endParaRPr>
          </a:p>
          <a:p>
            <a:pPr eaLnBrk="1" hangingPunct="1">
              <a:lnSpc>
                <a:spcPct val="90000"/>
              </a:lnSpc>
            </a:pPr>
            <a:r>
              <a:rPr lang="en-GB" altLang="en-US" sz="2400">
                <a:latin typeface="Aharoni" pitchFamily="2" charset="0"/>
                <a:cs typeface="Aharoni" pitchFamily="2" charset="0"/>
              </a:rPr>
              <a:t>The first 4 electrons fill each orbital, including the p</a:t>
            </a:r>
            <a:r>
              <a:rPr lang="en-GB" altLang="en-US" sz="2400" baseline="-25000">
                <a:latin typeface="Aharoni" pitchFamily="2" charset="0"/>
                <a:cs typeface="Aharoni" pitchFamily="2" charset="0"/>
              </a:rPr>
              <a:t>z, </a:t>
            </a:r>
            <a:r>
              <a:rPr lang="en-GB" altLang="en-US" sz="2400">
                <a:latin typeface="Aharoni" pitchFamily="2" charset="0"/>
                <a:cs typeface="Aharoni" pitchFamily="2" charset="0"/>
              </a:rPr>
              <a:t>singly to begin with</a:t>
            </a:r>
            <a:endParaRPr lang="en-GB" altLang="en-US" sz="2400">
              <a:latin typeface="Aharoni" pitchFamily="2" charset="0"/>
              <a:cs typeface="Aharoni" pitchFamily="2" charset="0"/>
            </a:endParaRPr>
          </a:p>
          <a:p>
            <a:pPr eaLnBrk="1" hangingPunct="1">
              <a:lnSpc>
                <a:spcPct val="90000"/>
              </a:lnSpc>
            </a:pPr>
            <a:r>
              <a:rPr lang="en-GB" altLang="en-US" sz="2400">
                <a:latin typeface="Aharoni" pitchFamily="2" charset="0"/>
                <a:cs typeface="Aharoni" pitchFamily="2" charset="0"/>
              </a:rPr>
              <a:t>The 5</a:t>
            </a:r>
            <a:r>
              <a:rPr lang="en-GB" altLang="en-US" sz="2400" baseline="30000">
                <a:latin typeface="Aharoni" pitchFamily="2" charset="0"/>
                <a:cs typeface="Aharoni" pitchFamily="2" charset="0"/>
              </a:rPr>
              <a:t>th</a:t>
            </a:r>
            <a:r>
              <a:rPr lang="en-GB" altLang="en-US" sz="2400">
                <a:latin typeface="Aharoni" pitchFamily="2" charset="0"/>
                <a:cs typeface="Aharoni" pitchFamily="2" charset="0"/>
              </a:rPr>
              <a:t> electron ‘pairs up’ in an sp</a:t>
            </a:r>
            <a:r>
              <a:rPr lang="en-GB" altLang="en-US" sz="2400" baseline="30000">
                <a:latin typeface="Aharoni" pitchFamily="2" charset="0"/>
                <a:cs typeface="Aharoni" pitchFamily="2" charset="0"/>
              </a:rPr>
              <a:t>2</a:t>
            </a:r>
            <a:r>
              <a:rPr lang="en-GB" altLang="en-US" sz="2400">
                <a:latin typeface="Aharoni" pitchFamily="2" charset="0"/>
                <a:cs typeface="Aharoni" pitchFamily="2" charset="0"/>
              </a:rPr>
              <a:t>, while the 6</a:t>
            </a:r>
            <a:r>
              <a:rPr lang="en-GB" altLang="en-US" sz="2400" baseline="30000">
                <a:latin typeface="Aharoni" pitchFamily="2" charset="0"/>
                <a:cs typeface="Aharoni" pitchFamily="2" charset="0"/>
              </a:rPr>
              <a:t>th</a:t>
            </a:r>
            <a:r>
              <a:rPr lang="en-GB" altLang="en-US" sz="2400">
                <a:latin typeface="Aharoni" pitchFamily="2" charset="0"/>
                <a:cs typeface="Aharoni" pitchFamily="2" charset="0"/>
              </a:rPr>
              <a:t> pairs up in another sp</a:t>
            </a:r>
            <a:r>
              <a:rPr lang="en-GB" altLang="en-US" sz="2400" baseline="30000">
                <a:latin typeface="Aharoni" pitchFamily="2" charset="0"/>
                <a:cs typeface="Aharoni" pitchFamily="2" charset="0"/>
              </a:rPr>
              <a:t>2</a:t>
            </a:r>
            <a:r>
              <a:rPr lang="en-GB" altLang="en-US" sz="2400">
                <a:latin typeface="Aharoni" pitchFamily="2" charset="0"/>
                <a:cs typeface="Aharoni" pitchFamily="2" charset="0"/>
              </a:rPr>
              <a:t> (</a:t>
            </a:r>
            <a:r>
              <a:rPr lang="en-GB" altLang="en-US" sz="2400" u="sng">
                <a:latin typeface="Aharoni" pitchFamily="2" charset="0"/>
                <a:cs typeface="Aharoni" pitchFamily="2" charset="0"/>
              </a:rPr>
              <a:t>note</a:t>
            </a:r>
            <a:r>
              <a:rPr lang="en-GB" altLang="en-US" sz="2400">
                <a:latin typeface="Aharoni" pitchFamily="2" charset="0"/>
                <a:cs typeface="Aharoni" pitchFamily="2" charset="0"/>
              </a:rPr>
              <a:t>)</a:t>
            </a:r>
            <a:endParaRPr lang="en-GB" altLang="en-US" sz="2400">
              <a:latin typeface="Aharoni" pitchFamily="2" charset="0"/>
              <a:cs typeface="Aharoni" pitchFamily="2" charset="0"/>
            </a:endParaRPr>
          </a:p>
        </p:txBody>
      </p:sp>
      <p:pic>
        <p:nvPicPr>
          <p:cNvPr id="34821" name="Picture 8"/>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1547813" y="2060575"/>
            <a:ext cx="1535112" cy="16224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aphicFrame>
        <p:nvGraphicFramePr>
          <p:cNvPr id="34822" name="Object 10"/>
          <p:cNvGraphicFramePr>
            <a:graphicFrameLocks noChangeAspect="1"/>
          </p:cNvGraphicFramePr>
          <p:nvPr/>
        </p:nvGraphicFramePr>
        <p:xfrm>
          <a:off x="1258888" y="3816350"/>
          <a:ext cx="2439987" cy="2257425"/>
        </p:xfrm>
        <a:graphic>
          <a:graphicData uri="http://schemas.openxmlformats.org/presentationml/2006/ole">
            <mc:AlternateContent xmlns:mc="http://schemas.openxmlformats.org/markup-compatibility/2006">
              <mc:Choice xmlns:v="urn:schemas-microsoft-com:vml" Requires="v">
                <p:oleObj spid="_x0000_s2" name="CS ChemDraw Drawing" r:id="rId2" imgW="3243580" imgH="3000375" progId="ChemDraw.Document.6.0">
                  <p:embed/>
                </p:oleObj>
              </mc:Choice>
              <mc:Fallback>
                <p:oleObj name="CS ChemDraw Drawing" r:id="rId2" imgW="3243580" imgH="3000375" progId="ChemDraw.Document.6.0">
                  <p:embed/>
                  <p:pic>
                    <p:nvPicPr>
                      <p:cNvPr id="0" name="Object 10"/>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58888" y="3816350"/>
                        <a:ext cx="2439987" cy="22574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3" name="Rectangle 2"/>
          <p:cNvSpPr>
            <a:spLocks noGrp="1" noChangeArrowheads="1"/>
          </p:cNvSpPr>
          <p:nvPr>
            <p:ph type="title"/>
          </p:nvPr>
        </p:nvSpPr>
        <p:spPr bwMode="auto">
          <a:xfrm>
            <a:off x="685800" y="701675"/>
            <a:ext cx="7772400" cy="11430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eaLnBrk="1" hangingPunct="1"/>
            <a:r>
              <a:rPr lang="en-GB" altLang="en-US" sz="3600">
                <a:solidFill>
                  <a:srgbClr val="FF0000"/>
                </a:solidFill>
                <a:latin typeface="Aharoni" pitchFamily="2" charset="0"/>
                <a:cs typeface="Aharoni" pitchFamily="2" charset="0"/>
              </a:rPr>
              <a:t>sp</a:t>
            </a:r>
            <a:r>
              <a:rPr lang="en-GB" altLang="en-US" sz="3600" baseline="30000">
                <a:solidFill>
                  <a:srgbClr val="FF0000"/>
                </a:solidFill>
                <a:latin typeface="Aharoni" pitchFamily="2" charset="0"/>
                <a:cs typeface="Aharoni" pitchFamily="2" charset="0"/>
              </a:rPr>
              <a:t>2</a:t>
            </a:r>
            <a:r>
              <a:rPr lang="en-GB" altLang="en-US" sz="3600">
                <a:solidFill>
                  <a:srgbClr val="FF0000"/>
                </a:solidFill>
                <a:latin typeface="Aharoni" pitchFamily="2" charset="0"/>
                <a:cs typeface="Aharoni" pitchFamily="2" charset="0"/>
              </a:rPr>
              <a:t> Hybridisation at O</a:t>
            </a:r>
            <a:endParaRPr lang="en-GB" altLang="en-US" sz="3600">
              <a:solidFill>
                <a:srgbClr val="FF0000"/>
              </a:solidFill>
              <a:latin typeface="Aharoni" pitchFamily="2" charset="0"/>
              <a:cs typeface="Aharoni" pitchFamily="2" charset="0"/>
            </a:endParaRPr>
          </a:p>
        </p:txBody>
      </p:sp>
      <p:sp>
        <p:nvSpPr>
          <p:cNvPr id="35844" name="Rectangle 3"/>
          <p:cNvSpPr>
            <a:spLocks noGrp="1" noChangeArrowheads="1"/>
          </p:cNvSpPr>
          <p:nvPr>
            <p:ph type="body" sz="half" idx="2"/>
          </p:nvPr>
        </p:nvSpPr>
        <p:spPr bwMode="auto">
          <a:xfrm>
            <a:off x="4427538" y="2057400"/>
            <a:ext cx="4030662" cy="4179888"/>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eaLnBrk="1" hangingPunct="1">
              <a:lnSpc>
                <a:spcPct val="90000"/>
              </a:lnSpc>
            </a:pPr>
            <a:r>
              <a:rPr lang="en-GB" altLang="en-US" sz="2400" dirty="0">
                <a:latin typeface="Aharoni" pitchFamily="2" charset="0"/>
                <a:cs typeface="Aharoni" pitchFamily="2" charset="0"/>
              </a:rPr>
              <a:t>If the ‘single electron’ sp</a:t>
            </a:r>
            <a:r>
              <a:rPr lang="en-GB" altLang="en-US" sz="2400" baseline="30000" dirty="0">
                <a:latin typeface="Aharoni" pitchFamily="2" charset="0"/>
                <a:cs typeface="Aharoni" pitchFamily="2" charset="0"/>
              </a:rPr>
              <a:t>2</a:t>
            </a:r>
            <a:r>
              <a:rPr lang="en-GB" altLang="en-US" sz="2400" dirty="0">
                <a:latin typeface="Aharoni" pitchFamily="2" charset="0"/>
                <a:cs typeface="Aharoni" pitchFamily="2" charset="0"/>
              </a:rPr>
              <a:t> overlaps with an sp</a:t>
            </a:r>
            <a:r>
              <a:rPr lang="en-GB" altLang="en-US" sz="2400" baseline="30000" dirty="0">
                <a:latin typeface="Aharoni" pitchFamily="2" charset="0"/>
                <a:cs typeface="Aharoni" pitchFamily="2" charset="0"/>
              </a:rPr>
              <a:t>2</a:t>
            </a:r>
            <a:r>
              <a:rPr lang="en-GB" altLang="en-US" sz="2400" dirty="0">
                <a:latin typeface="Aharoni" pitchFamily="2" charset="0"/>
                <a:cs typeface="Aharoni" pitchFamily="2" charset="0"/>
              </a:rPr>
              <a:t> (see earlier slide for C), a O</a:t>
            </a:r>
            <a:r>
              <a:rPr lang="en-GB" altLang="en-US" sz="2400" baseline="-25000" dirty="0">
                <a:latin typeface="Aharoni" pitchFamily="2" charset="0"/>
                <a:cs typeface="Aharoni" pitchFamily="2" charset="0"/>
              </a:rPr>
              <a:t>sp2</a:t>
            </a:r>
            <a:r>
              <a:rPr lang="en-GB" altLang="en-US" sz="2400" dirty="0">
                <a:latin typeface="Aharoni" pitchFamily="2" charset="0"/>
                <a:cs typeface="Aharoni" pitchFamily="2" charset="0"/>
              </a:rPr>
              <a:t>-C</a:t>
            </a:r>
            <a:r>
              <a:rPr lang="en-GB" altLang="en-US" sz="2400" baseline="-25000" dirty="0">
                <a:latin typeface="Aharoni" pitchFamily="2" charset="0"/>
                <a:cs typeface="Aharoni" pitchFamily="2" charset="0"/>
              </a:rPr>
              <a:t>sp2</a:t>
            </a:r>
            <a:r>
              <a:rPr lang="en-GB" altLang="en-US" sz="2400" dirty="0">
                <a:latin typeface="Aharoni" pitchFamily="2" charset="0"/>
                <a:cs typeface="Aharoni" pitchFamily="2" charset="0"/>
              </a:rPr>
              <a:t> </a:t>
            </a:r>
            <a:r>
              <a:rPr lang="en-GB" altLang="en-US" sz="2400" dirty="0">
                <a:latin typeface="Symbol" panose="05050102010706020507" pitchFamily="18" charset="2"/>
                <a:cs typeface="Aharoni" pitchFamily="2" charset="0"/>
              </a:rPr>
              <a:t>s</a:t>
            </a:r>
            <a:r>
              <a:rPr lang="en-GB" altLang="en-US" sz="2400" dirty="0">
                <a:latin typeface="Aharoni" pitchFamily="2" charset="0"/>
                <a:cs typeface="Aharoni" pitchFamily="2" charset="0"/>
              </a:rPr>
              <a:t> bond is formed</a:t>
            </a:r>
            <a:endParaRPr lang="en-GB" altLang="en-US" sz="2400" dirty="0">
              <a:latin typeface="Aharoni" pitchFamily="2" charset="0"/>
              <a:cs typeface="Aharoni" pitchFamily="2" charset="0"/>
            </a:endParaRPr>
          </a:p>
          <a:p>
            <a:pPr eaLnBrk="1" hangingPunct="1">
              <a:lnSpc>
                <a:spcPct val="90000"/>
              </a:lnSpc>
            </a:pPr>
            <a:r>
              <a:rPr lang="en-GB" altLang="en-US" sz="2400" dirty="0">
                <a:latin typeface="Aharoni" pitchFamily="2" charset="0"/>
                <a:cs typeface="Aharoni" pitchFamily="2" charset="0"/>
              </a:rPr>
              <a:t>The </a:t>
            </a:r>
            <a:r>
              <a:rPr lang="en-GB" altLang="en-US" sz="2400" dirty="0" err="1">
                <a:latin typeface="Aharoni" pitchFamily="2" charset="0"/>
                <a:cs typeface="Aharoni" pitchFamily="2" charset="0"/>
              </a:rPr>
              <a:t>unhybridised</a:t>
            </a:r>
            <a:r>
              <a:rPr lang="en-GB" altLang="en-US" sz="2400" dirty="0">
                <a:latin typeface="Aharoni" pitchFamily="2" charset="0"/>
                <a:cs typeface="Aharoni" pitchFamily="2" charset="0"/>
              </a:rPr>
              <a:t> </a:t>
            </a:r>
            <a:r>
              <a:rPr lang="en-GB" altLang="en-US" sz="2400" dirty="0" err="1">
                <a:latin typeface="Aharoni" pitchFamily="2" charset="0"/>
                <a:cs typeface="Aharoni" pitchFamily="2" charset="0"/>
              </a:rPr>
              <a:t>p</a:t>
            </a:r>
            <a:r>
              <a:rPr lang="en-GB" altLang="en-US" sz="2400" baseline="-25000" dirty="0" err="1">
                <a:latin typeface="Aharoni" pitchFamily="2" charset="0"/>
                <a:cs typeface="Aharoni" pitchFamily="2" charset="0"/>
              </a:rPr>
              <a:t>z</a:t>
            </a:r>
            <a:r>
              <a:rPr lang="en-GB" altLang="en-US" sz="2400" dirty="0">
                <a:latin typeface="Aharoni" pitchFamily="2" charset="0"/>
                <a:cs typeface="Aharoni" pitchFamily="2" charset="0"/>
              </a:rPr>
              <a:t> orbitals, as for </a:t>
            </a:r>
            <a:r>
              <a:rPr lang="en-GB" altLang="en-US" sz="2400" dirty="0" err="1">
                <a:latin typeface="Aharoni" pitchFamily="2" charset="0"/>
                <a:cs typeface="Aharoni" pitchFamily="2" charset="0"/>
              </a:rPr>
              <a:t>ethene</a:t>
            </a:r>
            <a:r>
              <a:rPr lang="en-GB" altLang="en-US" sz="2400" dirty="0">
                <a:latin typeface="Aharoni" pitchFamily="2" charset="0"/>
                <a:cs typeface="Aharoni" pitchFamily="2" charset="0"/>
              </a:rPr>
              <a:t>, overlap ‘sideways’ to O-C p bonding MO (or a </a:t>
            </a:r>
            <a:r>
              <a:rPr lang="en-GB" altLang="en-US" sz="2400" dirty="0">
                <a:latin typeface="Symbol" panose="05050102010706020507" pitchFamily="18" charset="2"/>
                <a:cs typeface="Aharoni" pitchFamily="2" charset="0"/>
              </a:rPr>
              <a:t>p</a:t>
            </a:r>
            <a:r>
              <a:rPr lang="en-GB" altLang="en-US" sz="2400" dirty="0">
                <a:latin typeface="Aharoni" pitchFamily="2" charset="0"/>
                <a:cs typeface="Aharoni" pitchFamily="2" charset="0"/>
              </a:rPr>
              <a:t> bond)</a:t>
            </a:r>
            <a:endParaRPr lang="en-GB" altLang="en-US" sz="2400" dirty="0">
              <a:latin typeface="Aharoni" pitchFamily="2" charset="0"/>
              <a:cs typeface="Aharoni" pitchFamily="2" charset="0"/>
            </a:endParaRPr>
          </a:p>
          <a:p>
            <a:pPr eaLnBrk="1" hangingPunct="1">
              <a:lnSpc>
                <a:spcPct val="90000"/>
              </a:lnSpc>
            </a:pPr>
            <a:r>
              <a:rPr lang="en-GB" altLang="en-US" sz="1800" u="sng" dirty="0">
                <a:latin typeface="Aharoni" pitchFamily="2" charset="0"/>
                <a:cs typeface="Aharoni" pitchFamily="2" charset="0"/>
              </a:rPr>
              <a:t>Note</a:t>
            </a:r>
            <a:r>
              <a:rPr lang="en-GB" altLang="en-US" sz="1800" dirty="0">
                <a:latin typeface="Aharoni" pitchFamily="2" charset="0"/>
                <a:cs typeface="Aharoni" pitchFamily="2" charset="0"/>
              </a:rPr>
              <a:t>: Don’t forget that each MO (</a:t>
            </a:r>
            <a:r>
              <a:rPr lang="en-GB" altLang="en-US" sz="1800" dirty="0">
                <a:latin typeface="Symbol" panose="05050102010706020507" pitchFamily="18" charset="2"/>
                <a:cs typeface="Aharoni" pitchFamily="2" charset="0"/>
              </a:rPr>
              <a:t>s</a:t>
            </a:r>
            <a:r>
              <a:rPr lang="en-GB" altLang="en-US" sz="1800" dirty="0">
                <a:latin typeface="Aharoni" pitchFamily="2" charset="0"/>
                <a:cs typeface="Aharoni" pitchFamily="2" charset="0"/>
              </a:rPr>
              <a:t> or </a:t>
            </a:r>
            <a:r>
              <a:rPr lang="en-GB" altLang="en-US" sz="1800" dirty="0">
                <a:latin typeface="Symbol" panose="05050102010706020507" pitchFamily="18" charset="2"/>
                <a:cs typeface="Aharoni" pitchFamily="2" charset="0"/>
              </a:rPr>
              <a:t>p</a:t>
            </a:r>
            <a:r>
              <a:rPr lang="en-GB" altLang="en-US" sz="1800" dirty="0">
                <a:latin typeface="Aharoni" pitchFamily="2" charset="0"/>
                <a:cs typeface="Aharoni" pitchFamily="2" charset="0"/>
              </a:rPr>
              <a:t>) has corresponding anti-bonding MO that has not been shown in the recent slides</a:t>
            </a:r>
            <a:endParaRPr lang="en-GB" altLang="en-US" sz="1800" dirty="0">
              <a:latin typeface="Aharoni" pitchFamily="2" charset="0"/>
              <a:cs typeface="Aharoni" pitchFamily="2" charset="0"/>
            </a:endParaRPr>
          </a:p>
        </p:txBody>
      </p:sp>
      <p:graphicFrame>
        <p:nvGraphicFramePr>
          <p:cNvPr id="35845" name="Object 6"/>
          <p:cNvGraphicFramePr>
            <a:graphicFrameLocks noChangeAspect="1"/>
          </p:cNvGraphicFramePr>
          <p:nvPr/>
        </p:nvGraphicFramePr>
        <p:xfrm>
          <a:off x="900113" y="2133600"/>
          <a:ext cx="2751137" cy="1738313"/>
        </p:xfrm>
        <a:graphic>
          <a:graphicData uri="http://schemas.openxmlformats.org/presentationml/2006/ole">
            <mc:AlternateContent xmlns:mc="http://schemas.openxmlformats.org/markup-compatibility/2006">
              <mc:Choice xmlns:v="urn:schemas-microsoft-com:vml" Requires="v">
                <p:oleObj spid="_x0000_s2" name="CS ChemDraw Drawing" r:id="rId1" imgW="3600450" imgH="2286000" progId="ChemDraw.Document.6.0">
                  <p:embed/>
                </p:oleObj>
              </mc:Choice>
              <mc:Fallback>
                <p:oleObj name="CS ChemDraw Drawing" r:id="rId1" imgW="3600450" imgH="2286000" progId="ChemDraw.Document.6.0">
                  <p:embed/>
                  <p:pic>
                    <p:nvPicPr>
                      <p:cNvPr id="0" name="Object 6"/>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00113" y="2133600"/>
                        <a:ext cx="2751137" cy="17383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35846" name="Object 7"/>
          <p:cNvGraphicFramePr>
            <a:graphicFrameLocks noChangeAspect="1"/>
          </p:cNvGraphicFramePr>
          <p:nvPr/>
        </p:nvGraphicFramePr>
        <p:xfrm>
          <a:off x="684213" y="4149725"/>
          <a:ext cx="4122737" cy="1860550"/>
        </p:xfrm>
        <a:graphic>
          <a:graphicData uri="http://schemas.openxmlformats.org/presentationml/2006/ole">
            <mc:AlternateContent xmlns:mc="http://schemas.openxmlformats.org/markup-compatibility/2006">
              <mc:Choice xmlns:v="urn:schemas-microsoft-com:vml" Requires="v">
                <p:oleObj spid="_x0000_s3" name="CS ChemDraw Drawing" r:id="rId3" imgW="4572000" imgH="2072005" progId="ChemDraw.Document.6.0">
                  <p:embed/>
                </p:oleObj>
              </mc:Choice>
              <mc:Fallback>
                <p:oleObj name="CS ChemDraw Drawing" r:id="rId3" imgW="4572000" imgH="2072005" progId="ChemDraw.Document.6.0">
                  <p:embed/>
                  <p:pic>
                    <p:nvPicPr>
                      <p:cNvPr id="0" name="Object 7"/>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84213" y="4149725"/>
                        <a:ext cx="4122737" cy="1860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7" name="Rectangle 2"/>
          <p:cNvSpPr>
            <a:spLocks noGrp="1" noChangeArrowheads="1"/>
          </p:cNvSpPr>
          <p:nvPr>
            <p:ph type="title"/>
          </p:nvPr>
        </p:nvSpPr>
        <p:spPr bwMode="auto">
          <a:xfrm>
            <a:off x="685800" y="701675"/>
            <a:ext cx="7772400" cy="11430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eaLnBrk="1" hangingPunct="1"/>
            <a:r>
              <a:rPr lang="en-GB" altLang="en-US" sz="3600">
                <a:solidFill>
                  <a:srgbClr val="FF0000"/>
                </a:solidFill>
                <a:latin typeface="Aharoni" pitchFamily="2" charset="0"/>
                <a:cs typeface="Aharoni" pitchFamily="2" charset="0"/>
              </a:rPr>
              <a:t>sp</a:t>
            </a:r>
            <a:r>
              <a:rPr lang="en-GB" altLang="en-US" sz="3600" baseline="30000">
                <a:solidFill>
                  <a:srgbClr val="FF0000"/>
                </a:solidFill>
                <a:latin typeface="Aharoni" pitchFamily="2" charset="0"/>
                <a:cs typeface="Aharoni" pitchFamily="2" charset="0"/>
              </a:rPr>
              <a:t>2</a:t>
            </a:r>
            <a:r>
              <a:rPr lang="en-GB" altLang="en-US" sz="3600">
                <a:solidFill>
                  <a:srgbClr val="FF0000"/>
                </a:solidFill>
                <a:latin typeface="Aharoni" pitchFamily="2" charset="0"/>
                <a:cs typeface="Aharoni" pitchFamily="2" charset="0"/>
              </a:rPr>
              <a:t> sp Hybridisation at N</a:t>
            </a:r>
            <a:endParaRPr lang="en-GB" altLang="en-US" sz="3600">
              <a:solidFill>
                <a:srgbClr val="FF0000"/>
              </a:solidFill>
              <a:latin typeface="Aharoni" pitchFamily="2" charset="0"/>
              <a:cs typeface="Aharoni" pitchFamily="2" charset="0"/>
            </a:endParaRPr>
          </a:p>
        </p:txBody>
      </p:sp>
      <p:pic>
        <p:nvPicPr>
          <p:cNvPr id="36868" name="Picture 7"/>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468313" y="2133600"/>
            <a:ext cx="3575050" cy="19446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6869" name="Picture 8"/>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572000" y="2060575"/>
            <a:ext cx="3646488" cy="1982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aphicFrame>
        <p:nvGraphicFramePr>
          <p:cNvPr id="36870" name="Object 9"/>
          <p:cNvGraphicFramePr>
            <a:graphicFrameLocks noChangeAspect="1"/>
          </p:cNvGraphicFramePr>
          <p:nvPr/>
        </p:nvGraphicFramePr>
        <p:xfrm>
          <a:off x="5651500" y="4437063"/>
          <a:ext cx="1258888" cy="344487"/>
        </p:xfrm>
        <a:graphic>
          <a:graphicData uri="http://schemas.openxmlformats.org/presentationml/2006/ole">
            <mc:AlternateContent xmlns:mc="http://schemas.openxmlformats.org/markup-compatibility/2006">
              <mc:Choice xmlns:v="urn:schemas-microsoft-com:vml" Requires="v">
                <p:oleObj spid="_x0000_s2" name="CS ChemDraw Drawing" r:id="rId3" imgW="757555" imgH="214630" progId="ChemDraw.Document.6.0">
                  <p:embed/>
                </p:oleObj>
              </mc:Choice>
              <mc:Fallback>
                <p:oleObj name="CS ChemDraw Drawing" r:id="rId3" imgW="757555" imgH="214630" progId="ChemDraw.Document.6.0">
                  <p:embed/>
                  <p:pic>
                    <p:nvPicPr>
                      <p:cNvPr id="0" name="Object 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651500" y="4437063"/>
                        <a:ext cx="1258888" cy="3444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36871" name="Object 10"/>
          <p:cNvGraphicFramePr>
            <a:graphicFrameLocks noChangeAspect="1"/>
          </p:cNvGraphicFramePr>
          <p:nvPr/>
        </p:nvGraphicFramePr>
        <p:xfrm>
          <a:off x="1547813" y="4005263"/>
          <a:ext cx="1258887" cy="1135062"/>
        </p:xfrm>
        <a:graphic>
          <a:graphicData uri="http://schemas.openxmlformats.org/presentationml/2006/ole">
            <mc:AlternateContent xmlns:mc="http://schemas.openxmlformats.org/markup-compatibility/2006">
              <mc:Choice xmlns:v="urn:schemas-microsoft-com:vml" Requires="v">
                <p:oleObj spid="_x0000_s3" name="CS ChemDraw Drawing" r:id="rId5" imgW="757555" imgH="685800" progId="ChemDraw.Document.6.0">
                  <p:embed/>
                </p:oleObj>
              </mc:Choice>
              <mc:Fallback>
                <p:oleObj name="CS ChemDraw Drawing" r:id="rId5" imgW="757555" imgH="685800" progId="ChemDraw.Document.6.0">
                  <p:embed/>
                  <p:pic>
                    <p:nvPicPr>
                      <p:cNvPr id="0" name="Object 10"/>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547813" y="4005263"/>
                        <a:ext cx="1258887" cy="11350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Slide Number Placeholder 6"/>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sz="2400" b="1">
                <a:solidFill>
                  <a:schemeClr val="tx1"/>
                </a:solidFill>
                <a:latin typeface="Times New Roman" panose="02020603050405020304" charset="0"/>
              </a:defRPr>
            </a:lvl1pPr>
            <a:lvl2pPr marL="742950" indent="-285750" eaLnBrk="0" hangingPunct="0">
              <a:defRPr sz="2400" b="1">
                <a:solidFill>
                  <a:schemeClr val="tx1"/>
                </a:solidFill>
                <a:latin typeface="Times New Roman" panose="02020603050405020304" charset="0"/>
              </a:defRPr>
            </a:lvl2pPr>
            <a:lvl3pPr marL="1143000" indent="-228600" eaLnBrk="0" hangingPunct="0">
              <a:defRPr sz="2400" b="1">
                <a:solidFill>
                  <a:schemeClr val="tx1"/>
                </a:solidFill>
                <a:latin typeface="Times New Roman" panose="02020603050405020304" charset="0"/>
              </a:defRPr>
            </a:lvl3pPr>
            <a:lvl4pPr marL="1600200" indent="-228600" eaLnBrk="0" hangingPunct="0">
              <a:defRPr sz="2400" b="1">
                <a:solidFill>
                  <a:schemeClr val="tx1"/>
                </a:solidFill>
                <a:latin typeface="Times New Roman" panose="02020603050405020304" charset="0"/>
              </a:defRPr>
            </a:lvl4pPr>
            <a:lvl5pPr marL="2057400" indent="-228600" eaLnBrk="0" hangingPunct="0">
              <a:defRPr sz="2400" b="1">
                <a:solidFill>
                  <a:schemeClr val="tx1"/>
                </a:solidFill>
                <a:latin typeface="Times New Roman" panose="02020603050405020304" charset="0"/>
              </a:defRPr>
            </a:lvl5pPr>
            <a:lvl6pPr marL="2514600" indent="-228600" eaLnBrk="0" fontAlgn="base" hangingPunct="0">
              <a:spcBef>
                <a:spcPct val="0"/>
              </a:spcBef>
              <a:spcAft>
                <a:spcPct val="0"/>
              </a:spcAft>
              <a:defRPr sz="2400" b="1">
                <a:solidFill>
                  <a:schemeClr val="tx1"/>
                </a:solidFill>
                <a:latin typeface="Times New Roman" panose="02020603050405020304" charset="0"/>
              </a:defRPr>
            </a:lvl6pPr>
            <a:lvl7pPr marL="2971800" indent="-228600" eaLnBrk="0" fontAlgn="base" hangingPunct="0">
              <a:spcBef>
                <a:spcPct val="0"/>
              </a:spcBef>
              <a:spcAft>
                <a:spcPct val="0"/>
              </a:spcAft>
              <a:defRPr sz="2400" b="1">
                <a:solidFill>
                  <a:schemeClr val="tx1"/>
                </a:solidFill>
                <a:latin typeface="Times New Roman" panose="02020603050405020304" charset="0"/>
              </a:defRPr>
            </a:lvl7pPr>
            <a:lvl8pPr marL="3429000" indent="-228600" eaLnBrk="0" fontAlgn="base" hangingPunct="0">
              <a:spcBef>
                <a:spcPct val="0"/>
              </a:spcBef>
              <a:spcAft>
                <a:spcPct val="0"/>
              </a:spcAft>
              <a:defRPr sz="2400" b="1">
                <a:solidFill>
                  <a:schemeClr val="tx1"/>
                </a:solidFill>
                <a:latin typeface="Times New Roman" panose="02020603050405020304" charset="0"/>
              </a:defRPr>
            </a:lvl8pPr>
            <a:lvl9pPr marL="3886200" indent="-228600" eaLnBrk="0" fontAlgn="base" hangingPunct="0">
              <a:spcBef>
                <a:spcPct val="0"/>
              </a:spcBef>
              <a:spcAft>
                <a:spcPct val="0"/>
              </a:spcAft>
              <a:defRPr sz="2400" b="1">
                <a:solidFill>
                  <a:schemeClr val="tx1"/>
                </a:solidFill>
                <a:latin typeface="Times New Roman" panose="02020603050405020304" charset="0"/>
              </a:defRPr>
            </a:lvl9pPr>
          </a:lstStyle>
          <a:p>
            <a:pPr eaLnBrk="1" hangingPunct="1"/>
            <a:fld id="{6F0CE1C5-8841-4295-9349-677E99CF13D7}" type="slidenum">
              <a:rPr lang="en-GB" altLang="en-US" sz="1400">
                <a:latin typeface="Arial" panose="020B0604020202020204" pitchFamily="34" charset="0"/>
              </a:rPr>
            </a:fld>
            <a:endParaRPr lang="en-GB" altLang="en-US" sz="1400">
              <a:latin typeface="Arial" panose="020B0604020202020204" pitchFamily="34" charset="0"/>
            </a:endParaRPr>
          </a:p>
        </p:txBody>
      </p:sp>
      <p:sp>
        <p:nvSpPr>
          <p:cNvPr id="38915" name="Rectangle 2"/>
          <p:cNvSpPr>
            <a:spLocks noGrp="1" noChangeArrowheads="1"/>
          </p:cNvSpPr>
          <p:nvPr>
            <p:ph type="title"/>
          </p:nvPr>
        </p:nvSpPr>
        <p:spPr bwMode="auto">
          <a:xfrm>
            <a:off x="685800" y="549275"/>
            <a:ext cx="7772400" cy="11430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eaLnBrk="1" hangingPunct="1"/>
            <a:r>
              <a:rPr lang="en-GB" altLang="en-US" sz="3600">
                <a:solidFill>
                  <a:srgbClr val="FF0000"/>
                </a:solidFill>
                <a:latin typeface="Aharoni" pitchFamily="2" charset="0"/>
                <a:cs typeface="Aharoni" pitchFamily="2" charset="0"/>
              </a:rPr>
              <a:t>Empty orbitals</a:t>
            </a:r>
            <a:endParaRPr lang="en-GB" altLang="en-US" sz="3600">
              <a:solidFill>
                <a:srgbClr val="FF0000"/>
              </a:solidFill>
              <a:latin typeface="Aharoni" pitchFamily="2" charset="0"/>
              <a:cs typeface="Aharoni" pitchFamily="2" charset="0"/>
            </a:endParaRPr>
          </a:p>
        </p:txBody>
      </p:sp>
      <p:sp>
        <p:nvSpPr>
          <p:cNvPr id="38916" name="Rectangle 3"/>
          <p:cNvSpPr>
            <a:spLocks noGrp="1" noChangeArrowheads="1"/>
          </p:cNvSpPr>
          <p:nvPr>
            <p:ph type="body" sz="half" idx="2"/>
          </p:nvPr>
        </p:nvSpPr>
        <p:spPr bwMode="auto">
          <a:xfrm>
            <a:off x="3492500" y="3716338"/>
            <a:ext cx="4032250" cy="2455862"/>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eaLnBrk="1" hangingPunct="1">
              <a:lnSpc>
                <a:spcPct val="90000"/>
              </a:lnSpc>
            </a:pPr>
            <a:r>
              <a:rPr lang="en-GB" altLang="en-US" sz="2000">
                <a:latin typeface="Aharoni" pitchFamily="2" charset="0"/>
                <a:cs typeface="Aharoni" pitchFamily="2" charset="0"/>
              </a:rPr>
              <a:t>Hybridisation can also be applied to atoms with fewer electrons than C, for example B</a:t>
            </a:r>
            <a:endParaRPr lang="en-GB" altLang="en-US" sz="2000">
              <a:latin typeface="Aharoni" pitchFamily="2" charset="0"/>
              <a:cs typeface="Aharoni" pitchFamily="2" charset="0"/>
            </a:endParaRPr>
          </a:p>
          <a:p>
            <a:pPr eaLnBrk="1" hangingPunct="1">
              <a:lnSpc>
                <a:spcPct val="90000"/>
              </a:lnSpc>
            </a:pPr>
            <a:r>
              <a:rPr lang="en-GB" altLang="en-US" sz="2000">
                <a:latin typeface="Aharoni" pitchFamily="2" charset="0"/>
                <a:cs typeface="Aharoni" pitchFamily="2" charset="0"/>
              </a:rPr>
              <a:t>Normally, sp</a:t>
            </a:r>
            <a:r>
              <a:rPr lang="en-GB" altLang="en-US" sz="2000" baseline="30000">
                <a:latin typeface="Aharoni" pitchFamily="2" charset="0"/>
                <a:cs typeface="Aharoni" pitchFamily="2" charset="0"/>
              </a:rPr>
              <a:t>2</a:t>
            </a:r>
            <a:r>
              <a:rPr lang="en-GB" altLang="en-US" sz="2000">
                <a:latin typeface="Aharoni" pitchFamily="2" charset="0"/>
                <a:cs typeface="Aharoni" pitchFamily="2" charset="0"/>
              </a:rPr>
              <a:t> hybridisation is favoured (it keeps the bonding pairs furthest apart)</a:t>
            </a:r>
            <a:endParaRPr lang="en-GB" altLang="en-US" sz="2000">
              <a:latin typeface="Aharoni" pitchFamily="2" charset="0"/>
              <a:cs typeface="Aharoni" pitchFamily="2" charset="0"/>
            </a:endParaRPr>
          </a:p>
          <a:p>
            <a:pPr eaLnBrk="1" hangingPunct="1">
              <a:lnSpc>
                <a:spcPct val="90000"/>
              </a:lnSpc>
            </a:pPr>
            <a:r>
              <a:rPr lang="en-GB" altLang="en-US" sz="2000">
                <a:latin typeface="Aharoni" pitchFamily="2" charset="0"/>
                <a:cs typeface="Aharoni" pitchFamily="2" charset="0"/>
              </a:rPr>
              <a:t>But it can re-hybridise to sp</a:t>
            </a:r>
            <a:r>
              <a:rPr lang="en-GB" altLang="en-US" sz="2000" baseline="30000">
                <a:latin typeface="Aharoni" pitchFamily="2" charset="0"/>
                <a:cs typeface="Aharoni" pitchFamily="2" charset="0"/>
              </a:rPr>
              <a:t>3</a:t>
            </a:r>
            <a:r>
              <a:rPr lang="en-GB" altLang="en-US" sz="2000">
                <a:latin typeface="Aharoni" pitchFamily="2" charset="0"/>
                <a:cs typeface="Aharoni" pitchFamily="2" charset="0"/>
              </a:rPr>
              <a:t> if necessary</a:t>
            </a:r>
            <a:endParaRPr lang="en-GB" altLang="en-US" sz="2000">
              <a:latin typeface="Aharoni" pitchFamily="2" charset="0"/>
              <a:cs typeface="Aharoni" pitchFamily="2" charset="0"/>
            </a:endParaRPr>
          </a:p>
        </p:txBody>
      </p:sp>
      <p:graphicFrame>
        <p:nvGraphicFramePr>
          <p:cNvPr id="38917" name="Object 8"/>
          <p:cNvGraphicFramePr>
            <a:graphicFrameLocks noChangeAspect="1"/>
          </p:cNvGraphicFramePr>
          <p:nvPr/>
        </p:nvGraphicFramePr>
        <p:xfrm>
          <a:off x="465138" y="1985963"/>
          <a:ext cx="7786687" cy="1590675"/>
        </p:xfrm>
        <a:graphic>
          <a:graphicData uri="http://schemas.openxmlformats.org/presentationml/2006/ole">
            <mc:AlternateContent xmlns:mc="http://schemas.openxmlformats.org/markup-compatibility/2006">
              <mc:Choice xmlns:v="urn:schemas-microsoft-com:vml" Requires="v">
                <p:oleObj spid="_x0000_s2" name="CS ChemDraw Drawing" r:id="rId1" imgW="8712200" imgH="1790700" progId="ChemDraw.Document.6.0">
                  <p:embed/>
                </p:oleObj>
              </mc:Choice>
              <mc:Fallback>
                <p:oleObj name="CS ChemDraw Drawing" r:id="rId1" imgW="8712200" imgH="1790700" progId="ChemDraw.Document.6.0">
                  <p:embed/>
                  <p:pic>
                    <p:nvPicPr>
                      <p:cNvPr id="0" name="Object 8"/>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5138" y="1985963"/>
                        <a:ext cx="7786687" cy="1590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38918" name="Object 9"/>
          <p:cNvGraphicFramePr>
            <a:graphicFrameLocks noChangeAspect="1"/>
          </p:cNvGraphicFramePr>
          <p:nvPr/>
        </p:nvGraphicFramePr>
        <p:xfrm>
          <a:off x="468313" y="3789363"/>
          <a:ext cx="2676525" cy="2371725"/>
        </p:xfrm>
        <a:graphic>
          <a:graphicData uri="http://schemas.openxmlformats.org/presentationml/2006/ole">
            <mc:AlternateContent xmlns:mc="http://schemas.openxmlformats.org/markup-compatibility/2006">
              <mc:Choice xmlns:v="urn:schemas-microsoft-com:vml" Requires="v">
                <p:oleObj spid="_x0000_s3" name="CS ChemDraw Drawing" r:id="rId3" imgW="3057525" imgH="2714625" progId="ChemDraw.Document.6.0">
                  <p:embed/>
                </p:oleObj>
              </mc:Choice>
              <mc:Fallback>
                <p:oleObj name="CS ChemDraw Drawing" r:id="rId3" imgW="3057525" imgH="2714625" progId="ChemDraw.Document.6.0">
                  <p:embed/>
                  <p:pic>
                    <p:nvPicPr>
                      <p:cNvPr id="0" name="Object 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68313" y="3789363"/>
                        <a:ext cx="2676525" cy="2371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38919" name="Object 11"/>
          <p:cNvGraphicFramePr>
            <a:graphicFrameLocks noChangeAspect="1"/>
          </p:cNvGraphicFramePr>
          <p:nvPr/>
        </p:nvGraphicFramePr>
        <p:xfrm>
          <a:off x="7308850" y="5084763"/>
          <a:ext cx="1589088" cy="1165225"/>
        </p:xfrm>
        <a:graphic>
          <a:graphicData uri="http://schemas.openxmlformats.org/presentationml/2006/ole">
            <mc:AlternateContent xmlns:mc="http://schemas.openxmlformats.org/markup-compatibility/2006">
              <mc:Choice xmlns:v="urn:schemas-microsoft-com:vml" Requires="v">
                <p:oleObj spid="_x0000_s4" name="CS ChemDraw Drawing" r:id="rId5" imgW="2514600" imgH="1843405" progId="ChemDraw.Document.6.0">
                  <p:embed/>
                </p:oleObj>
              </mc:Choice>
              <mc:Fallback>
                <p:oleObj name="CS ChemDraw Drawing" r:id="rId5" imgW="2514600" imgH="1843405" progId="ChemDraw.Document.6.0">
                  <p:embed/>
                  <p:pic>
                    <p:nvPicPr>
                      <p:cNvPr id="0" name="Object 1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308850" y="5084763"/>
                        <a:ext cx="1589088" cy="1165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Slide Number Placeholder 6"/>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sz="2400" b="1">
                <a:solidFill>
                  <a:schemeClr val="tx1"/>
                </a:solidFill>
                <a:latin typeface="Times New Roman" panose="02020603050405020304" charset="0"/>
              </a:defRPr>
            </a:lvl1pPr>
            <a:lvl2pPr marL="742950" indent="-285750" eaLnBrk="0" hangingPunct="0">
              <a:defRPr sz="2400" b="1">
                <a:solidFill>
                  <a:schemeClr val="tx1"/>
                </a:solidFill>
                <a:latin typeface="Times New Roman" panose="02020603050405020304" charset="0"/>
              </a:defRPr>
            </a:lvl2pPr>
            <a:lvl3pPr marL="1143000" indent="-228600" eaLnBrk="0" hangingPunct="0">
              <a:defRPr sz="2400" b="1">
                <a:solidFill>
                  <a:schemeClr val="tx1"/>
                </a:solidFill>
                <a:latin typeface="Times New Roman" panose="02020603050405020304" charset="0"/>
              </a:defRPr>
            </a:lvl3pPr>
            <a:lvl4pPr marL="1600200" indent="-228600" eaLnBrk="0" hangingPunct="0">
              <a:defRPr sz="2400" b="1">
                <a:solidFill>
                  <a:schemeClr val="tx1"/>
                </a:solidFill>
                <a:latin typeface="Times New Roman" panose="02020603050405020304" charset="0"/>
              </a:defRPr>
            </a:lvl4pPr>
            <a:lvl5pPr marL="2057400" indent="-228600" eaLnBrk="0" hangingPunct="0">
              <a:defRPr sz="2400" b="1">
                <a:solidFill>
                  <a:schemeClr val="tx1"/>
                </a:solidFill>
                <a:latin typeface="Times New Roman" panose="02020603050405020304" charset="0"/>
              </a:defRPr>
            </a:lvl5pPr>
            <a:lvl6pPr marL="2514600" indent="-228600" eaLnBrk="0" fontAlgn="base" hangingPunct="0">
              <a:spcBef>
                <a:spcPct val="0"/>
              </a:spcBef>
              <a:spcAft>
                <a:spcPct val="0"/>
              </a:spcAft>
              <a:defRPr sz="2400" b="1">
                <a:solidFill>
                  <a:schemeClr val="tx1"/>
                </a:solidFill>
                <a:latin typeface="Times New Roman" panose="02020603050405020304" charset="0"/>
              </a:defRPr>
            </a:lvl6pPr>
            <a:lvl7pPr marL="2971800" indent="-228600" eaLnBrk="0" fontAlgn="base" hangingPunct="0">
              <a:spcBef>
                <a:spcPct val="0"/>
              </a:spcBef>
              <a:spcAft>
                <a:spcPct val="0"/>
              </a:spcAft>
              <a:defRPr sz="2400" b="1">
                <a:solidFill>
                  <a:schemeClr val="tx1"/>
                </a:solidFill>
                <a:latin typeface="Times New Roman" panose="02020603050405020304" charset="0"/>
              </a:defRPr>
            </a:lvl7pPr>
            <a:lvl8pPr marL="3429000" indent="-228600" eaLnBrk="0" fontAlgn="base" hangingPunct="0">
              <a:spcBef>
                <a:spcPct val="0"/>
              </a:spcBef>
              <a:spcAft>
                <a:spcPct val="0"/>
              </a:spcAft>
              <a:defRPr sz="2400" b="1">
                <a:solidFill>
                  <a:schemeClr val="tx1"/>
                </a:solidFill>
                <a:latin typeface="Times New Roman" panose="02020603050405020304" charset="0"/>
              </a:defRPr>
            </a:lvl8pPr>
            <a:lvl9pPr marL="3886200" indent="-228600" eaLnBrk="0" fontAlgn="base" hangingPunct="0">
              <a:spcBef>
                <a:spcPct val="0"/>
              </a:spcBef>
              <a:spcAft>
                <a:spcPct val="0"/>
              </a:spcAft>
              <a:defRPr sz="2400" b="1">
                <a:solidFill>
                  <a:schemeClr val="tx1"/>
                </a:solidFill>
                <a:latin typeface="Times New Roman" panose="02020603050405020304" charset="0"/>
              </a:defRPr>
            </a:lvl9pPr>
          </a:lstStyle>
          <a:p>
            <a:pPr eaLnBrk="1" hangingPunct="1"/>
            <a:fld id="{ABCA9F92-20D9-4A5C-8805-9527CAA5ECF8}" type="slidenum">
              <a:rPr lang="en-GB" altLang="en-US" sz="1400">
                <a:latin typeface="Arial" panose="020B0604020202020204" pitchFamily="34" charset="0"/>
              </a:rPr>
            </a:fld>
            <a:endParaRPr lang="en-GB" altLang="en-US" sz="1400">
              <a:latin typeface="Arial" panose="020B0604020202020204" pitchFamily="34" charset="0"/>
            </a:endParaRPr>
          </a:p>
        </p:txBody>
      </p:sp>
      <p:sp>
        <p:nvSpPr>
          <p:cNvPr id="39939" name="Rectangle 2"/>
          <p:cNvSpPr>
            <a:spLocks noGrp="1" noChangeArrowheads="1"/>
          </p:cNvSpPr>
          <p:nvPr>
            <p:ph type="title"/>
          </p:nvPr>
        </p:nvSpPr>
        <p:spPr bwMode="auto">
          <a:xfrm>
            <a:off x="685800" y="701675"/>
            <a:ext cx="7772400" cy="11430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eaLnBrk="1" hangingPunct="1"/>
            <a:r>
              <a:rPr lang="en-GB" altLang="en-US" sz="3600">
                <a:solidFill>
                  <a:srgbClr val="FF0000"/>
                </a:solidFill>
                <a:latin typeface="Aharoni" pitchFamily="2" charset="0"/>
                <a:cs typeface="Aharoni" pitchFamily="2" charset="0"/>
              </a:rPr>
              <a:t>Summary of orbitals and bonding</a:t>
            </a:r>
            <a:endParaRPr lang="en-GB" altLang="en-US" sz="3600">
              <a:solidFill>
                <a:srgbClr val="FF0000"/>
              </a:solidFill>
              <a:latin typeface="Aharoni" pitchFamily="2" charset="0"/>
              <a:cs typeface="Aharoni" pitchFamily="2" charset="0"/>
            </a:endParaRPr>
          </a:p>
        </p:txBody>
      </p:sp>
      <p:sp>
        <p:nvSpPr>
          <p:cNvPr id="39940" name="Rectangle 3"/>
          <p:cNvSpPr>
            <a:spLocks noGrp="1" noChangeArrowheads="1"/>
          </p:cNvSpPr>
          <p:nvPr>
            <p:ph type="body" sz="half" idx="2"/>
          </p:nvPr>
        </p:nvSpPr>
        <p:spPr bwMode="auto">
          <a:xfrm>
            <a:off x="2987675" y="1690688"/>
            <a:ext cx="5470525" cy="41148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eaLnBrk="1" hangingPunct="1">
              <a:lnSpc>
                <a:spcPct val="80000"/>
              </a:lnSpc>
            </a:pPr>
            <a:r>
              <a:rPr lang="en-GB" altLang="en-US" sz="2000">
                <a:latin typeface="Aharoni" pitchFamily="2" charset="0"/>
                <a:cs typeface="Aharoni" pitchFamily="2" charset="0"/>
              </a:rPr>
              <a:t>ANY orbital, atomic (1s, 2s, 2p</a:t>
            </a:r>
            <a:r>
              <a:rPr lang="en-GB" altLang="en-US" sz="2000" baseline="-25000">
                <a:latin typeface="Aharoni" pitchFamily="2" charset="0"/>
                <a:cs typeface="Aharoni" pitchFamily="2" charset="0"/>
              </a:rPr>
              <a:t>x</a:t>
            </a:r>
            <a:r>
              <a:rPr lang="en-GB" altLang="en-US" sz="2000">
                <a:latin typeface="Aharoni" pitchFamily="2" charset="0"/>
                <a:cs typeface="Aharoni" pitchFamily="2" charset="0"/>
              </a:rPr>
              <a:t>, </a:t>
            </a:r>
            <a:r>
              <a:rPr lang="en-GB" altLang="en-US" sz="2000" i="1">
                <a:latin typeface="Aharoni" pitchFamily="2" charset="0"/>
                <a:cs typeface="Aharoni" pitchFamily="2" charset="0"/>
              </a:rPr>
              <a:t>etc.</a:t>
            </a:r>
            <a:r>
              <a:rPr lang="en-GB" altLang="en-US" sz="2000">
                <a:latin typeface="Aharoni" pitchFamily="2" charset="0"/>
                <a:cs typeface="Aharoni" pitchFamily="2" charset="0"/>
              </a:rPr>
              <a:t>), hybrid (sp</a:t>
            </a:r>
            <a:r>
              <a:rPr lang="en-GB" altLang="en-US" sz="2000" baseline="30000">
                <a:latin typeface="Aharoni" pitchFamily="2" charset="0"/>
                <a:cs typeface="Aharoni" pitchFamily="2" charset="0"/>
              </a:rPr>
              <a:t>3</a:t>
            </a:r>
            <a:r>
              <a:rPr lang="en-GB" altLang="en-US" sz="2000">
                <a:latin typeface="Aharoni" pitchFamily="2" charset="0"/>
                <a:cs typeface="Aharoni" pitchFamily="2" charset="0"/>
              </a:rPr>
              <a:t>, </a:t>
            </a:r>
            <a:r>
              <a:rPr lang="en-GB" altLang="en-US" sz="2000" i="1">
                <a:latin typeface="Aharoni" pitchFamily="2" charset="0"/>
                <a:cs typeface="Aharoni" pitchFamily="2" charset="0"/>
              </a:rPr>
              <a:t>etc.</a:t>
            </a:r>
            <a:r>
              <a:rPr lang="en-GB" altLang="en-US" sz="2000">
                <a:latin typeface="Aharoni" pitchFamily="2" charset="0"/>
                <a:cs typeface="Aharoni" pitchFamily="2" charset="0"/>
              </a:rPr>
              <a:t>), or molecular (</a:t>
            </a:r>
            <a:r>
              <a:rPr lang="en-GB" altLang="en-US" sz="2000">
                <a:latin typeface="Symbol" panose="05050102010706020507" pitchFamily="18" charset="2"/>
                <a:cs typeface="Aharoni" pitchFamily="2" charset="0"/>
              </a:rPr>
              <a:t>s</a:t>
            </a:r>
            <a:r>
              <a:rPr lang="en-GB" altLang="en-US" sz="2000">
                <a:latin typeface="Aharoni" pitchFamily="2" charset="0"/>
                <a:cs typeface="Aharoni" pitchFamily="2" charset="0"/>
              </a:rPr>
              <a:t>, </a:t>
            </a:r>
            <a:r>
              <a:rPr lang="en-GB" altLang="en-US" sz="2000">
                <a:latin typeface="Symbol" panose="05050102010706020507" pitchFamily="18" charset="2"/>
                <a:cs typeface="Aharoni" pitchFamily="2" charset="0"/>
              </a:rPr>
              <a:t>s</a:t>
            </a:r>
            <a:r>
              <a:rPr lang="en-GB" altLang="en-US" sz="2000">
                <a:latin typeface="Aharoni" pitchFamily="2" charset="0"/>
                <a:cs typeface="Aharoni" pitchFamily="2" charset="0"/>
              </a:rPr>
              <a:t>*, </a:t>
            </a:r>
            <a:r>
              <a:rPr lang="en-GB" altLang="en-US" sz="2000">
                <a:latin typeface="Symbol" panose="05050102010706020507" pitchFamily="18" charset="2"/>
                <a:cs typeface="Aharoni" pitchFamily="2" charset="0"/>
              </a:rPr>
              <a:t>p</a:t>
            </a:r>
            <a:r>
              <a:rPr lang="en-GB" altLang="en-US" sz="2000">
                <a:latin typeface="Aharoni" pitchFamily="2" charset="0"/>
                <a:cs typeface="Aharoni" pitchFamily="2" charset="0"/>
              </a:rPr>
              <a:t>, </a:t>
            </a:r>
            <a:r>
              <a:rPr lang="en-GB" altLang="en-US" sz="2000">
                <a:latin typeface="Symbol" panose="05050102010706020507" pitchFamily="18" charset="2"/>
                <a:cs typeface="Aharoni" pitchFamily="2" charset="0"/>
              </a:rPr>
              <a:t>p</a:t>
            </a:r>
            <a:r>
              <a:rPr lang="en-GB" altLang="en-US" sz="2000">
                <a:latin typeface="Aharoni" pitchFamily="2" charset="0"/>
                <a:cs typeface="Aharoni" pitchFamily="2" charset="0"/>
              </a:rPr>
              <a:t>*) on one atom can POTENTIALLY ‘overlap’ (‘interact’, ‘bond’, </a:t>
            </a:r>
            <a:r>
              <a:rPr lang="en-GB" altLang="en-US" sz="2000" i="1">
                <a:latin typeface="Aharoni" pitchFamily="2" charset="0"/>
                <a:cs typeface="Aharoni" pitchFamily="2" charset="0"/>
              </a:rPr>
              <a:t>etc.</a:t>
            </a:r>
            <a:r>
              <a:rPr lang="en-GB" altLang="en-US" sz="2000">
                <a:latin typeface="Aharoni" pitchFamily="2" charset="0"/>
                <a:cs typeface="Aharoni" pitchFamily="2" charset="0"/>
              </a:rPr>
              <a:t>) with any orbital on another atom (or even group of atoms in the case of MOs), … subject to certain conditions ...</a:t>
            </a:r>
            <a:endParaRPr lang="en-GB" altLang="en-US" sz="2000">
              <a:latin typeface="Aharoni" pitchFamily="2" charset="0"/>
              <a:cs typeface="Aharoni" pitchFamily="2" charset="0"/>
            </a:endParaRPr>
          </a:p>
          <a:p>
            <a:pPr eaLnBrk="1" hangingPunct="1">
              <a:lnSpc>
                <a:spcPct val="80000"/>
              </a:lnSpc>
            </a:pPr>
            <a:r>
              <a:rPr lang="en-GB" altLang="en-US" sz="2000">
                <a:latin typeface="Aharoni" pitchFamily="2" charset="0"/>
                <a:cs typeface="Aharoni" pitchFamily="2" charset="0"/>
              </a:rPr>
              <a:t>Orbitals must be geometrically capable (</a:t>
            </a:r>
            <a:r>
              <a:rPr lang="en-GB" altLang="en-US" sz="2000" i="1">
                <a:latin typeface="Aharoni" pitchFamily="2" charset="0"/>
                <a:cs typeface="Aharoni" pitchFamily="2" charset="0"/>
              </a:rPr>
              <a:t>e.g.</a:t>
            </a:r>
            <a:r>
              <a:rPr lang="en-GB" altLang="en-US" sz="2000">
                <a:latin typeface="Aharoni" pitchFamily="2" charset="0"/>
                <a:cs typeface="Aharoni" pitchFamily="2" charset="0"/>
              </a:rPr>
              <a:t> close, correctly oriented ), reasonably close in energy, and of same symmetry (important, but mainly for MOs)</a:t>
            </a:r>
            <a:endParaRPr lang="en-GB" altLang="en-US" sz="2000">
              <a:latin typeface="Aharoni" pitchFamily="2" charset="0"/>
              <a:cs typeface="Aharoni" pitchFamily="2" charset="0"/>
            </a:endParaRPr>
          </a:p>
          <a:p>
            <a:pPr eaLnBrk="1" hangingPunct="1">
              <a:lnSpc>
                <a:spcPct val="80000"/>
              </a:lnSpc>
            </a:pPr>
            <a:r>
              <a:rPr lang="en-GB" altLang="en-US" sz="2000">
                <a:latin typeface="Aharoni" pitchFamily="2" charset="0"/>
                <a:cs typeface="Aharoni" pitchFamily="2" charset="0"/>
              </a:rPr>
              <a:t>This ‘overlap’ or ‘interaction produces 2 new molecular orbitals, one lower in energy, the other higher</a:t>
            </a:r>
            <a:endParaRPr lang="en-GB" altLang="en-US" sz="2000">
              <a:latin typeface="Aharoni" pitchFamily="2" charset="0"/>
              <a:cs typeface="Aharoni" pitchFamily="2" charset="0"/>
            </a:endParaRPr>
          </a:p>
          <a:p>
            <a:pPr eaLnBrk="1" hangingPunct="1">
              <a:lnSpc>
                <a:spcPct val="80000"/>
              </a:lnSpc>
            </a:pPr>
            <a:r>
              <a:rPr lang="en-GB" altLang="en-US" sz="2000">
                <a:latin typeface="Aharoni" pitchFamily="2" charset="0"/>
                <a:cs typeface="Aharoni" pitchFamily="2" charset="0"/>
              </a:rPr>
              <a:t>Orbitals (satisfying the above) WILL ‘overlap’ if their electrons become lower in energy by doing so</a:t>
            </a:r>
            <a:endParaRPr lang="en-GB" altLang="en-US" sz="2000">
              <a:latin typeface="Aharoni" pitchFamily="2" charset="0"/>
              <a:cs typeface="Aharoni" pitchFamily="2" charset="0"/>
            </a:endParaRPr>
          </a:p>
        </p:txBody>
      </p:sp>
      <p:graphicFrame>
        <p:nvGraphicFramePr>
          <p:cNvPr id="39941" name="Object 9"/>
          <p:cNvGraphicFramePr>
            <a:graphicFrameLocks noChangeAspect="1"/>
          </p:cNvGraphicFramePr>
          <p:nvPr/>
        </p:nvGraphicFramePr>
        <p:xfrm>
          <a:off x="323850" y="1989138"/>
          <a:ext cx="2589213" cy="2451100"/>
        </p:xfrm>
        <a:graphic>
          <a:graphicData uri="http://schemas.openxmlformats.org/presentationml/2006/ole">
            <mc:AlternateContent xmlns:mc="http://schemas.openxmlformats.org/markup-compatibility/2006">
              <mc:Choice xmlns:v="urn:schemas-microsoft-com:vml" Requires="v">
                <p:oleObj spid="_x0000_s2" name="CS ChemDraw Drawing" r:id="rId1" imgW="4114800" imgH="3900805" progId="ChemDraw.Document.6.0">
                  <p:embed/>
                </p:oleObj>
              </mc:Choice>
              <mc:Fallback>
                <p:oleObj name="CS ChemDraw Drawing" r:id="rId1" imgW="4114800" imgH="3900805" progId="ChemDraw.Document.6.0">
                  <p:embed/>
                  <p:pic>
                    <p:nvPicPr>
                      <p:cNvPr id="0" name="Object 9"/>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850" y="1989138"/>
                        <a:ext cx="2589213" cy="2451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39942" name="Text Box 10"/>
          <p:cNvSpPr txBox="1">
            <a:spLocks noChangeArrowheads="1"/>
          </p:cNvSpPr>
          <p:nvPr/>
        </p:nvSpPr>
        <p:spPr bwMode="auto">
          <a:xfrm>
            <a:off x="323850" y="4652963"/>
            <a:ext cx="2665413" cy="1327150"/>
          </a:xfrm>
          <a:prstGeom prst="rect">
            <a:avLst/>
          </a:prstGeom>
          <a:noFill/>
          <a:ln w="12700">
            <a:solidFill>
              <a:schemeClr val="tx1"/>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sz="2400" b="1">
                <a:solidFill>
                  <a:schemeClr val="tx1"/>
                </a:solidFill>
                <a:latin typeface="Times New Roman" panose="02020603050405020304" charset="0"/>
              </a:defRPr>
            </a:lvl1pPr>
            <a:lvl2pPr marL="742950" indent="-285750" eaLnBrk="0" hangingPunct="0">
              <a:defRPr sz="2400" b="1">
                <a:solidFill>
                  <a:schemeClr val="tx1"/>
                </a:solidFill>
                <a:latin typeface="Times New Roman" panose="02020603050405020304" charset="0"/>
              </a:defRPr>
            </a:lvl2pPr>
            <a:lvl3pPr marL="1143000" indent="-228600" eaLnBrk="0" hangingPunct="0">
              <a:defRPr sz="2400" b="1">
                <a:solidFill>
                  <a:schemeClr val="tx1"/>
                </a:solidFill>
                <a:latin typeface="Times New Roman" panose="02020603050405020304" charset="0"/>
              </a:defRPr>
            </a:lvl3pPr>
            <a:lvl4pPr marL="1600200" indent="-228600" eaLnBrk="0" hangingPunct="0">
              <a:defRPr sz="2400" b="1">
                <a:solidFill>
                  <a:schemeClr val="tx1"/>
                </a:solidFill>
                <a:latin typeface="Times New Roman" panose="02020603050405020304" charset="0"/>
              </a:defRPr>
            </a:lvl4pPr>
            <a:lvl5pPr marL="2057400" indent="-228600" eaLnBrk="0" hangingPunct="0">
              <a:defRPr sz="2400" b="1">
                <a:solidFill>
                  <a:schemeClr val="tx1"/>
                </a:solidFill>
                <a:latin typeface="Times New Roman" panose="02020603050405020304" charset="0"/>
              </a:defRPr>
            </a:lvl5pPr>
            <a:lvl6pPr marL="2514600" indent="-228600" eaLnBrk="0" fontAlgn="base" hangingPunct="0">
              <a:spcBef>
                <a:spcPct val="0"/>
              </a:spcBef>
              <a:spcAft>
                <a:spcPct val="0"/>
              </a:spcAft>
              <a:defRPr sz="2400" b="1">
                <a:solidFill>
                  <a:schemeClr val="tx1"/>
                </a:solidFill>
                <a:latin typeface="Times New Roman" panose="02020603050405020304" charset="0"/>
              </a:defRPr>
            </a:lvl6pPr>
            <a:lvl7pPr marL="2971800" indent="-228600" eaLnBrk="0" fontAlgn="base" hangingPunct="0">
              <a:spcBef>
                <a:spcPct val="0"/>
              </a:spcBef>
              <a:spcAft>
                <a:spcPct val="0"/>
              </a:spcAft>
              <a:defRPr sz="2400" b="1">
                <a:solidFill>
                  <a:schemeClr val="tx1"/>
                </a:solidFill>
                <a:latin typeface="Times New Roman" panose="02020603050405020304" charset="0"/>
              </a:defRPr>
            </a:lvl7pPr>
            <a:lvl8pPr marL="3429000" indent="-228600" eaLnBrk="0" fontAlgn="base" hangingPunct="0">
              <a:spcBef>
                <a:spcPct val="0"/>
              </a:spcBef>
              <a:spcAft>
                <a:spcPct val="0"/>
              </a:spcAft>
              <a:defRPr sz="2400" b="1">
                <a:solidFill>
                  <a:schemeClr val="tx1"/>
                </a:solidFill>
                <a:latin typeface="Times New Roman" panose="02020603050405020304" charset="0"/>
              </a:defRPr>
            </a:lvl8pPr>
            <a:lvl9pPr marL="3886200" indent="-228600" eaLnBrk="0" fontAlgn="base" hangingPunct="0">
              <a:spcBef>
                <a:spcPct val="0"/>
              </a:spcBef>
              <a:spcAft>
                <a:spcPct val="0"/>
              </a:spcAft>
              <a:defRPr sz="2400" b="1">
                <a:solidFill>
                  <a:schemeClr val="tx1"/>
                </a:solidFill>
                <a:latin typeface="Times New Roman" panose="02020603050405020304" charset="0"/>
              </a:defRPr>
            </a:lvl9pPr>
          </a:lstStyle>
          <a:p>
            <a:pPr eaLnBrk="1" hangingPunct="1">
              <a:spcBef>
                <a:spcPct val="50000"/>
              </a:spcBef>
            </a:pPr>
            <a:r>
              <a:rPr lang="en-GB" altLang="en-US" sz="1600" b="0"/>
              <a:t>This overlap DOES occur (to give a </a:t>
            </a:r>
            <a:r>
              <a:rPr lang="en-GB" altLang="en-US" sz="1600" b="0">
                <a:latin typeface="Symbol" panose="05050102010706020507" pitchFamily="18" charset="2"/>
              </a:rPr>
              <a:t>s</a:t>
            </a:r>
            <a:r>
              <a:rPr lang="en-GB" altLang="en-US" sz="1600" b="0"/>
              <a:t>-bond) because the two electrons, formerly in sp</a:t>
            </a:r>
            <a:r>
              <a:rPr lang="en-GB" altLang="en-US" sz="1600" b="0" baseline="30000"/>
              <a:t>3</a:t>
            </a:r>
            <a:r>
              <a:rPr lang="en-GB" altLang="en-US" sz="1600" b="0"/>
              <a:t> hybrids) both end up in a lower energy </a:t>
            </a:r>
            <a:r>
              <a:rPr lang="en-GB" altLang="en-US" sz="1600" b="0">
                <a:latin typeface="Symbol" panose="05050102010706020507" pitchFamily="18" charset="2"/>
              </a:rPr>
              <a:t>s</a:t>
            </a:r>
            <a:r>
              <a:rPr lang="en-GB" altLang="en-US" sz="1600" b="0"/>
              <a:t>-MO</a:t>
            </a:r>
            <a:endParaRPr lang="en-US" altLang="en-US" sz="1600" b="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Slide Number Placeholder 6"/>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sz="2400" b="1">
                <a:solidFill>
                  <a:schemeClr val="tx1"/>
                </a:solidFill>
                <a:latin typeface="Times New Roman" panose="02020603050405020304" charset="0"/>
              </a:defRPr>
            </a:lvl1pPr>
            <a:lvl2pPr marL="742950" indent="-285750" eaLnBrk="0" hangingPunct="0">
              <a:defRPr sz="2400" b="1">
                <a:solidFill>
                  <a:schemeClr val="tx1"/>
                </a:solidFill>
                <a:latin typeface="Times New Roman" panose="02020603050405020304" charset="0"/>
              </a:defRPr>
            </a:lvl2pPr>
            <a:lvl3pPr marL="1143000" indent="-228600" eaLnBrk="0" hangingPunct="0">
              <a:defRPr sz="2400" b="1">
                <a:solidFill>
                  <a:schemeClr val="tx1"/>
                </a:solidFill>
                <a:latin typeface="Times New Roman" panose="02020603050405020304" charset="0"/>
              </a:defRPr>
            </a:lvl3pPr>
            <a:lvl4pPr marL="1600200" indent="-228600" eaLnBrk="0" hangingPunct="0">
              <a:defRPr sz="2400" b="1">
                <a:solidFill>
                  <a:schemeClr val="tx1"/>
                </a:solidFill>
                <a:latin typeface="Times New Roman" panose="02020603050405020304" charset="0"/>
              </a:defRPr>
            </a:lvl4pPr>
            <a:lvl5pPr marL="2057400" indent="-228600" eaLnBrk="0" hangingPunct="0">
              <a:defRPr sz="2400" b="1">
                <a:solidFill>
                  <a:schemeClr val="tx1"/>
                </a:solidFill>
                <a:latin typeface="Times New Roman" panose="02020603050405020304" charset="0"/>
              </a:defRPr>
            </a:lvl5pPr>
            <a:lvl6pPr marL="2514600" indent="-228600" eaLnBrk="0" fontAlgn="base" hangingPunct="0">
              <a:spcBef>
                <a:spcPct val="0"/>
              </a:spcBef>
              <a:spcAft>
                <a:spcPct val="0"/>
              </a:spcAft>
              <a:defRPr sz="2400" b="1">
                <a:solidFill>
                  <a:schemeClr val="tx1"/>
                </a:solidFill>
                <a:latin typeface="Times New Roman" panose="02020603050405020304" charset="0"/>
              </a:defRPr>
            </a:lvl6pPr>
            <a:lvl7pPr marL="2971800" indent="-228600" eaLnBrk="0" fontAlgn="base" hangingPunct="0">
              <a:spcBef>
                <a:spcPct val="0"/>
              </a:spcBef>
              <a:spcAft>
                <a:spcPct val="0"/>
              </a:spcAft>
              <a:defRPr sz="2400" b="1">
                <a:solidFill>
                  <a:schemeClr val="tx1"/>
                </a:solidFill>
                <a:latin typeface="Times New Roman" panose="02020603050405020304" charset="0"/>
              </a:defRPr>
            </a:lvl7pPr>
            <a:lvl8pPr marL="3429000" indent="-228600" eaLnBrk="0" fontAlgn="base" hangingPunct="0">
              <a:spcBef>
                <a:spcPct val="0"/>
              </a:spcBef>
              <a:spcAft>
                <a:spcPct val="0"/>
              </a:spcAft>
              <a:defRPr sz="2400" b="1">
                <a:solidFill>
                  <a:schemeClr val="tx1"/>
                </a:solidFill>
                <a:latin typeface="Times New Roman" panose="02020603050405020304" charset="0"/>
              </a:defRPr>
            </a:lvl8pPr>
            <a:lvl9pPr marL="3886200" indent="-228600" eaLnBrk="0" fontAlgn="base" hangingPunct="0">
              <a:spcBef>
                <a:spcPct val="0"/>
              </a:spcBef>
              <a:spcAft>
                <a:spcPct val="0"/>
              </a:spcAft>
              <a:defRPr sz="2400" b="1">
                <a:solidFill>
                  <a:schemeClr val="tx1"/>
                </a:solidFill>
                <a:latin typeface="Times New Roman" panose="02020603050405020304" charset="0"/>
              </a:defRPr>
            </a:lvl9pPr>
          </a:lstStyle>
          <a:p>
            <a:pPr eaLnBrk="1" hangingPunct="1"/>
            <a:fld id="{E392E789-FD0E-46C1-857F-21DF45A30D96}" type="slidenum">
              <a:rPr lang="en-GB" altLang="en-US" sz="1400">
                <a:latin typeface="Arial" panose="020B0604020202020204" pitchFamily="34" charset="0"/>
              </a:rPr>
            </a:fld>
            <a:endParaRPr lang="en-GB" altLang="en-US" sz="1400">
              <a:latin typeface="Arial" panose="020B0604020202020204" pitchFamily="34" charset="0"/>
            </a:endParaRPr>
          </a:p>
        </p:txBody>
      </p:sp>
      <p:sp>
        <p:nvSpPr>
          <p:cNvPr id="40963" name="Rectangle 2"/>
          <p:cNvSpPr>
            <a:spLocks noGrp="1" noChangeArrowheads="1"/>
          </p:cNvSpPr>
          <p:nvPr>
            <p:ph type="title"/>
          </p:nvPr>
        </p:nvSpPr>
        <p:spPr bwMode="auto">
          <a:xfrm>
            <a:off x="685800" y="701675"/>
            <a:ext cx="7772400" cy="11430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eaLnBrk="1" hangingPunct="1"/>
            <a:r>
              <a:rPr lang="en-GB" altLang="en-US" sz="3600">
                <a:solidFill>
                  <a:srgbClr val="FF0000"/>
                </a:solidFill>
                <a:latin typeface="Aharoni" pitchFamily="2" charset="0"/>
                <a:cs typeface="Aharoni" pitchFamily="2" charset="0"/>
              </a:rPr>
              <a:t>Interaction of filled and empty orbitals</a:t>
            </a:r>
            <a:endParaRPr lang="en-GB" altLang="en-US" sz="3600">
              <a:solidFill>
                <a:srgbClr val="FF0000"/>
              </a:solidFill>
              <a:latin typeface="Aharoni" pitchFamily="2" charset="0"/>
              <a:cs typeface="Aharoni" pitchFamily="2" charset="0"/>
            </a:endParaRPr>
          </a:p>
        </p:txBody>
      </p:sp>
      <p:sp>
        <p:nvSpPr>
          <p:cNvPr id="40964" name="Rectangle 3"/>
          <p:cNvSpPr>
            <a:spLocks noGrp="1" noChangeArrowheads="1"/>
          </p:cNvSpPr>
          <p:nvPr>
            <p:ph type="body" sz="half" idx="2"/>
          </p:nvPr>
        </p:nvSpPr>
        <p:spPr bwMode="auto">
          <a:xfrm>
            <a:off x="5259388" y="548640"/>
            <a:ext cx="3094037" cy="41148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eaLnBrk="1" hangingPunct="1">
              <a:lnSpc>
                <a:spcPct val="80000"/>
              </a:lnSpc>
            </a:pPr>
            <a:r>
              <a:rPr lang="en-GB" altLang="en-US" sz="2000">
                <a:latin typeface="Aharoni" pitchFamily="2" charset="0"/>
                <a:cs typeface="Aharoni" pitchFamily="2" charset="0"/>
              </a:rPr>
              <a:t>Obviously, for two EMPTY orbitals there is no point in interacting, there are no electrons to be lowered!</a:t>
            </a:r>
            <a:endParaRPr lang="en-GB" altLang="en-US" sz="2000">
              <a:latin typeface="Aharoni" pitchFamily="2" charset="0"/>
              <a:cs typeface="Aharoni" pitchFamily="2" charset="0"/>
            </a:endParaRPr>
          </a:p>
          <a:p>
            <a:pPr eaLnBrk="1" hangingPunct="1">
              <a:lnSpc>
                <a:spcPct val="80000"/>
              </a:lnSpc>
            </a:pPr>
            <a:r>
              <a:rPr lang="en-GB" altLang="en-US" sz="2000">
                <a:latin typeface="Aharoni" pitchFamily="2" charset="0"/>
                <a:cs typeface="Aharoni" pitchFamily="2" charset="0"/>
              </a:rPr>
              <a:t>For two FULL orbitals there is no point because, 2 electron would end up in the lower energy ‘bonding’ MO (</a:t>
            </a:r>
            <a:r>
              <a:rPr lang="en-GB" altLang="en-US" sz="2000" i="1">
                <a:latin typeface="Aharoni" pitchFamily="2" charset="0"/>
                <a:cs typeface="Aharoni" pitchFamily="2" charset="0"/>
              </a:rPr>
              <a:t>e.g.</a:t>
            </a:r>
            <a:r>
              <a:rPr lang="en-GB" altLang="en-US" sz="2000">
                <a:latin typeface="Aharoni" pitchFamily="2" charset="0"/>
                <a:cs typeface="Aharoni" pitchFamily="2" charset="0"/>
              </a:rPr>
              <a:t> </a:t>
            </a:r>
            <a:r>
              <a:rPr lang="en-GB" altLang="en-US" sz="2000">
                <a:latin typeface="Symbol" panose="05050102010706020507" pitchFamily="18" charset="2"/>
                <a:cs typeface="Aharoni" pitchFamily="2" charset="0"/>
              </a:rPr>
              <a:t>s</a:t>
            </a:r>
            <a:r>
              <a:rPr lang="en-GB" altLang="en-US" sz="2000">
                <a:latin typeface="Aharoni" pitchFamily="2" charset="0"/>
                <a:cs typeface="Aharoni" pitchFamily="2" charset="0"/>
              </a:rPr>
              <a:t>), and 2 in the higher energy ‘anti-bonding’ (</a:t>
            </a:r>
            <a:r>
              <a:rPr lang="en-GB" altLang="en-US" sz="2000" i="1">
                <a:latin typeface="Aharoni" pitchFamily="2" charset="0"/>
                <a:cs typeface="Aharoni" pitchFamily="2" charset="0"/>
              </a:rPr>
              <a:t>e.g. </a:t>
            </a:r>
            <a:r>
              <a:rPr lang="en-GB" altLang="en-US" sz="2000">
                <a:latin typeface="Aharoni" pitchFamily="2" charset="0"/>
                <a:cs typeface="Aharoni" pitchFamily="2" charset="0"/>
              </a:rPr>
              <a:t>s*), cancelling each other out</a:t>
            </a:r>
            <a:endParaRPr lang="en-GB" altLang="en-US" sz="2000">
              <a:latin typeface="Aharoni" pitchFamily="2" charset="0"/>
              <a:cs typeface="Aharoni" pitchFamily="2" charset="0"/>
            </a:endParaRPr>
          </a:p>
          <a:p>
            <a:pPr eaLnBrk="1" hangingPunct="1">
              <a:lnSpc>
                <a:spcPct val="80000"/>
              </a:lnSpc>
            </a:pPr>
            <a:r>
              <a:rPr lang="en-GB" altLang="en-US" sz="2000">
                <a:latin typeface="Aharoni" pitchFamily="2" charset="0"/>
                <a:cs typeface="Aharoni" pitchFamily="2" charset="0"/>
              </a:rPr>
              <a:t>But, what about FULL-EMPTY?</a:t>
            </a:r>
            <a:endParaRPr lang="en-GB" altLang="en-US" sz="2000">
              <a:latin typeface="Aharoni" pitchFamily="2" charset="0"/>
              <a:cs typeface="Aharoni" pitchFamily="2" charset="0"/>
            </a:endParaRPr>
          </a:p>
        </p:txBody>
      </p:sp>
      <p:graphicFrame>
        <p:nvGraphicFramePr>
          <p:cNvPr id="40965" name="Object 6"/>
          <p:cNvGraphicFramePr>
            <a:graphicFrameLocks noChangeAspect="1"/>
          </p:cNvGraphicFramePr>
          <p:nvPr/>
        </p:nvGraphicFramePr>
        <p:xfrm>
          <a:off x="755650" y="1916748"/>
          <a:ext cx="4386263" cy="4511675"/>
        </p:xfrm>
        <a:graphic>
          <a:graphicData uri="http://schemas.openxmlformats.org/presentationml/2006/ole">
            <mc:AlternateContent xmlns:mc="http://schemas.openxmlformats.org/markup-compatibility/2006">
              <mc:Choice xmlns:v="urn:schemas-microsoft-com:vml" Requires="v">
                <p:oleObj spid="_x0000_s2" name="CS ChemDraw Drawing" r:id="rId1" imgW="7429500" imgH="7644130" progId="ChemDraw.Document.6.0">
                  <p:embed/>
                </p:oleObj>
              </mc:Choice>
              <mc:Fallback>
                <p:oleObj name="CS ChemDraw Drawing" r:id="rId1" imgW="7429500" imgH="7644130" progId="ChemDraw.Document.6.0">
                  <p:embed/>
                  <p:pic>
                    <p:nvPicPr>
                      <p:cNvPr id="0" name="Object 6"/>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55650" y="1916748"/>
                        <a:ext cx="4386263" cy="4511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40966" name="Picture 7" descr="MC900432530[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87900" y="5445125"/>
            <a:ext cx="415925" cy="6826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0967" name="Picture 8" descr="MC900432530[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1188" y="1989138"/>
            <a:ext cx="415925" cy="6826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0968" name="Picture 9" descr="MC900432537[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787900" y="2133600"/>
            <a:ext cx="471488" cy="471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0969" name="Picture 10" descr="MC900432537[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11188" y="5661025"/>
            <a:ext cx="471487" cy="471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Slide Number Placeholder 6"/>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sz="2400" b="1">
                <a:solidFill>
                  <a:schemeClr val="tx1"/>
                </a:solidFill>
                <a:latin typeface="Times New Roman" panose="02020603050405020304" charset="0"/>
              </a:defRPr>
            </a:lvl1pPr>
            <a:lvl2pPr marL="742950" indent="-285750" eaLnBrk="0" hangingPunct="0">
              <a:defRPr sz="2400" b="1">
                <a:solidFill>
                  <a:schemeClr val="tx1"/>
                </a:solidFill>
                <a:latin typeface="Times New Roman" panose="02020603050405020304" charset="0"/>
              </a:defRPr>
            </a:lvl2pPr>
            <a:lvl3pPr marL="1143000" indent="-228600" eaLnBrk="0" hangingPunct="0">
              <a:defRPr sz="2400" b="1">
                <a:solidFill>
                  <a:schemeClr val="tx1"/>
                </a:solidFill>
                <a:latin typeface="Times New Roman" panose="02020603050405020304" charset="0"/>
              </a:defRPr>
            </a:lvl3pPr>
            <a:lvl4pPr marL="1600200" indent="-228600" eaLnBrk="0" hangingPunct="0">
              <a:defRPr sz="2400" b="1">
                <a:solidFill>
                  <a:schemeClr val="tx1"/>
                </a:solidFill>
                <a:latin typeface="Times New Roman" panose="02020603050405020304" charset="0"/>
              </a:defRPr>
            </a:lvl4pPr>
            <a:lvl5pPr marL="2057400" indent="-228600" eaLnBrk="0" hangingPunct="0">
              <a:defRPr sz="2400" b="1">
                <a:solidFill>
                  <a:schemeClr val="tx1"/>
                </a:solidFill>
                <a:latin typeface="Times New Roman" panose="02020603050405020304" charset="0"/>
              </a:defRPr>
            </a:lvl5pPr>
            <a:lvl6pPr marL="2514600" indent="-228600" eaLnBrk="0" fontAlgn="base" hangingPunct="0">
              <a:spcBef>
                <a:spcPct val="0"/>
              </a:spcBef>
              <a:spcAft>
                <a:spcPct val="0"/>
              </a:spcAft>
              <a:defRPr sz="2400" b="1">
                <a:solidFill>
                  <a:schemeClr val="tx1"/>
                </a:solidFill>
                <a:latin typeface="Times New Roman" panose="02020603050405020304" charset="0"/>
              </a:defRPr>
            </a:lvl6pPr>
            <a:lvl7pPr marL="2971800" indent="-228600" eaLnBrk="0" fontAlgn="base" hangingPunct="0">
              <a:spcBef>
                <a:spcPct val="0"/>
              </a:spcBef>
              <a:spcAft>
                <a:spcPct val="0"/>
              </a:spcAft>
              <a:defRPr sz="2400" b="1">
                <a:solidFill>
                  <a:schemeClr val="tx1"/>
                </a:solidFill>
                <a:latin typeface="Times New Roman" panose="02020603050405020304" charset="0"/>
              </a:defRPr>
            </a:lvl7pPr>
            <a:lvl8pPr marL="3429000" indent="-228600" eaLnBrk="0" fontAlgn="base" hangingPunct="0">
              <a:spcBef>
                <a:spcPct val="0"/>
              </a:spcBef>
              <a:spcAft>
                <a:spcPct val="0"/>
              </a:spcAft>
              <a:defRPr sz="2400" b="1">
                <a:solidFill>
                  <a:schemeClr val="tx1"/>
                </a:solidFill>
                <a:latin typeface="Times New Roman" panose="02020603050405020304" charset="0"/>
              </a:defRPr>
            </a:lvl8pPr>
            <a:lvl9pPr marL="3886200" indent="-228600" eaLnBrk="0" fontAlgn="base" hangingPunct="0">
              <a:spcBef>
                <a:spcPct val="0"/>
              </a:spcBef>
              <a:spcAft>
                <a:spcPct val="0"/>
              </a:spcAft>
              <a:defRPr sz="2400" b="1">
                <a:solidFill>
                  <a:schemeClr val="tx1"/>
                </a:solidFill>
                <a:latin typeface="Times New Roman" panose="02020603050405020304" charset="0"/>
              </a:defRPr>
            </a:lvl9pPr>
          </a:lstStyle>
          <a:p>
            <a:pPr eaLnBrk="1" hangingPunct="1"/>
            <a:fld id="{798295CE-47C8-4D92-A3C2-92EB0CA21714}" type="slidenum">
              <a:rPr lang="en-GB" altLang="en-US" sz="1400">
                <a:latin typeface="Arial" panose="020B0604020202020204" pitchFamily="34" charset="0"/>
              </a:rPr>
            </a:fld>
            <a:endParaRPr lang="en-GB" altLang="en-US" sz="1400">
              <a:latin typeface="Arial" panose="020B0604020202020204" pitchFamily="34" charset="0"/>
            </a:endParaRPr>
          </a:p>
        </p:txBody>
      </p:sp>
      <p:sp>
        <p:nvSpPr>
          <p:cNvPr id="41987" name="Rectangle 2"/>
          <p:cNvSpPr>
            <a:spLocks noGrp="1" noChangeArrowheads="1"/>
          </p:cNvSpPr>
          <p:nvPr>
            <p:ph type="title"/>
          </p:nvPr>
        </p:nvSpPr>
        <p:spPr bwMode="auto">
          <a:xfrm>
            <a:off x="685800" y="549275"/>
            <a:ext cx="7772400" cy="11430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eaLnBrk="1" hangingPunct="1"/>
            <a:r>
              <a:rPr lang="en-GB" altLang="en-US" sz="3600">
                <a:solidFill>
                  <a:srgbClr val="FF0000"/>
                </a:solidFill>
                <a:latin typeface="Aharoni" pitchFamily="2" charset="0"/>
                <a:cs typeface="Aharoni" pitchFamily="2" charset="0"/>
              </a:rPr>
              <a:t>Ammonia-boron trihydride</a:t>
            </a:r>
            <a:endParaRPr lang="en-GB" altLang="en-US" sz="3600">
              <a:solidFill>
                <a:srgbClr val="FF0000"/>
              </a:solidFill>
              <a:latin typeface="Aharoni" pitchFamily="2" charset="0"/>
              <a:cs typeface="Aharoni" pitchFamily="2" charset="0"/>
            </a:endParaRPr>
          </a:p>
        </p:txBody>
      </p:sp>
      <p:sp>
        <p:nvSpPr>
          <p:cNvPr id="41988" name="Rectangle 3"/>
          <p:cNvSpPr>
            <a:spLocks noGrp="1" noChangeArrowheads="1"/>
          </p:cNvSpPr>
          <p:nvPr>
            <p:ph type="body" sz="half" idx="2"/>
          </p:nvPr>
        </p:nvSpPr>
        <p:spPr bwMode="auto">
          <a:xfrm>
            <a:off x="5003800" y="1773238"/>
            <a:ext cx="3454400" cy="432435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eaLnBrk="1" hangingPunct="1">
              <a:lnSpc>
                <a:spcPct val="80000"/>
              </a:lnSpc>
            </a:pPr>
            <a:r>
              <a:rPr lang="en-GB" altLang="en-US" sz="2000">
                <a:latin typeface="Aharoni" pitchFamily="2" charset="0"/>
                <a:cs typeface="Aharoni" pitchFamily="2" charset="0"/>
              </a:rPr>
              <a:t>A good example of a filled-empty interation is ammonia-boron trihydride H</a:t>
            </a:r>
            <a:r>
              <a:rPr lang="en-GB" altLang="en-US" sz="2000" baseline="-25000">
                <a:latin typeface="Aharoni" pitchFamily="2" charset="0"/>
                <a:cs typeface="Aharoni" pitchFamily="2" charset="0"/>
              </a:rPr>
              <a:t>3</a:t>
            </a:r>
            <a:r>
              <a:rPr lang="en-GB" altLang="en-US" sz="2000">
                <a:latin typeface="Aharoni" pitchFamily="2" charset="0"/>
                <a:cs typeface="Aharoni" pitchFamily="2" charset="0"/>
              </a:rPr>
              <a:t>N:BH</a:t>
            </a:r>
            <a:r>
              <a:rPr lang="en-GB" altLang="en-US" sz="2000" baseline="-25000">
                <a:latin typeface="Aharoni" pitchFamily="2" charset="0"/>
                <a:cs typeface="Aharoni" pitchFamily="2" charset="0"/>
              </a:rPr>
              <a:t>3</a:t>
            </a:r>
            <a:r>
              <a:rPr lang="en-GB" altLang="en-US" sz="2000">
                <a:latin typeface="Aharoni" pitchFamily="2" charset="0"/>
                <a:cs typeface="Aharoni" pitchFamily="2" charset="0"/>
              </a:rPr>
              <a:t> </a:t>
            </a:r>
            <a:endParaRPr lang="en-GB" altLang="en-US" sz="2000">
              <a:latin typeface="Aharoni" pitchFamily="2" charset="0"/>
              <a:cs typeface="Aharoni" pitchFamily="2" charset="0"/>
            </a:endParaRPr>
          </a:p>
          <a:p>
            <a:pPr eaLnBrk="1" hangingPunct="1">
              <a:lnSpc>
                <a:spcPct val="80000"/>
              </a:lnSpc>
            </a:pPr>
            <a:r>
              <a:rPr lang="en-GB" altLang="en-US" sz="2000">
                <a:latin typeface="Aharoni" pitchFamily="2" charset="0"/>
                <a:cs typeface="Aharoni" pitchFamily="2" charset="0"/>
              </a:rPr>
              <a:t>NOTE: the atom providing the FILLED orbital GAINS a +1 charge; the atoms providing the EMPTY orbital GAINS a  -1 charge</a:t>
            </a:r>
            <a:endParaRPr lang="en-GB" altLang="en-US" sz="2000">
              <a:latin typeface="Aharoni" pitchFamily="2" charset="0"/>
              <a:cs typeface="Aharoni" pitchFamily="2" charset="0"/>
            </a:endParaRPr>
          </a:p>
          <a:p>
            <a:pPr eaLnBrk="1" hangingPunct="1">
              <a:lnSpc>
                <a:spcPct val="80000"/>
              </a:lnSpc>
            </a:pPr>
            <a:r>
              <a:rPr lang="en-GB" altLang="en-US" sz="2000">
                <a:latin typeface="Aharoni" pitchFamily="2" charset="0"/>
                <a:cs typeface="Aharoni" pitchFamily="2" charset="0"/>
              </a:rPr>
              <a:t>The FILLED species is called the DONOR,  NUCLEOPHILE or LEWIS BASE</a:t>
            </a:r>
            <a:endParaRPr lang="en-GB" altLang="en-US" sz="2000">
              <a:latin typeface="Aharoni" pitchFamily="2" charset="0"/>
              <a:cs typeface="Aharoni" pitchFamily="2" charset="0"/>
            </a:endParaRPr>
          </a:p>
          <a:p>
            <a:pPr eaLnBrk="1" hangingPunct="1">
              <a:lnSpc>
                <a:spcPct val="80000"/>
              </a:lnSpc>
            </a:pPr>
            <a:r>
              <a:rPr lang="en-GB" altLang="en-US" sz="2000">
                <a:latin typeface="Aharoni" pitchFamily="2" charset="0"/>
                <a:cs typeface="Aharoni" pitchFamily="2" charset="0"/>
              </a:rPr>
              <a:t>The EMPTY species is called the ACCEPTOR,  ELECTROPHILE or LEWIS ACID</a:t>
            </a:r>
            <a:endParaRPr lang="en-GB" altLang="en-US" sz="2000">
              <a:latin typeface="Aharoni" pitchFamily="2" charset="0"/>
              <a:cs typeface="Aharoni" pitchFamily="2" charset="0"/>
            </a:endParaRPr>
          </a:p>
        </p:txBody>
      </p:sp>
      <p:graphicFrame>
        <p:nvGraphicFramePr>
          <p:cNvPr id="41989" name="Object 9"/>
          <p:cNvGraphicFramePr>
            <a:graphicFrameLocks noChangeAspect="1"/>
          </p:cNvGraphicFramePr>
          <p:nvPr/>
        </p:nvGraphicFramePr>
        <p:xfrm>
          <a:off x="684213" y="1989138"/>
          <a:ext cx="3454400" cy="3103562"/>
        </p:xfrm>
        <a:graphic>
          <a:graphicData uri="http://schemas.openxmlformats.org/presentationml/2006/ole">
            <mc:AlternateContent xmlns:mc="http://schemas.openxmlformats.org/markup-compatibility/2006">
              <mc:Choice xmlns:v="urn:schemas-microsoft-com:vml" Requires="v">
                <p:oleObj spid="_x0000_s2" name="CS ChemDraw Drawing" r:id="rId1" imgW="4329430" imgH="3900805" progId="ChemDraw.Document.6.0">
                  <p:embed/>
                </p:oleObj>
              </mc:Choice>
              <mc:Fallback>
                <p:oleObj name="CS ChemDraw Drawing" r:id="rId1" imgW="4329430" imgH="3900805" progId="ChemDraw.Document.6.0">
                  <p:embed/>
                  <p:pic>
                    <p:nvPicPr>
                      <p:cNvPr id="0" name="Object 9"/>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4213" y="1989138"/>
                        <a:ext cx="3454400" cy="3103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746506" name="Object 10"/>
          <p:cNvGraphicFramePr>
            <a:graphicFrameLocks noChangeAspect="1"/>
          </p:cNvGraphicFramePr>
          <p:nvPr/>
        </p:nvGraphicFramePr>
        <p:xfrm>
          <a:off x="323850" y="5229225"/>
          <a:ext cx="4456113" cy="1176338"/>
        </p:xfrm>
        <a:graphic>
          <a:graphicData uri="http://schemas.openxmlformats.org/presentationml/2006/ole">
            <mc:AlternateContent xmlns:mc="http://schemas.openxmlformats.org/markup-compatibility/2006">
              <mc:Choice xmlns:v="urn:schemas-microsoft-com:vml" Requires="v">
                <p:oleObj spid="_x0000_s3" name="CS ChemDraw Drawing" r:id="rId3" imgW="4543425" imgH="1200150" progId="ChemDraw.Document.6.0">
                  <p:embed/>
                </p:oleObj>
              </mc:Choice>
              <mc:Fallback>
                <p:oleObj name="CS ChemDraw Drawing" r:id="rId3" imgW="4543425" imgH="1200150" progId="ChemDraw.Document.6.0">
                  <p:embed/>
                  <p:pic>
                    <p:nvPicPr>
                      <p:cNvPr id="0" name="Object 1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23850" y="5229225"/>
                        <a:ext cx="4456113" cy="11763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746507" name="Object 11"/>
          <p:cNvGraphicFramePr>
            <a:graphicFrameLocks noChangeAspect="1"/>
          </p:cNvGraphicFramePr>
          <p:nvPr/>
        </p:nvGraphicFramePr>
        <p:xfrm>
          <a:off x="3995738" y="3357563"/>
          <a:ext cx="1357312" cy="971550"/>
        </p:xfrm>
        <a:graphic>
          <a:graphicData uri="http://schemas.openxmlformats.org/presentationml/2006/ole">
            <mc:AlternateContent xmlns:mc="http://schemas.openxmlformats.org/markup-compatibility/2006">
              <mc:Choice xmlns:v="urn:schemas-microsoft-com:vml" Requires="v">
                <p:oleObj spid="_x0000_s4" name="CS ChemDraw Drawing" r:id="rId5" imgW="2586355" imgH="1857375" progId="ChemDraw.Document.6.0">
                  <p:embed/>
                </p:oleObj>
              </mc:Choice>
              <mc:Fallback>
                <p:oleObj name="CS ChemDraw Drawing" r:id="rId5" imgW="2586355" imgH="1857375" progId="ChemDraw.Document.6.0">
                  <p:embed/>
                  <p:pic>
                    <p:nvPicPr>
                      <p:cNvPr id="0" name="Object 1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995738" y="3357563"/>
                        <a:ext cx="1357312" cy="971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4650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nodeType="clickEffect">
                                  <p:stCondLst>
                                    <p:cond delay="0"/>
                                  </p:stCondLst>
                                  <p:childTnLst>
                                    <p:set>
                                      <p:cBhvr>
                                        <p:cTn id="10" dur="1" fill="hold">
                                          <p:stCondLst>
                                            <p:cond delay="0"/>
                                          </p:stCondLst>
                                        </p:cTn>
                                        <p:tgtEl>
                                          <p:spTgt spid="746506"/>
                                        </p:tgtEl>
                                        <p:attrNameLst>
                                          <p:attrName>style.visibility</p:attrName>
                                        </p:attrNameLst>
                                      </p:cBhvr>
                                      <p:to>
                                        <p:strVal val="visible"/>
                                      </p:to>
                                    </p:set>
                                    <p:animEffect transition="in" filter="dissolve">
                                      <p:cBhvr>
                                        <p:cTn id="11" dur="500"/>
                                        <p:tgtEl>
                                          <p:spTgt spid="7465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ags/tag1.xml><?xml version="1.0" encoding="utf-8"?>
<p:tagLst xmlns:p="http://schemas.openxmlformats.org/presentationml/2006/main">
  <p:tag name="TPPRESENTATIONGUID" val="344055ce-3b64-4e73-b9d1-8b0bcbc0dd43"/>
  <p:tag name="WASPOLLED" val="2E925670D58E468B9F7282E9BF69B0C6"/>
  <p:tag name="TPVERSION" val="8"/>
  <p:tag name="TPFULLVERSION" val="8.2.4.6"/>
  <p:tag name="PPTVERSION" val="16"/>
  <p:tag name="TPOS" val="2"/>
  <p:tag name="TPLASTSAVEVERSION" val="6.2 PC"/>
  <p:tag name="KSO_WPP_MARK_KEY" val="1d1126e7-4f91-40fc-9134-155b4a9890ee"/>
  <p:tag name="COMMONDATA" val="eyJoZGlkIjoiM2FiZDIzMjBhYjY3YjcwYmIxYWI1NjM4YzVmYjEyMDMifQ=="/>
</p:tagLst>
</file>

<file path=ppt/theme/theme1.xml><?xml version="1.0" encoding="utf-8"?>
<a:theme xmlns:a="http://schemas.openxmlformats.org/drawingml/2006/main" name="Stream">
  <a:themeElements>
    <a:clrScheme name="Stream 9">
      <a:dk1>
        <a:srgbClr val="000000"/>
      </a:dk1>
      <a:lt1>
        <a:srgbClr val="FFFFFF"/>
      </a:lt1>
      <a:dk2>
        <a:srgbClr val="000000"/>
      </a:dk2>
      <a:lt2>
        <a:srgbClr val="808080"/>
      </a:lt2>
      <a:accent1>
        <a:srgbClr val="CCECFF"/>
      </a:accent1>
      <a:accent2>
        <a:srgbClr val="333399"/>
      </a:accent2>
      <a:accent3>
        <a:srgbClr val="FFFFFF"/>
      </a:accent3>
      <a:accent4>
        <a:srgbClr val="000000"/>
      </a:accent4>
      <a:accent5>
        <a:srgbClr val="E2F4FF"/>
      </a:accent5>
      <a:accent6>
        <a:srgbClr val="2D2D8A"/>
      </a:accent6>
      <a:hlink>
        <a:srgbClr val="6600FF"/>
      </a:hlink>
      <a:folHlink>
        <a:srgbClr val="009900"/>
      </a:folHlink>
    </a:clrScheme>
    <a:fontScheme name="Stream">
      <a:majorFont>
        <a:latin typeface="Garamond"/>
        <a:ea typeface=""/>
        <a:cs typeface=""/>
      </a:majorFont>
      <a:minorFont>
        <a:latin typeface="Garamond"/>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0" fontAlgn="base" latinLnBrk="0" hangingPunct="0">
          <a:lnSpc>
            <a:spcPct val="100000"/>
          </a:lnSpc>
          <a:spcBef>
            <a:spcPct val="0"/>
          </a:spcBef>
          <a:spcAft>
            <a:spcPct val="0"/>
          </a:spcAft>
          <a:buClrTx/>
          <a:buSzTx/>
          <a:buFontTx/>
          <a:buNone/>
          <a:defRPr kumimoji="0" lang="en-US" sz="1800" b="0" i="0" u="none" strike="noStrike" cap="none" normalizeH="0" baseline="0">
            <a:ln>
              <a:noFill/>
            </a:ln>
            <a:solidFill>
              <a:schemeClr val="tx1"/>
            </a:solidFill>
            <a:effectLst/>
            <a:latin typeface="Garamond" panose="02020404030301010803" pitchFamily="18"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0" fontAlgn="base" latinLnBrk="0" hangingPunct="0">
          <a:lnSpc>
            <a:spcPct val="100000"/>
          </a:lnSpc>
          <a:spcBef>
            <a:spcPct val="0"/>
          </a:spcBef>
          <a:spcAft>
            <a:spcPct val="0"/>
          </a:spcAft>
          <a:buClrTx/>
          <a:buSzTx/>
          <a:buFontTx/>
          <a:buNone/>
          <a:defRPr kumimoji="0" lang="en-US" sz="1800" b="0" i="0" u="none" strike="noStrike" cap="none" normalizeH="0" baseline="0">
            <a:ln>
              <a:noFill/>
            </a:ln>
            <a:solidFill>
              <a:schemeClr val="tx1"/>
            </a:solidFill>
            <a:effectLst/>
            <a:latin typeface="Garamond" panose="02020404030301010803" pitchFamily="18" charset="0"/>
          </a:defRPr>
        </a:defPPr>
      </a:lstStyle>
    </a:lnDef>
  </a:objectDefaults>
  <a:extraClrSchemeLst>
    <a:extraClrScheme>
      <a:clrScheme name="Stream 1">
        <a:dk1>
          <a:srgbClr val="000514"/>
        </a:dk1>
        <a:lt1>
          <a:srgbClr val="FFFFFF"/>
        </a:lt1>
        <a:dk2>
          <a:srgbClr val="003399"/>
        </a:dk2>
        <a:lt2>
          <a:srgbClr val="E5E5FF"/>
        </a:lt2>
        <a:accent1>
          <a:srgbClr val="0099CC"/>
        </a:accent1>
        <a:accent2>
          <a:srgbClr val="A886E0"/>
        </a:accent2>
        <a:accent3>
          <a:srgbClr val="AAADCA"/>
        </a:accent3>
        <a:accent4>
          <a:srgbClr val="DADADA"/>
        </a:accent4>
        <a:accent5>
          <a:srgbClr val="AACAE2"/>
        </a:accent5>
        <a:accent6>
          <a:srgbClr val="9879CB"/>
        </a:accent6>
        <a:hlink>
          <a:srgbClr val="FFCC00"/>
        </a:hlink>
        <a:folHlink>
          <a:srgbClr val="FFFFCC"/>
        </a:folHlink>
      </a:clrScheme>
      <a:clrMap bg1="dk2" tx1="lt1" bg2="dk1" tx2="lt2" accent1="accent1" accent2="accent2" accent3="accent3" accent4="accent4" accent5="accent5" accent6="accent6" hlink="hlink" folHlink="folHlink"/>
    </a:extraClrScheme>
    <a:extraClrScheme>
      <a:clrScheme name="Stream 2">
        <a:dk1>
          <a:srgbClr val="3E3E5C"/>
        </a:dk1>
        <a:lt1>
          <a:srgbClr val="FFFFFF"/>
        </a:lt1>
        <a:dk2>
          <a:srgbClr val="666699"/>
        </a:dk2>
        <a:lt2>
          <a:srgbClr val="DFDFE9"/>
        </a:lt2>
        <a:accent1>
          <a:srgbClr val="CC66FF"/>
        </a:accent1>
        <a:accent2>
          <a:srgbClr val="679ACD"/>
        </a:accent2>
        <a:accent3>
          <a:srgbClr val="B8B8CA"/>
        </a:accent3>
        <a:accent4>
          <a:srgbClr val="DADADA"/>
        </a:accent4>
        <a:accent5>
          <a:srgbClr val="E2B8FF"/>
        </a:accent5>
        <a:accent6>
          <a:srgbClr val="5D8BBA"/>
        </a:accent6>
        <a:hlink>
          <a:srgbClr val="CCECFF"/>
        </a:hlink>
        <a:folHlink>
          <a:srgbClr val="CCCCFF"/>
        </a:folHlink>
      </a:clrScheme>
      <a:clrMap bg1="dk2" tx1="lt1" bg2="dk1" tx2="lt2" accent1="accent1" accent2="accent2" accent3="accent3" accent4="accent4" accent5="accent5" accent6="accent6" hlink="hlink" folHlink="folHlink"/>
    </a:extraClrScheme>
    <a:extraClrScheme>
      <a:clrScheme name="Stream 3">
        <a:dk1>
          <a:srgbClr val="2A5400"/>
        </a:dk1>
        <a:lt1>
          <a:srgbClr val="FFFFFF"/>
        </a:lt1>
        <a:dk2>
          <a:srgbClr val="4A9400"/>
        </a:dk2>
        <a:lt2>
          <a:srgbClr val="BAE8BA"/>
        </a:lt2>
        <a:accent1>
          <a:srgbClr val="33CC33"/>
        </a:accent1>
        <a:accent2>
          <a:srgbClr val="99CC00"/>
        </a:accent2>
        <a:accent3>
          <a:srgbClr val="B1C8AA"/>
        </a:accent3>
        <a:accent4>
          <a:srgbClr val="DADADA"/>
        </a:accent4>
        <a:accent5>
          <a:srgbClr val="ADE2AD"/>
        </a:accent5>
        <a:accent6>
          <a:srgbClr val="8AB900"/>
        </a:accent6>
        <a:hlink>
          <a:srgbClr val="99FF33"/>
        </a:hlink>
        <a:folHlink>
          <a:srgbClr val="FFFF99"/>
        </a:folHlink>
      </a:clrScheme>
      <a:clrMap bg1="dk2" tx1="lt1" bg2="dk1" tx2="lt2" accent1="accent1" accent2="accent2" accent3="accent3" accent4="accent4" accent5="accent5" accent6="accent6" hlink="hlink" folHlink="folHlink"/>
    </a:extraClrScheme>
    <a:extraClrScheme>
      <a:clrScheme name="Stream 4">
        <a:dk1>
          <a:srgbClr val="000000"/>
        </a:dk1>
        <a:lt1>
          <a:srgbClr val="FFFFFF"/>
        </a:lt1>
        <a:dk2>
          <a:srgbClr val="51596D"/>
        </a:dk2>
        <a:lt2>
          <a:srgbClr val="DDDDDD"/>
        </a:lt2>
        <a:accent1>
          <a:srgbClr val="787E8A"/>
        </a:accent1>
        <a:accent2>
          <a:srgbClr val="339966"/>
        </a:accent2>
        <a:accent3>
          <a:srgbClr val="B3B5BA"/>
        </a:accent3>
        <a:accent4>
          <a:srgbClr val="DADADA"/>
        </a:accent4>
        <a:accent5>
          <a:srgbClr val="BEC0C4"/>
        </a:accent5>
        <a:accent6>
          <a:srgbClr val="2D8A5C"/>
        </a:accent6>
        <a:hlink>
          <a:srgbClr val="00FFFF"/>
        </a:hlink>
        <a:folHlink>
          <a:srgbClr val="74B6D0"/>
        </a:folHlink>
      </a:clrScheme>
      <a:clrMap bg1="dk2" tx1="lt1" bg2="dk1" tx2="lt2" accent1="accent1" accent2="accent2" accent3="accent3" accent4="accent4" accent5="accent5" accent6="accent6" hlink="hlink" folHlink="folHlink"/>
    </a:extraClrScheme>
    <a:extraClrScheme>
      <a:clrScheme name="Stream 5">
        <a:dk1>
          <a:srgbClr val="5C1F00"/>
        </a:dk1>
        <a:lt1>
          <a:srgbClr val="FFFFFF"/>
        </a:lt1>
        <a:dk2>
          <a:srgbClr val="8C0000"/>
        </a:dk2>
        <a:lt2>
          <a:srgbClr val="DFD293"/>
        </a:lt2>
        <a:accent1>
          <a:srgbClr val="FF6845"/>
        </a:accent1>
        <a:accent2>
          <a:srgbClr val="BE7960"/>
        </a:accent2>
        <a:accent3>
          <a:srgbClr val="C5AAAA"/>
        </a:accent3>
        <a:accent4>
          <a:srgbClr val="DADADA"/>
        </a:accent4>
        <a:accent5>
          <a:srgbClr val="FFB9B0"/>
        </a:accent5>
        <a:accent6>
          <a:srgbClr val="AC6D56"/>
        </a:accent6>
        <a:hlink>
          <a:srgbClr val="FFFFCC"/>
        </a:hlink>
        <a:folHlink>
          <a:srgbClr val="FFCC00"/>
        </a:folHlink>
      </a:clrScheme>
      <a:clrMap bg1="dk2" tx1="lt1" bg2="dk1" tx2="lt2" accent1="accent1" accent2="accent2" accent3="accent3" accent4="accent4" accent5="accent5" accent6="accent6" hlink="hlink" folHlink="folHlink"/>
    </a:extraClrScheme>
    <a:extraClrScheme>
      <a:clrScheme name="Stream 6">
        <a:dk1>
          <a:srgbClr val="5E4444"/>
        </a:dk1>
        <a:lt1>
          <a:srgbClr val="F7F3F3"/>
        </a:lt1>
        <a:dk2>
          <a:srgbClr val="8A6362"/>
        </a:dk2>
        <a:lt2>
          <a:srgbClr val="D8C1BA"/>
        </a:lt2>
        <a:accent1>
          <a:srgbClr val="CC6600"/>
        </a:accent1>
        <a:accent2>
          <a:srgbClr val="C16059"/>
        </a:accent2>
        <a:accent3>
          <a:srgbClr val="C4B7B7"/>
        </a:accent3>
        <a:accent4>
          <a:srgbClr val="D3D0D0"/>
        </a:accent4>
        <a:accent5>
          <a:srgbClr val="E2B8AA"/>
        </a:accent5>
        <a:accent6>
          <a:srgbClr val="AF5650"/>
        </a:accent6>
        <a:hlink>
          <a:srgbClr val="FFCC00"/>
        </a:hlink>
        <a:folHlink>
          <a:srgbClr val="CBB557"/>
        </a:folHlink>
      </a:clrScheme>
      <a:clrMap bg1="dk2" tx1="lt1" bg2="dk1" tx2="lt2" accent1="accent1" accent2="accent2" accent3="accent3" accent4="accent4" accent5="accent5" accent6="accent6" hlink="hlink" folHlink="folHlink"/>
    </a:extraClrScheme>
    <a:extraClrScheme>
      <a:clrScheme name="Stream 7">
        <a:dk1>
          <a:srgbClr val="7F6737"/>
        </a:dk1>
        <a:lt1>
          <a:srgbClr val="FFFFFF"/>
        </a:lt1>
        <a:dk2>
          <a:srgbClr val="BFA673"/>
        </a:dk2>
        <a:lt2>
          <a:srgbClr val="E6E3AA"/>
        </a:lt2>
        <a:accent1>
          <a:srgbClr val="FFCC00"/>
        </a:accent1>
        <a:accent2>
          <a:srgbClr val="808000"/>
        </a:accent2>
        <a:accent3>
          <a:srgbClr val="DCD0BC"/>
        </a:accent3>
        <a:accent4>
          <a:srgbClr val="DADADA"/>
        </a:accent4>
        <a:accent5>
          <a:srgbClr val="FFE2AA"/>
        </a:accent5>
        <a:accent6>
          <a:srgbClr val="737300"/>
        </a:accent6>
        <a:hlink>
          <a:srgbClr val="784700"/>
        </a:hlink>
        <a:folHlink>
          <a:srgbClr val="9A7200"/>
        </a:folHlink>
      </a:clrScheme>
      <a:clrMap bg1="dk2" tx1="lt1" bg2="dk1" tx2="lt2" accent1="accent1" accent2="accent2" accent3="accent3" accent4="accent4" accent5="accent5" accent6="accent6" hlink="hlink" folHlink="folHlink"/>
    </a:extraClrScheme>
    <a:extraClrScheme>
      <a:clrScheme name="Stream 8">
        <a:dk1>
          <a:srgbClr val="4B2500"/>
        </a:dk1>
        <a:lt1>
          <a:srgbClr val="F9F0D3"/>
        </a:lt1>
        <a:dk2>
          <a:srgbClr val="A69564"/>
        </a:dk2>
        <a:lt2>
          <a:srgbClr val="EFDEAF"/>
        </a:lt2>
        <a:accent1>
          <a:srgbClr val="FFFFE3"/>
        </a:accent1>
        <a:accent2>
          <a:srgbClr val="BFBFA7"/>
        </a:accent2>
        <a:accent3>
          <a:srgbClr val="FBF6E6"/>
        </a:accent3>
        <a:accent4>
          <a:srgbClr val="3F1E00"/>
        </a:accent4>
        <a:accent5>
          <a:srgbClr val="FFFFEF"/>
        </a:accent5>
        <a:accent6>
          <a:srgbClr val="ADAD97"/>
        </a:accent6>
        <a:hlink>
          <a:srgbClr val="7B6D47"/>
        </a:hlink>
        <a:folHlink>
          <a:srgbClr val="A99D2F"/>
        </a:folHlink>
      </a:clrScheme>
      <a:clrMap bg1="lt1" tx1="dk1" bg2="lt2" tx2="dk2" accent1="accent1" accent2="accent2" accent3="accent3" accent4="accent4" accent5="accent5" accent6="accent6" hlink="hlink" folHlink="folHlink"/>
    </a:extraClrScheme>
    <a:extraClrScheme>
      <a:clrScheme name="Stream 9">
        <a:dk1>
          <a:srgbClr val="000000"/>
        </a:dk1>
        <a:lt1>
          <a:srgbClr val="FFFFFF"/>
        </a:lt1>
        <a:dk2>
          <a:srgbClr val="000000"/>
        </a:dk2>
        <a:lt2>
          <a:srgbClr val="808080"/>
        </a:lt2>
        <a:accent1>
          <a:srgbClr val="CCECFF"/>
        </a:accent1>
        <a:accent2>
          <a:srgbClr val="333399"/>
        </a:accent2>
        <a:accent3>
          <a:srgbClr val="FFFFFF"/>
        </a:accent3>
        <a:accent4>
          <a:srgbClr val="000000"/>
        </a:accent4>
        <a:accent5>
          <a:srgbClr val="E2F4FF"/>
        </a:accent5>
        <a:accent6>
          <a:srgbClr val="2D2D8A"/>
        </a:accent6>
        <a:hlink>
          <a:srgbClr val="6600FF"/>
        </a:hlink>
        <a:folHlink>
          <a:srgbClr val="00990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Stream</Template>
  <TotalTime>0</TotalTime>
  <Words>21618</Words>
  <Application>WPS 演示</Application>
  <PresentationFormat>On-screen Show (4:3)</PresentationFormat>
  <Paragraphs>759</Paragraphs>
  <Slides>78</Slides>
  <Notes>14</Notes>
  <HiddenSlides>0</HiddenSlides>
  <MMClips>0</MMClips>
  <ScaleCrop>false</ScaleCrop>
  <HeadingPairs>
    <vt:vector size="8" baseType="variant">
      <vt:variant>
        <vt:lpstr>已用的字体</vt:lpstr>
      </vt:variant>
      <vt:variant>
        <vt:i4>17</vt:i4>
      </vt:variant>
      <vt:variant>
        <vt:lpstr>主题</vt:lpstr>
      </vt:variant>
      <vt:variant>
        <vt:i4>1</vt:i4>
      </vt:variant>
      <vt:variant>
        <vt:lpstr>嵌入 OLE 服务器</vt:lpstr>
      </vt:variant>
      <vt:variant>
        <vt:i4>53</vt:i4>
      </vt:variant>
      <vt:variant>
        <vt:lpstr>幻灯片标题</vt:lpstr>
      </vt:variant>
      <vt:variant>
        <vt:i4>78</vt:i4>
      </vt:variant>
    </vt:vector>
  </HeadingPairs>
  <TitlesOfParts>
    <vt:vector size="149" baseType="lpstr">
      <vt:lpstr>Arial</vt:lpstr>
      <vt:lpstr>宋体</vt:lpstr>
      <vt:lpstr>Wingdings</vt:lpstr>
      <vt:lpstr>Garamond</vt:lpstr>
      <vt:lpstr>MS PGothic</vt:lpstr>
      <vt:lpstr>Calibri</vt:lpstr>
      <vt:lpstr>Arial Unicode MS</vt:lpstr>
      <vt:lpstr>Times</vt:lpstr>
      <vt:lpstr>Times New Roman</vt:lpstr>
      <vt:lpstr>Arial Unicode MS</vt:lpstr>
      <vt:lpstr>微软雅黑</vt:lpstr>
      <vt:lpstr>Symbol</vt:lpstr>
      <vt:lpstr>Bookman Old Style</vt:lpstr>
      <vt:lpstr>Aharoni</vt:lpstr>
      <vt:lpstr>Segoe Print</vt:lpstr>
      <vt:lpstr>Script MT Bold</vt:lpstr>
      <vt:lpstr>Corbel</vt:lpstr>
      <vt:lpstr>Stream</vt:lpstr>
      <vt:lpstr>PhotoshopElements.Image.3</vt:lpstr>
      <vt:lpstr>PhotoshopElements.Image.3</vt:lpstr>
      <vt:lpstr>PhotoshopElements.Image.3</vt:lpstr>
      <vt:lpstr>PhotoshopElements.Image.3</vt:lpstr>
      <vt:lpstr>ChemDraw.Document.6.0</vt:lpstr>
      <vt:lpstr>ChemDraw.Document.6.0</vt:lpstr>
      <vt:lpstr>ChemDraw.Document.6.0</vt:lpstr>
      <vt:lpstr>ChemDraw.Document.6.0</vt:lpstr>
      <vt:lpstr>ChemDraw.Document.6.0</vt:lpstr>
      <vt:lpstr>ChemDraw.Document.6.0</vt:lpstr>
      <vt:lpstr>ChemDraw.Document.6.0</vt:lpstr>
      <vt:lpstr>PhotoshopElements.Image.3</vt:lpstr>
      <vt:lpstr>ChemDraw.Document.6.0</vt:lpstr>
      <vt:lpstr>ChemDraw.Document.6.0</vt:lpstr>
      <vt:lpstr>ChemDraw.Document.6.0</vt:lpstr>
      <vt:lpstr>ChemDraw.Document.6.0</vt:lpstr>
      <vt:lpstr>ChemDraw.Document.6.0</vt:lpstr>
      <vt:lpstr>ChemDraw.Document.6.0</vt:lpstr>
      <vt:lpstr>ChemDraw.Document.6.0</vt:lpstr>
      <vt:lpstr>ChemDraw.Document.6.0</vt:lpstr>
      <vt:lpstr>ChemDraw.Document.6.0</vt:lpstr>
      <vt:lpstr>ChemDraw.Document.6.0</vt:lpstr>
      <vt:lpstr>PhotoshopElements.Image.3</vt:lpstr>
      <vt:lpstr>ChemDraw.Document.6.0</vt:lpstr>
      <vt:lpstr>ChemDraw.Document.6.0</vt:lpstr>
      <vt:lpstr>ChemDraw.Document.6.0</vt:lpstr>
      <vt:lpstr>ChemDraw.Document.6.0</vt:lpstr>
      <vt:lpstr>ChemDraw.Document.6.0</vt:lpstr>
      <vt:lpstr>ChemDraw.Document.6.0</vt:lpstr>
      <vt:lpstr>ChemDraw.Document.6.0</vt:lpstr>
      <vt:lpstr>ChemDraw.Document.6.0</vt:lpstr>
      <vt:lpstr>ChemDraw.Document.6.0</vt:lpstr>
      <vt:lpstr>ChemDraw.Document.6.0</vt:lpstr>
      <vt:lpstr>PhotoshopElements.Image.3</vt:lpstr>
      <vt:lpstr>ChemDraw.Document.6.0</vt:lpstr>
      <vt:lpstr>ChemDraw.Document.6.0</vt:lpstr>
      <vt:lpstr>ChemDraw.Document.6.0</vt:lpstr>
      <vt:lpstr>ChemDraw.Document.6.0</vt:lpstr>
      <vt:lpstr>ChemDraw.Document.6.0</vt:lpstr>
      <vt:lpstr>ChemDraw.Document.6.0</vt:lpstr>
      <vt:lpstr>ChemDraw.Document.6.0</vt:lpstr>
      <vt:lpstr>ChemDraw.Document.6.0</vt:lpstr>
      <vt:lpstr>ChemDraw.Document.6.0</vt:lpstr>
      <vt:lpstr>ChemDraw.Document.6.0</vt:lpstr>
      <vt:lpstr>PhotoshopElements.Image.3</vt:lpstr>
      <vt:lpstr>ChemDraw.Document.6.0</vt:lpstr>
      <vt:lpstr>ChemDraw.Document.6.0</vt:lpstr>
      <vt:lpstr>ChemDraw.Document.6.0</vt:lpstr>
      <vt:lpstr>ChemDraw.Document.6.0</vt:lpstr>
      <vt:lpstr>PhotoshopElements.Image.3</vt:lpstr>
      <vt:lpstr>PhotoshopElements.Image.3</vt:lpstr>
      <vt:lpstr>PhotoshopElements.Image.3</vt:lpstr>
      <vt:lpstr>PhotoshopElements.Image.3</vt:lpstr>
      <vt:lpstr>QXU4004 Engineering Chemistry</vt:lpstr>
      <vt:lpstr>Suggested Reading List:</vt:lpstr>
      <vt:lpstr>Rotation 1 Notes 3 </vt:lpstr>
      <vt:lpstr>Molecular Orbitals</vt:lpstr>
      <vt:lpstr>Molecular Orbitals</vt:lpstr>
      <vt:lpstr>Molecular Orbitals</vt:lpstr>
      <vt:lpstr>Molecular Orbitals</vt:lpstr>
      <vt:lpstr>Need for MO Theory</vt:lpstr>
      <vt:lpstr>Need for MO Theory</vt:lpstr>
      <vt:lpstr>Need for MO Theory</vt:lpstr>
      <vt:lpstr>Molecular Orbital Theory</vt:lpstr>
      <vt:lpstr>Forming a Covalent Bond </vt:lpstr>
      <vt:lpstr>Atomic and Molecular Orbitals (cont’d) </vt:lpstr>
      <vt:lpstr>Energy Diagram of Sigma Bond Formation by Orbital Overlap</vt:lpstr>
      <vt:lpstr>Atomic and Molecular Orbitals</vt:lpstr>
      <vt:lpstr>Molecular Orbital Theory</vt:lpstr>
      <vt:lpstr>Molecular Orbital Theory</vt:lpstr>
      <vt:lpstr>Molecular Orbital Theory</vt:lpstr>
      <vt:lpstr>Molecular Orbital Theory</vt:lpstr>
      <vt:lpstr>Molecular Orbital Theory</vt:lpstr>
      <vt:lpstr>Molecular Orbital Theory</vt:lpstr>
      <vt:lpstr>Molecular Orbital Theory</vt:lpstr>
      <vt:lpstr>Rules for Combining Atomic Orbitals</vt:lpstr>
      <vt:lpstr>Examples of Sigma Bond Formation</vt:lpstr>
      <vt:lpstr>H2</vt:lpstr>
      <vt:lpstr>H2</vt:lpstr>
      <vt:lpstr>Period 2 Diatomic Molecules</vt:lpstr>
      <vt:lpstr>MOs using p orbitals</vt:lpstr>
      <vt:lpstr>MOs using p orbitals</vt:lpstr>
      <vt:lpstr>PowerPoint 演示文稿</vt:lpstr>
      <vt:lpstr>π Molecular Orbitals</vt:lpstr>
      <vt:lpstr>π Molecular Orbitals</vt:lpstr>
      <vt:lpstr>π Molecular Orbitals</vt:lpstr>
      <vt:lpstr>Molecular Orbital Diagrams</vt:lpstr>
      <vt:lpstr>Molecular Orbital Diagrams</vt:lpstr>
      <vt:lpstr>PowerPoint 演示文稿</vt:lpstr>
      <vt:lpstr>PowerPoint 演示文稿</vt:lpstr>
      <vt:lpstr>PowerPoint 演示文稿</vt:lpstr>
      <vt:lpstr>Molecular Orbital Diagram</vt:lpstr>
      <vt:lpstr>MO diagram for B through N</vt:lpstr>
      <vt:lpstr>MO diagram for Li through N</vt:lpstr>
      <vt:lpstr>MO diagram for Li through N</vt:lpstr>
      <vt:lpstr>MO diagram for Li through N</vt:lpstr>
      <vt:lpstr>Molecular Orbital Diagrams</vt:lpstr>
      <vt:lpstr>Molecular Orbital Diagrams</vt:lpstr>
      <vt:lpstr>Bond Order</vt:lpstr>
      <vt:lpstr>MO Diagram for O2</vt:lpstr>
      <vt:lpstr>MO Diagram for O2</vt:lpstr>
      <vt:lpstr>MO diagram for B through N</vt:lpstr>
      <vt:lpstr>MO diagram for N2</vt:lpstr>
      <vt:lpstr>PowerPoint 演示文稿</vt:lpstr>
      <vt:lpstr>PowerPoint 演示文稿</vt:lpstr>
      <vt:lpstr>PowerPoint 演示文稿</vt:lpstr>
      <vt:lpstr>PowerPoint 演示文稿</vt:lpstr>
      <vt:lpstr>Heteronuclear Diatomic  Molecules</vt:lpstr>
      <vt:lpstr>Rules for Combining Atomic Orbitals</vt:lpstr>
      <vt:lpstr>HF</vt:lpstr>
      <vt:lpstr>Bonding in carbon compounds</vt:lpstr>
      <vt:lpstr>sp3 Hybridisation</vt:lpstr>
      <vt:lpstr>sp3 Hybrids and s bonds</vt:lpstr>
      <vt:lpstr>Csp3-H s bonds</vt:lpstr>
      <vt:lpstr>Csp3-Csp3 s bonds</vt:lpstr>
      <vt:lpstr>Csp3-Csp3 s bonds</vt:lpstr>
      <vt:lpstr>sp2 Hybridisation</vt:lpstr>
      <vt:lpstr>Csp2-H and -C s bonds</vt:lpstr>
      <vt:lpstr>Csp2-Csp2 p bonds</vt:lpstr>
      <vt:lpstr>sp Hybridisation</vt:lpstr>
      <vt:lpstr>Csp2-Csp2 p bonds</vt:lpstr>
      <vt:lpstr>sp3 Hybridisation at N</vt:lpstr>
      <vt:lpstr>sp3 Hybridisation at O</vt:lpstr>
      <vt:lpstr>sp3 Hybridisation at O (N,F)</vt:lpstr>
      <vt:lpstr>sp2 Hybridisation at O</vt:lpstr>
      <vt:lpstr>sp2 Hybridisation at O</vt:lpstr>
      <vt:lpstr>sp2 sp Hybridisation at N</vt:lpstr>
      <vt:lpstr>Empty orbitals</vt:lpstr>
      <vt:lpstr>Summary of orbitals and bonding</vt:lpstr>
      <vt:lpstr>Interaction of filled and empty orbitals</vt:lpstr>
      <vt:lpstr>Ammonia-boron trihydride</vt:lpstr>
    </vt:vector>
  </TitlesOfParts>
  <Company>UMass- Lowell</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Molecular Orbitals</dc:title>
  <dc:creator>Nancy De Luca</dc:creator>
  <cp:lastModifiedBy>司江南</cp:lastModifiedBy>
  <cp:revision>75</cp:revision>
  <cp:lastPrinted>2009-04-22T19:24:00Z</cp:lastPrinted>
  <dcterms:created xsi:type="dcterms:W3CDTF">2010-08-22T20:08:00Z</dcterms:created>
  <dcterms:modified xsi:type="dcterms:W3CDTF">2023-05-04T07:22:44Z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Version">
    <vt:i4>4</vt:i4>
  </property>
  <property fmtid="{D5CDD505-2E9C-101B-9397-08002B2CF9AE}" pid="3" name="ICV">
    <vt:lpwstr>F37D3E286FE04837874AB7DB15364AA9</vt:lpwstr>
  </property>
  <property fmtid="{D5CDD505-2E9C-101B-9397-08002B2CF9AE}" pid="4" name="KSOProductBuildVer">
    <vt:lpwstr>2052-11.1.0.12598</vt:lpwstr>
  </property>
</Properties>
</file>