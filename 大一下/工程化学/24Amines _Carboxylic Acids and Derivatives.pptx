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12192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4" d="100"/>
          <a:sy n="44" d="100"/>
        </p:scale>
        <p:origin x="60" y="77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06061" y="54305"/>
            <a:ext cx="3579876" cy="4832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133600" y="4114800"/>
            <a:ext cx="7924800" cy="1446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5/22/2023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5/22/2023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5/22/2023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306061" y="54305"/>
            <a:ext cx="3579876" cy="4832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5/22/2023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025885" y="6431812"/>
            <a:ext cx="274954" cy="2247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s.vukusic@qmul.ac.uk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26" Type="http://schemas.openxmlformats.org/officeDocument/2006/relationships/image" Target="../media/image52.png"/><Relationship Id="rId21" Type="http://schemas.openxmlformats.org/officeDocument/2006/relationships/image" Target="../media/image47.png"/><Relationship Id="rId34" Type="http://schemas.openxmlformats.org/officeDocument/2006/relationships/image" Target="../media/image60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5" Type="http://schemas.openxmlformats.org/officeDocument/2006/relationships/image" Target="../media/image51.png"/><Relationship Id="rId33" Type="http://schemas.openxmlformats.org/officeDocument/2006/relationships/image" Target="../media/image59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20" Type="http://schemas.openxmlformats.org/officeDocument/2006/relationships/image" Target="../media/image46.png"/><Relationship Id="rId29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24" Type="http://schemas.openxmlformats.org/officeDocument/2006/relationships/image" Target="../media/image50.png"/><Relationship Id="rId32" Type="http://schemas.openxmlformats.org/officeDocument/2006/relationships/image" Target="../media/image58.png"/><Relationship Id="rId37" Type="http://schemas.openxmlformats.org/officeDocument/2006/relationships/image" Target="../media/image63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23" Type="http://schemas.openxmlformats.org/officeDocument/2006/relationships/image" Target="../media/image49.png"/><Relationship Id="rId28" Type="http://schemas.openxmlformats.org/officeDocument/2006/relationships/image" Target="../media/image54.png"/><Relationship Id="rId36" Type="http://schemas.openxmlformats.org/officeDocument/2006/relationships/image" Target="../media/image62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31" Type="http://schemas.openxmlformats.org/officeDocument/2006/relationships/image" Target="../media/image57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Relationship Id="rId22" Type="http://schemas.openxmlformats.org/officeDocument/2006/relationships/image" Target="../media/image48.png"/><Relationship Id="rId27" Type="http://schemas.openxmlformats.org/officeDocument/2006/relationships/image" Target="../media/image53.png"/><Relationship Id="rId30" Type="http://schemas.openxmlformats.org/officeDocument/2006/relationships/image" Target="../media/image56.png"/><Relationship Id="rId35" Type="http://schemas.openxmlformats.org/officeDocument/2006/relationships/image" Target="../media/image61.png"/><Relationship Id="rId8" Type="http://schemas.openxmlformats.org/officeDocument/2006/relationships/image" Target="../media/image34.png"/><Relationship Id="rId3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8.png"/><Relationship Id="rId21" Type="http://schemas.openxmlformats.org/officeDocument/2006/relationships/image" Target="../media/image83.png"/><Relationship Id="rId42" Type="http://schemas.openxmlformats.org/officeDocument/2006/relationships/image" Target="../media/image104.png"/><Relationship Id="rId47" Type="http://schemas.openxmlformats.org/officeDocument/2006/relationships/image" Target="../media/image109.png"/><Relationship Id="rId63" Type="http://schemas.openxmlformats.org/officeDocument/2006/relationships/image" Target="../media/image125.png"/><Relationship Id="rId68" Type="http://schemas.openxmlformats.org/officeDocument/2006/relationships/image" Target="../media/image130.png"/><Relationship Id="rId2" Type="http://schemas.openxmlformats.org/officeDocument/2006/relationships/image" Target="../media/image64.png"/><Relationship Id="rId16" Type="http://schemas.openxmlformats.org/officeDocument/2006/relationships/image" Target="../media/image78.png"/><Relationship Id="rId29" Type="http://schemas.openxmlformats.org/officeDocument/2006/relationships/image" Target="../media/image91.png"/><Relationship Id="rId11" Type="http://schemas.openxmlformats.org/officeDocument/2006/relationships/image" Target="../media/image73.png"/><Relationship Id="rId24" Type="http://schemas.openxmlformats.org/officeDocument/2006/relationships/image" Target="../media/image86.png"/><Relationship Id="rId32" Type="http://schemas.openxmlformats.org/officeDocument/2006/relationships/image" Target="../media/image94.png"/><Relationship Id="rId37" Type="http://schemas.openxmlformats.org/officeDocument/2006/relationships/image" Target="../media/image99.png"/><Relationship Id="rId40" Type="http://schemas.openxmlformats.org/officeDocument/2006/relationships/image" Target="../media/image102.png"/><Relationship Id="rId45" Type="http://schemas.openxmlformats.org/officeDocument/2006/relationships/image" Target="../media/image107.png"/><Relationship Id="rId53" Type="http://schemas.openxmlformats.org/officeDocument/2006/relationships/image" Target="../media/image115.png"/><Relationship Id="rId58" Type="http://schemas.openxmlformats.org/officeDocument/2006/relationships/image" Target="../media/image120.png"/><Relationship Id="rId66" Type="http://schemas.openxmlformats.org/officeDocument/2006/relationships/image" Target="../media/image128.png"/><Relationship Id="rId74" Type="http://schemas.openxmlformats.org/officeDocument/2006/relationships/image" Target="../media/image136.png"/><Relationship Id="rId5" Type="http://schemas.openxmlformats.org/officeDocument/2006/relationships/image" Target="../media/image67.png"/><Relationship Id="rId61" Type="http://schemas.openxmlformats.org/officeDocument/2006/relationships/image" Target="../media/image123.png"/><Relationship Id="rId19" Type="http://schemas.openxmlformats.org/officeDocument/2006/relationships/image" Target="../media/image81.png"/><Relationship Id="rId14" Type="http://schemas.openxmlformats.org/officeDocument/2006/relationships/image" Target="../media/image76.png"/><Relationship Id="rId22" Type="http://schemas.openxmlformats.org/officeDocument/2006/relationships/image" Target="../media/image84.png"/><Relationship Id="rId27" Type="http://schemas.openxmlformats.org/officeDocument/2006/relationships/image" Target="../media/image89.png"/><Relationship Id="rId30" Type="http://schemas.openxmlformats.org/officeDocument/2006/relationships/image" Target="../media/image92.png"/><Relationship Id="rId35" Type="http://schemas.openxmlformats.org/officeDocument/2006/relationships/image" Target="../media/image97.png"/><Relationship Id="rId43" Type="http://schemas.openxmlformats.org/officeDocument/2006/relationships/image" Target="../media/image105.png"/><Relationship Id="rId48" Type="http://schemas.openxmlformats.org/officeDocument/2006/relationships/image" Target="../media/image110.png"/><Relationship Id="rId56" Type="http://schemas.openxmlformats.org/officeDocument/2006/relationships/image" Target="../media/image118.png"/><Relationship Id="rId64" Type="http://schemas.openxmlformats.org/officeDocument/2006/relationships/image" Target="../media/image126.png"/><Relationship Id="rId69" Type="http://schemas.openxmlformats.org/officeDocument/2006/relationships/image" Target="../media/image131.png"/><Relationship Id="rId8" Type="http://schemas.openxmlformats.org/officeDocument/2006/relationships/image" Target="../media/image70.png"/><Relationship Id="rId51" Type="http://schemas.openxmlformats.org/officeDocument/2006/relationships/image" Target="../media/image113.png"/><Relationship Id="rId72" Type="http://schemas.openxmlformats.org/officeDocument/2006/relationships/image" Target="../media/image134.png"/><Relationship Id="rId3" Type="http://schemas.openxmlformats.org/officeDocument/2006/relationships/image" Target="../media/image65.png"/><Relationship Id="rId12" Type="http://schemas.openxmlformats.org/officeDocument/2006/relationships/image" Target="../media/image74.png"/><Relationship Id="rId17" Type="http://schemas.openxmlformats.org/officeDocument/2006/relationships/image" Target="../media/image79.png"/><Relationship Id="rId25" Type="http://schemas.openxmlformats.org/officeDocument/2006/relationships/image" Target="../media/image87.png"/><Relationship Id="rId33" Type="http://schemas.openxmlformats.org/officeDocument/2006/relationships/image" Target="../media/image95.png"/><Relationship Id="rId38" Type="http://schemas.openxmlformats.org/officeDocument/2006/relationships/image" Target="../media/image100.png"/><Relationship Id="rId46" Type="http://schemas.openxmlformats.org/officeDocument/2006/relationships/image" Target="../media/image108.png"/><Relationship Id="rId59" Type="http://schemas.openxmlformats.org/officeDocument/2006/relationships/image" Target="../media/image121.png"/><Relationship Id="rId67" Type="http://schemas.openxmlformats.org/officeDocument/2006/relationships/image" Target="../media/image129.png"/><Relationship Id="rId20" Type="http://schemas.openxmlformats.org/officeDocument/2006/relationships/image" Target="../media/image82.png"/><Relationship Id="rId41" Type="http://schemas.openxmlformats.org/officeDocument/2006/relationships/image" Target="../media/image103.png"/><Relationship Id="rId54" Type="http://schemas.openxmlformats.org/officeDocument/2006/relationships/image" Target="../media/image116.png"/><Relationship Id="rId62" Type="http://schemas.openxmlformats.org/officeDocument/2006/relationships/image" Target="../media/image124.png"/><Relationship Id="rId70" Type="http://schemas.openxmlformats.org/officeDocument/2006/relationships/image" Target="../media/image132.png"/><Relationship Id="rId75" Type="http://schemas.openxmlformats.org/officeDocument/2006/relationships/image" Target="../media/image1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5" Type="http://schemas.openxmlformats.org/officeDocument/2006/relationships/image" Target="../media/image77.png"/><Relationship Id="rId23" Type="http://schemas.openxmlformats.org/officeDocument/2006/relationships/image" Target="../media/image85.png"/><Relationship Id="rId28" Type="http://schemas.openxmlformats.org/officeDocument/2006/relationships/image" Target="../media/image90.png"/><Relationship Id="rId36" Type="http://schemas.openxmlformats.org/officeDocument/2006/relationships/image" Target="../media/image98.png"/><Relationship Id="rId49" Type="http://schemas.openxmlformats.org/officeDocument/2006/relationships/image" Target="../media/image111.png"/><Relationship Id="rId57" Type="http://schemas.openxmlformats.org/officeDocument/2006/relationships/image" Target="../media/image119.png"/><Relationship Id="rId10" Type="http://schemas.openxmlformats.org/officeDocument/2006/relationships/image" Target="../media/image72.png"/><Relationship Id="rId31" Type="http://schemas.openxmlformats.org/officeDocument/2006/relationships/image" Target="../media/image93.png"/><Relationship Id="rId44" Type="http://schemas.openxmlformats.org/officeDocument/2006/relationships/image" Target="../media/image106.png"/><Relationship Id="rId52" Type="http://schemas.openxmlformats.org/officeDocument/2006/relationships/image" Target="../media/image114.png"/><Relationship Id="rId60" Type="http://schemas.openxmlformats.org/officeDocument/2006/relationships/image" Target="../media/image122.png"/><Relationship Id="rId65" Type="http://schemas.openxmlformats.org/officeDocument/2006/relationships/image" Target="../media/image127.png"/><Relationship Id="rId73" Type="http://schemas.openxmlformats.org/officeDocument/2006/relationships/image" Target="../media/image135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Relationship Id="rId13" Type="http://schemas.openxmlformats.org/officeDocument/2006/relationships/image" Target="../media/image75.png"/><Relationship Id="rId18" Type="http://schemas.openxmlformats.org/officeDocument/2006/relationships/image" Target="../media/image80.png"/><Relationship Id="rId39" Type="http://schemas.openxmlformats.org/officeDocument/2006/relationships/image" Target="../media/image101.png"/><Relationship Id="rId34" Type="http://schemas.openxmlformats.org/officeDocument/2006/relationships/image" Target="../media/image96.png"/><Relationship Id="rId50" Type="http://schemas.openxmlformats.org/officeDocument/2006/relationships/image" Target="../media/image112.png"/><Relationship Id="rId55" Type="http://schemas.openxmlformats.org/officeDocument/2006/relationships/image" Target="../media/image117.png"/><Relationship Id="rId76" Type="http://schemas.openxmlformats.org/officeDocument/2006/relationships/image" Target="../media/image138.png"/><Relationship Id="rId7" Type="http://schemas.openxmlformats.org/officeDocument/2006/relationships/image" Target="../media/image69.png"/><Relationship Id="rId71" Type="http://schemas.openxmlformats.org/officeDocument/2006/relationships/image" Target="../media/image13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64.png"/><Relationship Id="rId21" Type="http://schemas.openxmlformats.org/officeDocument/2006/relationships/image" Target="../media/image159.png"/><Relationship Id="rId42" Type="http://schemas.openxmlformats.org/officeDocument/2006/relationships/image" Target="../media/image180.png"/><Relationship Id="rId47" Type="http://schemas.openxmlformats.org/officeDocument/2006/relationships/image" Target="../media/image185.png"/><Relationship Id="rId63" Type="http://schemas.openxmlformats.org/officeDocument/2006/relationships/image" Target="../media/image201.png"/><Relationship Id="rId68" Type="http://schemas.openxmlformats.org/officeDocument/2006/relationships/image" Target="../media/image206.png"/><Relationship Id="rId16" Type="http://schemas.openxmlformats.org/officeDocument/2006/relationships/image" Target="../media/image154.png"/><Relationship Id="rId11" Type="http://schemas.openxmlformats.org/officeDocument/2006/relationships/image" Target="../media/image149.png"/><Relationship Id="rId32" Type="http://schemas.openxmlformats.org/officeDocument/2006/relationships/image" Target="../media/image170.png"/><Relationship Id="rId37" Type="http://schemas.openxmlformats.org/officeDocument/2006/relationships/image" Target="../media/image175.png"/><Relationship Id="rId53" Type="http://schemas.openxmlformats.org/officeDocument/2006/relationships/image" Target="../media/image191.png"/><Relationship Id="rId58" Type="http://schemas.openxmlformats.org/officeDocument/2006/relationships/image" Target="../media/image196.png"/><Relationship Id="rId74" Type="http://schemas.openxmlformats.org/officeDocument/2006/relationships/image" Target="../media/image212.png"/><Relationship Id="rId79" Type="http://schemas.openxmlformats.org/officeDocument/2006/relationships/image" Target="../media/image217.png"/><Relationship Id="rId5" Type="http://schemas.openxmlformats.org/officeDocument/2006/relationships/image" Target="../media/image143.png"/><Relationship Id="rId61" Type="http://schemas.openxmlformats.org/officeDocument/2006/relationships/image" Target="../media/image199.png"/><Relationship Id="rId82" Type="http://schemas.openxmlformats.org/officeDocument/2006/relationships/image" Target="../media/image220.png"/><Relationship Id="rId19" Type="http://schemas.openxmlformats.org/officeDocument/2006/relationships/image" Target="../media/image157.png"/><Relationship Id="rId14" Type="http://schemas.openxmlformats.org/officeDocument/2006/relationships/image" Target="../media/image152.png"/><Relationship Id="rId22" Type="http://schemas.openxmlformats.org/officeDocument/2006/relationships/image" Target="../media/image160.png"/><Relationship Id="rId27" Type="http://schemas.openxmlformats.org/officeDocument/2006/relationships/image" Target="../media/image165.png"/><Relationship Id="rId30" Type="http://schemas.openxmlformats.org/officeDocument/2006/relationships/image" Target="../media/image168.png"/><Relationship Id="rId35" Type="http://schemas.openxmlformats.org/officeDocument/2006/relationships/image" Target="../media/image173.png"/><Relationship Id="rId43" Type="http://schemas.openxmlformats.org/officeDocument/2006/relationships/image" Target="../media/image181.png"/><Relationship Id="rId48" Type="http://schemas.openxmlformats.org/officeDocument/2006/relationships/image" Target="../media/image186.png"/><Relationship Id="rId56" Type="http://schemas.openxmlformats.org/officeDocument/2006/relationships/image" Target="../media/image194.png"/><Relationship Id="rId64" Type="http://schemas.openxmlformats.org/officeDocument/2006/relationships/image" Target="../media/image202.png"/><Relationship Id="rId69" Type="http://schemas.openxmlformats.org/officeDocument/2006/relationships/image" Target="../media/image207.png"/><Relationship Id="rId77" Type="http://schemas.openxmlformats.org/officeDocument/2006/relationships/image" Target="../media/image215.png"/><Relationship Id="rId8" Type="http://schemas.openxmlformats.org/officeDocument/2006/relationships/image" Target="../media/image146.png"/><Relationship Id="rId51" Type="http://schemas.openxmlformats.org/officeDocument/2006/relationships/image" Target="../media/image189.png"/><Relationship Id="rId72" Type="http://schemas.openxmlformats.org/officeDocument/2006/relationships/image" Target="../media/image210.png"/><Relationship Id="rId80" Type="http://schemas.openxmlformats.org/officeDocument/2006/relationships/image" Target="../media/image218.png"/><Relationship Id="rId3" Type="http://schemas.openxmlformats.org/officeDocument/2006/relationships/image" Target="../media/image141.png"/><Relationship Id="rId12" Type="http://schemas.openxmlformats.org/officeDocument/2006/relationships/image" Target="../media/image150.png"/><Relationship Id="rId17" Type="http://schemas.openxmlformats.org/officeDocument/2006/relationships/image" Target="../media/image155.png"/><Relationship Id="rId25" Type="http://schemas.openxmlformats.org/officeDocument/2006/relationships/image" Target="../media/image163.png"/><Relationship Id="rId33" Type="http://schemas.openxmlformats.org/officeDocument/2006/relationships/image" Target="../media/image171.png"/><Relationship Id="rId38" Type="http://schemas.openxmlformats.org/officeDocument/2006/relationships/image" Target="../media/image176.png"/><Relationship Id="rId46" Type="http://schemas.openxmlformats.org/officeDocument/2006/relationships/image" Target="../media/image184.png"/><Relationship Id="rId59" Type="http://schemas.openxmlformats.org/officeDocument/2006/relationships/image" Target="../media/image197.png"/><Relationship Id="rId67" Type="http://schemas.openxmlformats.org/officeDocument/2006/relationships/image" Target="../media/image205.png"/><Relationship Id="rId20" Type="http://schemas.openxmlformats.org/officeDocument/2006/relationships/image" Target="../media/image158.png"/><Relationship Id="rId41" Type="http://schemas.openxmlformats.org/officeDocument/2006/relationships/image" Target="../media/image179.png"/><Relationship Id="rId54" Type="http://schemas.openxmlformats.org/officeDocument/2006/relationships/image" Target="../media/image192.png"/><Relationship Id="rId62" Type="http://schemas.openxmlformats.org/officeDocument/2006/relationships/image" Target="../media/image200.png"/><Relationship Id="rId70" Type="http://schemas.openxmlformats.org/officeDocument/2006/relationships/image" Target="../media/image208.png"/><Relationship Id="rId75" Type="http://schemas.openxmlformats.org/officeDocument/2006/relationships/image" Target="../media/image213.png"/><Relationship Id="rId83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.png"/><Relationship Id="rId15" Type="http://schemas.openxmlformats.org/officeDocument/2006/relationships/image" Target="../media/image153.png"/><Relationship Id="rId23" Type="http://schemas.openxmlformats.org/officeDocument/2006/relationships/image" Target="../media/image161.png"/><Relationship Id="rId28" Type="http://schemas.openxmlformats.org/officeDocument/2006/relationships/image" Target="../media/image166.png"/><Relationship Id="rId36" Type="http://schemas.openxmlformats.org/officeDocument/2006/relationships/image" Target="../media/image174.png"/><Relationship Id="rId49" Type="http://schemas.openxmlformats.org/officeDocument/2006/relationships/image" Target="../media/image187.png"/><Relationship Id="rId57" Type="http://schemas.openxmlformats.org/officeDocument/2006/relationships/image" Target="../media/image195.png"/><Relationship Id="rId10" Type="http://schemas.openxmlformats.org/officeDocument/2006/relationships/image" Target="../media/image148.png"/><Relationship Id="rId31" Type="http://schemas.openxmlformats.org/officeDocument/2006/relationships/image" Target="../media/image169.png"/><Relationship Id="rId44" Type="http://schemas.openxmlformats.org/officeDocument/2006/relationships/image" Target="../media/image182.png"/><Relationship Id="rId52" Type="http://schemas.openxmlformats.org/officeDocument/2006/relationships/image" Target="../media/image190.png"/><Relationship Id="rId60" Type="http://schemas.openxmlformats.org/officeDocument/2006/relationships/image" Target="../media/image198.png"/><Relationship Id="rId65" Type="http://schemas.openxmlformats.org/officeDocument/2006/relationships/image" Target="../media/image203.png"/><Relationship Id="rId73" Type="http://schemas.openxmlformats.org/officeDocument/2006/relationships/image" Target="../media/image211.png"/><Relationship Id="rId78" Type="http://schemas.openxmlformats.org/officeDocument/2006/relationships/image" Target="../media/image216.png"/><Relationship Id="rId81" Type="http://schemas.openxmlformats.org/officeDocument/2006/relationships/image" Target="../media/image219.png"/><Relationship Id="rId4" Type="http://schemas.openxmlformats.org/officeDocument/2006/relationships/image" Target="../media/image142.png"/><Relationship Id="rId9" Type="http://schemas.openxmlformats.org/officeDocument/2006/relationships/image" Target="../media/image147.png"/><Relationship Id="rId13" Type="http://schemas.openxmlformats.org/officeDocument/2006/relationships/image" Target="../media/image151.png"/><Relationship Id="rId18" Type="http://schemas.openxmlformats.org/officeDocument/2006/relationships/image" Target="../media/image156.png"/><Relationship Id="rId39" Type="http://schemas.openxmlformats.org/officeDocument/2006/relationships/image" Target="../media/image177.png"/><Relationship Id="rId34" Type="http://schemas.openxmlformats.org/officeDocument/2006/relationships/image" Target="../media/image172.png"/><Relationship Id="rId50" Type="http://schemas.openxmlformats.org/officeDocument/2006/relationships/image" Target="../media/image188.png"/><Relationship Id="rId55" Type="http://schemas.openxmlformats.org/officeDocument/2006/relationships/image" Target="../media/image193.png"/><Relationship Id="rId76" Type="http://schemas.openxmlformats.org/officeDocument/2006/relationships/image" Target="../media/image214.png"/><Relationship Id="rId7" Type="http://schemas.openxmlformats.org/officeDocument/2006/relationships/image" Target="../media/image145.png"/><Relationship Id="rId71" Type="http://schemas.openxmlformats.org/officeDocument/2006/relationships/image" Target="../media/image209.png"/><Relationship Id="rId2" Type="http://schemas.openxmlformats.org/officeDocument/2006/relationships/image" Target="../media/image140.png"/><Relationship Id="rId29" Type="http://schemas.openxmlformats.org/officeDocument/2006/relationships/image" Target="../media/image167.png"/><Relationship Id="rId24" Type="http://schemas.openxmlformats.org/officeDocument/2006/relationships/image" Target="../media/image162.png"/><Relationship Id="rId40" Type="http://schemas.openxmlformats.org/officeDocument/2006/relationships/image" Target="../media/image178.png"/><Relationship Id="rId45" Type="http://schemas.openxmlformats.org/officeDocument/2006/relationships/image" Target="../media/image183.png"/><Relationship Id="rId66" Type="http://schemas.openxmlformats.org/officeDocument/2006/relationships/image" Target="../media/image20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2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3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3.png"/><Relationship Id="rId13" Type="http://schemas.openxmlformats.org/officeDocument/2006/relationships/image" Target="../media/image238.png"/><Relationship Id="rId18" Type="http://schemas.openxmlformats.org/officeDocument/2006/relationships/image" Target="../media/image243.png"/><Relationship Id="rId3" Type="http://schemas.openxmlformats.org/officeDocument/2006/relationships/image" Target="../media/image228.png"/><Relationship Id="rId21" Type="http://schemas.openxmlformats.org/officeDocument/2006/relationships/image" Target="../media/image246.png"/><Relationship Id="rId7" Type="http://schemas.openxmlformats.org/officeDocument/2006/relationships/image" Target="../media/image232.png"/><Relationship Id="rId12" Type="http://schemas.openxmlformats.org/officeDocument/2006/relationships/image" Target="../media/image237.png"/><Relationship Id="rId17" Type="http://schemas.openxmlformats.org/officeDocument/2006/relationships/image" Target="../media/image242.png"/><Relationship Id="rId2" Type="http://schemas.openxmlformats.org/officeDocument/2006/relationships/image" Target="../media/image227.png"/><Relationship Id="rId16" Type="http://schemas.openxmlformats.org/officeDocument/2006/relationships/image" Target="../media/image241.png"/><Relationship Id="rId20" Type="http://schemas.openxmlformats.org/officeDocument/2006/relationships/image" Target="../media/image2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1.png"/><Relationship Id="rId11" Type="http://schemas.openxmlformats.org/officeDocument/2006/relationships/image" Target="../media/image236.png"/><Relationship Id="rId5" Type="http://schemas.openxmlformats.org/officeDocument/2006/relationships/image" Target="../media/image230.png"/><Relationship Id="rId15" Type="http://schemas.openxmlformats.org/officeDocument/2006/relationships/image" Target="../media/image240.png"/><Relationship Id="rId10" Type="http://schemas.openxmlformats.org/officeDocument/2006/relationships/image" Target="../media/image235.png"/><Relationship Id="rId19" Type="http://schemas.openxmlformats.org/officeDocument/2006/relationships/image" Target="../media/image244.png"/><Relationship Id="rId4" Type="http://schemas.openxmlformats.org/officeDocument/2006/relationships/image" Target="../media/image229.png"/><Relationship Id="rId9" Type="http://schemas.openxmlformats.org/officeDocument/2006/relationships/image" Target="../media/image234.png"/><Relationship Id="rId14" Type="http://schemas.openxmlformats.org/officeDocument/2006/relationships/image" Target="../media/image239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8.png"/><Relationship Id="rId18" Type="http://schemas.openxmlformats.org/officeDocument/2006/relationships/image" Target="../media/image263.png"/><Relationship Id="rId26" Type="http://schemas.openxmlformats.org/officeDocument/2006/relationships/image" Target="../media/image271.png"/><Relationship Id="rId39" Type="http://schemas.openxmlformats.org/officeDocument/2006/relationships/image" Target="../media/image284.png"/><Relationship Id="rId21" Type="http://schemas.openxmlformats.org/officeDocument/2006/relationships/image" Target="../media/image266.png"/><Relationship Id="rId34" Type="http://schemas.openxmlformats.org/officeDocument/2006/relationships/image" Target="../media/image279.png"/><Relationship Id="rId42" Type="http://schemas.openxmlformats.org/officeDocument/2006/relationships/image" Target="../media/image287.png"/><Relationship Id="rId47" Type="http://schemas.openxmlformats.org/officeDocument/2006/relationships/image" Target="../media/image292.png"/><Relationship Id="rId50" Type="http://schemas.openxmlformats.org/officeDocument/2006/relationships/image" Target="../media/image295.png"/><Relationship Id="rId55" Type="http://schemas.openxmlformats.org/officeDocument/2006/relationships/image" Target="../media/image300.png"/><Relationship Id="rId7" Type="http://schemas.openxmlformats.org/officeDocument/2006/relationships/image" Target="../media/image252.png"/><Relationship Id="rId2" Type="http://schemas.openxmlformats.org/officeDocument/2006/relationships/image" Target="../media/image247.png"/><Relationship Id="rId16" Type="http://schemas.openxmlformats.org/officeDocument/2006/relationships/image" Target="../media/image261.png"/><Relationship Id="rId29" Type="http://schemas.openxmlformats.org/officeDocument/2006/relationships/image" Target="../media/image274.png"/><Relationship Id="rId11" Type="http://schemas.openxmlformats.org/officeDocument/2006/relationships/image" Target="../media/image256.png"/><Relationship Id="rId24" Type="http://schemas.openxmlformats.org/officeDocument/2006/relationships/image" Target="../media/image269.png"/><Relationship Id="rId32" Type="http://schemas.openxmlformats.org/officeDocument/2006/relationships/image" Target="../media/image277.png"/><Relationship Id="rId37" Type="http://schemas.openxmlformats.org/officeDocument/2006/relationships/image" Target="../media/image282.png"/><Relationship Id="rId40" Type="http://schemas.openxmlformats.org/officeDocument/2006/relationships/image" Target="../media/image285.png"/><Relationship Id="rId45" Type="http://schemas.openxmlformats.org/officeDocument/2006/relationships/image" Target="../media/image290.png"/><Relationship Id="rId53" Type="http://schemas.openxmlformats.org/officeDocument/2006/relationships/image" Target="../media/image298.png"/><Relationship Id="rId58" Type="http://schemas.openxmlformats.org/officeDocument/2006/relationships/image" Target="../media/image303.png"/><Relationship Id="rId5" Type="http://schemas.openxmlformats.org/officeDocument/2006/relationships/image" Target="../media/image250.png"/><Relationship Id="rId61" Type="http://schemas.openxmlformats.org/officeDocument/2006/relationships/image" Target="../media/image306.png"/><Relationship Id="rId19" Type="http://schemas.openxmlformats.org/officeDocument/2006/relationships/image" Target="../media/image264.png"/><Relationship Id="rId14" Type="http://schemas.openxmlformats.org/officeDocument/2006/relationships/image" Target="../media/image259.png"/><Relationship Id="rId22" Type="http://schemas.openxmlformats.org/officeDocument/2006/relationships/image" Target="../media/image267.png"/><Relationship Id="rId27" Type="http://schemas.openxmlformats.org/officeDocument/2006/relationships/image" Target="../media/image272.png"/><Relationship Id="rId30" Type="http://schemas.openxmlformats.org/officeDocument/2006/relationships/image" Target="../media/image275.png"/><Relationship Id="rId35" Type="http://schemas.openxmlformats.org/officeDocument/2006/relationships/image" Target="../media/image280.png"/><Relationship Id="rId43" Type="http://schemas.openxmlformats.org/officeDocument/2006/relationships/image" Target="../media/image288.png"/><Relationship Id="rId48" Type="http://schemas.openxmlformats.org/officeDocument/2006/relationships/image" Target="../media/image293.png"/><Relationship Id="rId56" Type="http://schemas.openxmlformats.org/officeDocument/2006/relationships/image" Target="../media/image301.png"/><Relationship Id="rId8" Type="http://schemas.openxmlformats.org/officeDocument/2006/relationships/image" Target="../media/image253.png"/><Relationship Id="rId51" Type="http://schemas.openxmlformats.org/officeDocument/2006/relationships/image" Target="../media/image296.png"/><Relationship Id="rId3" Type="http://schemas.openxmlformats.org/officeDocument/2006/relationships/image" Target="../media/image248.png"/><Relationship Id="rId12" Type="http://schemas.openxmlformats.org/officeDocument/2006/relationships/image" Target="../media/image257.png"/><Relationship Id="rId17" Type="http://schemas.openxmlformats.org/officeDocument/2006/relationships/image" Target="../media/image262.png"/><Relationship Id="rId25" Type="http://schemas.openxmlformats.org/officeDocument/2006/relationships/image" Target="../media/image270.png"/><Relationship Id="rId33" Type="http://schemas.openxmlformats.org/officeDocument/2006/relationships/image" Target="../media/image278.png"/><Relationship Id="rId38" Type="http://schemas.openxmlformats.org/officeDocument/2006/relationships/image" Target="../media/image283.png"/><Relationship Id="rId46" Type="http://schemas.openxmlformats.org/officeDocument/2006/relationships/image" Target="../media/image291.png"/><Relationship Id="rId59" Type="http://schemas.openxmlformats.org/officeDocument/2006/relationships/image" Target="../media/image304.png"/><Relationship Id="rId20" Type="http://schemas.openxmlformats.org/officeDocument/2006/relationships/image" Target="../media/image265.png"/><Relationship Id="rId41" Type="http://schemas.openxmlformats.org/officeDocument/2006/relationships/image" Target="../media/image286.png"/><Relationship Id="rId54" Type="http://schemas.openxmlformats.org/officeDocument/2006/relationships/image" Target="../media/image29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1.png"/><Relationship Id="rId15" Type="http://schemas.openxmlformats.org/officeDocument/2006/relationships/image" Target="../media/image260.png"/><Relationship Id="rId23" Type="http://schemas.openxmlformats.org/officeDocument/2006/relationships/image" Target="../media/image268.png"/><Relationship Id="rId28" Type="http://schemas.openxmlformats.org/officeDocument/2006/relationships/image" Target="../media/image273.png"/><Relationship Id="rId36" Type="http://schemas.openxmlformats.org/officeDocument/2006/relationships/image" Target="../media/image281.png"/><Relationship Id="rId49" Type="http://schemas.openxmlformats.org/officeDocument/2006/relationships/image" Target="../media/image294.png"/><Relationship Id="rId57" Type="http://schemas.openxmlformats.org/officeDocument/2006/relationships/image" Target="../media/image302.png"/><Relationship Id="rId10" Type="http://schemas.openxmlformats.org/officeDocument/2006/relationships/image" Target="../media/image255.png"/><Relationship Id="rId31" Type="http://schemas.openxmlformats.org/officeDocument/2006/relationships/image" Target="../media/image276.png"/><Relationship Id="rId44" Type="http://schemas.openxmlformats.org/officeDocument/2006/relationships/image" Target="../media/image289.png"/><Relationship Id="rId52" Type="http://schemas.openxmlformats.org/officeDocument/2006/relationships/image" Target="../media/image297.png"/><Relationship Id="rId60" Type="http://schemas.openxmlformats.org/officeDocument/2006/relationships/image" Target="../media/image305.png"/><Relationship Id="rId4" Type="http://schemas.openxmlformats.org/officeDocument/2006/relationships/image" Target="../media/image249.png"/><Relationship Id="rId9" Type="http://schemas.openxmlformats.org/officeDocument/2006/relationships/image" Target="../media/image254.pn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8.png"/><Relationship Id="rId18" Type="http://schemas.openxmlformats.org/officeDocument/2006/relationships/image" Target="../media/image323.png"/><Relationship Id="rId26" Type="http://schemas.openxmlformats.org/officeDocument/2006/relationships/image" Target="../media/image331.png"/><Relationship Id="rId39" Type="http://schemas.openxmlformats.org/officeDocument/2006/relationships/image" Target="../media/image344.png"/><Relationship Id="rId21" Type="http://schemas.openxmlformats.org/officeDocument/2006/relationships/image" Target="../media/image326.png"/><Relationship Id="rId34" Type="http://schemas.openxmlformats.org/officeDocument/2006/relationships/image" Target="../media/image339.png"/><Relationship Id="rId42" Type="http://schemas.openxmlformats.org/officeDocument/2006/relationships/image" Target="../media/image347.png"/><Relationship Id="rId7" Type="http://schemas.openxmlformats.org/officeDocument/2006/relationships/image" Target="../media/image312.png"/><Relationship Id="rId2" Type="http://schemas.openxmlformats.org/officeDocument/2006/relationships/image" Target="../media/image307.png"/><Relationship Id="rId16" Type="http://schemas.openxmlformats.org/officeDocument/2006/relationships/image" Target="../media/image321.png"/><Relationship Id="rId20" Type="http://schemas.openxmlformats.org/officeDocument/2006/relationships/image" Target="../media/image325.png"/><Relationship Id="rId29" Type="http://schemas.openxmlformats.org/officeDocument/2006/relationships/image" Target="../media/image334.png"/><Relationship Id="rId41" Type="http://schemas.openxmlformats.org/officeDocument/2006/relationships/image" Target="../media/image3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1.png"/><Relationship Id="rId11" Type="http://schemas.openxmlformats.org/officeDocument/2006/relationships/image" Target="../media/image316.png"/><Relationship Id="rId24" Type="http://schemas.openxmlformats.org/officeDocument/2006/relationships/image" Target="../media/image329.png"/><Relationship Id="rId32" Type="http://schemas.openxmlformats.org/officeDocument/2006/relationships/image" Target="../media/image337.png"/><Relationship Id="rId37" Type="http://schemas.openxmlformats.org/officeDocument/2006/relationships/image" Target="../media/image342.png"/><Relationship Id="rId40" Type="http://schemas.openxmlformats.org/officeDocument/2006/relationships/image" Target="../media/image345.png"/><Relationship Id="rId5" Type="http://schemas.openxmlformats.org/officeDocument/2006/relationships/image" Target="../media/image310.png"/><Relationship Id="rId15" Type="http://schemas.openxmlformats.org/officeDocument/2006/relationships/image" Target="../media/image320.png"/><Relationship Id="rId23" Type="http://schemas.openxmlformats.org/officeDocument/2006/relationships/image" Target="../media/image328.png"/><Relationship Id="rId28" Type="http://schemas.openxmlformats.org/officeDocument/2006/relationships/image" Target="../media/image333.png"/><Relationship Id="rId36" Type="http://schemas.openxmlformats.org/officeDocument/2006/relationships/image" Target="../media/image341.png"/><Relationship Id="rId10" Type="http://schemas.openxmlformats.org/officeDocument/2006/relationships/image" Target="../media/image315.png"/><Relationship Id="rId19" Type="http://schemas.openxmlformats.org/officeDocument/2006/relationships/image" Target="../media/image324.png"/><Relationship Id="rId31" Type="http://schemas.openxmlformats.org/officeDocument/2006/relationships/image" Target="../media/image336.png"/><Relationship Id="rId44" Type="http://schemas.openxmlformats.org/officeDocument/2006/relationships/image" Target="../media/image349.png"/><Relationship Id="rId4" Type="http://schemas.openxmlformats.org/officeDocument/2006/relationships/image" Target="../media/image309.png"/><Relationship Id="rId9" Type="http://schemas.openxmlformats.org/officeDocument/2006/relationships/image" Target="../media/image314.png"/><Relationship Id="rId14" Type="http://schemas.openxmlformats.org/officeDocument/2006/relationships/image" Target="../media/image319.png"/><Relationship Id="rId22" Type="http://schemas.openxmlformats.org/officeDocument/2006/relationships/image" Target="../media/image327.png"/><Relationship Id="rId27" Type="http://schemas.openxmlformats.org/officeDocument/2006/relationships/image" Target="../media/image332.png"/><Relationship Id="rId30" Type="http://schemas.openxmlformats.org/officeDocument/2006/relationships/image" Target="../media/image335.png"/><Relationship Id="rId35" Type="http://schemas.openxmlformats.org/officeDocument/2006/relationships/image" Target="../media/image340.png"/><Relationship Id="rId43" Type="http://schemas.openxmlformats.org/officeDocument/2006/relationships/image" Target="../media/image348.png"/><Relationship Id="rId8" Type="http://schemas.openxmlformats.org/officeDocument/2006/relationships/image" Target="../media/image313.png"/><Relationship Id="rId3" Type="http://schemas.openxmlformats.org/officeDocument/2006/relationships/image" Target="../media/image308.png"/><Relationship Id="rId12" Type="http://schemas.openxmlformats.org/officeDocument/2006/relationships/image" Target="../media/image317.png"/><Relationship Id="rId17" Type="http://schemas.openxmlformats.org/officeDocument/2006/relationships/image" Target="../media/image322.png"/><Relationship Id="rId25" Type="http://schemas.openxmlformats.org/officeDocument/2006/relationships/image" Target="../media/image330.png"/><Relationship Id="rId33" Type="http://schemas.openxmlformats.org/officeDocument/2006/relationships/image" Target="../media/image338.png"/><Relationship Id="rId38" Type="http://schemas.openxmlformats.org/officeDocument/2006/relationships/image" Target="../media/image34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6.png"/><Relationship Id="rId13" Type="http://schemas.openxmlformats.org/officeDocument/2006/relationships/image" Target="../media/image361.png"/><Relationship Id="rId3" Type="http://schemas.openxmlformats.org/officeDocument/2006/relationships/image" Target="../media/image351.png"/><Relationship Id="rId7" Type="http://schemas.openxmlformats.org/officeDocument/2006/relationships/image" Target="../media/image355.png"/><Relationship Id="rId12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4.png"/><Relationship Id="rId11" Type="http://schemas.openxmlformats.org/officeDocument/2006/relationships/image" Target="../media/image359.png"/><Relationship Id="rId5" Type="http://schemas.openxmlformats.org/officeDocument/2006/relationships/image" Target="../media/image353.png"/><Relationship Id="rId10" Type="http://schemas.openxmlformats.org/officeDocument/2006/relationships/image" Target="../media/image358.png"/><Relationship Id="rId4" Type="http://schemas.openxmlformats.org/officeDocument/2006/relationships/image" Target="../media/image352.png"/><Relationship Id="rId9" Type="http://schemas.openxmlformats.org/officeDocument/2006/relationships/image" Target="../media/image357.png"/><Relationship Id="rId14" Type="http://schemas.openxmlformats.org/officeDocument/2006/relationships/image" Target="../media/image36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76.png"/><Relationship Id="rId18" Type="http://schemas.openxmlformats.org/officeDocument/2006/relationships/image" Target="../media/image381.png"/><Relationship Id="rId26" Type="http://schemas.openxmlformats.org/officeDocument/2006/relationships/image" Target="../media/image389.png"/><Relationship Id="rId39" Type="http://schemas.openxmlformats.org/officeDocument/2006/relationships/image" Target="../media/image402.png"/><Relationship Id="rId21" Type="http://schemas.openxmlformats.org/officeDocument/2006/relationships/image" Target="../media/image384.png"/><Relationship Id="rId34" Type="http://schemas.openxmlformats.org/officeDocument/2006/relationships/image" Target="../media/image397.png"/><Relationship Id="rId42" Type="http://schemas.openxmlformats.org/officeDocument/2006/relationships/image" Target="../media/image405.png"/><Relationship Id="rId47" Type="http://schemas.openxmlformats.org/officeDocument/2006/relationships/image" Target="../media/image410.png"/><Relationship Id="rId50" Type="http://schemas.openxmlformats.org/officeDocument/2006/relationships/image" Target="../media/image413.png"/><Relationship Id="rId7" Type="http://schemas.openxmlformats.org/officeDocument/2006/relationships/image" Target="../media/image370.png"/><Relationship Id="rId2" Type="http://schemas.openxmlformats.org/officeDocument/2006/relationships/image" Target="../media/image365.png"/><Relationship Id="rId16" Type="http://schemas.openxmlformats.org/officeDocument/2006/relationships/image" Target="../media/image379.png"/><Relationship Id="rId29" Type="http://schemas.openxmlformats.org/officeDocument/2006/relationships/image" Target="../media/image392.png"/><Relationship Id="rId11" Type="http://schemas.openxmlformats.org/officeDocument/2006/relationships/image" Target="../media/image374.png"/><Relationship Id="rId24" Type="http://schemas.openxmlformats.org/officeDocument/2006/relationships/image" Target="../media/image387.png"/><Relationship Id="rId32" Type="http://schemas.openxmlformats.org/officeDocument/2006/relationships/image" Target="../media/image395.png"/><Relationship Id="rId37" Type="http://schemas.openxmlformats.org/officeDocument/2006/relationships/image" Target="../media/image400.png"/><Relationship Id="rId40" Type="http://schemas.openxmlformats.org/officeDocument/2006/relationships/image" Target="../media/image403.png"/><Relationship Id="rId45" Type="http://schemas.openxmlformats.org/officeDocument/2006/relationships/image" Target="../media/image408.png"/><Relationship Id="rId5" Type="http://schemas.openxmlformats.org/officeDocument/2006/relationships/image" Target="../media/image368.png"/><Relationship Id="rId15" Type="http://schemas.openxmlformats.org/officeDocument/2006/relationships/image" Target="../media/image378.png"/><Relationship Id="rId23" Type="http://schemas.openxmlformats.org/officeDocument/2006/relationships/image" Target="../media/image386.png"/><Relationship Id="rId28" Type="http://schemas.openxmlformats.org/officeDocument/2006/relationships/image" Target="../media/image391.png"/><Relationship Id="rId36" Type="http://schemas.openxmlformats.org/officeDocument/2006/relationships/image" Target="../media/image399.png"/><Relationship Id="rId49" Type="http://schemas.openxmlformats.org/officeDocument/2006/relationships/image" Target="../media/image412.png"/><Relationship Id="rId10" Type="http://schemas.openxmlformats.org/officeDocument/2006/relationships/image" Target="../media/image373.png"/><Relationship Id="rId19" Type="http://schemas.openxmlformats.org/officeDocument/2006/relationships/image" Target="../media/image382.png"/><Relationship Id="rId31" Type="http://schemas.openxmlformats.org/officeDocument/2006/relationships/image" Target="../media/image394.png"/><Relationship Id="rId44" Type="http://schemas.openxmlformats.org/officeDocument/2006/relationships/image" Target="../media/image407.png"/><Relationship Id="rId52" Type="http://schemas.openxmlformats.org/officeDocument/2006/relationships/image" Target="../media/image415.png"/><Relationship Id="rId4" Type="http://schemas.openxmlformats.org/officeDocument/2006/relationships/image" Target="../media/image367.png"/><Relationship Id="rId9" Type="http://schemas.openxmlformats.org/officeDocument/2006/relationships/image" Target="../media/image372.png"/><Relationship Id="rId14" Type="http://schemas.openxmlformats.org/officeDocument/2006/relationships/image" Target="../media/image377.png"/><Relationship Id="rId22" Type="http://schemas.openxmlformats.org/officeDocument/2006/relationships/image" Target="../media/image385.png"/><Relationship Id="rId27" Type="http://schemas.openxmlformats.org/officeDocument/2006/relationships/image" Target="../media/image390.png"/><Relationship Id="rId30" Type="http://schemas.openxmlformats.org/officeDocument/2006/relationships/image" Target="../media/image393.png"/><Relationship Id="rId35" Type="http://schemas.openxmlformats.org/officeDocument/2006/relationships/image" Target="../media/image398.png"/><Relationship Id="rId43" Type="http://schemas.openxmlformats.org/officeDocument/2006/relationships/image" Target="../media/image406.png"/><Relationship Id="rId48" Type="http://schemas.openxmlformats.org/officeDocument/2006/relationships/image" Target="../media/image411.png"/><Relationship Id="rId8" Type="http://schemas.openxmlformats.org/officeDocument/2006/relationships/image" Target="../media/image371.png"/><Relationship Id="rId51" Type="http://schemas.openxmlformats.org/officeDocument/2006/relationships/image" Target="../media/image414.png"/><Relationship Id="rId3" Type="http://schemas.openxmlformats.org/officeDocument/2006/relationships/image" Target="../media/image366.png"/><Relationship Id="rId12" Type="http://schemas.openxmlformats.org/officeDocument/2006/relationships/image" Target="../media/image375.png"/><Relationship Id="rId17" Type="http://schemas.openxmlformats.org/officeDocument/2006/relationships/image" Target="../media/image380.png"/><Relationship Id="rId25" Type="http://schemas.openxmlformats.org/officeDocument/2006/relationships/image" Target="../media/image388.png"/><Relationship Id="rId33" Type="http://schemas.openxmlformats.org/officeDocument/2006/relationships/image" Target="../media/image396.png"/><Relationship Id="rId38" Type="http://schemas.openxmlformats.org/officeDocument/2006/relationships/image" Target="../media/image401.png"/><Relationship Id="rId46" Type="http://schemas.openxmlformats.org/officeDocument/2006/relationships/image" Target="../media/image409.png"/><Relationship Id="rId20" Type="http://schemas.openxmlformats.org/officeDocument/2006/relationships/image" Target="../media/image383.png"/><Relationship Id="rId41" Type="http://schemas.openxmlformats.org/officeDocument/2006/relationships/image" Target="../media/image4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9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27.png"/><Relationship Id="rId18" Type="http://schemas.openxmlformats.org/officeDocument/2006/relationships/image" Target="../media/image432.png"/><Relationship Id="rId26" Type="http://schemas.openxmlformats.org/officeDocument/2006/relationships/image" Target="../media/image440.png"/><Relationship Id="rId39" Type="http://schemas.openxmlformats.org/officeDocument/2006/relationships/image" Target="../media/image453.png"/><Relationship Id="rId21" Type="http://schemas.openxmlformats.org/officeDocument/2006/relationships/image" Target="../media/image435.png"/><Relationship Id="rId34" Type="http://schemas.openxmlformats.org/officeDocument/2006/relationships/image" Target="../media/image448.png"/><Relationship Id="rId42" Type="http://schemas.openxmlformats.org/officeDocument/2006/relationships/image" Target="../media/image456.png"/><Relationship Id="rId7" Type="http://schemas.openxmlformats.org/officeDocument/2006/relationships/image" Target="../media/image421.png"/><Relationship Id="rId2" Type="http://schemas.openxmlformats.org/officeDocument/2006/relationships/image" Target="../media/image416.png"/><Relationship Id="rId16" Type="http://schemas.openxmlformats.org/officeDocument/2006/relationships/image" Target="../media/image430.png"/><Relationship Id="rId29" Type="http://schemas.openxmlformats.org/officeDocument/2006/relationships/image" Target="../media/image4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0.png"/><Relationship Id="rId11" Type="http://schemas.openxmlformats.org/officeDocument/2006/relationships/image" Target="../media/image425.png"/><Relationship Id="rId24" Type="http://schemas.openxmlformats.org/officeDocument/2006/relationships/image" Target="../media/image438.png"/><Relationship Id="rId32" Type="http://schemas.openxmlformats.org/officeDocument/2006/relationships/image" Target="../media/image446.png"/><Relationship Id="rId37" Type="http://schemas.openxmlformats.org/officeDocument/2006/relationships/image" Target="../media/image451.png"/><Relationship Id="rId40" Type="http://schemas.openxmlformats.org/officeDocument/2006/relationships/image" Target="../media/image454.png"/><Relationship Id="rId45" Type="http://schemas.openxmlformats.org/officeDocument/2006/relationships/image" Target="../media/image459.png"/><Relationship Id="rId5" Type="http://schemas.openxmlformats.org/officeDocument/2006/relationships/image" Target="../media/image419.png"/><Relationship Id="rId15" Type="http://schemas.openxmlformats.org/officeDocument/2006/relationships/image" Target="../media/image429.png"/><Relationship Id="rId23" Type="http://schemas.openxmlformats.org/officeDocument/2006/relationships/image" Target="../media/image437.png"/><Relationship Id="rId28" Type="http://schemas.openxmlformats.org/officeDocument/2006/relationships/image" Target="../media/image442.png"/><Relationship Id="rId36" Type="http://schemas.openxmlformats.org/officeDocument/2006/relationships/image" Target="../media/image450.png"/><Relationship Id="rId10" Type="http://schemas.openxmlformats.org/officeDocument/2006/relationships/image" Target="../media/image424.png"/><Relationship Id="rId19" Type="http://schemas.openxmlformats.org/officeDocument/2006/relationships/image" Target="../media/image433.png"/><Relationship Id="rId31" Type="http://schemas.openxmlformats.org/officeDocument/2006/relationships/image" Target="../media/image445.png"/><Relationship Id="rId44" Type="http://schemas.openxmlformats.org/officeDocument/2006/relationships/image" Target="../media/image458.png"/><Relationship Id="rId4" Type="http://schemas.openxmlformats.org/officeDocument/2006/relationships/image" Target="../media/image418.png"/><Relationship Id="rId9" Type="http://schemas.openxmlformats.org/officeDocument/2006/relationships/image" Target="../media/image423.png"/><Relationship Id="rId14" Type="http://schemas.openxmlformats.org/officeDocument/2006/relationships/image" Target="../media/image428.png"/><Relationship Id="rId22" Type="http://schemas.openxmlformats.org/officeDocument/2006/relationships/image" Target="../media/image436.png"/><Relationship Id="rId27" Type="http://schemas.openxmlformats.org/officeDocument/2006/relationships/image" Target="../media/image441.png"/><Relationship Id="rId30" Type="http://schemas.openxmlformats.org/officeDocument/2006/relationships/image" Target="../media/image444.png"/><Relationship Id="rId35" Type="http://schemas.openxmlformats.org/officeDocument/2006/relationships/image" Target="../media/image449.png"/><Relationship Id="rId43" Type="http://schemas.openxmlformats.org/officeDocument/2006/relationships/image" Target="../media/image457.png"/><Relationship Id="rId8" Type="http://schemas.openxmlformats.org/officeDocument/2006/relationships/image" Target="../media/image422.png"/><Relationship Id="rId3" Type="http://schemas.openxmlformats.org/officeDocument/2006/relationships/image" Target="../media/image417.png"/><Relationship Id="rId12" Type="http://schemas.openxmlformats.org/officeDocument/2006/relationships/image" Target="../media/image426.png"/><Relationship Id="rId17" Type="http://schemas.openxmlformats.org/officeDocument/2006/relationships/image" Target="../media/image431.png"/><Relationship Id="rId25" Type="http://schemas.openxmlformats.org/officeDocument/2006/relationships/image" Target="../media/image439.png"/><Relationship Id="rId33" Type="http://schemas.openxmlformats.org/officeDocument/2006/relationships/image" Target="../media/image447.png"/><Relationship Id="rId38" Type="http://schemas.openxmlformats.org/officeDocument/2006/relationships/image" Target="../media/image452.png"/><Relationship Id="rId46" Type="http://schemas.openxmlformats.org/officeDocument/2006/relationships/image" Target="../media/image460.png"/><Relationship Id="rId20" Type="http://schemas.openxmlformats.org/officeDocument/2006/relationships/image" Target="../media/image434.png"/><Relationship Id="rId41" Type="http://schemas.openxmlformats.org/officeDocument/2006/relationships/image" Target="../media/image455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2.png"/><Relationship Id="rId18" Type="http://schemas.openxmlformats.org/officeDocument/2006/relationships/image" Target="../media/image477.png"/><Relationship Id="rId26" Type="http://schemas.openxmlformats.org/officeDocument/2006/relationships/image" Target="../media/image485.png"/><Relationship Id="rId39" Type="http://schemas.openxmlformats.org/officeDocument/2006/relationships/image" Target="../media/image498.png"/><Relationship Id="rId21" Type="http://schemas.openxmlformats.org/officeDocument/2006/relationships/image" Target="../media/image480.png"/><Relationship Id="rId34" Type="http://schemas.openxmlformats.org/officeDocument/2006/relationships/image" Target="../media/image493.png"/><Relationship Id="rId7" Type="http://schemas.openxmlformats.org/officeDocument/2006/relationships/image" Target="../media/image466.png"/><Relationship Id="rId12" Type="http://schemas.openxmlformats.org/officeDocument/2006/relationships/image" Target="../media/image471.png"/><Relationship Id="rId17" Type="http://schemas.openxmlformats.org/officeDocument/2006/relationships/image" Target="../media/image476.png"/><Relationship Id="rId25" Type="http://schemas.openxmlformats.org/officeDocument/2006/relationships/image" Target="../media/image484.png"/><Relationship Id="rId33" Type="http://schemas.openxmlformats.org/officeDocument/2006/relationships/image" Target="../media/image492.png"/><Relationship Id="rId38" Type="http://schemas.openxmlformats.org/officeDocument/2006/relationships/image" Target="../media/image497.png"/><Relationship Id="rId2" Type="http://schemas.openxmlformats.org/officeDocument/2006/relationships/image" Target="../media/image461.png"/><Relationship Id="rId16" Type="http://schemas.openxmlformats.org/officeDocument/2006/relationships/image" Target="../media/image475.png"/><Relationship Id="rId20" Type="http://schemas.openxmlformats.org/officeDocument/2006/relationships/image" Target="../media/image479.png"/><Relationship Id="rId29" Type="http://schemas.openxmlformats.org/officeDocument/2006/relationships/image" Target="../media/image4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5.png"/><Relationship Id="rId11" Type="http://schemas.openxmlformats.org/officeDocument/2006/relationships/image" Target="../media/image470.png"/><Relationship Id="rId24" Type="http://schemas.openxmlformats.org/officeDocument/2006/relationships/image" Target="../media/image483.png"/><Relationship Id="rId32" Type="http://schemas.openxmlformats.org/officeDocument/2006/relationships/image" Target="../media/image491.png"/><Relationship Id="rId37" Type="http://schemas.openxmlformats.org/officeDocument/2006/relationships/image" Target="../media/image496.png"/><Relationship Id="rId40" Type="http://schemas.openxmlformats.org/officeDocument/2006/relationships/image" Target="../media/image499.png"/><Relationship Id="rId5" Type="http://schemas.openxmlformats.org/officeDocument/2006/relationships/image" Target="../media/image464.png"/><Relationship Id="rId15" Type="http://schemas.openxmlformats.org/officeDocument/2006/relationships/image" Target="../media/image474.png"/><Relationship Id="rId23" Type="http://schemas.openxmlformats.org/officeDocument/2006/relationships/image" Target="../media/image482.png"/><Relationship Id="rId28" Type="http://schemas.openxmlformats.org/officeDocument/2006/relationships/image" Target="../media/image487.png"/><Relationship Id="rId36" Type="http://schemas.openxmlformats.org/officeDocument/2006/relationships/image" Target="../media/image495.png"/><Relationship Id="rId10" Type="http://schemas.openxmlformats.org/officeDocument/2006/relationships/image" Target="../media/image469.png"/><Relationship Id="rId19" Type="http://schemas.openxmlformats.org/officeDocument/2006/relationships/image" Target="../media/image478.png"/><Relationship Id="rId31" Type="http://schemas.openxmlformats.org/officeDocument/2006/relationships/image" Target="../media/image490.png"/><Relationship Id="rId4" Type="http://schemas.openxmlformats.org/officeDocument/2006/relationships/image" Target="../media/image463.png"/><Relationship Id="rId9" Type="http://schemas.openxmlformats.org/officeDocument/2006/relationships/image" Target="../media/image468.png"/><Relationship Id="rId14" Type="http://schemas.openxmlformats.org/officeDocument/2006/relationships/image" Target="../media/image473.png"/><Relationship Id="rId22" Type="http://schemas.openxmlformats.org/officeDocument/2006/relationships/image" Target="../media/image481.png"/><Relationship Id="rId27" Type="http://schemas.openxmlformats.org/officeDocument/2006/relationships/image" Target="../media/image486.png"/><Relationship Id="rId30" Type="http://schemas.openxmlformats.org/officeDocument/2006/relationships/image" Target="../media/image489.png"/><Relationship Id="rId35" Type="http://schemas.openxmlformats.org/officeDocument/2006/relationships/image" Target="../media/image494.png"/><Relationship Id="rId8" Type="http://schemas.openxmlformats.org/officeDocument/2006/relationships/image" Target="../media/image467.png"/><Relationship Id="rId3" Type="http://schemas.openxmlformats.org/officeDocument/2006/relationships/image" Target="../media/image46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7.png"/><Relationship Id="rId13" Type="http://schemas.openxmlformats.org/officeDocument/2006/relationships/image" Target="../media/image512.png"/><Relationship Id="rId3" Type="http://schemas.openxmlformats.org/officeDocument/2006/relationships/image" Target="../media/image502.png"/><Relationship Id="rId7" Type="http://schemas.openxmlformats.org/officeDocument/2006/relationships/image" Target="../media/image506.png"/><Relationship Id="rId12" Type="http://schemas.openxmlformats.org/officeDocument/2006/relationships/image" Target="../media/image511.png"/><Relationship Id="rId2" Type="http://schemas.openxmlformats.org/officeDocument/2006/relationships/image" Target="../media/image501.png"/><Relationship Id="rId16" Type="http://schemas.openxmlformats.org/officeDocument/2006/relationships/image" Target="../media/image5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5.png"/><Relationship Id="rId11" Type="http://schemas.openxmlformats.org/officeDocument/2006/relationships/image" Target="../media/image510.png"/><Relationship Id="rId5" Type="http://schemas.openxmlformats.org/officeDocument/2006/relationships/image" Target="../media/image504.png"/><Relationship Id="rId15" Type="http://schemas.openxmlformats.org/officeDocument/2006/relationships/image" Target="../media/image514.png"/><Relationship Id="rId10" Type="http://schemas.openxmlformats.org/officeDocument/2006/relationships/image" Target="../media/image509.png"/><Relationship Id="rId4" Type="http://schemas.openxmlformats.org/officeDocument/2006/relationships/image" Target="../media/image503.png"/><Relationship Id="rId9" Type="http://schemas.openxmlformats.org/officeDocument/2006/relationships/image" Target="../media/image508.png"/><Relationship Id="rId14" Type="http://schemas.openxmlformats.org/officeDocument/2006/relationships/image" Target="../media/image5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1.png"/><Relationship Id="rId13" Type="http://schemas.openxmlformats.org/officeDocument/2006/relationships/image" Target="../media/image526.png"/><Relationship Id="rId18" Type="http://schemas.openxmlformats.org/officeDocument/2006/relationships/image" Target="../media/image531.png"/><Relationship Id="rId26" Type="http://schemas.openxmlformats.org/officeDocument/2006/relationships/image" Target="../media/image539.png"/><Relationship Id="rId3" Type="http://schemas.openxmlformats.org/officeDocument/2006/relationships/image" Target="../media/image516.png"/><Relationship Id="rId21" Type="http://schemas.openxmlformats.org/officeDocument/2006/relationships/image" Target="../media/image534.png"/><Relationship Id="rId7" Type="http://schemas.openxmlformats.org/officeDocument/2006/relationships/image" Target="../media/image520.png"/><Relationship Id="rId12" Type="http://schemas.openxmlformats.org/officeDocument/2006/relationships/image" Target="../media/image525.png"/><Relationship Id="rId17" Type="http://schemas.openxmlformats.org/officeDocument/2006/relationships/image" Target="../media/image530.png"/><Relationship Id="rId25" Type="http://schemas.openxmlformats.org/officeDocument/2006/relationships/image" Target="../media/image538.png"/><Relationship Id="rId2" Type="http://schemas.openxmlformats.org/officeDocument/2006/relationships/image" Target="../media/image501.png"/><Relationship Id="rId16" Type="http://schemas.openxmlformats.org/officeDocument/2006/relationships/image" Target="../media/image529.png"/><Relationship Id="rId20" Type="http://schemas.openxmlformats.org/officeDocument/2006/relationships/image" Target="../media/image533.png"/><Relationship Id="rId29" Type="http://schemas.openxmlformats.org/officeDocument/2006/relationships/image" Target="../media/image5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9.png"/><Relationship Id="rId11" Type="http://schemas.openxmlformats.org/officeDocument/2006/relationships/image" Target="../media/image524.png"/><Relationship Id="rId24" Type="http://schemas.openxmlformats.org/officeDocument/2006/relationships/image" Target="../media/image537.png"/><Relationship Id="rId5" Type="http://schemas.openxmlformats.org/officeDocument/2006/relationships/image" Target="../media/image518.png"/><Relationship Id="rId15" Type="http://schemas.openxmlformats.org/officeDocument/2006/relationships/image" Target="../media/image528.png"/><Relationship Id="rId23" Type="http://schemas.openxmlformats.org/officeDocument/2006/relationships/image" Target="../media/image536.png"/><Relationship Id="rId28" Type="http://schemas.openxmlformats.org/officeDocument/2006/relationships/image" Target="../media/image541.png"/><Relationship Id="rId10" Type="http://schemas.openxmlformats.org/officeDocument/2006/relationships/image" Target="../media/image523.png"/><Relationship Id="rId19" Type="http://schemas.openxmlformats.org/officeDocument/2006/relationships/image" Target="../media/image532.png"/><Relationship Id="rId4" Type="http://schemas.openxmlformats.org/officeDocument/2006/relationships/image" Target="../media/image517.png"/><Relationship Id="rId9" Type="http://schemas.openxmlformats.org/officeDocument/2006/relationships/image" Target="../media/image522.png"/><Relationship Id="rId14" Type="http://schemas.openxmlformats.org/officeDocument/2006/relationships/image" Target="../media/image527.png"/><Relationship Id="rId22" Type="http://schemas.openxmlformats.org/officeDocument/2006/relationships/image" Target="../media/image535.png"/><Relationship Id="rId27" Type="http://schemas.openxmlformats.org/officeDocument/2006/relationships/image" Target="../media/image54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9.png"/><Relationship Id="rId13" Type="http://schemas.openxmlformats.org/officeDocument/2006/relationships/image" Target="../media/image554.png"/><Relationship Id="rId18" Type="http://schemas.openxmlformats.org/officeDocument/2006/relationships/image" Target="../media/image559.png"/><Relationship Id="rId26" Type="http://schemas.openxmlformats.org/officeDocument/2006/relationships/image" Target="../media/image567.png"/><Relationship Id="rId3" Type="http://schemas.openxmlformats.org/officeDocument/2006/relationships/image" Target="../media/image544.png"/><Relationship Id="rId21" Type="http://schemas.openxmlformats.org/officeDocument/2006/relationships/image" Target="../media/image562.png"/><Relationship Id="rId7" Type="http://schemas.openxmlformats.org/officeDocument/2006/relationships/image" Target="../media/image548.png"/><Relationship Id="rId12" Type="http://schemas.openxmlformats.org/officeDocument/2006/relationships/image" Target="../media/image553.png"/><Relationship Id="rId17" Type="http://schemas.openxmlformats.org/officeDocument/2006/relationships/image" Target="../media/image558.png"/><Relationship Id="rId25" Type="http://schemas.openxmlformats.org/officeDocument/2006/relationships/image" Target="../media/image566.png"/><Relationship Id="rId2" Type="http://schemas.openxmlformats.org/officeDocument/2006/relationships/image" Target="../media/image543.png"/><Relationship Id="rId16" Type="http://schemas.openxmlformats.org/officeDocument/2006/relationships/image" Target="../media/image557.png"/><Relationship Id="rId20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7.png"/><Relationship Id="rId11" Type="http://schemas.openxmlformats.org/officeDocument/2006/relationships/image" Target="../media/image552.png"/><Relationship Id="rId24" Type="http://schemas.openxmlformats.org/officeDocument/2006/relationships/image" Target="../media/image565.png"/><Relationship Id="rId5" Type="http://schemas.openxmlformats.org/officeDocument/2006/relationships/image" Target="../media/image546.png"/><Relationship Id="rId15" Type="http://schemas.openxmlformats.org/officeDocument/2006/relationships/image" Target="../media/image556.png"/><Relationship Id="rId23" Type="http://schemas.openxmlformats.org/officeDocument/2006/relationships/image" Target="../media/image564.png"/><Relationship Id="rId10" Type="http://schemas.openxmlformats.org/officeDocument/2006/relationships/image" Target="../media/image551.png"/><Relationship Id="rId19" Type="http://schemas.openxmlformats.org/officeDocument/2006/relationships/image" Target="../media/image560.png"/><Relationship Id="rId4" Type="http://schemas.openxmlformats.org/officeDocument/2006/relationships/image" Target="../media/image545.png"/><Relationship Id="rId9" Type="http://schemas.openxmlformats.org/officeDocument/2006/relationships/image" Target="../media/image550.png"/><Relationship Id="rId14" Type="http://schemas.openxmlformats.org/officeDocument/2006/relationships/image" Target="../media/image555.png"/><Relationship Id="rId22" Type="http://schemas.openxmlformats.org/officeDocument/2006/relationships/image" Target="../media/image563.png"/><Relationship Id="rId27" Type="http://schemas.openxmlformats.org/officeDocument/2006/relationships/image" Target="../media/image56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jpg"/><Relationship Id="rId2" Type="http://schemas.openxmlformats.org/officeDocument/2006/relationships/image" Target="../media/image56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1.jpg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3.png"/><Relationship Id="rId18" Type="http://schemas.openxmlformats.org/officeDocument/2006/relationships/image" Target="../media/image588.png"/><Relationship Id="rId26" Type="http://schemas.openxmlformats.org/officeDocument/2006/relationships/image" Target="../media/image596.png"/><Relationship Id="rId39" Type="http://schemas.openxmlformats.org/officeDocument/2006/relationships/image" Target="../media/image609.png"/><Relationship Id="rId21" Type="http://schemas.openxmlformats.org/officeDocument/2006/relationships/image" Target="../media/image591.png"/><Relationship Id="rId34" Type="http://schemas.openxmlformats.org/officeDocument/2006/relationships/image" Target="../media/image604.png"/><Relationship Id="rId7" Type="http://schemas.openxmlformats.org/officeDocument/2006/relationships/image" Target="../media/image577.png"/><Relationship Id="rId2" Type="http://schemas.openxmlformats.org/officeDocument/2006/relationships/image" Target="../media/image572.png"/><Relationship Id="rId16" Type="http://schemas.openxmlformats.org/officeDocument/2006/relationships/image" Target="../media/image586.png"/><Relationship Id="rId20" Type="http://schemas.openxmlformats.org/officeDocument/2006/relationships/image" Target="../media/image590.png"/><Relationship Id="rId29" Type="http://schemas.openxmlformats.org/officeDocument/2006/relationships/image" Target="../media/image599.png"/><Relationship Id="rId41" Type="http://schemas.openxmlformats.org/officeDocument/2006/relationships/image" Target="../media/image6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6.png"/><Relationship Id="rId11" Type="http://schemas.openxmlformats.org/officeDocument/2006/relationships/image" Target="../media/image581.png"/><Relationship Id="rId24" Type="http://schemas.openxmlformats.org/officeDocument/2006/relationships/image" Target="../media/image594.png"/><Relationship Id="rId32" Type="http://schemas.openxmlformats.org/officeDocument/2006/relationships/image" Target="../media/image602.png"/><Relationship Id="rId37" Type="http://schemas.openxmlformats.org/officeDocument/2006/relationships/image" Target="../media/image607.png"/><Relationship Id="rId40" Type="http://schemas.openxmlformats.org/officeDocument/2006/relationships/image" Target="../media/image610.png"/><Relationship Id="rId5" Type="http://schemas.openxmlformats.org/officeDocument/2006/relationships/image" Target="../media/image575.png"/><Relationship Id="rId15" Type="http://schemas.openxmlformats.org/officeDocument/2006/relationships/image" Target="../media/image585.png"/><Relationship Id="rId23" Type="http://schemas.openxmlformats.org/officeDocument/2006/relationships/image" Target="../media/image593.png"/><Relationship Id="rId28" Type="http://schemas.openxmlformats.org/officeDocument/2006/relationships/image" Target="../media/image598.png"/><Relationship Id="rId36" Type="http://schemas.openxmlformats.org/officeDocument/2006/relationships/image" Target="../media/image606.png"/><Relationship Id="rId10" Type="http://schemas.openxmlformats.org/officeDocument/2006/relationships/image" Target="../media/image580.png"/><Relationship Id="rId19" Type="http://schemas.openxmlformats.org/officeDocument/2006/relationships/image" Target="../media/image589.png"/><Relationship Id="rId31" Type="http://schemas.openxmlformats.org/officeDocument/2006/relationships/image" Target="../media/image601.png"/><Relationship Id="rId4" Type="http://schemas.openxmlformats.org/officeDocument/2006/relationships/image" Target="../media/image574.png"/><Relationship Id="rId9" Type="http://schemas.openxmlformats.org/officeDocument/2006/relationships/image" Target="../media/image579.png"/><Relationship Id="rId14" Type="http://schemas.openxmlformats.org/officeDocument/2006/relationships/image" Target="../media/image584.png"/><Relationship Id="rId22" Type="http://schemas.openxmlformats.org/officeDocument/2006/relationships/image" Target="../media/image592.png"/><Relationship Id="rId27" Type="http://schemas.openxmlformats.org/officeDocument/2006/relationships/image" Target="../media/image597.png"/><Relationship Id="rId30" Type="http://schemas.openxmlformats.org/officeDocument/2006/relationships/image" Target="../media/image600.png"/><Relationship Id="rId35" Type="http://schemas.openxmlformats.org/officeDocument/2006/relationships/image" Target="../media/image605.png"/><Relationship Id="rId8" Type="http://schemas.openxmlformats.org/officeDocument/2006/relationships/image" Target="../media/image578.png"/><Relationship Id="rId3" Type="http://schemas.openxmlformats.org/officeDocument/2006/relationships/image" Target="../media/image573.png"/><Relationship Id="rId12" Type="http://schemas.openxmlformats.org/officeDocument/2006/relationships/image" Target="../media/image582.png"/><Relationship Id="rId17" Type="http://schemas.openxmlformats.org/officeDocument/2006/relationships/image" Target="../media/image587.png"/><Relationship Id="rId25" Type="http://schemas.openxmlformats.org/officeDocument/2006/relationships/image" Target="../media/image595.png"/><Relationship Id="rId33" Type="http://schemas.openxmlformats.org/officeDocument/2006/relationships/image" Target="../media/image603.png"/><Relationship Id="rId38" Type="http://schemas.openxmlformats.org/officeDocument/2006/relationships/image" Target="../media/image608.png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3.png"/><Relationship Id="rId18" Type="http://schemas.openxmlformats.org/officeDocument/2006/relationships/image" Target="../media/image628.png"/><Relationship Id="rId26" Type="http://schemas.openxmlformats.org/officeDocument/2006/relationships/image" Target="../media/image636.png"/><Relationship Id="rId39" Type="http://schemas.openxmlformats.org/officeDocument/2006/relationships/image" Target="../media/image649.png"/><Relationship Id="rId21" Type="http://schemas.openxmlformats.org/officeDocument/2006/relationships/image" Target="../media/image631.png"/><Relationship Id="rId34" Type="http://schemas.openxmlformats.org/officeDocument/2006/relationships/image" Target="../media/image644.png"/><Relationship Id="rId42" Type="http://schemas.openxmlformats.org/officeDocument/2006/relationships/image" Target="../media/image652.png"/><Relationship Id="rId7" Type="http://schemas.openxmlformats.org/officeDocument/2006/relationships/image" Target="../media/image617.png"/><Relationship Id="rId2" Type="http://schemas.openxmlformats.org/officeDocument/2006/relationships/image" Target="../media/image612.png"/><Relationship Id="rId16" Type="http://schemas.openxmlformats.org/officeDocument/2006/relationships/image" Target="../media/image626.png"/><Relationship Id="rId20" Type="http://schemas.openxmlformats.org/officeDocument/2006/relationships/image" Target="../media/image630.png"/><Relationship Id="rId29" Type="http://schemas.openxmlformats.org/officeDocument/2006/relationships/image" Target="../media/image639.png"/><Relationship Id="rId41" Type="http://schemas.openxmlformats.org/officeDocument/2006/relationships/image" Target="../media/image65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16.png"/><Relationship Id="rId11" Type="http://schemas.openxmlformats.org/officeDocument/2006/relationships/image" Target="../media/image621.png"/><Relationship Id="rId24" Type="http://schemas.openxmlformats.org/officeDocument/2006/relationships/image" Target="../media/image634.png"/><Relationship Id="rId32" Type="http://schemas.openxmlformats.org/officeDocument/2006/relationships/image" Target="../media/image642.png"/><Relationship Id="rId37" Type="http://schemas.openxmlformats.org/officeDocument/2006/relationships/image" Target="../media/image647.png"/><Relationship Id="rId40" Type="http://schemas.openxmlformats.org/officeDocument/2006/relationships/image" Target="../media/image650.png"/><Relationship Id="rId5" Type="http://schemas.openxmlformats.org/officeDocument/2006/relationships/image" Target="../media/image615.png"/><Relationship Id="rId15" Type="http://schemas.openxmlformats.org/officeDocument/2006/relationships/image" Target="../media/image625.png"/><Relationship Id="rId23" Type="http://schemas.openxmlformats.org/officeDocument/2006/relationships/image" Target="../media/image633.png"/><Relationship Id="rId28" Type="http://schemas.openxmlformats.org/officeDocument/2006/relationships/image" Target="../media/image638.png"/><Relationship Id="rId36" Type="http://schemas.openxmlformats.org/officeDocument/2006/relationships/image" Target="../media/image646.png"/><Relationship Id="rId10" Type="http://schemas.openxmlformats.org/officeDocument/2006/relationships/image" Target="../media/image620.png"/><Relationship Id="rId19" Type="http://schemas.openxmlformats.org/officeDocument/2006/relationships/image" Target="../media/image629.png"/><Relationship Id="rId31" Type="http://schemas.openxmlformats.org/officeDocument/2006/relationships/image" Target="../media/image641.png"/><Relationship Id="rId4" Type="http://schemas.openxmlformats.org/officeDocument/2006/relationships/image" Target="../media/image614.png"/><Relationship Id="rId9" Type="http://schemas.openxmlformats.org/officeDocument/2006/relationships/image" Target="../media/image619.png"/><Relationship Id="rId14" Type="http://schemas.openxmlformats.org/officeDocument/2006/relationships/image" Target="../media/image624.png"/><Relationship Id="rId22" Type="http://schemas.openxmlformats.org/officeDocument/2006/relationships/image" Target="../media/image632.png"/><Relationship Id="rId27" Type="http://schemas.openxmlformats.org/officeDocument/2006/relationships/image" Target="../media/image637.png"/><Relationship Id="rId30" Type="http://schemas.openxmlformats.org/officeDocument/2006/relationships/image" Target="../media/image640.png"/><Relationship Id="rId35" Type="http://schemas.openxmlformats.org/officeDocument/2006/relationships/image" Target="../media/image645.png"/><Relationship Id="rId8" Type="http://schemas.openxmlformats.org/officeDocument/2006/relationships/image" Target="../media/image618.png"/><Relationship Id="rId3" Type="http://schemas.openxmlformats.org/officeDocument/2006/relationships/image" Target="../media/image613.png"/><Relationship Id="rId12" Type="http://schemas.openxmlformats.org/officeDocument/2006/relationships/image" Target="../media/image622.png"/><Relationship Id="rId17" Type="http://schemas.openxmlformats.org/officeDocument/2006/relationships/image" Target="../media/image627.png"/><Relationship Id="rId25" Type="http://schemas.openxmlformats.org/officeDocument/2006/relationships/image" Target="../media/image635.png"/><Relationship Id="rId33" Type="http://schemas.openxmlformats.org/officeDocument/2006/relationships/image" Target="../media/image643.png"/><Relationship Id="rId38" Type="http://schemas.openxmlformats.org/officeDocument/2006/relationships/image" Target="../media/image6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4.jpg"/><Relationship Id="rId2" Type="http://schemas.openxmlformats.org/officeDocument/2006/relationships/image" Target="../media/image653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6.jpg"/><Relationship Id="rId2" Type="http://schemas.openxmlformats.org/officeDocument/2006/relationships/image" Target="../media/image655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135123" y="332231"/>
            <a:ext cx="7848600" cy="2881558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63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0"/>
              </a:spcBef>
            </a:pPr>
            <a:endParaRPr sz="7850" dirty="0">
              <a:latin typeface="Times New Roman"/>
              <a:cs typeface="Times New Roman"/>
            </a:endParaRPr>
          </a:p>
          <a:p>
            <a:pPr marL="2513965" marR="441325" indent="-2056764">
              <a:lnSpc>
                <a:spcPts val="6480"/>
              </a:lnSpc>
            </a:pPr>
            <a:r>
              <a:rPr sz="6000" spc="-170" dirty="0">
                <a:latin typeface="Trebuchet MS"/>
                <a:cs typeface="Trebuchet MS"/>
              </a:rPr>
              <a:t>QXU400</a:t>
            </a:r>
            <a:r>
              <a:rPr lang="en-US" sz="6000" spc="-170" dirty="0">
                <a:latin typeface="Trebuchet MS"/>
                <a:cs typeface="Trebuchet MS"/>
              </a:rPr>
              <a:t>4</a:t>
            </a:r>
            <a:r>
              <a:rPr sz="6000" spc="-170" dirty="0">
                <a:latin typeface="Trebuchet MS"/>
                <a:cs typeface="Trebuchet MS"/>
              </a:rPr>
              <a:t> </a:t>
            </a:r>
            <a:r>
              <a:rPr lang="en-US" sz="6000" spc="-204" dirty="0">
                <a:latin typeface="Trebuchet MS"/>
                <a:cs typeface="Trebuchet MS"/>
              </a:rPr>
              <a:t>Engineering Chemistry</a:t>
            </a:r>
            <a:endParaRPr sz="60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33600" y="4114800"/>
            <a:ext cx="7848600" cy="1263166"/>
          </a:xfrm>
          <a:prstGeom prst="rect">
            <a:avLst/>
          </a:prstGeom>
          <a:solidFill>
            <a:srgbClr val="5B9BD4"/>
          </a:solidFill>
        </p:spPr>
        <p:txBody>
          <a:bodyPr vert="horz" wrap="square" lIns="0" tIns="31750" rIns="0" bIns="0" rtlCol="0">
            <a:spAutoFit/>
          </a:bodyPr>
          <a:lstStyle/>
          <a:p>
            <a:pPr marL="808355" marR="798830" indent="739140" algn="ctr">
              <a:lnSpc>
                <a:spcPct val="100000"/>
              </a:lnSpc>
              <a:spcBef>
                <a:spcPts val="250"/>
              </a:spcBef>
            </a:pPr>
            <a:r>
              <a:rPr sz="4000" b="1" dirty="0">
                <a:solidFill>
                  <a:srgbClr val="44536A"/>
                </a:solidFill>
                <a:latin typeface="Arial"/>
                <a:cs typeface="Arial"/>
              </a:rPr>
              <a:t>Dr </a:t>
            </a:r>
            <a:r>
              <a:rPr lang="en-US" sz="4000" b="1" dirty="0">
                <a:solidFill>
                  <a:srgbClr val="44536A"/>
                </a:solidFill>
                <a:latin typeface="Arial"/>
                <a:cs typeface="Arial"/>
              </a:rPr>
              <a:t>Sulafudin Vukusic        	</a:t>
            </a:r>
            <a:r>
              <a:rPr lang="en-US" sz="4000" b="1" dirty="0">
                <a:solidFill>
                  <a:srgbClr val="44536A"/>
                </a:solidFill>
                <a:latin typeface="Arial"/>
                <a:cs typeface="Arial"/>
                <a:hlinkClick r:id="rId2"/>
              </a:rPr>
              <a:t>s.vukusic</a:t>
            </a:r>
            <a:r>
              <a:rPr sz="4000" b="1" dirty="0">
                <a:solidFill>
                  <a:srgbClr val="44536A"/>
                </a:solidFill>
                <a:latin typeface="Arial"/>
                <a:cs typeface="Arial"/>
                <a:hlinkClick r:id="rId2"/>
              </a:rPr>
              <a:t>@qmul.ac.uk</a:t>
            </a:r>
            <a:endParaRPr sz="4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5123" y="405384"/>
            <a:ext cx="7848600" cy="1084271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403225" rIns="0" bIns="0" rtlCol="0">
            <a:spAutoFit/>
          </a:bodyPr>
          <a:lstStyle/>
          <a:p>
            <a:pPr marL="288925">
              <a:lnSpc>
                <a:spcPct val="100000"/>
              </a:lnSpc>
              <a:spcBef>
                <a:spcPts val="3175"/>
              </a:spcBef>
            </a:pPr>
            <a:r>
              <a:rPr sz="4400" spc="-125" dirty="0"/>
              <a:t>QXU400</a:t>
            </a:r>
            <a:r>
              <a:rPr lang="en-US" sz="4400" spc="-125" dirty="0"/>
              <a:t>4</a:t>
            </a:r>
            <a:r>
              <a:rPr sz="4400" spc="-125" dirty="0"/>
              <a:t> </a:t>
            </a:r>
            <a:r>
              <a:rPr lang="en-US" sz="4400" spc="-155" dirty="0"/>
              <a:t>Engineering Chemistry</a:t>
            </a:r>
            <a:endParaRPr sz="4400" dirty="0"/>
          </a:p>
        </p:txBody>
      </p:sp>
      <p:sp>
        <p:nvSpPr>
          <p:cNvPr id="3" name="object 3"/>
          <p:cNvSpPr txBox="1"/>
          <p:nvPr/>
        </p:nvSpPr>
        <p:spPr>
          <a:xfrm>
            <a:off x="307847" y="2362200"/>
            <a:ext cx="11448415" cy="769620"/>
          </a:xfrm>
          <a:prstGeom prst="rect">
            <a:avLst/>
          </a:prstGeom>
          <a:solidFill>
            <a:srgbClr val="5B9BD4"/>
          </a:solidFill>
        </p:spPr>
        <p:txBody>
          <a:bodyPr vert="horz" wrap="square" lIns="0" tIns="31750" rIns="0" bIns="0" rtlCol="0">
            <a:spAutoFit/>
          </a:bodyPr>
          <a:lstStyle/>
          <a:p>
            <a:pPr marL="155575">
              <a:lnSpc>
                <a:spcPct val="100000"/>
              </a:lnSpc>
              <a:spcBef>
                <a:spcPts val="250"/>
              </a:spcBef>
            </a:pPr>
            <a:r>
              <a:rPr sz="4400" b="1" dirty="0">
                <a:solidFill>
                  <a:srgbClr val="44536A"/>
                </a:solidFill>
                <a:latin typeface="Arial"/>
                <a:cs typeface="Arial"/>
              </a:rPr>
              <a:t>Amines, Carboxylic Acids and</a:t>
            </a:r>
            <a:r>
              <a:rPr sz="4400" b="1" spc="-210" dirty="0">
                <a:solidFill>
                  <a:srgbClr val="44536A"/>
                </a:solidFill>
                <a:latin typeface="Arial"/>
                <a:cs typeface="Arial"/>
              </a:rPr>
              <a:t> </a:t>
            </a:r>
            <a:r>
              <a:rPr sz="4400" b="1" dirty="0">
                <a:solidFill>
                  <a:srgbClr val="44536A"/>
                </a:solidFill>
                <a:latin typeface="Arial"/>
                <a:cs typeface="Arial"/>
              </a:rPr>
              <a:t>Derivatives</a:t>
            </a:r>
            <a:endParaRPr sz="44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133600" y="3616452"/>
            <a:ext cx="7848600" cy="1219200"/>
          </a:xfrm>
          <a:prstGeom prst="rect">
            <a:avLst/>
          </a:prstGeom>
          <a:solidFill>
            <a:srgbClr val="EBEBB1"/>
          </a:solidFill>
          <a:ln w="9525">
            <a:solidFill>
              <a:srgbClr val="6600CC"/>
            </a:solidFill>
          </a:ln>
        </p:spPr>
        <p:txBody>
          <a:bodyPr vert="horz" wrap="square" lIns="0" tIns="20574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620"/>
              </a:spcBef>
            </a:pPr>
            <a:r>
              <a:rPr sz="4400" spc="-210" dirty="0">
                <a:latin typeface="Trebuchet MS"/>
                <a:cs typeface="Trebuchet MS"/>
              </a:rPr>
              <a:t>Suggested </a:t>
            </a:r>
            <a:r>
              <a:rPr sz="4400" spc="-245" dirty="0">
                <a:latin typeface="Trebuchet MS"/>
                <a:cs typeface="Trebuchet MS"/>
              </a:rPr>
              <a:t>Reading</a:t>
            </a:r>
            <a:r>
              <a:rPr sz="4400" spc="-665" dirty="0">
                <a:latin typeface="Trebuchet MS"/>
                <a:cs typeface="Trebuchet MS"/>
              </a:rPr>
              <a:t> </a:t>
            </a:r>
            <a:r>
              <a:rPr sz="4400" spc="-330" dirty="0">
                <a:latin typeface="Trebuchet MS"/>
                <a:cs typeface="Trebuchet MS"/>
              </a:rPr>
              <a:t>List:</a:t>
            </a:r>
            <a:endParaRPr sz="440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33399" y="4999735"/>
            <a:ext cx="9904095" cy="1489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3200" spc="-5" dirty="0">
                <a:latin typeface="Arial"/>
                <a:cs typeface="Arial"/>
              </a:rPr>
              <a:t>Chapters 19, 20, 22: </a:t>
            </a:r>
            <a:r>
              <a:rPr sz="3200" dirty="0">
                <a:latin typeface="Arial"/>
                <a:cs typeface="Arial"/>
              </a:rPr>
              <a:t>“Organic </a:t>
            </a:r>
            <a:r>
              <a:rPr sz="3200" spc="-5" dirty="0">
                <a:latin typeface="Arial"/>
                <a:cs typeface="Arial"/>
              </a:rPr>
              <a:t>Chemistry” by Francis</a:t>
            </a:r>
            <a:r>
              <a:rPr sz="3200" spc="-300" dirty="0">
                <a:latin typeface="Arial"/>
                <a:cs typeface="Arial"/>
              </a:rPr>
              <a:t> </a:t>
            </a:r>
            <a:r>
              <a:rPr sz="3200" dirty="0">
                <a:latin typeface="Arial"/>
                <a:cs typeface="Arial"/>
              </a:rPr>
              <a:t>A.  Carey &amp; </a:t>
            </a:r>
            <a:r>
              <a:rPr sz="3200" spc="-5" dirty="0">
                <a:latin typeface="Arial"/>
                <a:cs typeface="Arial"/>
              </a:rPr>
              <a:t>Robert </a:t>
            </a:r>
            <a:r>
              <a:rPr sz="3200" dirty="0">
                <a:latin typeface="Arial"/>
                <a:cs typeface="Arial"/>
              </a:rPr>
              <a:t>M. </a:t>
            </a:r>
            <a:r>
              <a:rPr sz="3200" spc="-5" dirty="0">
                <a:latin typeface="Arial"/>
                <a:cs typeface="Arial"/>
              </a:rPr>
              <a:t>Giuliano (10th Edition, </a:t>
            </a:r>
            <a:r>
              <a:rPr sz="3200" dirty="0">
                <a:latin typeface="Arial"/>
                <a:cs typeface="Arial"/>
              </a:rPr>
              <a:t>McGraw-Hill  </a:t>
            </a:r>
            <a:r>
              <a:rPr sz="3200" spc="-5" dirty="0">
                <a:latin typeface="Arial"/>
                <a:cs typeface="Arial"/>
              </a:rPr>
              <a:t>Education,</a:t>
            </a:r>
            <a:r>
              <a:rPr sz="3200" spc="-30" dirty="0">
                <a:latin typeface="Arial"/>
                <a:cs typeface="Arial"/>
              </a:rPr>
              <a:t> </a:t>
            </a:r>
            <a:r>
              <a:rPr sz="3200" spc="-5" dirty="0">
                <a:latin typeface="Arial"/>
                <a:cs typeface="Arial"/>
              </a:rPr>
              <a:t>2017).</a:t>
            </a:r>
            <a:endParaRPr sz="3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553583" y="5384393"/>
            <a:ext cx="108331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i="1" spc="-10" dirty="0">
                <a:solidFill>
                  <a:srgbClr val="FF9900"/>
                </a:solidFill>
                <a:latin typeface="Carlito"/>
                <a:cs typeface="Carlito"/>
              </a:rPr>
              <a:t>Amines</a:t>
            </a:r>
            <a:endParaRPr sz="2800">
              <a:latin typeface="Carlito"/>
              <a:cs typeface="Carlito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567185" y="2254491"/>
            <a:ext cx="4534001" cy="289861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125200" y="6431812"/>
            <a:ext cx="17589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z="1400" dirty="0">
                <a:latin typeface="Arial"/>
                <a:cs typeface="Arial"/>
              </a:rPr>
              <a:t>3</a:t>
            </a:fld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08603" y="314655"/>
            <a:ext cx="438150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265" dirty="0"/>
              <a:t>Examples </a:t>
            </a:r>
            <a:r>
              <a:rPr sz="4400" spc="-204" dirty="0"/>
              <a:t>of</a:t>
            </a:r>
            <a:r>
              <a:rPr sz="4400" spc="-620" dirty="0"/>
              <a:t> </a:t>
            </a:r>
            <a:r>
              <a:rPr sz="4400" spc="-220" dirty="0"/>
              <a:t>amines</a:t>
            </a:r>
            <a:endParaRPr sz="4400"/>
          </a:p>
        </p:txBody>
      </p:sp>
      <p:grpSp>
        <p:nvGrpSpPr>
          <p:cNvPr id="3" name="object 3"/>
          <p:cNvGrpSpPr/>
          <p:nvPr/>
        </p:nvGrpSpPr>
        <p:grpSpPr>
          <a:xfrm>
            <a:off x="2359384" y="1835504"/>
            <a:ext cx="786765" cy="187325"/>
            <a:chOff x="2359384" y="1835504"/>
            <a:chExt cx="786765" cy="187325"/>
          </a:xfrm>
        </p:grpSpPr>
        <p:sp>
          <p:nvSpPr>
            <p:cNvPr id="4" name="object 4"/>
            <p:cNvSpPr/>
            <p:nvPr/>
          </p:nvSpPr>
          <p:spPr>
            <a:xfrm>
              <a:off x="2359384" y="1835504"/>
              <a:ext cx="260350" cy="144780"/>
            </a:xfrm>
            <a:custGeom>
              <a:avLst/>
              <a:gdLst/>
              <a:ahLst/>
              <a:cxnLst/>
              <a:rect l="l" t="t" r="r" b="b"/>
              <a:pathLst>
                <a:path w="260350" h="144780">
                  <a:moveTo>
                    <a:pt x="65766" y="0"/>
                  </a:moveTo>
                  <a:lnTo>
                    <a:pt x="24745" y="13122"/>
                  </a:lnTo>
                  <a:lnTo>
                    <a:pt x="2079" y="50686"/>
                  </a:lnTo>
                  <a:lnTo>
                    <a:pt x="0" y="70991"/>
                  </a:lnTo>
                  <a:lnTo>
                    <a:pt x="460" y="80883"/>
                  </a:lnTo>
                  <a:lnTo>
                    <a:pt x="16418" y="123758"/>
                  </a:lnTo>
                  <a:lnTo>
                    <a:pt x="54745" y="143621"/>
                  </a:lnTo>
                  <a:lnTo>
                    <a:pt x="65481" y="144188"/>
                  </a:lnTo>
                  <a:lnTo>
                    <a:pt x="75944" y="143436"/>
                  </a:lnTo>
                  <a:lnTo>
                    <a:pt x="85569" y="141180"/>
                  </a:lnTo>
                  <a:lnTo>
                    <a:pt x="94358" y="137420"/>
                  </a:lnTo>
                  <a:lnTo>
                    <a:pt x="102309" y="132156"/>
                  </a:lnTo>
                  <a:lnTo>
                    <a:pt x="106338" y="128345"/>
                  </a:lnTo>
                  <a:lnTo>
                    <a:pt x="55470" y="128345"/>
                  </a:lnTo>
                  <a:lnTo>
                    <a:pt x="47583" y="126139"/>
                  </a:lnTo>
                  <a:lnTo>
                    <a:pt x="21920" y="95159"/>
                  </a:lnTo>
                  <a:lnTo>
                    <a:pt x="19007" y="70991"/>
                  </a:lnTo>
                  <a:lnTo>
                    <a:pt x="19280" y="64113"/>
                  </a:lnTo>
                  <a:lnTo>
                    <a:pt x="33545" y="27677"/>
                  </a:lnTo>
                  <a:lnTo>
                    <a:pt x="106739" y="15842"/>
                  </a:lnTo>
                  <a:lnTo>
                    <a:pt x="100930" y="10628"/>
                  </a:lnTo>
                  <a:lnTo>
                    <a:pt x="93387" y="6006"/>
                  </a:lnTo>
                  <a:lnTo>
                    <a:pt x="85012" y="2682"/>
                  </a:lnTo>
                  <a:lnTo>
                    <a:pt x="75805" y="673"/>
                  </a:lnTo>
                  <a:lnTo>
                    <a:pt x="65766" y="0"/>
                  </a:lnTo>
                  <a:close/>
                </a:path>
                <a:path w="260350" h="144780">
                  <a:moveTo>
                    <a:pt x="104731" y="92850"/>
                  </a:moveTo>
                  <a:lnTo>
                    <a:pt x="78264" y="126114"/>
                  </a:lnTo>
                  <a:lnTo>
                    <a:pt x="63960" y="128345"/>
                  </a:lnTo>
                  <a:lnTo>
                    <a:pt x="106338" y="128345"/>
                  </a:lnTo>
                  <a:lnTo>
                    <a:pt x="109261" y="125582"/>
                  </a:lnTo>
                  <a:lnTo>
                    <a:pt x="115054" y="117616"/>
                  </a:lnTo>
                  <a:lnTo>
                    <a:pt x="119695" y="108276"/>
                  </a:lnTo>
                  <a:lnTo>
                    <a:pt x="123161" y="97663"/>
                  </a:lnTo>
                  <a:lnTo>
                    <a:pt x="104731" y="92850"/>
                  </a:lnTo>
                  <a:close/>
                </a:path>
                <a:path w="260350" h="144780">
                  <a:moveTo>
                    <a:pt x="106739" y="15842"/>
                  </a:moveTo>
                  <a:lnTo>
                    <a:pt x="74699" y="15842"/>
                  </a:lnTo>
                  <a:lnTo>
                    <a:pt x="82430" y="18048"/>
                  </a:lnTo>
                  <a:lnTo>
                    <a:pt x="88574" y="22661"/>
                  </a:lnTo>
                  <a:lnTo>
                    <a:pt x="92911" y="26731"/>
                  </a:lnTo>
                  <a:lnTo>
                    <a:pt x="96701" y="31760"/>
                  </a:lnTo>
                  <a:lnTo>
                    <a:pt x="99945" y="37804"/>
                  </a:lnTo>
                  <a:lnTo>
                    <a:pt x="102642" y="44921"/>
                  </a:lnTo>
                  <a:lnTo>
                    <a:pt x="120795" y="40709"/>
                  </a:lnTo>
                  <a:lnTo>
                    <a:pt x="117450" y="31525"/>
                  </a:lnTo>
                  <a:lnTo>
                    <a:pt x="113004" y="23463"/>
                  </a:lnTo>
                  <a:lnTo>
                    <a:pt x="107517" y="16541"/>
                  </a:lnTo>
                  <a:lnTo>
                    <a:pt x="106739" y="15842"/>
                  </a:lnTo>
                  <a:close/>
                </a:path>
                <a:path w="260350" h="144780">
                  <a:moveTo>
                    <a:pt x="169070" y="2406"/>
                  </a:moveTo>
                  <a:lnTo>
                    <a:pt x="150626" y="2406"/>
                  </a:lnTo>
                  <a:lnTo>
                    <a:pt x="150626" y="141781"/>
                  </a:lnTo>
                  <a:lnTo>
                    <a:pt x="169070" y="141781"/>
                  </a:lnTo>
                  <a:lnTo>
                    <a:pt x="169070" y="76004"/>
                  </a:lnTo>
                  <a:lnTo>
                    <a:pt x="259926" y="76004"/>
                  </a:lnTo>
                  <a:lnTo>
                    <a:pt x="259926" y="59560"/>
                  </a:lnTo>
                  <a:lnTo>
                    <a:pt x="169070" y="59560"/>
                  </a:lnTo>
                  <a:lnTo>
                    <a:pt x="169070" y="2406"/>
                  </a:lnTo>
                  <a:close/>
                </a:path>
                <a:path w="260350" h="144780">
                  <a:moveTo>
                    <a:pt x="259926" y="76004"/>
                  </a:moveTo>
                  <a:lnTo>
                    <a:pt x="241482" y="76004"/>
                  </a:lnTo>
                  <a:lnTo>
                    <a:pt x="241482" y="141781"/>
                  </a:lnTo>
                  <a:lnTo>
                    <a:pt x="259926" y="141781"/>
                  </a:lnTo>
                  <a:lnTo>
                    <a:pt x="259926" y="76004"/>
                  </a:lnTo>
                  <a:close/>
                </a:path>
                <a:path w="260350" h="144780">
                  <a:moveTo>
                    <a:pt x="259926" y="2406"/>
                  </a:moveTo>
                  <a:lnTo>
                    <a:pt x="241482" y="2406"/>
                  </a:lnTo>
                  <a:lnTo>
                    <a:pt x="241482" y="59560"/>
                  </a:lnTo>
                  <a:lnTo>
                    <a:pt x="259926" y="59560"/>
                  </a:lnTo>
                  <a:lnTo>
                    <a:pt x="259926" y="24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645393" y="1915720"/>
              <a:ext cx="68422" cy="106887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797676" y="1837910"/>
              <a:ext cx="255270" cy="139700"/>
            </a:xfrm>
            <a:custGeom>
              <a:avLst/>
              <a:gdLst/>
              <a:ahLst/>
              <a:cxnLst/>
              <a:rect l="l" t="t" r="r" b="b"/>
              <a:pathLst>
                <a:path w="255269" h="139700">
                  <a:moveTo>
                    <a:pt x="18905" y="0"/>
                  </a:moveTo>
                  <a:lnTo>
                    <a:pt x="0" y="0"/>
                  </a:lnTo>
                  <a:lnTo>
                    <a:pt x="0" y="139375"/>
                  </a:lnTo>
                  <a:lnTo>
                    <a:pt x="17682" y="139375"/>
                  </a:lnTo>
                  <a:lnTo>
                    <a:pt x="17682" y="29880"/>
                  </a:lnTo>
                  <a:lnTo>
                    <a:pt x="38873" y="29880"/>
                  </a:lnTo>
                  <a:lnTo>
                    <a:pt x="18905" y="0"/>
                  </a:lnTo>
                  <a:close/>
                </a:path>
                <a:path w="255269" h="139700">
                  <a:moveTo>
                    <a:pt x="38873" y="29880"/>
                  </a:moveTo>
                  <a:lnTo>
                    <a:pt x="17682" y="29880"/>
                  </a:lnTo>
                  <a:lnTo>
                    <a:pt x="90856" y="139375"/>
                  </a:lnTo>
                  <a:lnTo>
                    <a:pt x="109761" y="139375"/>
                  </a:lnTo>
                  <a:lnTo>
                    <a:pt x="109761" y="109495"/>
                  </a:lnTo>
                  <a:lnTo>
                    <a:pt x="92079" y="109495"/>
                  </a:lnTo>
                  <a:lnTo>
                    <a:pt x="38873" y="29880"/>
                  </a:lnTo>
                  <a:close/>
                </a:path>
                <a:path w="255269" h="139700">
                  <a:moveTo>
                    <a:pt x="109761" y="0"/>
                  </a:moveTo>
                  <a:lnTo>
                    <a:pt x="92079" y="0"/>
                  </a:lnTo>
                  <a:lnTo>
                    <a:pt x="92079" y="109495"/>
                  </a:lnTo>
                  <a:lnTo>
                    <a:pt x="109761" y="109495"/>
                  </a:lnTo>
                  <a:lnTo>
                    <a:pt x="109761" y="0"/>
                  </a:lnTo>
                  <a:close/>
                </a:path>
                <a:path w="255269" h="139700">
                  <a:moveTo>
                    <a:pt x="163930" y="0"/>
                  </a:moveTo>
                  <a:lnTo>
                    <a:pt x="145506" y="0"/>
                  </a:lnTo>
                  <a:lnTo>
                    <a:pt x="145506" y="139375"/>
                  </a:lnTo>
                  <a:lnTo>
                    <a:pt x="163930" y="139375"/>
                  </a:lnTo>
                  <a:lnTo>
                    <a:pt x="163930" y="73598"/>
                  </a:lnTo>
                  <a:lnTo>
                    <a:pt x="254786" y="73598"/>
                  </a:lnTo>
                  <a:lnTo>
                    <a:pt x="254786" y="57153"/>
                  </a:lnTo>
                  <a:lnTo>
                    <a:pt x="163930" y="57153"/>
                  </a:lnTo>
                  <a:lnTo>
                    <a:pt x="163930" y="0"/>
                  </a:lnTo>
                  <a:close/>
                </a:path>
                <a:path w="255269" h="139700">
                  <a:moveTo>
                    <a:pt x="254786" y="73598"/>
                  </a:moveTo>
                  <a:lnTo>
                    <a:pt x="236362" y="73598"/>
                  </a:lnTo>
                  <a:lnTo>
                    <a:pt x="236362" y="139375"/>
                  </a:lnTo>
                  <a:lnTo>
                    <a:pt x="254786" y="139375"/>
                  </a:lnTo>
                  <a:lnTo>
                    <a:pt x="254786" y="73598"/>
                  </a:lnTo>
                  <a:close/>
                </a:path>
                <a:path w="255269" h="139700">
                  <a:moveTo>
                    <a:pt x="254786" y="0"/>
                  </a:moveTo>
                  <a:lnTo>
                    <a:pt x="236362" y="0"/>
                  </a:lnTo>
                  <a:lnTo>
                    <a:pt x="236362" y="57153"/>
                  </a:lnTo>
                  <a:lnTo>
                    <a:pt x="254786" y="57153"/>
                  </a:lnTo>
                  <a:lnTo>
                    <a:pt x="25478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6740" y="1915719"/>
              <a:ext cx="69164" cy="104882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745070" y="1900880"/>
              <a:ext cx="20320" cy="0"/>
            </a:xfrm>
            <a:custGeom>
              <a:avLst/>
              <a:gdLst/>
              <a:ahLst/>
              <a:cxnLst/>
              <a:rect l="l" t="t" r="r" b="b"/>
              <a:pathLst>
                <a:path w="20319">
                  <a:moveTo>
                    <a:pt x="0" y="0"/>
                  </a:moveTo>
                  <a:lnTo>
                    <a:pt x="20168" y="0"/>
                  </a:lnTo>
                </a:path>
              </a:pathLst>
            </a:custGeom>
            <a:ln w="120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372965" y="3292228"/>
            <a:ext cx="781050" cy="512445"/>
            <a:chOff x="4372965" y="3292228"/>
            <a:chExt cx="781050" cy="512445"/>
          </a:xfrm>
        </p:grpSpPr>
        <p:sp>
          <p:nvSpPr>
            <p:cNvPr id="10" name="object 10"/>
            <p:cNvSpPr/>
            <p:nvPr/>
          </p:nvSpPr>
          <p:spPr>
            <a:xfrm>
              <a:off x="4898617" y="3485348"/>
              <a:ext cx="255270" cy="139700"/>
            </a:xfrm>
            <a:custGeom>
              <a:avLst/>
              <a:gdLst/>
              <a:ahLst/>
              <a:cxnLst/>
              <a:rect l="l" t="t" r="r" b="b"/>
              <a:pathLst>
                <a:path w="255270" h="139700">
                  <a:moveTo>
                    <a:pt x="19045" y="0"/>
                  </a:moveTo>
                  <a:lnTo>
                    <a:pt x="0" y="0"/>
                  </a:lnTo>
                  <a:lnTo>
                    <a:pt x="0" y="139375"/>
                  </a:lnTo>
                  <a:lnTo>
                    <a:pt x="17642" y="139375"/>
                  </a:lnTo>
                  <a:lnTo>
                    <a:pt x="17641" y="29880"/>
                  </a:lnTo>
                  <a:lnTo>
                    <a:pt x="39014" y="29880"/>
                  </a:lnTo>
                  <a:lnTo>
                    <a:pt x="19045" y="0"/>
                  </a:lnTo>
                  <a:close/>
                </a:path>
                <a:path w="255270" h="139700">
                  <a:moveTo>
                    <a:pt x="39014" y="29880"/>
                  </a:moveTo>
                  <a:lnTo>
                    <a:pt x="17641" y="29880"/>
                  </a:lnTo>
                  <a:lnTo>
                    <a:pt x="90816" y="139375"/>
                  </a:lnTo>
                  <a:lnTo>
                    <a:pt x="109861" y="139375"/>
                  </a:lnTo>
                  <a:lnTo>
                    <a:pt x="109861" y="109495"/>
                  </a:lnTo>
                  <a:lnTo>
                    <a:pt x="92219" y="109495"/>
                  </a:lnTo>
                  <a:lnTo>
                    <a:pt x="39014" y="29880"/>
                  </a:lnTo>
                  <a:close/>
                </a:path>
                <a:path w="255270" h="139700">
                  <a:moveTo>
                    <a:pt x="109861" y="0"/>
                  </a:moveTo>
                  <a:lnTo>
                    <a:pt x="92219" y="0"/>
                  </a:lnTo>
                  <a:lnTo>
                    <a:pt x="92219" y="109495"/>
                  </a:lnTo>
                  <a:lnTo>
                    <a:pt x="109861" y="109495"/>
                  </a:lnTo>
                  <a:lnTo>
                    <a:pt x="109861" y="0"/>
                  </a:lnTo>
                  <a:close/>
                </a:path>
                <a:path w="255270" h="139700">
                  <a:moveTo>
                    <a:pt x="163990" y="0"/>
                  </a:moveTo>
                  <a:lnTo>
                    <a:pt x="145546" y="0"/>
                  </a:lnTo>
                  <a:lnTo>
                    <a:pt x="145546" y="139375"/>
                  </a:lnTo>
                  <a:lnTo>
                    <a:pt x="163990" y="139375"/>
                  </a:lnTo>
                  <a:lnTo>
                    <a:pt x="163990" y="73598"/>
                  </a:lnTo>
                  <a:lnTo>
                    <a:pt x="254806" y="73598"/>
                  </a:lnTo>
                  <a:lnTo>
                    <a:pt x="254806" y="57153"/>
                  </a:lnTo>
                  <a:lnTo>
                    <a:pt x="163990" y="57153"/>
                  </a:lnTo>
                  <a:lnTo>
                    <a:pt x="163990" y="0"/>
                  </a:lnTo>
                  <a:close/>
                </a:path>
                <a:path w="255270" h="139700">
                  <a:moveTo>
                    <a:pt x="254806" y="73598"/>
                  </a:moveTo>
                  <a:lnTo>
                    <a:pt x="236362" y="73598"/>
                  </a:lnTo>
                  <a:lnTo>
                    <a:pt x="236362" y="139375"/>
                  </a:lnTo>
                  <a:lnTo>
                    <a:pt x="254806" y="139375"/>
                  </a:lnTo>
                  <a:lnTo>
                    <a:pt x="254806" y="73598"/>
                  </a:lnTo>
                  <a:close/>
                </a:path>
                <a:path w="255270" h="139700">
                  <a:moveTo>
                    <a:pt x="254806" y="0"/>
                  </a:moveTo>
                  <a:lnTo>
                    <a:pt x="236362" y="0"/>
                  </a:lnTo>
                  <a:lnTo>
                    <a:pt x="236362" y="57153"/>
                  </a:lnTo>
                  <a:lnTo>
                    <a:pt x="254806" y="57153"/>
                  </a:lnTo>
                  <a:lnTo>
                    <a:pt x="25480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78980" y="3298244"/>
              <a:ext cx="520065" cy="500380"/>
            </a:xfrm>
            <a:custGeom>
              <a:avLst/>
              <a:gdLst/>
              <a:ahLst/>
              <a:cxnLst/>
              <a:rect l="l" t="t" r="r" b="b"/>
              <a:pathLst>
                <a:path w="520064" h="500379">
                  <a:moveTo>
                    <a:pt x="519637" y="150204"/>
                  </a:moveTo>
                  <a:lnTo>
                    <a:pt x="433030" y="0"/>
                  </a:lnTo>
                </a:path>
                <a:path w="520064" h="500379">
                  <a:moveTo>
                    <a:pt x="433030" y="0"/>
                  </a:moveTo>
                  <a:lnTo>
                    <a:pt x="144343" y="0"/>
                  </a:lnTo>
                </a:path>
                <a:path w="520064" h="500379">
                  <a:moveTo>
                    <a:pt x="144343" y="0"/>
                  </a:moveTo>
                  <a:lnTo>
                    <a:pt x="0" y="250073"/>
                  </a:lnTo>
                </a:path>
                <a:path w="520064" h="500379">
                  <a:moveTo>
                    <a:pt x="0" y="250073"/>
                  </a:moveTo>
                  <a:lnTo>
                    <a:pt x="144343" y="500147"/>
                  </a:lnTo>
                </a:path>
                <a:path w="520064" h="500379">
                  <a:moveTo>
                    <a:pt x="144343" y="500147"/>
                  </a:moveTo>
                  <a:lnTo>
                    <a:pt x="433030" y="500147"/>
                  </a:lnTo>
                </a:path>
                <a:path w="520064" h="500379">
                  <a:moveTo>
                    <a:pt x="433030" y="500147"/>
                  </a:moveTo>
                  <a:lnTo>
                    <a:pt x="513422" y="360771"/>
                  </a:lnTo>
                </a:path>
              </a:pathLst>
            </a:custGeom>
            <a:ln w="120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6423847" y="3332737"/>
            <a:ext cx="647700" cy="479425"/>
            <a:chOff x="6423847" y="3332737"/>
            <a:chExt cx="647700" cy="479425"/>
          </a:xfrm>
        </p:grpSpPr>
        <p:sp>
          <p:nvSpPr>
            <p:cNvPr id="13" name="object 13"/>
            <p:cNvSpPr/>
            <p:nvPr/>
          </p:nvSpPr>
          <p:spPr>
            <a:xfrm>
              <a:off x="6816383" y="3509413"/>
              <a:ext cx="255270" cy="139700"/>
            </a:xfrm>
            <a:custGeom>
              <a:avLst/>
              <a:gdLst/>
              <a:ahLst/>
              <a:cxnLst/>
              <a:rect l="l" t="t" r="r" b="b"/>
              <a:pathLst>
                <a:path w="255270" h="139700">
                  <a:moveTo>
                    <a:pt x="19045" y="0"/>
                  </a:moveTo>
                  <a:lnTo>
                    <a:pt x="0" y="0"/>
                  </a:lnTo>
                  <a:lnTo>
                    <a:pt x="0" y="139375"/>
                  </a:lnTo>
                  <a:lnTo>
                    <a:pt x="17642" y="139375"/>
                  </a:lnTo>
                  <a:lnTo>
                    <a:pt x="17641" y="29880"/>
                  </a:lnTo>
                  <a:lnTo>
                    <a:pt x="39014" y="29880"/>
                  </a:lnTo>
                  <a:lnTo>
                    <a:pt x="19045" y="0"/>
                  </a:lnTo>
                  <a:close/>
                </a:path>
                <a:path w="255270" h="139700">
                  <a:moveTo>
                    <a:pt x="39014" y="29880"/>
                  </a:moveTo>
                  <a:lnTo>
                    <a:pt x="17641" y="29880"/>
                  </a:lnTo>
                  <a:lnTo>
                    <a:pt x="90816" y="139375"/>
                  </a:lnTo>
                  <a:lnTo>
                    <a:pt x="109861" y="139375"/>
                  </a:lnTo>
                  <a:lnTo>
                    <a:pt x="109861" y="109495"/>
                  </a:lnTo>
                  <a:lnTo>
                    <a:pt x="92219" y="109495"/>
                  </a:lnTo>
                  <a:lnTo>
                    <a:pt x="39014" y="29880"/>
                  </a:lnTo>
                  <a:close/>
                </a:path>
                <a:path w="255270" h="139700">
                  <a:moveTo>
                    <a:pt x="109861" y="0"/>
                  </a:moveTo>
                  <a:lnTo>
                    <a:pt x="92219" y="0"/>
                  </a:lnTo>
                  <a:lnTo>
                    <a:pt x="92219" y="109495"/>
                  </a:lnTo>
                  <a:lnTo>
                    <a:pt x="109861" y="109495"/>
                  </a:lnTo>
                  <a:lnTo>
                    <a:pt x="109861" y="0"/>
                  </a:lnTo>
                  <a:close/>
                </a:path>
                <a:path w="255270" h="139700">
                  <a:moveTo>
                    <a:pt x="163990" y="0"/>
                  </a:moveTo>
                  <a:lnTo>
                    <a:pt x="145546" y="0"/>
                  </a:lnTo>
                  <a:lnTo>
                    <a:pt x="145546" y="139375"/>
                  </a:lnTo>
                  <a:lnTo>
                    <a:pt x="163990" y="139375"/>
                  </a:lnTo>
                  <a:lnTo>
                    <a:pt x="163990" y="73598"/>
                  </a:lnTo>
                  <a:lnTo>
                    <a:pt x="254806" y="73598"/>
                  </a:lnTo>
                  <a:lnTo>
                    <a:pt x="254806" y="57153"/>
                  </a:lnTo>
                  <a:lnTo>
                    <a:pt x="163990" y="57153"/>
                  </a:lnTo>
                  <a:lnTo>
                    <a:pt x="163990" y="0"/>
                  </a:lnTo>
                  <a:close/>
                </a:path>
                <a:path w="255270" h="139700">
                  <a:moveTo>
                    <a:pt x="254806" y="73598"/>
                  </a:moveTo>
                  <a:lnTo>
                    <a:pt x="236362" y="73598"/>
                  </a:lnTo>
                  <a:lnTo>
                    <a:pt x="236362" y="139375"/>
                  </a:lnTo>
                  <a:lnTo>
                    <a:pt x="254806" y="139375"/>
                  </a:lnTo>
                  <a:lnTo>
                    <a:pt x="254806" y="73598"/>
                  </a:lnTo>
                  <a:close/>
                </a:path>
                <a:path w="255270" h="139700">
                  <a:moveTo>
                    <a:pt x="254806" y="0"/>
                  </a:moveTo>
                  <a:lnTo>
                    <a:pt x="236362" y="0"/>
                  </a:lnTo>
                  <a:lnTo>
                    <a:pt x="236362" y="57153"/>
                  </a:lnTo>
                  <a:lnTo>
                    <a:pt x="254806" y="57153"/>
                  </a:lnTo>
                  <a:lnTo>
                    <a:pt x="25480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429863" y="3338753"/>
              <a:ext cx="375920" cy="467359"/>
            </a:xfrm>
            <a:custGeom>
              <a:avLst/>
              <a:gdLst/>
              <a:ahLst/>
              <a:cxnLst/>
              <a:rect l="l" t="t" r="r" b="b"/>
              <a:pathLst>
                <a:path w="375920" h="467360">
                  <a:moveTo>
                    <a:pt x="0" y="89240"/>
                  </a:moveTo>
                  <a:lnTo>
                    <a:pt x="0" y="378018"/>
                  </a:lnTo>
                </a:path>
                <a:path w="375920" h="467360">
                  <a:moveTo>
                    <a:pt x="0" y="378018"/>
                  </a:moveTo>
                  <a:lnTo>
                    <a:pt x="274453" y="467258"/>
                  </a:lnTo>
                </a:path>
                <a:path w="375920" h="467360">
                  <a:moveTo>
                    <a:pt x="274453" y="467258"/>
                  </a:moveTo>
                  <a:lnTo>
                    <a:pt x="368677" y="337509"/>
                  </a:lnTo>
                </a:path>
                <a:path w="375920" h="467360">
                  <a:moveTo>
                    <a:pt x="375493" y="139174"/>
                  </a:moveTo>
                  <a:lnTo>
                    <a:pt x="274453" y="0"/>
                  </a:lnTo>
                </a:path>
                <a:path w="375920" h="467360">
                  <a:moveTo>
                    <a:pt x="274453" y="0"/>
                  </a:moveTo>
                  <a:lnTo>
                    <a:pt x="0" y="89240"/>
                  </a:lnTo>
                </a:path>
              </a:pathLst>
            </a:custGeom>
            <a:ln w="120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2332791" y="2564869"/>
            <a:ext cx="1112325" cy="180285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191053" y="2564868"/>
            <a:ext cx="1274514" cy="180285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457768" y="4068921"/>
            <a:ext cx="845819" cy="178435"/>
          </a:xfrm>
          <a:custGeom>
            <a:avLst/>
            <a:gdLst/>
            <a:ahLst/>
            <a:cxnLst/>
            <a:rect l="l" t="t" r="r" b="b"/>
            <a:pathLst>
              <a:path w="845820" h="178435">
                <a:moveTo>
                  <a:pt x="15637" y="38503"/>
                </a:moveTo>
                <a:lnTo>
                  <a:pt x="0" y="38503"/>
                </a:lnTo>
                <a:lnTo>
                  <a:pt x="0" y="178079"/>
                </a:lnTo>
                <a:lnTo>
                  <a:pt x="17241" y="178079"/>
                </a:lnTo>
                <a:lnTo>
                  <a:pt x="17241" y="128947"/>
                </a:lnTo>
                <a:lnTo>
                  <a:pt x="74370" y="128947"/>
                </a:lnTo>
                <a:lnTo>
                  <a:pt x="75592" y="127543"/>
                </a:lnTo>
                <a:lnTo>
                  <a:pt x="35083" y="127543"/>
                </a:lnTo>
                <a:lnTo>
                  <a:pt x="28668" y="124535"/>
                </a:lnTo>
                <a:lnTo>
                  <a:pt x="15637" y="89441"/>
                </a:lnTo>
                <a:lnTo>
                  <a:pt x="16163" y="80263"/>
                </a:lnTo>
                <a:lnTo>
                  <a:pt x="32312" y="51538"/>
                </a:lnTo>
                <a:lnTo>
                  <a:pt x="15637" y="51538"/>
                </a:lnTo>
                <a:lnTo>
                  <a:pt x="15637" y="38503"/>
                </a:lnTo>
                <a:close/>
              </a:path>
              <a:path w="845820" h="178435">
                <a:moveTo>
                  <a:pt x="74370" y="128947"/>
                </a:moveTo>
                <a:lnTo>
                  <a:pt x="17241" y="128947"/>
                </a:lnTo>
                <a:lnTo>
                  <a:pt x="20047" y="132557"/>
                </a:lnTo>
                <a:lnTo>
                  <a:pt x="23856" y="135565"/>
                </a:lnTo>
                <a:lnTo>
                  <a:pt x="28267" y="137971"/>
                </a:lnTo>
                <a:lnTo>
                  <a:pt x="32878" y="140378"/>
                </a:lnTo>
                <a:lnTo>
                  <a:pt x="38090" y="141581"/>
                </a:lnTo>
                <a:lnTo>
                  <a:pt x="51522" y="141581"/>
                </a:lnTo>
                <a:lnTo>
                  <a:pt x="58940" y="139375"/>
                </a:lnTo>
                <a:lnTo>
                  <a:pt x="72973" y="130551"/>
                </a:lnTo>
                <a:lnTo>
                  <a:pt x="74370" y="128947"/>
                </a:lnTo>
                <a:close/>
              </a:path>
              <a:path w="845820" h="178435">
                <a:moveTo>
                  <a:pt x="76256" y="49533"/>
                </a:moveTo>
                <a:lnTo>
                  <a:pt x="50720" y="49533"/>
                </a:lnTo>
                <a:lnTo>
                  <a:pt x="56935" y="52742"/>
                </a:lnTo>
                <a:lnTo>
                  <a:pt x="62348" y="59159"/>
                </a:lnTo>
                <a:lnTo>
                  <a:pt x="65769" y="64574"/>
                </a:lnTo>
                <a:lnTo>
                  <a:pt x="68212" y="71191"/>
                </a:lnTo>
                <a:lnTo>
                  <a:pt x="69678" y="79012"/>
                </a:lnTo>
                <a:lnTo>
                  <a:pt x="70167" y="88037"/>
                </a:lnTo>
                <a:lnTo>
                  <a:pt x="69675" y="97472"/>
                </a:lnTo>
                <a:lnTo>
                  <a:pt x="50119" y="127543"/>
                </a:lnTo>
                <a:lnTo>
                  <a:pt x="75592" y="127543"/>
                </a:lnTo>
                <a:lnTo>
                  <a:pt x="87608" y="88037"/>
                </a:lnTo>
                <a:lnTo>
                  <a:pt x="87304" y="80968"/>
                </a:lnTo>
                <a:lnTo>
                  <a:pt x="86380" y="74199"/>
                </a:lnTo>
                <a:lnTo>
                  <a:pt x="84817" y="67732"/>
                </a:lnTo>
                <a:lnTo>
                  <a:pt x="82596" y="61565"/>
                </a:lnTo>
                <a:lnTo>
                  <a:pt x="79388" y="53544"/>
                </a:lnTo>
                <a:lnTo>
                  <a:pt x="76256" y="49533"/>
                </a:lnTo>
                <a:close/>
              </a:path>
              <a:path w="845820" h="178435">
                <a:moveTo>
                  <a:pt x="53527" y="36097"/>
                </a:moveTo>
                <a:lnTo>
                  <a:pt x="15637" y="51538"/>
                </a:lnTo>
                <a:lnTo>
                  <a:pt x="32312" y="51538"/>
                </a:lnTo>
                <a:lnTo>
                  <a:pt x="36085" y="49533"/>
                </a:lnTo>
                <a:lnTo>
                  <a:pt x="76256" y="49533"/>
                </a:lnTo>
                <a:lnTo>
                  <a:pt x="74377" y="47126"/>
                </a:lnTo>
                <a:lnTo>
                  <a:pt x="61145" y="38303"/>
                </a:lnTo>
                <a:lnTo>
                  <a:pt x="53527" y="36097"/>
                </a:lnTo>
                <a:close/>
              </a:path>
              <a:path w="845820" h="178435">
                <a:moveTo>
                  <a:pt x="128706" y="0"/>
                </a:moveTo>
                <a:lnTo>
                  <a:pt x="111665" y="0"/>
                </a:lnTo>
                <a:lnTo>
                  <a:pt x="111665" y="19652"/>
                </a:lnTo>
                <a:lnTo>
                  <a:pt x="128706" y="19652"/>
                </a:lnTo>
                <a:lnTo>
                  <a:pt x="128706" y="0"/>
                </a:lnTo>
                <a:close/>
              </a:path>
              <a:path w="845820" h="178435">
                <a:moveTo>
                  <a:pt x="128706" y="38503"/>
                </a:moveTo>
                <a:lnTo>
                  <a:pt x="111665" y="38503"/>
                </a:lnTo>
                <a:lnTo>
                  <a:pt x="111665" y="139375"/>
                </a:lnTo>
                <a:lnTo>
                  <a:pt x="128706" y="139375"/>
                </a:lnTo>
                <a:lnTo>
                  <a:pt x="128706" y="38503"/>
                </a:lnTo>
                <a:close/>
              </a:path>
              <a:path w="845820" h="178435">
                <a:moveTo>
                  <a:pt x="171809" y="38503"/>
                </a:moveTo>
                <a:lnTo>
                  <a:pt x="156171" y="38503"/>
                </a:lnTo>
                <a:lnTo>
                  <a:pt x="156171" y="178079"/>
                </a:lnTo>
                <a:lnTo>
                  <a:pt x="173212" y="178079"/>
                </a:lnTo>
                <a:lnTo>
                  <a:pt x="173212" y="128947"/>
                </a:lnTo>
                <a:lnTo>
                  <a:pt x="230542" y="128947"/>
                </a:lnTo>
                <a:lnTo>
                  <a:pt x="231764" y="127543"/>
                </a:lnTo>
                <a:lnTo>
                  <a:pt x="191054" y="127543"/>
                </a:lnTo>
                <a:lnTo>
                  <a:pt x="184840" y="124535"/>
                </a:lnTo>
                <a:lnTo>
                  <a:pt x="171608" y="89440"/>
                </a:lnTo>
                <a:lnTo>
                  <a:pt x="172134" y="80263"/>
                </a:lnTo>
                <a:lnTo>
                  <a:pt x="188283" y="51538"/>
                </a:lnTo>
                <a:lnTo>
                  <a:pt x="171809" y="51538"/>
                </a:lnTo>
                <a:lnTo>
                  <a:pt x="171809" y="38503"/>
                </a:lnTo>
                <a:close/>
              </a:path>
              <a:path w="845820" h="178435">
                <a:moveTo>
                  <a:pt x="230542" y="128947"/>
                </a:moveTo>
                <a:lnTo>
                  <a:pt x="173212" y="128947"/>
                </a:lnTo>
                <a:lnTo>
                  <a:pt x="176219" y="132557"/>
                </a:lnTo>
                <a:lnTo>
                  <a:pt x="179828" y="135565"/>
                </a:lnTo>
                <a:lnTo>
                  <a:pt x="184439" y="137971"/>
                </a:lnTo>
                <a:lnTo>
                  <a:pt x="188849" y="140378"/>
                </a:lnTo>
                <a:lnTo>
                  <a:pt x="194061" y="141581"/>
                </a:lnTo>
                <a:lnTo>
                  <a:pt x="207493" y="141581"/>
                </a:lnTo>
                <a:lnTo>
                  <a:pt x="214911" y="139375"/>
                </a:lnTo>
                <a:lnTo>
                  <a:pt x="222128" y="134963"/>
                </a:lnTo>
                <a:lnTo>
                  <a:pt x="229145" y="130551"/>
                </a:lnTo>
                <a:lnTo>
                  <a:pt x="230542" y="128947"/>
                </a:lnTo>
                <a:close/>
              </a:path>
              <a:path w="845820" h="178435">
                <a:moveTo>
                  <a:pt x="232227" y="49533"/>
                </a:moveTo>
                <a:lnTo>
                  <a:pt x="206692" y="49533"/>
                </a:lnTo>
                <a:lnTo>
                  <a:pt x="213107" y="52742"/>
                </a:lnTo>
                <a:lnTo>
                  <a:pt x="218319" y="59159"/>
                </a:lnTo>
                <a:lnTo>
                  <a:pt x="221771" y="64573"/>
                </a:lnTo>
                <a:lnTo>
                  <a:pt x="224283" y="71191"/>
                </a:lnTo>
                <a:lnTo>
                  <a:pt x="225818" y="79012"/>
                </a:lnTo>
                <a:lnTo>
                  <a:pt x="226338" y="88037"/>
                </a:lnTo>
                <a:lnTo>
                  <a:pt x="225815" y="97472"/>
                </a:lnTo>
                <a:lnTo>
                  <a:pt x="206291" y="127543"/>
                </a:lnTo>
                <a:lnTo>
                  <a:pt x="231764" y="127543"/>
                </a:lnTo>
                <a:lnTo>
                  <a:pt x="243780" y="88037"/>
                </a:lnTo>
                <a:lnTo>
                  <a:pt x="243476" y="80968"/>
                </a:lnTo>
                <a:lnTo>
                  <a:pt x="242552" y="74199"/>
                </a:lnTo>
                <a:lnTo>
                  <a:pt x="240989" y="67732"/>
                </a:lnTo>
                <a:lnTo>
                  <a:pt x="238768" y="61565"/>
                </a:lnTo>
                <a:lnTo>
                  <a:pt x="235360" y="53544"/>
                </a:lnTo>
                <a:lnTo>
                  <a:pt x="232227" y="49533"/>
                </a:lnTo>
                <a:close/>
              </a:path>
              <a:path w="845820" h="178435">
                <a:moveTo>
                  <a:pt x="209699" y="36097"/>
                </a:moveTo>
                <a:lnTo>
                  <a:pt x="171809" y="51538"/>
                </a:lnTo>
                <a:lnTo>
                  <a:pt x="188283" y="51538"/>
                </a:lnTo>
                <a:lnTo>
                  <a:pt x="192057" y="49533"/>
                </a:lnTo>
                <a:lnTo>
                  <a:pt x="232227" y="49533"/>
                </a:lnTo>
                <a:lnTo>
                  <a:pt x="230348" y="47126"/>
                </a:lnTo>
                <a:lnTo>
                  <a:pt x="217116" y="38303"/>
                </a:lnTo>
                <a:lnTo>
                  <a:pt x="209699" y="36097"/>
                </a:lnTo>
                <a:close/>
              </a:path>
              <a:path w="845820" h="178435">
                <a:moveTo>
                  <a:pt x="309135" y="36097"/>
                </a:moveTo>
                <a:lnTo>
                  <a:pt x="269266" y="57918"/>
                </a:lnTo>
                <a:lnTo>
                  <a:pt x="261905" y="88638"/>
                </a:lnTo>
                <a:lnTo>
                  <a:pt x="261923" y="91245"/>
                </a:lnTo>
                <a:lnTo>
                  <a:pt x="274854" y="127944"/>
                </a:lnTo>
                <a:lnTo>
                  <a:pt x="309937" y="141581"/>
                </a:lnTo>
                <a:lnTo>
                  <a:pt x="318395" y="141055"/>
                </a:lnTo>
                <a:lnTo>
                  <a:pt x="344722" y="127543"/>
                </a:lnTo>
                <a:lnTo>
                  <a:pt x="301718" y="127543"/>
                </a:lnTo>
                <a:lnTo>
                  <a:pt x="294701" y="124736"/>
                </a:lnTo>
                <a:lnTo>
                  <a:pt x="279665" y="93251"/>
                </a:lnTo>
                <a:lnTo>
                  <a:pt x="354844" y="93251"/>
                </a:lnTo>
                <a:lnTo>
                  <a:pt x="354844" y="91245"/>
                </a:lnTo>
                <a:lnTo>
                  <a:pt x="355020" y="89842"/>
                </a:lnTo>
                <a:lnTo>
                  <a:pt x="355045" y="88638"/>
                </a:lnTo>
                <a:lnTo>
                  <a:pt x="354388" y="79213"/>
                </a:lnTo>
                <a:lnTo>
                  <a:pt x="280467" y="79213"/>
                </a:lnTo>
                <a:lnTo>
                  <a:pt x="281069" y="70389"/>
                </a:lnTo>
                <a:lnTo>
                  <a:pt x="284076" y="63370"/>
                </a:lnTo>
                <a:lnTo>
                  <a:pt x="289489" y="58156"/>
                </a:lnTo>
                <a:lnTo>
                  <a:pt x="294701" y="52742"/>
                </a:lnTo>
                <a:lnTo>
                  <a:pt x="301317" y="50135"/>
                </a:lnTo>
                <a:lnTo>
                  <a:pt x="342361" y="50135"/>
                </a:lnTo>
                <a:lnTo>
                  <a:pt x="342214" y="49934"/>
                </a:lnTo>
                <a:lnTo>
                  <a:pt x="335298" y="43880"/>
                </a:lnTo>
                <a:lnTo>
                  <a:pt x="327479" y="39556"/>
                </a:lnTo>
                <a:lnTo>
                  <a:pt x="318758" y="36962"/>
                </a:lnTo>
                <a:lnTo>
                  <a:pt x="309135" y="36097"/>
                </a:lnTo>
                <a:close/>
              </a:path>
              <a:path w="845820" h="178435">
                <a:moveTo>
                  <a:pt x="336801" y="106887"/>
                </a:moveTo>
                <a:lnTo>
                  <a:pt x="316353" y="127543"/>
                </a:lnTo>
                <a:lnTo>
                  <a:pt x="344722" y="127543"/>
                </a:lnTo>
                <a:lnTo>
                  <a:pt x="348456" y="122730"/>
                </a:lnTo>
                <a:lnTo>
                  <a:pt x="351887" y="116350"/>
                </a:lnTo>
                <a:lnTo>
                  <a:pt x="354443" y="109093"/>
                </a:lnTo>
                <a:lnTo>
                  <a:pt x="336801" y="106887"/>
                </a:lnTo>
                <a:close/>
              </a:path>
              <a:path w="845820" h="178435">
                <a:moveTo>
                  <a:pt x="342361" y="50135"/>
                </a:moveTo>
                <a:lnTo>
                  <a:pt x="317956" y="50135"/>
                </a:lnTo>
                <a:lnTo>
                  <a:pt x="324973" y="53544"/>
                </a:lnTo>
                <a:lnTo>
                  <a:pt x="330386" y="60162"/>
                </a:lnTo>
                <a:lnTo>
                  <a:pt x="333995" y="64373"/>
                </a:lnTo>
                <a:lnTo>
                  <a:pt x="336200" y="70790"/>
                </a:lnTo>
                <a:lnTo>
                  <a:pt x="336801" y="79213"/>
                </a:lnTo>
                <a:lnTo>
                  <a:pt x="354388" y="79213"/>
                </a:lnTo>
                <a:lnTo>
                  <a:pt x="354224" y="76866"/>
                </a:lnTo>
                <a:lnTo>
                  <a:pt x="351787" y="66504"/>
                </a:lnTo>
                <a:lnTo>
                  <a:pt x="347771" y="57533"/>
                </a:lnTo>
                <a:lnTo>
                  <a:pt x="342361" y="50135"/>
                </a:lnTo>
                <a:close/>
              </a:path>
              <a:path w="845820" h="178435">
                <a:moveTo>
                  <a:pt x="394338" y="38503"/>
                </a:moveTo>
                <a:lnTo>
                  <a:pt x="378901" y="38503"/>
                </a:lnTo>
                <a:lnTo>
                  <a:pt x="378902" y="139375"/>
                </a:lnTo>
                <a:lnTo>
                  <a:pt x="395942" y="139375"/>
                </a:lnTo>
                <a:lnTo>
                  <a:pt x="395942" y="79213"/>
                </a:lnTo>
                <a:lnTo>
                  <a:pt x="396944" y="72595"/>
                </a:lnTo>
                <a:lnTo>
                  <a:pt x="398949" y="66579"/>
                </a:lnTo>
                <a:lnTo>
                  <a:pt x="400152" y="62568"/>
                </a:lnTo>
                <a:lnTo>
                  <a:pt x="402157" y="59359"/>
                </a:lnTo>
                <a:lnTo>
                  <a:pt x="408171" y="54948"/>
                </a:lnTo>
                <a:lnTo>
                  <a:pt x="411579" y="53744"/>
                </a:lnTo>
                <a:lnTo>
                  <a:pt x="394338" y="53744"/>
                </a:lnTo>
                <a:lnTo>
                  <a:pt x="394338" y="38503"/>
                </a:lnTo>
                <a:close/>
              </a:path>
              <a:path w="845820" h="178435">
                <a:moveTo>
                  <a:pt x="422004" y="36097"/>
                </a:moveTo>
                <a:lnTo>
                  <a:pt x="394338" y="53744"/>
                </a:lnTo>
                <a:lnTo>
                  <a:pt x="419398" y="53744"/>
                </a:lnTo>
                <a:lnTo>
                  <a:pt x="423608" y="54948"/>
                </a:lnTo>
                <a:lnTo>
                  <a:pt x="427818" y="57555"/>
                </a:lnTo>
                <a:lnTo>
                  <a:pt x="433832" y="41712"/>
                </a:lnTo>
                <a:lnTo>
                  <a:pt x="427818" y="37902"/>
                </a:lnTo>
                <a:lnTo>
                  <a:pt x="422004" y="36097"/>
                </a:lnTo>
                <a:close/>
              </a:path>
              <a:path w="845820" h="178435">
                <a:moveTo>
                  <a:pt x="463102" y="0"/>
                </a:moveTo>
                <a:lnTo>
                  <a:pt x="445861" y="0"/>
                </a:lnTo>
                <a:lnTo>
                  <a:pt x="445861" y="19652"/>
                </a:lnTo>
                <a:lnTo>
                  <a:pt x="463102" y="19652"/>
                </a:lnTo>
                <a:lnTo>
                  <a:pt x="463102" y="0"/>
                </a:lnTo>
                <a:close/>
              </a:path>
              <a:path w="845820" h="178435">
                <a:moveTo>
                  <a:pt x="463102" y="38503"/>
                </a:moveTo>
                <a:lnTo>
                  <a:pt x="445861" y="38503"/>
                </a:lnTo>
                <a:lnTo>
                  <a:pt x="445861" y="139375"/>
                </a:lnTo>
                <a:lnTo>
                  <a:pt x="463102" y="139375"/>
                </a:lnTo>
                <a:lnTo>
                  <a:pt x="463102" y="38503"/>
                </a:lnTo>
                <a:close/>
              </a:path>
              <a:path w="845820" h="178435">
                <a:moveTo>
                  <a:pt x="532868" y="36097"/>
                </a:moveTo>
                <a:lnTo>
                  <a:pt x="518634" y="36097"/>
                </a:lnTo>
                <a:lnTo>
                  <a:pt x="511016" y="38303"/>
                </a:lnTo>
                <a:lnTo>
                  <a:pt x="504400" y="42715"/>
                </a:lnTo>
                <a:lnTo>
                  <a:pt x="497584" y="47126"/>
                </a:lnTo>
                <a:lnTo>
                  <a:pt x="484152" y="89039"/>
                </a:lnTo>
                <a:lnTo>
                  <a:pt x="484522" y="96516"/>
                </a:lnTo>
                <a:lnTo>
                  <a:pt x="505403" y="134963"/>
                </a:lnTo>
                <a:lnTo>
                  <a:pt x="519637" y="141581"/>
                </a:lnTo>
                <a:lnTo>
                  <a:pt x="527656" y="141581"/>
                </a:lnTo>
                <a:lnTo>
                  <a:pt x="536414" y="140641"/>
                </a:lnTo>
                <a:lnTo>
                  <a:pt x="544045" y="137821"/>
                </a:lnTo>
                <a:lnTo>
                  <a:pt x="550548" y="133121"/>
                </a:lnTo>
                <a:lnTo>
                  <a:pt x="555104" y="127543"/>
                </a:lnTo>
                <a:lnTo>
                  <a:pt x="521842" y="127543"/>
                </a:lnTo>
                <a:lnTo>
                  <a:pt x="515427" y="124334"/>
                </a:lnTo>
                <a:lnTo>
                  <a:pt x="501794" y="89039"/>
                </a:lnTo>
                <a:lnTo>
                  <a:pt x="502280" y="79639"/>
                </a:lnTo>
                <a:lnTo>
                  <a:pt x="571761" y="50335"/>
                </a:lnTo>
                <a:lnTo>
                  <a:pt x="571761" y="49934"/>
                </a:lnTo>
                <a:lnTo>
                  <a:pt x="554720" y="49934"/>
                </a:lnTo>
                <a:lnTo>
                  <a:pt x="551713" y="45923"/>
                </a:lnTo>
                <a:lnTo>
                  <a:pt x="547904" y="42514"/>
                </a:lnTo>
                <a:lnTo>
                  <a:pt x="543092" y="39907"/>
                </a:lnTo>
                <a:lnTo>
                  <a:pt x="538281" y="37501"/>
                </a:lnTo>
                <a:lnTo>
                  <a:pt x="532868" y="36097"/>
                </a:lnTo>
                <a:close/>
              </a:path>
              <a:path w="845820" h="178435">
                <a:moveTo>
                  <a:pt x="571761" y="126540"/>
                </a:moveTo>
                <a:lnTo>
                  <a:pt x="555923" y="126540"/>
                </a:lnTo>
                <a:lnTo>
                  <a:pt x="555923" y="139375"/>
                </a:lnTo>
                <a:lnTo>
                  <a:pt x="571761" y="139375"/>
                </a:lnTo>
                <a:lnTo>
                  <a:pt x="571761" y="126540"/>
                </a:lnTo>
                <a:close/>
              </a:path>
              <a:path w="845820" h="178435">
                <a:moveTo>
                  <a:pt x="571761" y="50335"/>
                </a:moveTo>
                <a:lnTo>
                  <a:pt x="536276" y="50335"/>
                </a:lnTo>
                <a:lnTo>
                  <a:pt x="542892" y="53544"/>
                </a:lnTo>
                <a:lnTo>
                  <a:pt x="548104" y="59961"/>
                </a:lnTo>
                <a:lnTo>
                  <a:pt x="551641" y="65485"/>
                </a:lnTo>
                <a:lnTo>
                  <a:pt x="554144" y="72420"/>
                </a:lnTo>
                <a:lnTo>
                  <a:pt x="555632" y="80745"/>
                </a:lnTo>
                <a:lnTo>
                  <a:pt x="556123" y="90443"/>
                </a:lnTo>
                <a:lnTo>
                  <a:pt x="555635" y="99198"/>
                </a:lnTo>
                <a:lnTo>
                  <a:pt x="536677" y="127543"/>
                </a:lnTo>
                <a:lnTo>
                  <a:pt x="555104" y="127543"/>
                </a:lnTo>
                <a:lnTo>
                  <a:pt x="555923" y="126540"/>
                </a:lnTo>
                <a:lnTo>
                  <a:pt x="571761" y="126540"/>
                </a:lnTo>
                <a:lnTo>
                  <a:pt x="571761" y="50335"/>
                </a:lnTo>
                <a:close/>
              </a:path>
              <a:path w="845820" h="178435">
                <a:moveTo>
                  <a:pt x="571761" y="0"/>
                </a:moveTo>
                <a:lnTo>
                  <a:pt x="554720" y="0"/>
                </a:lnTo>
                <a:lnTo>
                  <a:pt x="554720" y="49934"/>
                </a:lnTo>
                <a:lnTo>
                  <a:pt x="571761" y="49934"/>
                </a:lnTo>
                <a:lnTo>
                  <a:pt x="571761" y="0"/>
                </a:lnTo>
                <a:close/>
              </a:path>
              <a:path w="845820" h="178435">
                <a:moveTo>
                  <a:pt x="619073" y="0"/>
                </a:moveTo>
                <a:lnTo>
                  <a:pt x="602033" y="0"/>
                </a:lnTo>
                <a:lnTo>
                  <a:pt x="602033" y="19652"/>
                </a:lnTo>
                <a:lnTo>
                  <a:pt x="619073" y="19652"/>
                </a:lnTo>
                <a:lnTo>
                  <a:pt x="619073" y="0"/>
                </a:lnTo>
                <a:close/>
              </a:path>
              <a:path w="845820" h="178435">
                <a:moveTo>
                  <a:pt x="619073" y="38503"/>
                </a:moveTo>
                <a:lnTo>
                  <a:pt x="602033" y="38503"/>
                </a:lnTo>
                <a:lnTo>
                  <a:pt x="602033" y="139375"/>
                </a:lnTo>
                <a:lnTo>
                  <a:pt x="619073" y="139375"/>
                </a:lnTo>
                <a:lnTo>
                  <a:pt x="619073" y="38503"/>
                </a:lnTo>
                <a:close/>
              </a:path>
              <a:path w="845820" h="178435">
                <a:moveTo>
                  <a:pt x="661775" y="38503"/>
                </a:moveTo>
                <a:lnTo>
                  <a:pt x="646338" y="38503"/>
                </a:lnTo>
                <a:lnTo>
                  <a:pt x="646338" y="139375"/>
                </a:lnTo>
                <a:lnTo>
                  <a:pt x="663579" y="139375"/>
                </a:lnTo>
                <a:lnTo>
                  <a:pt x="663579" y="84226"/>
                </a:lnTo>
                <a:lnTo>
                  <a:pt x="664068" y="75356"/>
                </a:lnTo>
                <a:lnTo>
                  <a:pt x="678364" y="52742"/>
                </a:lnTo>
                <a:lnTo>
                  <a:pt x="661775" y="52742"/>
                </a:lnTo>
                <a:lnTo>
                  <a:pt x="661775" y="38503"/>
                </a:lnTo>
                <a:close/>
              </a:path>
              <a:path w="845820" h="178435">
                <a:moveTo>
                  <a:pt x="724290" y="50937"/>
                </a:moveTo>
                <a:lnTo>
                  <a:pt x="694854" y="50937"/>
                </a:lnTo>
                <a:lnTo>
                  <a:pt x="698863" y="51939"/>
                </a:lnTo>
                <a:lnTo>
                  <a:pt x="702271" y="54145"/>
                </a:lnTo>
                <a:lnTo>
                  <a:pt x="705679" y="56151"/>
                </a:lnTo>
                <a:lnTo>
                  <a:pt x="708085" y="58958"/>
                </a:lnTo>
                <a:lnTo>
                  <a:pt x="709288" y="62368"/>
                </a:lnTo>
                <a:lnTo>
                  <a:pt x="710691" y="65777"/>
                </a:lnTo>
                <a:lnTo>
                  <a:pt x="711293" y="70991"/>
                </a:lnTo>
                <a:lnTo>
                  <a:pt x="711293" y="139375"/>
                </a:lnTo>
                <a:lnTo>
                  <a:pt x="728534" y="139375"/>
                </a:lnTo>
                <a:lnTo>
                  <a:pt x="728435" y="68008"/>
                </a:lnTo>
                <a:lnTo>
                  <a:pt x="724725" y="51538"/>
                </a:lnTo>
                <a:lnTo>
                  <a:pt x="724290" y="50937"/>
                </a:lnTo>
                <a:close/>
              </a:path>
              <a:path w="845820" h="178435">
                <a:moveTo>
                  <a:pt x="700066" y="36097"/>
                </a:moveTo>
                <a:lnTo>
                  <a:pt x="661775" y="52742"/>
                </a:lnTo>
                <a:lnTo>
                  <a:pt x="678364" y="52742"/>
                </a:lnTo>
                <a:lnTo>
                  <a:pt x="683025" y="50937"/>
                </a:lnTo>
                <a:lnTo>
                  <a:pt x="724290" y="50937"/>
                </a:lnTo>
                <a:lnTo>
                  <a:pt x="722119" y="47929"/>
                </a:lnTo>
                <a:lnTo>
                  <a:pt x="719713" y="44519"/>
                </a:lnTo>
                <a:lnTo>
                  <a:pt x="715904" y="41511"/>
                </a:lnTo>
                <a:lnTo>
                  <a:pt x="710691" y="39506"/>
                </a:lnTo>
                <a:lnTo>
                  <a:pt x="705679" y="37300"/>
                </a:lnTo>
                <a:lnTo>
                  <a:pt x="700066" y="36097"/>
                </a:lnTo>
                <a:close/>
              </a:path>
              <a:path w="845820" h="178435">
                <a:moveTo>
                  <a:pt x="799302" y="36097"/>
                </a:moveTo>
                <a:lnTo>
                  <a:pt x="759633" y="57918"/>
                </a:lnTo>
                <a:lnTo>
                  <a:pt x="752190" y="89842"/>
                </a:lnTo>
                <a:lnTo>
                  <a:pt x="753014" y="101379"/>
                </a:lnTo>
                <a:lnTo>
                  <a:pt x="780432" y="138222"/>
                </a:lnTo>
                <a:lnTo>
                  <a:pt x="800305" y="141581"/>
                </a:lnTo>
                <a:lnTo>
                  <a:pt x="808650" y="141055"/>
                </a:lnTo>
                <a:lnTo>
                  <a:pt x="835048" y="127543"/>
                </a:lnTo>
                <a:lnTo>
                  <a:pt x="791885" y="127543"/>
                </a:lnTo>
                <a:lnTo>
                  <a:pt x="784868" y="124736"/>
                </a:lnTo>
                <a:lnTo>
                  <a:pt x="769832" y="93251"/>
                </a:lnTo>
                <a:lnTo>
                  <a:pt x="845212" y="93251"/>
                </a:lnTo>
                <a:lnTo>
                  <a:pt x="845212" y="88638"/>
                </a:lnTo>
                <a:lnTo>
                  <a:pt x="844577" y="79213"/>
                </a:lnTo>
                <a:lnTo>
                  <a:pt x="770835" y="79213"/>
                </a:lnTo>
                <a:lnTo>
                  <a:pt x="771436" y="70389"/>
                </a:lnTo>
                <a:lnTo>
                  <a:pt x="774443" y="63370"/>
                </a:lnTo>
                <a:lnTo>
                  <a:pt x="785068" y="52742"/>
                </a:lnTo>
                <a:lnTo>
                  <a:pt x="791684" y="50135"/>
                </a:lnTo>
                <a:lnTo>
                  <a:pt x="832530" y="50135"/>
                </a:lnTo>
                <a:lnTo>
                  <a:pt x="832381" y="49934"/>
                </a:lnTo>
                <a:lnTo>
                  <a:pt x="825577" y="43880"/>
                </a:lnTo>
                <a:lnTo>
                  <a:pt x="817796" y="39556"/>
                </a:lnTo>
                <a:lnTo>
                  <a:pt x="809038" y="36962"/>
                </a:lnTo>
                <a:lnTo>
                  <a:pt x="799302" y="36097"/>
                </a:lnTo>
                <a:close/>
              </a:path>
              <a:path w="845820" h="178435">
                <a:moveTo>
                  <a:pt x="826968" y="106887"/>
                </a:moveTo>
                <a:lnTo>
                  <a:pt x="806720" y="127543"/>
                </a:lnTo>
                <a:lnTo>
                  <a:pt x="835048" y="127543"/>
                </a:lnTo>
                <a:lnTo>
                  <a:pt x="838722" y="122730"/>
                </a:lnTo>
                <a:lnTo>
                  <a:pt x="842085" y="116350"/>
                </a:lnTo>
                <a:lnTo>
                  <a:pt x="844610" y="109093"/>
                </a:lnTo>
                <a:lnTo>
                  <a:pt x="826968" y="106887"/>
                </a:lnTo>
                <a:close/>
              </a:path>
              <a:path w="845820" h="178435">
                <a:moveTo>
                  <a:pt x="832530" y="50135"/>
                </a:moveTo>
                <a:lnTo>
                  <a:pt x="808123" y="50135"/>
                </a:lnTo>
                <a:lnTo>
                  <a:pt x="815340" y="53544"/>
                </a:lnTo>
                <a:lnTo>
                  <a:pt x="820753" y="60162"/>
                </a:lnTo>
                <a:lnTo>
                  <a:pt x="824362" y="64373"/>
                </a:lnTo>
                <a:lnTo>
                  <a:pt x="826367" y="70790"/>
                </a:lnTo>
                <a:lnTo>
                  <a:pt x="827169" y="79213"/>
                </a:lnTo>
                <a:lnTo>
                  <a:pt x="844577" y="79213"/>
                </a:lnTo>
                <a:lnTo>
                  <a:pt x="844419" y="76866"/>
                </a:lnTo>
                <a:lnTo>
                  <a:pt x="842029" y="66504"/>
                </a:lnTo>
                <a:lnTo>
                  <a:pt x="838023" y="57533"/>
                </a:lnTo>
                <a:lnTo>
                  <a:pt x="832530" y="5013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186884" y="4083961"/>
            <a:ext cx="901065" cy="180340"/>
          </a:xfrm>
          <a:custGeom>
            <a:avLst/>
            <a:gdLst/>
            <a:ahLst/>
            <a:cxnLst/>
            <a:rect l="l" t="t" r="r" b="b"/>
            <a:pathLst>
              <a:path w="901065" h="180339">
                <a:moveTo>
                  <a:pt x="15637" y="38503"/>
                </a:moveTo>
                <a:lnTo>
                  <a:pt x="0" y="38503"/>
                </a:lnTo>
                <a:lnTo>
                  <a:pt x="0" y="178079"/>
                </a:lnTo>
                <a:lnTo>
                  <a:pt x="17241" y="178079"/>
                </a:lnTo>
                <a:lnTo>
                  <a:pt x="17241" y="128947"/>
                </a:lnTo>
                <a:lnTo>
                  <a:pt x="74370" y="128947"/>
                </a:lnTo>
                <a:lnTo>
                  <a:pt x="75592" y="127543"/>
                </a:lnTo>
                <a:lnTo>
                  <a:pt x="35083" y="127543"/>
                </a:lnTo>
                <a:lnTo>
                  <a:pt x="28668" y="124535"/>
                </a:lnTo>
                <a:lnTo>
                  <a:pt x="15637" y="89441"/>
                </a:lnTo>
                <a:lnTo>
                  <a:pt x="16163" y="80263"/>
                </a:lnTo>
                <a:lnTo>
                  <a:pt x="32312" y="51538"/>
                </a:lnTo>
                <a:lnTo>
                  <a:pt x="15637" y="51538"/>
                </a:lnTo>
                <a:lnTo>
                  <a:pt x="15637" y="38503"/>
                </a:lnTo>
                <a:close/>
              </a:path>
              <a:path w="901065" h="180339">
                <a:moveTo>
                  <a:pt x="74370" y="128947"/>
                </a:moveTo>
                <a:lnTo>
                  <a:pt x="17241" y="128947"/>
                </a:lnTo>
                <a:lnTo>
                  <a:pt x="20047" y="132557"/>
                </a:lnTo>
                <a:lnTo>
                  <a:pt x="23856" y="135565"/>
                </a:lnTo>
                <a:lnTo>
                  <a:pt x="28267" y="137971"/>
                </a:lnTo>
                <a:lnTo>
                  <a:pt x="32878" y="140378"/>
                </a:lnTo>
                <a:lnTo>
                  <a:pt x="38090" y="141581"/>
                </a:lnTo>
                <a:lnTo>
                  <a:pt x="51522" y="141581"/>
                </a:lnTo>
                <a:lnTo>
                  <a:pt x="58940" y="139375"/>
                </a:lnTo>
                <a:lnTo>
                  <a:pt x="72973" y="130551"/>
                </a:lnTo>
                <a:lnTo>
                  <a:pt x="74370" y="128947"/>
                </a:lnTo>
                <a:close/>
              </a:path>
              <a:path w="901065" h="180339">
                <a:moveTo>
                  <a:pt x="76256" y="49533"/>
                </a:moveTo>
                <a:lnTo>
                  <a:pt x="50720" y="49533"/>
                </a:lnTo>
                <a:lnTo>
                  <a:pt x="56935" y="52742"/>
                </a:lnTo>
                <a:lnTo>
                  <a:pt x="62348" y="59159"/>
                </a:lnTo>
                <a:lnTo>
                  <a:pt x="65769" y="64574"/>
                </a:lnTo>
                <a:lnTo>
                  <a:pt x="68212" y="71191"/>
                </a:lnTo>
                <a:lnTo>
                  <a:pt x="69678" y="79012"/>
                </a:lnTo>
                <a:lnTo>
                  <a:pt x="70167" y="88037"/>
                </a:lnTo>
                <a:lnTo>
                  <a:pt x="69675" y="97472"/>
                </a:lnTo>
                <a:lnTo>
                  <a:pt x="50119" y="127543"/>
                </a:lnTo>
                <a:lnTo>
                  <a:pt x="75592" y="127543"/>
                </a:lnTo>
                <a:lnTo>
                  <a:pt x="87608" y="88037"/>
                </a:lnTo>
                <a:lnTo>
                  <a:pt x="87304" y="80968"/>
                </a:lnTo>
                <a:lnTo>
                  <a:pt x="86380" y="74199"/>
                </a:lnTo>
                <a:lnTo>
                  <a:pt x="84817" y="67732"/>
                </a:lnTo>
                <a:lnTo>
                  <a:pt x="82596" y="61565"/>
                </a:lnTo>
                <a:lnTo>
                  <a:pt x="79388" y="53544"/>
                </a:lnTo>
                <a:lnTo>
                  <a:pt x="76256" y="49533"/>
                </a:lnTo>
                <a:close/>
              </a:path>
              <a:path w="901065" h="180339">
                <a:moveTo>
                  <a:pt x="53527" y="36097"/>
                </a:moveTo>
                <a:lnTo>
                  <a:pt x="15637" y="51538"/>
                </a:lnTo>
                <a:lnTo>
                  <a:pt x="32312" y="51538"/>
                </a:lnTo>
                <a:lnTo>
                  <a:pt x="36085" y="49533"/>
                </a:lnTo>
                <a:lnTo>
                  <a:pt x="76256" y="49533"/>
                </a:lnTo>
                <a:lnTo>
                  <a:pt x="74377" y="47126"/>
                </a:lnTo>
                <a:lnTo>
                  <a:pt x="61145" y="38303"/>
                </a:lnTo>
                <a:lnTo>
                  <a:pt x="53527" y="36097"/>
                </a:lnTo>
                <a:close/>
              </a:path>
              <a:path w="901065" h="180339">
                <a:moveTo>
                  <a:pt x="108859" y="162237"/>
                </a:moveTo>
                <a:lnTo>
                  <a:pt x="110863" y="178280"/>
                </a:lnTo>
                <a:lnTo>
                  <a:pt x="114873" y="179684"/>
                </a:lnTo>
                <a:lnTo>
                  <a:pt x="118482" y="180285"/>
                </a:lnTo>
                <a:lnTo>
                  <a:pt x="127303" y="180285"/>
                </a:lnTo>
                <a:lnTo>
                  <a:pt x="146558" y="163640"/>
                </a:lnTo>
                <a:lnTo>
                  <a:pt x="115875" y="163640"/>
                </a:lnTo>
                <a:lnTo>
                  <a:pt x="112668" y="163239"/>
                </a:lnTo>
                <a:lnTo>
                  <a:pt x="108859" y="162237"/>
                </a:lnTo>
                <a:close/>
              </a:path>
              <a:path w="901065" h="180339">
                <a:moveTo>
                  <a:pt x="120286" y="38503"/>
                </a:moveTo>
                <a:lnTo>
                  <a:pt x="101842" y="38503"/>
                </a:lnTo>
                <a:lnTo>
                  <a:pt x="140133" y="139576"/>
                </a:lnTo>
                <a:lnTo>
                  <a:pt x="139532" y="141380"/>
                </a:lnTo>
                <a:lnTo>
                  <a:pt x="138930" y="142784"/>
                </a:lnTo>
                <a:lnTo>
                  <a:pt x="138730" y="143787"/>
                </a:lnTo>
                <a:lnTo>
                  <a:pt x="136324" y="150605"/>
                </a:lnTo>
                <a:lnTo>
                  <a:pt x="122491" y="163640"/>
                </a:lnTo>
                <a:lnTo>
                  <a:pt x="146558" y="163640"/>
                </a:lnTo>
                <a:lnTo>
                  <a:pt x="148553" y="159830"/>
                </a:lnTo>
                <a:lnTo>
                  <a:pt x="151761" y="152210"/>
                </a:lnTo>
                <a:lnTo>
                  <a:pt x="155971" y="141180"/>
                </a:lnTo>
                <a:lnTo>
                  <a:pt x="163749" y="120324"/>
                </a:lnTo>
                <a:lnTo>
                  <a:pt x="148553" y="120324"/>
                </a:lnTo>
                <a:lnTo>
                  <a:pt x="146548" y="112102"/>
                </a:lnTo>
                <a:lnTo>
                  <a:pt x="143942" y="104280"/>
                </a:lnTo>
                <a:lnTo>
                  <a:pt x="141336" y="96860"/>
                </a:lnTo>
                <a:lnTo>
                  <a:pt x="120286" y="38503"/>
                </a:lnTo>
                <a:close/>
              </a:path>
              <a:path w="901065" h="180339">
                <a:moveTo>
                  <a:pt x="194262" y="38503"/>
                </a:moveTo>
                <a:lnTo>
                  <a:pt x="155570" y="97262"/>
                </a:lnTo>
                <a:lnTo>
                  <a:pt x="148553" y="120324"/>
                </a:lnTo>
                <a:lnTo>
                  <a:pt x="163749" y="120324"/>
                </a:lnTo>
                <a:lnTo>
                  <a:pt x="194262" y="38503"/>
                </a:lnTo>
                <a:close/>
              </a:path>
              <a:path w="901065" h="180339">
                <a:moveTo>
                  <a:pt x="226940" y="38503"/>
                </a:moveTo>
                <a:lnTo>
                  <a:pt x="211703" y="38503"/>
                </a:lnTo>
                <a:lnTo>
                  <a:pt x="211703" y="139375"/>
                </a:lnTo>
                <a:lnTo>
                  <a:pt x="228744" y="139375"/>
                </a:lnTo>
                <a:lnTo>
                  <a:pt x="228744" y="79213"/>
                </a:lnTo>
                <a:lnTo>
                  <a:pt x="229746" y="72595"/>
                </a:lnTo>
                <a:lnTo>
                  <a:pt x="244381" y="53744"/>
                </a:lnTo>
                <a:lnTo>
                  <a:pt x="226940" y="53744"/>
                </a:lnTo>
                <a:lnTo>
                  <a:pt x="226940" y="38503"/>
                </a:lnTo>
                <a:close/>
              </a:path>
              <a:path w="901065" h="180339">
                <a:moveTo>
                  <a:pt x="254606" y="36097"/>
                </a:moveTo>
                <a:lnTo>
                  <a:pt x="226940" y="53744"/>
                </a:lnTo>
                <a:lnTo>
                  <a:pt x="252200" y="53744"/>
                </a:lnTo>
                <a:lnTo>
                  <a:pt x="256410" y="54948"/>
                </a:lnTo>
                <a:lnTo>
                  <a:pt x="260620" y="57555"/>
                </a:lnTo>
                <a:lnTo>
                  <a:pt x="266434" y="41712"/>
                </a:lnTo>
                <a:lnTo>
                  <a:pt x="260419" y="37902"/>
                </a:lnTo>
                <a:lnTo>
                  <a:pt x="254606" y="36097"/>
                </a:lnTo>
                <a:close/>
              </a:path>
              <a:path w="901065" h="180339">
                <a:moveTo>
                  <a:pt x="293699" y="38503"/>
                </a:moveTo>
                <a:lnTo>
                  <a:pt x="278262" y="38503"/>
                </a:lnTo>
                <a:lnTo>
                  <a:pt x="278262" y="139375"/>
                </a:lnTo>
                <a:lnTo>
                  <a:pt x="295503" y="139375"/>
                </a:lnTo>
                <a:lnTo>
                  <a:pt x="295503" y="79213"/>
                </a:lnTo>
                <a:lnTo>
                  <a:pt x="296505" y="72595"/>
                </a:lnTo>
                <a:lnTo>
                  <a:pt x="299513" y="62568"/>
                </a:lnTo>
                <a:lnTo>
                  <a:pt x="301718" y="59359"/>
                </a:lnTo>
                <a:lnTo>
                  <a:pt x="307732" y="54948"/>
                </a:lnTo>
                <a:lnTo>
                  <a:pt x="310940" y="53744"/>
                </a:lnTo>
                <a:lnTo>
                  <a:pt x="293699" y="53744"/>
                </a:lnTo>
                <a:lnTo>
                  <a:pt x="293699" y="38503"/>
                </a:lnTo>
                <a:close/>
              </a:path>
              <a:path w="901065" h="180339">
                <a:moveTo>
                  <a:pt x="321365" y="36097"/>
                </a:moveTo>
                <a:lnTo>
                  <a:pt x="293699" y="53744"/>
                </a:lnTo>
                <a:lnTo>
                  <a:pt x="318959" y="53744"/>
                </a:lnTo>
                <a:lnTo>
                  <a:pt x="323169" y="54948"/>
                </a:lnTo>
                <a:lnTo>
                  <a:pt x="327379" y="57555"/>
                </a:lnTo>
                <a:lnTo>
                  <a:pt x="333193" y="41712"/>
                </a:lnTo>
                <a:lnTo>
                  <a:pt x="327178" y="37902"/>
                </a:lnTo>
                <a:lnTo>
                  <a:pt x="321365" y="36097"/>
                </a:lnTo>
                <a:close/>
              </a:path>
              <a:path w="901065" h="180339">
                <a:moveTo>
                  <a:pt x="386319" y="36097"/>
                </a:moveTo>
                <a:lnTo>
                  <a:pt x="347602" y="54998"/>
                </a:lnTo>
                <a:lnTo>
                  <a:pt x="338806" y="88839"/>
                </a:lnTo>
                <a:lnTo>
                  <a:pt x="339633" y="100874"/>
                </a:lnTo>
                <a:lnTo>
                  <a:pt x="359029" y="134051"/>
                </a:lnTo>
                <a:lnTo>
                  <a:pt x="386319" y="141581"/>
                </a:lnTo>
                <a:lnTo>
                  <a:pt x="394940" y="141581"/>
                </a:lnTo>
                <a:lnTo>
                  <a:pt x="403159" y="139576"/>
                </a:lnTo>
                <a:lnTo>
                  <a:pt x="410577" y="135565"/>
                </a:lnTo>
                <a:lnTo>
                  <a:pt x="417995" y="131353"/>
                </a:lnTo>
                <a:lnTo>
                  <a:pt x="421804" y="127543"/>
                </a:lnTo>
                <a:lnTo>
                  <a:pt x="377699" y="127543"/>
                </a:lnTo>
                <a:lnTo>
                  <a:pt x="370481" y="124334"/>
                </a:lnTo>
                <a:lnTo>
                  <a:pt x="356448" y="88839"/>
                </a:lnTo>
                <a:lnTo>
                  <a:pt x="356974" y="79815"/>
                </a:lnTo>
                <a:lnTo>
                  <a:pt x="420663" y="50335"/>
                </a:lnTo>
                <a:lnTo>
                  <a:pt x="420200" y="49734"/>
                </a:lnTo>
                <a:lnTo>
                  <a:pt x="413130" y="43796"/>
                </a:lnTo>
                <a:lnTo>
                  <a:pt x="405139" y="39531"/>
                </a:lnTo>
                <a:lnTo>
                  <a:pt x="396208" y="36958"/>
                </a:lnTo>
                <a:lnTo>
                  <a:pt x="386319" y="36097"/>
                </a:lnTo>
                <a:close/>
              </a:path>
              <a:path w="901065" h="180339">
                <a:moveTo>
                  <a:pt x="420663" y="50335"/>
                </a:moveTo>
                <a:lnTo>
                  <a:pt x="394739" y="50335"/>
                </a:lnTo>
                <a:lnTo>
                  <a:pt x="401756" y="53544"/>
                </a:lnTo>
                <a:lnTo>
                  <a:pt x="407369" y="59961"/>
                </a:lnTo>
                <a:lnTo>
                  <a:pt x="415755" y="88839"/>
                </a:lnTo>
                <a:lnTo>
                  <a:pt x="415263" y="97556"/>
                </a:lnTo>
                <a:lnTo>
                  <a:pt x="394739" y="127543"/>
                </a:lnTo>
                <a:lnTo>
                  <a:pt x="421804" y="127543"/>
                </a:lnTo>
                <a:lnTo>
                  <a:pt x="433431" y="87435"/>
                </a:lnTo>
                <a:lnTo>
                  <a:pt x="432604" y="76073"/>
                </a:lnTo>
                <a:lnTo>
                  <a:pt x="430123" y="66027"/>
                </a:lnTo>
                <a:lnTo>
                  <a:pt x="425989" y="57260"/>
                </a:lnTo>
                <a:lnTo>
                  <a:pt x="420663" y="50335"/>
                </a:lnTo>
                <a:close/>
              </a:path>
              <a:path w="901065" h="180339">
                <a:moveTo>
                  <a:pt x="473527" y="0"/>
                </a:moveTo>
                <a:lnTo>
                  <a:pt x="456286" y="0"/>
                </a:lnTo>
                <a:lnTo>
                  <a:pt x="456286" y="139375"/>
                </a:lnTo>
                <a:lnTo>
                  <a:pt x="473527" y="139375"/>
                </a:lnTo>
                <a:lnTo>
                  <a:pt x="473527" y="0"/>
                </a:lnTo>
                <a:close/>
              </a:path>
              <a:path w="901065" h="180339">
                <a:moveTo>
                  <a:pt x="518434" y="0"/>
                </a:moveTo>
                <a:lnTo>
                  <a:pt x="501393" y="0"/>
                </a:lnTo>
                <a:lnTo>
                  <a:pt x="501393" y="19652"/>
                </a:lnTo>
                <a:lnTo>
                  <a:pt x="518434" y="19652"/>
                </a:lnTo>
                <a:lnTo>
                  <a:pt x="518434" y="0"/>
                </a:lnTo>
                <a:close/>
              </a:path>
              <a:path w="901065" h="180339">
                <a:moveTo>
                  <a:pt x="518434" y="38503"/>
                </a:moveTo>
                <a:lnTo>
                  <a:pt x="501393" y="38503"/>
                </a:lnTo>
                <a:lnTo>
                  <a:pt x="501393" y="139375"/>
                </a:lnTo>
                <a:lnTo>
                  <a:pt x="518434" y="139375"/>
                </a:lnTo>
                <a:lnTo>
                  <a:pt x="518434" y="38503"/>
                </a:lnTo>
                <a:close/>
              </a:path>
              <a:path w="901065" h="180339">
                <a:moveTo>
                  <a:pt x="588400" y="36097"/>
                </a:moveTo>
                <a:lnTo>
                  <a:pt x="574166" y="36097"/>
                </a:lnTo>
                <a:lnTo>
                  <a:pt x="566548" y="38303"/>
                </a:lnTo>
                <a:lnTo>
                  <a:pt x="559932" y="42715"/>
                </a:lnTo>
                <a:lnTo>
                  <a:pt x="553116" y="47126"/>
                </a:lnTo>
                <a:lnTo>
                  <a:pt x="539684" y="89039"/>
                </a:lnTo>
                <a:lnTo>
                  <a:pt x="540026" y="96516"/>
                </a:lnTo>
                <a:lnTo>
                  <a:pt x="567751" y="139375"/>
                </a:lnTo>
                <a:lnTo>
                  <a:pt x="575169" y="141581"/>
                </a:lnTo>
                <a:lnTo>
                  <a:pt x="583188" y="141581"/>
                </a:lnTo>
                <a:lnTo>
                  <a:pt x="591946" y="140641"/>
                </a:lnTo>
                <a:lnTo>
                  <a:pt x="599577" y="137821"/>
                </a:lnTo>
                <a:lnTo>
                  <a:pt x="606080" y="133121"/>
                </a:lnTo>
                <a:lnTo>
                  <a:pt x="610636" y="127543"/>
                </a:lnTo>
                <a:lnTo>
                  <a:pt x="577374" y="127543"/>
                </a:lnTo>
                <a:lnTo>
                  <a:pt x="570959" y="124334"/>
                </a:lnTo>
                <a:lnTo>
                  <a:pt x="557326" y="89039"/>
                </a:lnTo>
                <a:lnTo>
                  <a:pt x="557812" y="79639"/>
                </a:lnTo>
                <a:lnTo>
                  <a:pt x="627293" y="50335"/>
                </a:lnTo>
                <a:lnTo>
                  <a:pt x="627293" y="49934"/>
                </a:lnTo>
                <a:lnTo>
                  <a:pt x="610252" y="49934"/>
                </a:lnTo>
                <a:lnTo>
                  <a:pt x="607245" y="45923"/>
                </a:lnTo>
                <a:lnTo>
                  <a:pt x="603436" y="42514"/>
                </a:lnTo>
                <a:lnTo>
                  <a:pt x="598625" y="39907"/>
                </a:lnTo>
                <a:lnTo>
                  <a:pt x="593813" y="37501"/>
                </a:lnTo>
                <a:lnTo>
                  <a:pt x="588400" y="36097"/>
                </a:lnTo>
                <a:close/>
              </a:path>
              <a:path w="901065" h="180339">
                <a:moveTo>
                  <a:pt x="627293" y="126540"/>
                </a:moveTo>
                <a:lnTo>
                  <a:pt x="611455" y="126540"/>
                </a:lnTo>
                <a:lnTo>
                  <a:pt x="611455" y="139375"/>
                </a:lnTo>
                <a:lnTo>
                  <a:pt x="627293" y="139375"/>
                </a:lnTo>
                <a:lnTo>
                  <a:pt x="627293" y="126540"/>
                </a:lnTo>
                <a:close/>
              </a:path>
              <a:path w="901065" h="180339">
                <a:moveTo>
                  <a:pt x="627293" y="50335"/>
                </a:moveTo>
                <a:lnTo>
                  <a:pt x="591808" y="50335"/>
                </a:lnTo>
                <a:lnTo>
                  <a:pt x="598424" y="53544"/>
                </a:lnTo>
                <a:lnTo>
                  <a:pt x="603636" y="59961"/>
                </a:lnTo>
                <a:lnTo>
                  <a:pt x="607173" y="65485"/>
                </a:lnTo>
                <a:lnTo>
                  <a:pt x="609676" y="72420"/>
                </a:lnTo>
                <a:lnTo>
                  <a:pt x="611164" y="80745"/>
                </a:lnTo>
                <a:lnTo>
                  <a:pt x="611656" y="90443"/>
                </a:lnTo>
                <a:lnTo>
                  <a:pt x="611167" y="99198"/>
                </a:lnTo>
                <a:lnTo>
                  <a:pt x="592209" y="127543"/>
                </a:lnTo>
                <a:lnTo>
                  <a:pt x="610636" y="127543"/>
                </a:lnTo>
                <a:lnTo>
                  <a:pt x="611455" y="126540"/>
                </a:lnTo>
                <a:lnTo>
                  <a:pt x="627293" y="126540"/>
                </a:lnTo>
                <a:lnTo>
                  <a:pt x="627293" y="50335"/>
                </a:lnTo>
                <a:close/>
              </a:path>
              <a:path w="901065" h="180339">
                <a:moveTo>
                  <a:pt x="627293" y="0"/>
                </a:moveTo>
                <a:lnTo>
                  <a:pt x="610252" y="0"/>
                </a:lnTo>
                <a:lnTo>
                  <a:pt x="610252" y="49934"/>
                </a:lnTo>
                <a:lnTo>
                  <a:pt x="627293" y="49934"/>
                </a:lnTo>
                <a:lnTo>
                  <a:pt x="627293" y="0"/>
                </a:lnTo>
                <a:close/>
              </a:path>
              <a:path w="901065" h="180339">
                <a:moveTo>
                  <a:pt x="674605" y="0"/>
                </a:moveTo>
                <a:lnTo>
                  <a:pt x="657364" y="0"/>
                </a:lnTo>
                <a:lnTo>
                  <a:pt x="657364" y="19652"/>
                </a:lnTo>
                <a:lnTo>
                  <a:pt x="674605" y="19652"/>
                </a:lnTo>
                <a:lnTo>
                  <a:pt x="674605" y="0"/>
                </a:lnTo>
                <a:close/>
              </a:path>
              <a:path w="901065" h="180339">
                <a:moveTo>
                  <a:pt x="674605" y="38503"/>
                </a:moveTo>
                <a:lnTo>
                  <a:pt x="657364" y="38503"/>
                </a:lnTo>
                <a:lnTo>
                  <a:pt x="657364" y="139375"/>
                </a:lnTo>
                <a:lnTo>
                  <a:pt x="674605" y="139375"/>
                </a:lnTo>
                <a:lnTo>
                  <a:pt x="674605" y="38503"/>
                </a:lnTo>
                <a:close/>
              </a:path>
              <a:path w="901065" h="180339">
                <a:moveTo>
                  <a:pt x="717307" y="38503"/>
                </a:moveTo>
                <a:lnTo>
                  <a:pt x="701870" y="38503"/>
                </a:lnTo>
                <a:lnTo>
                  <a:pt x="701870" y="139375"/>
                </a:lnTo>
                <a:lnTo>
                  <a:pt x="719111" y="139375"/>
                </a:lnTo>
                <a:lnTo>
                  <a:pt x="719111" y="84226"/>
                </a:lnTo>
                <a:lnTo>
                  <a:pt x="719600" y="75356"/>
                </a:lnTo>
                <a:lnTo>
                  <a:pt x="733897" y="52742"/>
                </a:lnTo>
                <a:lnTo>
                  <a:pt x="717307" y="52742"/>
                </a:lnTo>
                <a:lnTo>
                  <a:pt x="717307" y="38503"/>
                </a:lnTo>
                <a:close/>
              </a:path>
              <a:path w="901065" h="180339">
                <a:moveTo>
                  <a:pt x="779823" y="50937"/>
                </a:moveTo>
                <a:lnTo>
                  <a:pt x="750386" y="50937"/>
                </a:lnTo>
                <a:lnTo>
                  <a:pt x="754395" y="51939"/>
                </a:lnTo>
                <a:lnTo>
                  <a:pt x="757803" y="54145"/>
                </a:lnTo>
                <a:lnTo>
                  <a:pt x="761212" y="56151"/>
                </a:lnTo>
                <a:lnTo>
                  <a:pt x="763617" y="58958"/>
                </a:lnTo>
                <a:lnTo>
                  <a:pt x="764820" y="62368"/>
                </a:lnTo>
                <a:lnTo>
                  <a:pt x="766224" y="65777"/>
                </a:lnTo>
                <a:lnTo>
                  <a:pt x="766825" y="70991"/>
                </a:lnTo>
                <a:lnTo>
                  <a:pt x="766825" y="139375"/>
                </a:lnTo>
                <a:lnTo>
                  <a:pt x="783866" y="139375"/>
                </a:lnTo>
                <a:lnTo>
                  <a:pt x="783816" y="68008"/>
                </a:lnTo>
                <a:lnTo>
                  <a:pt x="780257" y="51538"/>
                </a:lnTo>
                <a:lnTo>
                  <a:pt x="779823" y="50937"/>
                </a:lnTo>
                <a:close/>
              </a:path>
              <a:path w="901065" h="180339">
                <a:moveTo>
                  <a:pt x="755598" y="36097"/>
                </a:moveTo>
                <a:lnTo>
                  <a:pt x="717307" y="52742"/>
                </a:lnTo>
                <a:lnTo>
                  <a:pt x="733897" y="52742"/>
                </a:lnTo>
                <a:lnTo>
                  <a:pt x="738558" y="50937"/>
                </a:lnTo>
                <a:lnTo>
                  <a:pt x="779823" y="50937"/>
                </a:lnTo>
                <a:lnTo>
                  <a:pt x="777651" y="47929"/>
                </a:lnTo>
                <a:lnTo>
                  <a:pt x="775245" y="44519"/>
                </a:lnTo>
                <a:lnTo>
                  <a:pt x="771235" y="41511"/>
                </a:lnTo>
                <a:lnTo>
                  <a:pt x="766224" y="39506"/>
                </a:lnTo>
                <a:lnTo>
                  <a:pt x="761212" y="37300"/>
                </a:lnTo>
                <a:lnTo>
                  <a:pt x="755598" y="36097"/>
                </a:lnTo>
                <a:close/>
              </a:path>
              <a:path w="901065" h="180339">
                <a:moveTo>
                  <a:pt x="854834" y="36097"/>
                </a:moveTo>
                <a:lnTo>
                  <a:pt x="815080" y="57918"/>
                </a:lnTo>
                <a:lnTo>
                  <a:pt x="807722" y="89842"/>
                </a:lnTo>
                <a:lnTo>
                  <a:pt x="808546" y="101379"/>
                </a:lnTo>
                <a:lnTo>
                  <a:pt x="835965" y="138222"/>
                </a:lnTo>
                <a:lnTo>
                  <a:pt x="855837" y="141581"/>
                </a:lnTo>
                <a:lnTo>
                  <a:pt x="864182" y="141055"/>
                </a:lnTo>
                <a:lnTo>
                  <a:pt x="890580" y="127543"/>
                </a:lnTo>
                <a:lnTo>
                  <a:pt x="847417" y="127543"/>
                </a:lnTo>
                <a:lnTo>
                  <a:pt x="840400" y="124736"/>
                </a:lnTo>
                <a:lnTo>
                  <a:pt x="825364" y="93251"/>
                </a:lnTo>
                <a:lnTo>
                  <a:pt x="900744" y="93251"/>
                </a:lnTo>
                <a:lnTo>
                  <a:pt x="900744" y="88638"/>
                </a:lnTo>
                <a:lnTo>
                  <a:pt x="900109" y="79213"/>
                </a:lnTo>
                <a:lnTo>
                  <a:pt x="826367" y="79213"/>
                </a:lnTo>
                <a:lnTo>
                  <a:pt x="826968" y="70389"/>
                </a:lnTo>
                <a:lnTo>
                  <a:pt x="829775" y="63370"/>
                </a:lnTo>
                <a:lnTo>
                  <a:pt x="835188" y="58156"/>
                </a:lnTo>
                <a:lnTo>
                  <a:pt x="840601" y="52742"/>
                </a:lnTo>
                <a:lnTo>
                  <a:pt x="847216" y="50135"/>
                </a:lnTo>
                <a:lnTo>
                  <a:pt x="888062" y="50135"/>
                </a:lnTo>
                <a:lnTo>
                  <a:pt x="887913" y="49934"/>
                </a:lnTo>
                <a:lnTo>
                  <a:pt x="880997" y="43880"/>
                </a:lnTo>
                <a:lnTo>
                  <a:pt x="873178" y="39556"/>
                </a:lnTo>
                <a:lnTo>
                  <a:pt x="864457" y="36962"/>
                </a:lnTo>
                <a:lnTo>
                  <a:pt x="854834" y="36097"/>
                </a:lnTo>
                <a:close/>
              </a:path>
              <a:path w="901065" h="180339">
                <a:moveTo>
                  <a:pt x="882500" y="106887"/>
                </a:moveTo>
                <a:lnTo>
                  <a:pt x="862252" y="127543"/>
                </a:lnTo>
                <a:lnTo>
                  <a:pt x="890580" y="127543"/>
                </a:lnTo>
                <a:lnTo>
                  <a:pt x="894255" y="122730"/>
                </a:lnTo>
                <a:lnTo>
                  <a:pt x="897618" y="116350"/>
                </a:lnTo>
                <a:lnTo>
                  <a:pt x="900142" y="109093"/>
                </a:lnTo>
                <a:lnTo>
                  <a:pt x="882500" y="106887"/>
                </a:lnTo>
                <a:close/>
              </a:path>
              <a:path w="901065" h="180339">
                <a:moveTo>
                  <a:pt x="888062" y="50135"/>
                </a:moveTo>
                <a:lnTo>
                  <a:pt x="863655" y="50135"/>
                </a:lnTo>
                <a:lnTo>
                  <a:pt x="870873" y="53544"/>
                </a:lnTo>
                <a:lnTo>
                  <a:pt x="876286" y="60162"/>
                </a:lnTo>
                <a:lnTo>
                  <a:pt x="879694" y="64373"/>
                </a:lnTo>
                <a:lnTo>
                  <a:pt x="881899" y="70790"/>
                </a:lnTo>
                <a:lnTo>
                  <a:pt x="882701" y="79213"/>
                </a:lnTo>
                <a:lnTo>
                  <a:pt x="900109" y="79213"/>
                </a:lnTo>
                <a:lnTo>
                  <a:pt x="899951" y="76866"/>
                </a:lnTo>
                <a:lnTo>
                  <a:pt x="897561" y="66504"/>
                </a:lnTo>
                <a:lnTo>
                  <a:pt x="893555" y="57533"/>
                </a:lnTo>
                <a:lnTo>
                  <a:pt x="888062" y="5013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9" name="object 19"/>
          <p:cNvGrpSpPr/>
          <p:nvPr/>
        </p:nvGrpSpPr>
        <p:grpSpPr>
          <a:xfrm>
            <a:off x="8130912" y="3321707"/>
            <a:ext cx="1596390" cy="512445"/>
            <a:chOff x="8130912" y="3321707"/>
            <a:chExt cx="1596390" cy="512445"/>
          </a:xfrm>
        </p:grpSpPr>
        <p:sp>
          <p:nvSpPr>
            <p:cNvPr id="20" name="object 20"/>
            <p:cNvSpPr/>
            <p:nvPr/>
          </p:nvSpPr>
          <p:spPr>
            <a:xfrm>
              <a:off x="8136927" y="3327723"/>
              <a:ext cx="577850" cy="500380"/>
            </a:xfrm>
            <a:custGeom>
              <a:avLst/>
              <a:gdLst/>
              <a:ahLst/>
              <a:cxnLst/>
              <a:rect l="l" t="t" r="r" b="b"/>
              <a:pathLst>
                <a:path w="577850" h="500379">
                  <a:moveTo>
                    <a:pt x="433030" y="0"/>
                  </a:moveTo>
                  <a:lnTo>
                    <a:pt x="144343" y="0"/>
                  </a:lnTo>
                </a:path>
                <a:path w="577850" h="500379">
                  <a:moveTo>
                    <a:pt x="402959" y="51939"/>
                  </a:moveTo>
                  <a:lnTo>
                    <a:pt x="174214" y="51939"/>
                  </a:lnTo>
                </a:path>
                <a:path w="577850" h="500379">
                  <a:moveTo>
                    <a:pt x="144343" y="0"/>
                  </a:moveTo>
                  <a:lnTo>
                    <a:pt x="0" y="250073"/>
                  </a:lnTo>
                </a:path>
                <a:path w="577850" h="500379">
                  <a:moveTo>
                    <a:pt x="0" y="250073"/>
                  </a:moveTo>
                  <a:lnTo>
                    <a:pt x="144343" y="500147"/>
                  </a:lnTo>
                </a:path>
                <a:path w="577850" h="500379">
                  <a:moveTo>
                    <a:pt x="59942" y="250073"/>
                  </a:moveTo>
                  <a:lnTo>
                    <a:pt x="174214" y="448207"/>
                  </a:lnTo>
                </a:path>
                <a:path w="577850" h="500379">
                  <a:moveTo>
                    <a:pt x="144343" y="500147"/>
                  </a:moveTo>
                  <a:lnTo>
                    <a:pt x="433030" y="500147"/>
                  </a:lnTo>
                </a:path>
                <a:path w="577850" h="500379">
                  <a:moveTo>
                    <a:pt x="433030" y="500147"/>
                  </a:moveTo>
                  <a:lnTo>
                    <a:pt x="577374" y="250073"/>
                  </a:lnTo>
                </a:path>
                <a:path w="577850" h="500379">
                  <a:moveTo>
                    <a:pt x="402959" y="448207"/>
                  </a:moveTo>
                  <a:lnTo>
                    <a:pt x="517231" y="250073"/>
                  </a:lnTo>
                </a:path>
                <a:path w="577850" h="500379">
                  <a:moveTo>
                    <a:pt x="577374" y="250073"/>
                  </a:moveTo>
                  <a:lnTo>
                    <a:pt x="433030" y="0"/>
                  </a:lnTo>
                </a:path>
              </a:pathLst>
            </a:custGeom>
            <a:ln w="120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940239" y="3512421"/>
              <a:ext cx="260350" cy="144780"/>
            </a:xfrm>
            <a:custGeom>
              <a:avLst/>
              <a:gdLst/>
              <a:ahLst/>
              <a:cxnLst/>
              <a:rect l="l" t="t" r="r" b="b"/>
              <a:pathLst>
                <a:path w="260350" h="144779">
                  <a:moveTo>
                    <a:pt x="65756" y="0"/>
                  </a:moveTo>
                  <a:lnTo>
                    <a:pt x="24655" y="13122"/>
                  </a:lnTo>
                  <a:lnTo>
                    <a:pt x="2071" y="50742"/>
                  </a:lnTo>
                  <a:lnTo>
                    <a:pt x="0" y="70991"/>
                  </a:lnTo>
                  <a:lnTo>
                    <a:pt x="451" y="80883"/>
                  </a:lnTo>
                  <a:lnTo>
                    <a:pt x="16389" y="123758"/>
                  </a:lnTo>
                  <a:lnTo>
                    <a:pt x="54608" y="143621"/>
                  </a:lnTo>
                  <a:lnTo>
                    <a:pt x="65355" y="144188"/>
                  </a:lnTo>
                  <a:lnTo>
                    <a:pt x="75883" y="143436"/>
                  </a:lnTo>
                  <a:lnTo>
                    <a:pt x="85528" y="141180"/>
                  </a:lnTo>
                  <a:lnTo>
                    <a:pt x="94308" y="137420"/>
                  </a:lnTo>
                  <a:lnTo>
                    <a:pt x="102243" y="132156"/>
                  </a:lnTo>
                  <a:lnTo>
                    <a:pt x="106272" y="128345"/>
                  </a:lnTo>
                  <a:lnTo>
                    <a:pt x="55331" y="128345"/>
                  </a:lnTo>
                  <a:lnTo>
                    <a:pt x="47470" y="126114"/>
                  </a:lnTo>
                  <a:lnTo>
                    <a:pt x="21805" y="95159"/>
                  </a:lnTo>
                  <a:lnTo>
                    <a:pt x="18844" y="70991"/>
                  </a:lnTo>
                  <a:lnTo>
                    <a:pt x="19139" y="64141"/>
                  </a:lnTo>
                  <a:lnTo>
                    <a:pt x="33489" y="27677"/>
                  </a:lnTo>
                  <a:lnTo>
                    <a:pt x="106679" y="15842"/>
                  </a:lnTo>
                  <a:lnTo>
                    <a:pt x="100840" y="10628"/>
                  </a:lnTo>
                  <a:lnTo>
                    <a:pt x="93328" y="6006"/>
                  </a:lnTo>
                  <a:lnTo>
                    <a:pt x="84952" y="2682"/>
                  </a:lnTo>
                  <a:lnTo>
                    <a:pt x="75749" y="673"/>
                  </a:lnTo>
                  <a:lnTo>
                    <a:pt x="65756" y="0"/>
                  </a:lnTo>
                  <a:close/>
                </a:path>
                <a:path w="260350" h="144779">
                  <a:moveTo>
                    <a:pt x="104649" y="92850"/>
                  </a:moveTo>
                  <a:lnTo>
                    <a:pt x="78211" y="126114"/>
                  </a:lnTo>
                  <a:lnTo>
                    <a:pt x="63952" y="128345"/>
                  </a:lnTo>
                  <a:lnTo>
                    <a:pt x="106272" y="128345"/>
                  </a:lnTo>
                  <a:lnTo>
                    <a:pt x="109194" y="125582"/>
                  </a:lnTo>
                  <a:lnTo>
                    <a:pt x="114998" y="117616"/>
                  </a:lnTo>
                  <a:lnTo>
                    <a:pt x="119644" y="108279"/>
                  </a:lnTo>
                  <a:lnTo>
                    <a:pt x="123093" y="97663"/>
                  </a:lnTo>
                  <a:lnTo>
                    <a:pt x="104649" y="92850"/>
                  </a:lnTo>
                  <a:close/>
                </a:path>
                <a:path w="260350" h="144779">
                  <a:moveTo>
                    <a:pt x="106679" y="15842"/>
                  </a:moveTo>
                  <a:lnTo>
                    <a:pt x="74577" y="15842"/>
                  </a:lnTo>
                  <a:lnTo>
                    <a:pt x="82396" y="18048"/>
                  </a:lnTo>
                  <a:lnTo>
                    <a:pt x="88610" y="22861"/>
                  </a:lnTo>
                  <a:lnTo>
                    <a:pt x="92889" y="26815"/>
                  </a:lnTo>
                  <a:lnTo>
                    <a:pt x="96680" y="31785"/>
                  </a:lnTo>
                  <a:lnTo>
                    <a:pt x="99944" y="37808"/>
                  </a:lnTo>
                  <a:lnTo>
                    <a:pt x="102644" y="44921"/>
                  </a:lnTo>
                  <a:lnTo>
                    <a:pt x="120687" y="40709"/>
                  </a:lnTo>
                  <a:lnTo>
                    <a:pt x="117417" y="31610"/>
                  </a:lnTo>
                  <a:lnTo>
                    <a:pt x="113019" y="23563"/>
                  </a:lnTo>
                  <a:lnTo>
                    <a:pt x="107493" y="16569"/>
                  </a:lnTo>
                  <a:lnTo>
                    <a:pt x="106679" y="15842"/>
                  </a:lnTo>
                  <a:close/>
                </a:path>
                <a:path w="260350" h="144779">
                  <a:moveTo>
                    <a:pt x="169002" y="2406"/>
                  </a:moveTo>
                  <a:lnTo>
                    <a:pt x="150558" y="2406"/>
                  </a:lnTo>
                  <a:lnTo>
                    <a:pt x="150558" y="141781"/>
                  </a:lnTo>
                  <a:lnTo>
                    <a:pt x="169002" y="141781"/>
                  </a:lnTo>
                  <a:lnTo>
                    <a:pt x="169002" y="76004"/>
                  </a:lnTo>
                  <a:lnTo>
                    <a:pt x="259818" y="76004"/>
                  </a:lnTo>
                  <a:lnTo>
                    <a:pt x="259818" y="59560"/>
                  </a:lnTo>
                  <a:lnTo>
                    <a:pt x="169002" y="59560"/>
                  </a:lnTo>
                  <a:lnTo>
                    <a:pt x="169002" y="2406"/>
                  </a:lnTo>
                  <a:close/>
                </a:path>
                <a:path w="260350" h="144779">
                  <a:moveTo>
                    <a:pt x="259818" y="76004"/>
                  </a:moveTo>
                  <a:lnTo>
                    <a:pt x="241374" y="76004"/>
                  </a:lnTo>
                  <a:lnTo>
                    <a:pt x="241374" y="141781"/>
                  </a:lnTo>
                  <a:lnTo>
                    <a:pt x="259818" y="141781"/>
                  </a:lnTo>
                  <a:lnTo>
                    <a:pt x="259818" y="76004"/>
                  </a:lnTo>
                  <a:close/>
                </a:path>
                <a:path w="260350" h="144779">
                  <a:moveTo>
                    <a:pt x="259818" y="2406"/>
                  </a:moveTo>
                  <a:lnTo>
                    <a:pt x="241374" y="2406"/>
                  </a:lnTo>
                  <a:lnTo>
                    <a:pt x="241374" y="59560"/>
                  </a:lnTo>
                  <a:lnTo>
                    <a:pt x="259818" y="59560"/>
                  </a:lnTo>
                  <a:lnTo>
                    <a:pt x="259818" y="24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9224315" y="3592637"/>
              <a:ext cx="69164" cy="10488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714301" y="3577797"/>
              <a:ext cx="191770" cy="0"/>
            </a:xfrm>
            <a:custGeom>
              <a:avLst/>
              <a:gdLst/>
              <a:ahLst/>
              <a:cxnLst/>
              <a:rect l="l" t="t" r="r" b="b"/>
              <a:pathLst>
                <a:path w="191770">
                  <a:moveTo>
                    <a:pt x="0" y="0"/>
                  </a:moveTo>
                  <a:lnTo>
                    <a:pt x="191255" y="0"/>
                  </a:lnTo>
                </a:path>
              </a:pathLst>
            </a:custGeom>
            <a:ln w="120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9378482" y="3514828"/>
              <a:ext cx="255270" cy="139700"/>
            </a:xfrm>
            <a:custGeom>
              <a:avLst/>
              <a:gdLst/>
              <a:ahLst/>
              <a:cxnLst/>
              <a:rect l="l" t="t" r="r" b="b"/>
              <a:pathLst>
                <a:path w="255270" h="139700">
                  <a:moveTo>
                    <a:pt x="18844" y="0"/>
                  </a:moveTo>
                  <a:lnTo>
                    <a:pt x="0" y="0"/>
                  </a:lnTo>
                  <a:lnTo>
                    <a:pt x="0" y="139375"/>
                  </a:lnTo>
                  <a:lnTo>
                    <a:pt x="17642" y="139375"/>
                  </a:lnTo>
                  <a:lnTo>
                    <a:pt x="17641" y="29880"/>
                  </a:lnTo>
                  <a:lnTo>
                    <a:pt x="38813" y="29880"/>
                  </a:lnTo>
                  <a:lnTo>
                    <a:pt x="18844" y="0"/>
                  </a:lnTo>
                  <a:close/>
                </a:path>
                <a:path w="255270" h="139700">
                  <a:moveTo>
                    <a:pt x="38813" y="29880"/>
                  </a:moveTo>
                  <a:lnTo>
                    <a:pt x="17641" y="29880"/>
                  </a:lnTo>
                  <a:lnTo>
                    <a:pt x="90816" y="139375"/>
                  </a:lnTo>
                  <a:lnTo>
                    <a:pt x="109661" y="139375"/>
                  </a:lnTo>
                  <a:lnTo>
                    <a:pt x="109661" y="109495"/>
                  </a:lnTo>
                  <a:lnTo>
                    <a:pt x="92019" y="109495"/>
                  </a:lnTo>
                  <a:lnTo>
                    <a:pt x="38813" y="29880"/>
                  </a:lnTo>
                  <a:close/>
                </a:path>
                <a:path w="255270" h="139700">
                  <a:moveTo>
                    <a:pt x="109661" y="0"/>
                  </a:moveTo>
                  <a:lnTo>
                    <a:pt x="92019" y="0"/>
                  </a:lnTo>
                  <a:lnTo>
                    <a:pt x="92019" y="109495"/>
                  </a:lnTo>
                  <a:lnTo>
                    <a:pt x="109661" y="109495"/>
                  </a:lnTo>
                  <a:lnTo>
                    <a:pt x="109661" y="0"/>
                  </a:lnTo>
                  <a:close/>
                </a:path>
                <a:path w="255270" h="139700">
                  <a:moveTo>
                    <a:pt x="163990" y="0"/>
                  </a:moveTo>
                  <a:lnTo>
                    <a:pt x="145546" y="0"/>
                  </a:lnTo>
                  <a:lnTo>
                    <a:pt x="145546" y="139375"/>
                  </a:lnTo>
                  <a:lnTo>
                    <a:pt x="163990" y="139375"/>
                  </a:lnTo>
                  <a:lnTo>
                    <a:pt x="163990" y="73598"/>
                  </a:lnTo>
                  <a:lnTo>
                    <a:pt x="254806" y="73598"/>
                  </a:lnTo>
                  <a:lnTo>
                    <a:pt x="254806" y="57153"/>
                  </a:lnTo>
                  <a:lnTo>
                    <a:pt x="163990" y="57153"/>
                  </a:lnTo>
                  <a:lnTo>
                    <a:pt x="163990" y="0"/>
                  </a:lnTo>
                  <a:close/>
                </a:path>
                <a:path w="255270" h="139700">
                  <a:moveTo>
                    <a:pt x="254806" y="73598"/>
                  </a:moveTo>
                  <a:lnTo>
                    <a:pt x="236362" y="73598"/>
                  </a:lnTo>
                  <a:lnTo>
                    <a:pt x="236362" y="139375"/>
                  </a:lnTo>
                  <a:lnTo>
                    <a:pt x="254806" y="139375"/>
                  </a:lnTo>
                  <a:lnTo>
                    <a:pt x="254806" y="73598"/>
                  </a:lnTo>
                  <a:close/>
                </a:path>
                <a:path w="255270" h="139700">
                  <a:moveTo>
                    <a:pt x="254806" y="0"/>
                  </a:moveTo>
                  <a:lnTo>
                    <a:pt x="236362" y="0"/>
                  </a:lnTo>
                  <a:lnTo>
                    <a:pt x="236362" y="57153"/>
                  </a:lnTo>
                  <a:lnTo>
                    <a:pt x="254806" y="57153"/>
                  </a:lnTo>
                  <a:lnTo>
                    <a:pt x="25480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657547" y="3592637"/>
              <a:ext cx="69164" cy="104882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325757" y="3577797"/>
              <a:ext cx="20320" cy="0"/>
            </a:xfrm>
            <a:custGeom>
              <a:avLst/>
              <a:gdLst/>
              <a:ahLst/>
              <a:cxnLst/>
              <a:rect l="l" t="t" r="r" b="b"/>
              <a:pathLst>
                <a:path w="20320">
                  <a:moveTo>
                    <a:pt x="0" y="0"/>
                  </a:moveTo>
                  <a:lnTo>
                    <a:pt x="20248" y="0"/>
                  </a:lnTo>
                </a:path>
              </a:pathLst>
            </a:custGeom>
            <a:ln w="120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/>
          <p:nvPr/>
        </p:nvSpPr>
        <p:spPr>
          <a:xfrm>
            <a:off x="8191656" y="4169190"/>
            <a:ext cx="1101422" cy="180345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3873696" y="4606810"/>
            <a:ext cx="1755661" cy="133587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4212043" y="6114432"/>
            <a:ext cx="672465" cy="142240"/>
          </a:xfrm>
          <a:custGeom>
            <a:avLst/>
            <a:gdLst/>
            <a:ahLst/>
            <a:cxnLst/>
            <a:rect l="l" t="t" r="r" b="b"/>
            <a:pathLst>
              <a:path w="672464" h="142239">
                <a:moveTo>
                  <a:pt x="46009" y="36127"/>
                </a:moveTo>
                <a:lnTo>
                  <a:pt x="9041" y="52479"/>
                </a:lnTo>
                <a:lnTo>
                  <a:pt x="0" y="89270"/>
                </a:lnTo>
                <a:lnTo>
                  <a:pt x="789" y="101181"/>
                </a:lnTo>
                <a:lnTo>
                  <a:pt x="27222" y="138266"/>
                </a:lnTo>
                <a:lnTo>
                  <a:pt x="45909" y="141653"/>
                </a:lnTo>
                <a:lnTo>
                  <a:pt x="53854" y="141038"/>
                </a:lnTo>
                <a:lnTo>
                  <a:pt x="61143" y="139193"/>
                </a:lnTo>
                <a:lnTo>
                  <a:pt x="67766" y="136118"/>
                </a:lnTo>
                <a:lnTo>
                  <a:pt x="73715" y="131813"/>
                </a:lnTo>
                <a:lnTo>
                  <a:pt x="77781" y="127583"/>
                </a:lnTo>
                <a:lnTo>
                  <a:pt x="37348" y="127583"/>
                </a:lnTo>
                <a:lnTo>
                  <a:pt x="30572" y="124509"/>
                </a:lnTo>
                <a:lnTo>
                  <a:pt x="17581" y="88795"/>
                </a:lnTo>
                <a:lnTo>
                  <a:pt x="18088" y="79440"/>
                </a:lnTo>
                <a:lnTo>
                  <a:pt x="78496" y="50197"/>
                </a:lnTo>
                <a:lnTo>
                  <a:pt x="77690" y="49042"/>
                </a:lnTo>
                <a:lnTo>
                  <a:pt x="72913" y="44445"/>
                </a:lnTo>
                <a:lnTo>
                  <a:pt x="67308" y="40806"/>
                </a:lnTo>
                <a:lnTo>
                  <a:pt x="60957" y="38207"/>
                </a:lnTo>
                <a:lnTo>
                  <a:pt x="53858" y="36647"/>
                </a:lnTo>
                <a:lnTo>
                  <a:pt x="46009" y="36127"/>
                </a:lnTo>
                <a:close/>
              </a:path>
              <a:path w="672464" h="142239">
                <a:moveTo>
                  <a:pt x="71089" y="102389"/>
                </a:moveTo>
                <a:lnTo>
                  <a:pt x="69886" y="110946"/>
                </a:lnTo>
                <a:lnTo>
                  <a:pt x="67039" y="117284"/>
                </a:lnTo>
                <a:lnTo>
                  <a:pt x="58038" y="125524"/>
                </a:lnTo>
                <a:lnTo>
                  <a:pt x="52444" y="127583"/>
                </a:lnTo>
                <a:lnTo>
                  <a:pt x="77781" y="127583"/>
                </a:lnTo>
                <a:lnTo>
                  <a:pt x="78899" y="126421"/>
                </a:lnTo>
                <a:lnTo>
                  <a:pt x="83012" y="120084"/>
                </a:lnTo>
                <a:lnTo>
                  <a:pt x="86035" y="112803"/>
                </a:lnTo>
                <a:lnTo>
                  <a:pt x="87949" y="104577"/>
                </a:lnTo>
                <a:lnTo>
                  <a:pt x="71089" y="102389"/>
                </a:lnTo>
                <a:close/>
              </a:path>
              <a:path w="672464" h="142239">
                <a:moveTo>
                  <a:pt x="78496" y="50197"/>
                </a:moveTo>
                <a:lnTo>
                  <a:pt x="52364" y="50197"/>
                </a:lnTo>
                <a:lnTo>
                  <a:pt x="57236" y="51907"/>
                </a:lnTo>
                <a:lnTo>
                  <a:pt x="65275" y="58754"/>
                </a:lnTo>
                <a:lnTo>
                  <a:pt x="68082" y="63856"/>
                </a:lnTo>
                <a:lnTo>
                  <a:pt x="69665" y="70636"/>
                </a:lnTo>
                <a:lnTo>
                  <a:pt x="86345" y="68071"/>
                </a:lnTo>
                <a:lnTo>
                  <a:pt x="84387" y="60854"/>
                </a:lnTo>
                <a:lnTo>
                  <a:pt x="81509" y="54511"/>
                </a:lnTo>
                <a:lnTo>
                  <a:pt x="78496" y="50197"/>
                </a:lnTo>
                <a:close/>
              </a:path>
              <a:path w="672464" h="142239">
                <a:moveTo>
                  <a:pt x="146488" y="36127"/>
                </a:moveTo>
                <a:lnTo>
                  <a:pt x="107972" y="55004"/>
                </a:lnTo>
                <a:lnTo>
                  <a:pt x="99176" y="88891"/>
                </a:lnTo>
                <a:lnTo>
                  <a:pt x="99999" y="100929"/>
                </a:lnTo>
                <a:lnTo>
                  <a:pt x="119198" y="134006"/>
                </a:lnTo>
                <a:lnTo>
                  <a:pt x="146488" y="141653"/>
                </a:lnTo>
                <a:lnTo>
                  <a:pt x="155309" y="141653"/>
                </a:lnTo>
                <a:lnTo>
                  <a:pt x="163328" y="139594"/>
                </a:lnTo>
                <a:lnTo>
                  <a:pt x="170746" y="135473"/>
                </a:lnTo>
                <a:lnTo>
                  <a:pt x="178364" y="131353"/>
                </a:lnTo>
                <a:lnTo>
                  <a:pt x="182023" y="127583"/>
                </a:lnTo>
                <a:lnTo>
                  <a:pt x="137868" y="127583"/>
                </a:lnTo>
                <a:lnTo>
                  <a:pt x="130837" y="124351"/>
                </a:lnTo>
                <a:lnTo>
                  <a:pt x="116617" y="88891"/>
                </a:lnTo>
                <a:lnTo>
                  <a:pt x="117175" y="79805"/>
                </a:lnTo>
                <a:lnTo>
                  <a:pt x="180971" y="50291"/>
                </a:lnTo>
                <a:lnTo>
                  <a:pt x="180569" y="49770"/>
                </a:lnTo>
                <a:lnTo>
                  <a:pt x="173468" y="43801"/>
                </a:lnTo>
                <a:lnTo>
                  <a:pt x="165408" y="39538"/>
                </a:lnTo>
                <a:lnTo>
                  <a:pt x="156409" y="36980"/>
                </a:lnTo>
                <a:lnTo>
                  <a:pt x="146488" y="36127"/>
                </a:lnTo>
                <a:close/>
              </a:path>
              <a:path w="672464" h="142239">
                <a:moveTo>
                  <a:pt x="180971" y="50291"/>
                </a:moveTo>
                <a:lnTo>
                  <a:pt x="154908" y="50291"/>
                </a:lnTo>
                <a:lnTo>
                  <a:pt x="161925" y="53508"/>
                </a:lnTo>
                <a:lnTo>
                  <a:pt x="167538" y="59941"/>
                </a:lnTo>
                <a:lnTo>
                  <a:pt x="176127" y="88891"/>
                </a:lnTo>
                <a:lnTo>
                  <a:pt x="175685" y="96689"/>
                </a:lnTo>
                <a:lnTo>
                  <a:pt x="154908" y="127583"/>
                </a:lnTo>
                <a:lnTo>
                  <a:pt x="182023" y="127583"/>
                </a:lnTo>
                <a:lnTo>
                  <a:pt x="193600" y="87465"/>
                </a:lnTo>
                <a:lnTo>
                  <a:pt x="192805" y="76089"/>
                </a:lnTo>
                <a:lnTo>
                  <a:pt x="190393" y="66015"/>
                </a:lnTo>
                <a:lnTo>
                  <a:pt x="186327" y="57241"/>
                </a:lnTo>
                <a:lnTo>
                  <a:pt x="180971" y="50291"/>
                </a:lnTo>
                <a:close/>
              </a:path>
              <a:path w="672464" h="142239">
                <a:moveTo>
                  <a:pt x="257753" y="36127"/>
                </a:moveTo>
                <a:lnTo>
                  <a:pt x="220865" y="52479"/>
                </a:lnTo>
                <a:lnTo>
                  <a:pt x="211844" y="89270"/>
                </a:lnTo>
                <a:lnTo>
                  <a:pt x="212602" y="101181"/>
                </a:lnTo>
                <a:lnTo>
                  <a:pt x="238983" y="138266"/>
                </a:lnTo>
                <a:lnTo>
                  <a:pt x="257753" y="141653"/>
                </a:lnTo>
                <a:lnTo>
                  <a:pt x="265688" y="141038"/>
                </a:lnTo>
                <a:lnTo>
                  <a:pt x="272964" y="139193"/>
                </a:lnTo>
                <a:lnTo>
                  <a:pt x="279602" y="136118"/>
                </a:lnTo>
                <a:lnTo>
                  <a:pt x="285619" y="131813"/>
                </a:lnTo>
                <a:lnTo>
                  <a:pt x="289595" y="127583"/>
                </a:lnTo>
                <a:lnTo>
                  <a:pt x="249133" y="127583"/>
                </a:lnTo>
                <a:lnTo>
                  <a:pt x="242316" y="124509"/>
                </a:lnTo>
                <a:lnTo>
                  <a:pt x="229285" y="88795"/>
                </a:lnTo>
                <a:lnTo>
                  <a:pt x="229808" y="79440"/>
                </a:lnTo>
                <a:lnTo>
                  <a:pt x="290200" y="50197"/>
                </a:lnTo>
                <a:lnTo>
                  <a:pt x="289394" y="49042"/>
                </a:lnTo>
                <a:lnTo>
                  <a:pt x="284617" y="44445"/>
                </a:lnTo>
                <a:lnTo>
                  <a:pt x="279010" y="40806"/>
                </a:lnTo>
                <a:lnTo>
                  <a:pt x="272689" y="38207"/>
                </a:lnTo>
                <a:lnTo>
                  <a:pt x="265616" y="36647"/>
                </a:lnTo>
                <a:lnTo>
                  <a:pt x="257753" y="36127"/>
                </a:lnTo>
                <a:close/>
              </a:path>
              <a:path w="672464" h="142239">
                <a:moveTo>
                  <a:pt x="282813" y="102389"/>
                </a:moveTo>
                <a:lnTo>
                  <a:pt x="281610" y="110946"/>
                </a:lnTo>
                <a:lnTo>
                  <a:pt x="278803" y="117283"/>
                </a:lnTo>
                <a:lnTo>
                  <a:pt x="274192" y="121403"/>
                </a:lnTo>
                <a:lnTo>
                  <a:pt x="269782" y="125524"/>
                </a:lnTo>
                <a:lnTo>
                  <a:pt x="264168" y="127583"/>
                </a:lnTo>
                <a:lnTo>
                  <a:pt x="289595" y="127583"/>
                </a:lnTo>
                <a:lnTo>
                  <a:pt x="290688" y="126421"/>
                </a:lnTo>
                <a:lnTo>
                  <a:pt x="294741" y="120084"/>
                </a:lnTo>
                <a:lnTo>
                  <a:pt x="297742" y="112803"/>
                </a:lnTo>
                <a:lnTo>
                  <a:pt x="299653" y="104577"/>
                </a:lnTo>
                <a:lnTo>
                  <a:pt x="282813" y="102389"/>
                </a:lnTo>
                <a:close/>
              </a:path>
              <a:path w="672464" h="142239">
                <a:moveTo>
                  <a:pt x="290200" y="50197"/>
                </a:moveTo>
                <a:lnTo>
                  <a:pt x="264168" y="50197"/>
                </a:lnTo>
                <a:lnTo>
                  <a:pt x="268980" y="51907"/>
                </a:lnTo>
                <a:lnTo>
                  <a:pt x="276999" y="58754"/>
                </a:lnTo>
                <a:lnTo>
                  <a:pt x="279806" y="63856"/>
                </a:lnTo>
                <a:lnTo>
                  <a:pt x="281409" y="70636"/>
                </a:lnTo>
                <a:lnTo>
                  <a:pt x="298049" y="68071"/>
                </a:lnTo>
                <a:lnTo>
                  <a:pt x="296091" y="60854"/>
                </a:lnTo>
                <a:lnTo>
                  <a:pt x="293213" y="54511"/>
                </a:lnTo>
                <a:lnTo>
                  <a:pt x="290200" y="50197"/>
                </a:lnTo>
                <a:close/>
              </a:path>
              <a:path w="672464" h="142239">
                <a:moveTo>
                  <a:pt x="395464" y="50291"/>
                </a:moveTo>
                <a:lnTo>
                  <a:pt x="366011" y="50291"/>
                </a:lnTo>
                <a:lnTo>
                  <a:pt x="372627" y="52226"/>
                </a:lnTo>
                <a:lnTo>
                  <a:pt x="376837" y="56093"/>
                </a:lnTo>
                <a:lnTo>
                  <a:pt x="380245" y="58942"/>
                </a:lnTo>
                <a:lnTo>
                  <a:pt x="381849" y="63856"/>
                </a:lnTo>
                <a:lnTo>
                  <a:pt x="381849" y="71462"/>
                </a:lnTo>
                <a:lnTo>
                  <a:pt x="381648" y="72950"/>
                </a:lnTo>
                <a:lnTo>
                  <a:pt x="381648" y="75294"/>
                </a:lnTo>
                <a:lnTo>
                  <a:pt x="344359" y="82014"/>
                </a:lnTo>
                <a:lnTo>
                  <a:pt x="339347" y="82869"/>
                </a:lnTo>
                <a:lnTo>
                  <a:pt x="314889" y="99205"/>
                </a:lnTo>
                <a:lnTo>
                  <a:pt x="312483" y="103294"/>
                </a:lnTo>
                <a:lnTo>
                  <a:pt x="311481" y="107810"/>
                </a:lnTo>
                <a:lnTo>
                  <a:pt x="311481" y="121182"/>
                </a:lnTo>
                <a:lnTo>
                  <a:pt x="314488" y="128107"/>
                </a:lnTo>
                <a:lnTo>
                  <a:pt x="345963" y="141653"/>
                </a:lnTo>
                <a:lnTo>
                  <a:pt x="352579" y="141653"/>
                </a:lnTo>
                <a:lnTo>
                  <a:pt x="358994" y="140544"/>
                </a:lnTo>
                <a:lnTo>
                  <a:pt x="370622" y="136108"/>
                </a:lnTo>
                <a:lnTo>
                  <a:pt x="376837" y="132304"/>
                </a:lnTo>
                <a:lnTo>
                  <a:pt x="381517" y="128247"/>
                </a:lnTo>
                <a:lnTo>
                  <a:pt x="343357" y="128247"/>
                </a:lnTo>
                <a:lnTo>
                  <a:pt x="338345" y="126727"/>
                </a:lnTo>
                <a:lnTo>
                  <a:pt x="334937" y="123685"/>
                </a:lnTo>
                <a:lnTo>
                  <a:pt x="331328" y="120643"/>
                </a:lnTo>
                <a:lnTo>
                  <a:pt x="329831" y="117093"/>
                </a:lnTo>
                <a:lnTo>
                  <a:pt x="353782" y="95164"/>
                </a:lnTo>
                <a:lnTo>
                  <a:pt x="362506" y="93762"/>
                </a:lnTo>
                <a:lnTo>
                  <a:pt x="370045" y="92217"/>
                </a:lnTo>
                <a:lnTo>
                  <a:pt x="376420" y="90530"/>
                </a:lnTo>
                <a:lnTo>
                  <a:pt x="381648" y="88700"/>
                </a:lnTo>
                <a:lnTo>
                  <a:pt x="398889" y="88700"/>
                </a:lnTo>
                <a:lnTo>
                  <a:pt x="398783" y="63856"/>
                </a:lnTo>
                <a:lnTo>
                  <a:pt x="398689" y="61383"/>
                </a:lnTo>
                <a:lnTo>
                  <a:pt x="397085" y="53778"/>
                </a:lnTo>
                <a:lnTo>
                  <a:pt x="395464" y="50291"/>
                </a:lnTo>
                <a:close/>
              </a:path>
              <a:path w="672464" h="142239">
                <a:moveTo>
                  <a:pt x="400051" y="126917"/>
                </a:moveTo>
                <a:lnTo>
                  <a:pt x="383051" y="126917"/>
                </a:lnTo>
                <a:lnTo>
                  <a:pt x="383653" y="131670"/>
                </a:lnTo>
                <a:lnTo>
                  <a:pt x="384655" y="135821"/>
                </a:lnTo>
                <a:lnTo>
                  <a:pt x="386459" y="139371"/>
                </a:lnTo>
                <a:lnTo>
                  <a:pt x="404302" y="139371"/>
                </a:lnTo>
                <a:lnTo>
                  <a:pt x="402297" y="135505"/>
                </a:lnTo>
                <a:lnTo>
                  <a:pt x="400894" y="131464"/>
                </a:lnTo>
                <a:lnTo>
                  <a:pt x="400092" y="127250"/>
                </a:lnTo>
                <a:lnTo>
                  <a:pt x="400051" y="126917"/>
                </a:lnTo>
                <a:close/>
              </a:path>
              <a:path w="672464" h="142239">
                <a:moveTo>
                  <a:pt x="398889" y="88700"/>
                </a:moveTo>
                <a:lnTo>
                  <a:pt x="381648" y="88700"/>
                </a:lnTo>
                <a:lnTo>
                  <a:pt x="381539" y="103294"/>
                </a:lnTo>
                <a:lnTo>
                  <a:pt x="380846" y="108221"/>
                </a:lnTo>
                <a:lnTo>
                  <a:pt x="378841" y="112085"/>
                </a:lnTo>
                <a:lnTo>
                  <a:pt x="376436" y="117093"/>
                </a:lnTo>
                <a:lnTo>
                  <a:pt x="372827" y="121040"/>
                </a:lnTo>
                <a:lnTo>
                  <a:pt x="362402" y="126805"/>
                </a:lnTo>
                <a:lnTo>
                  <a:pt x="356588" y="128247"/>
                </a:lnTo>
                <a:lnTo>
                  <a:pt x="381517" y="128247"/>
                </a:lnTo>
                <a:lnTo>
                  <a:pt x="383051" y="126917"/>
                </a:lnTo>
                <a:lnTo>
                  <a:pt x="400051" y="126917"/>
                </a:lnTo>
                <a:lnTo>
                  <a:pt x="399566" y="122993"/>
                </a:lnTo>
                <a:lnTo>
                  <a:pt x="399190" y="116543"/>
                </a:lnTo>
                <a:lnTo>
                  <a:pt x="398955" y="106589"/>
                </a:lnTo>
                <a:lnTo>
                  <a:pt x="398889" y="88700"/>
                </a:lnTo>
                <a:close/>
              </a:path>
              <a:path w="672464" h="142239">
                <a:moveTo>
                  <a:pt x="368617" y="36127"/>
                </a:moveTo>
                <a:lnTo>
                  <a:pt x="330326" y="42069"/>
                </a:lnTo>
                <a:lnTo>
                  <a:pt x="314488" y="67215"/>
                </a:lnTo>
                <a:lnTo>
                  <a:pt x="331128" y="69497"/>
                </a:lnTo>
                <a:lnTo>
                  <a:pt x="332932" y="62335"/>
                </a:lnTo>
                <a:lnTo>
                  <a:pt x="335739" y="57342"/>
                </a:lnTo>
                <a:lnTo>
                  <a:pt x="339548" y="54522"/>
                </a:lnTo>
                <a:lnTo>
                  <a:pt x="343557" y="51703"/>
                </a:lnTo>
                <a:lnTo>
                  <a:pt x="349371" y="50291"/>
                </a:lnTo>
                <a:lnTo>
                  <a:pt x="395464" y="50291"/>
                </a:lnTo>
                <a:lnTo>
                  <a:pt x="395280" y="49896"/>
                </a:lnTo>
                <a:lnTo>
                  <a:pt x="392875" y="46822"/>
                </a:lnTo>
                <a:lnTo>
                  <a:pt x="390269" y="43749"/>
                </a:lnTo>
                <a:lnTo>
                  <a:pt x="386259" y="41199"/>
                </a:lnTo>
                <a:lnTo>
                  <a:pt x="380846" y="39169"/>
                </a:lnTo>
                <a:lnTo>
                  <a:pt x="375634" y="37142"/>
                </a:lnTo>
                <a:lnTo>
                  <a:pt x="368617" y="36127"/>
                </a:lnTo>
                <a:close/>
              </a:path>
              <a:path w="672464" h="142239">
                <a:moveTo>
                  <a:pt x="446001" y="0"/>
                </a:moveTo>
                <a:lnTo>
                  <a:pt x="428760" y="0"/>
                </a:lnTo>
                <a:lnTo>
                  <a:pt x="428760" y="19673"/>
                </a:lnTo>
                <a:lnTo>
                  <a:pt x="446001" y="19673"/>
                </a:lnTo>
                <a:lnTo>
                  <a:pt x="446001" y="0"/>
                </a:lnTo>
                <a:close/>
              </a:path>
              <a:path w="672464" h="142239">
                <a:moveTo>
                  <a:pt x="446001" y="38409"/>
                </a:moveTo>
                <a:lnTo>
                  <a:pt x="428760" y="38409"/>
                </a:lnTo>
                <a:lnTo>
                  <a:pt x="428760" y="139371"/>
                </a:lnTo>
                <a:lnTo>
                  <a:pt x="446001" y="139371"/>
                </a:lnTo>
                <a:lnTo>
                  <a:pt x="446001" y="38409"/>
                </a:lnTo>
                <a:close/>
              </a:path>
              <a:path w="672464" h="142239">
                <a:moveTo>
                  <a:pt x="488703" y="38409"/>
                </a:moveTo>
                <a:lnTo>
                  <a:pt x="473266" y="38409"/>
                </a:lnTo>
                <a:lnTo>
                  <a:pt x="473266" y="139371"/>
                </a:lnTo>
                <a:lnTo>
                  <a:pt x="490307" y="139371"/>
                </a:lnTo>
                <a:lnTo>
                  <a:pt x="490307" y="84232"/>
                </a:lnTo>
                <a:lnTo>
                  <a:pt x="490827" y="75313"/>
                </a:lnTo>
                <a:lnTo>
                  <a:pt x="504946" y="52764"/>
                </a:lnTo>
                <a:lnTo>
                  <a:pt x="488703" y="52764"/>
                </a:lnTo>
                <a:lnTo>
                  <a:pt x="488703" y="38409"/>
                </a:lnTo>
                <a:close/>
              </a:path>
              <a:path w="672464" h="142239">
                <a:moveTo>
                  <a:pt x="551211" y="50959"/>
                </a:moveTo>
                <a:lnTo>
                  <a:pt x="521782" y="50959"/>
                </a:lnTo>
                <a:lnTo>
                  <a:pt x="525791" y="51988"/>
                </a:lnTo>
                <a:lnTo>
                  <a:pt x="532607" y="56107"/>
                </a:lnTo>
                <a:lnTo>
                  <a:pt x="534813" y="58864"/>
                </a:lnTo>
                <a:lnTo>
                  <a:pt x="537619" y="65773"/>
                </a:lnTo>
                <a:lnTo>
                  <a:pt x="538221" y="70987"/>
                </a:lnTo>
                <a:lnTo>
                  <a:pt x="538221" y="139371"/>
                </a:lnTo>
                <a:lnTo>
                  <a:pt x="555261" y="139371"/>
                </a:lnTo>
                <a:lnTo>
                  <a:pt x="555210" y="67951"/>
                </a:lnTo>
                <a:lnTo>
                  <a:pt x="551653" y="51560"/>
                </a:lnTo>
                <a:lnTo>
                  <a:pt x="551211" y="50959"/>
                </a:lnTo>
                <a:close/>
              </a:path>
              <a:path w="672464" h="142239">
                <a:moveTo>
                  <a:pt x="526994" y="36127"/>
                </a:moveTo>
                <a:lnTo>
                  <a:pt x="488703" y="52764"/>
                </a:lnTo>
                <a:lnTo>
                  <a:pt x="504946" y="52764"/>
                </a:lnTo>
                <a:lnTo>
                  <a:pt x="509953" y="50959"/>
                </a:lnTo>
                <a:lnTo>
                  <a:pt x="551211" y="50959"/>
                </a:lnTo>
                <a:lnTo>
                  <a:pt x="546440" y="44461"/>
                </a:lnTo>
                <a:lnTo>
                  <a:pt x="542631" y="41594"/>
                </a:lnTo>
                <a:lnTo>
                  <a:pt x="537619" y="39408"/>
                </a:lnTo>
                <a:lnTo>
                  <a:pt x="532407" y="37220"/>
                </a:lnTo>
                <a:lnTo>
                  <a:pt x="526994" y="36127"/>
                </a:lnTo>
                <a:close/>
              </a:path>
              <a:path w="672464" h="142239">
                <a:moveTo>
                  <a:pt x="626230" y="36127"/>
                </a:moveTo>
                <a:lnTo>
                  <a:pt x="586476" y="57945"/>
                </a:lnTo>
                <a:lnTo>
                  <a:pt x="579190" y="88700"/>
                </a:lnTo>
                <a:lnTo>
                  <a:pt x="579220" y="91235"/>
                </a:lnTo>
                <a:lnTo>
                  <a:pt x="591949" y="128010"/>
                </a:lnTo>
                <a:lnTo>
                  <a:pt x="627233" y="141653"/>
                </a:lnTo>
                <a:lnTo>
                  <a:pt x="635578" y="141118"/>
                </a:lnTo>
                <a:lnTo>
                  <a:pt x="661866" y="127583"/>
                </a:lnTo>
                <a:lnTo>
                  <a:pt x="618813" y="127583"/>
                </a:lnTo>
                <a:lnTo>
                  <a:pt x="611796" y="124635"/>
                </a:lnTo>
                <a:lnTo>
                  <a:pt x="596760" y="93263"/>
                </a:lnTo>
                <a:lnTo>
                  <a:pt x="671939" y="93263"/>
                </a:lnTo>
                <a:lnTo>
                  <a:pt x="672140" y="91235"/>
                </a:lnTo>
                <a:lnTo>
                  <a:pt x="672140" y="88700"/>
                </a:lnTo>
                <a:lnTo>
                  <a:pt x="671501" y="79193"/>
                </a:lnTo>
                <a:lnTo>
                  <a:pt x="597763" y="79193"/>
                </a:lnTo>
                <a:lnTo>
                  <a:pt x="598364" y="70383"/>
                </a:lnTo>
                <a:lnTo>
                  <a:pt x="601171" y="63348"/>
                </a:lnTo>
                <a:lnTo>
                  <a:pt x="611996" y="52828"/>
                </a:lnTo>
                <a:lnTo>
                  <a:pt x="618612" y="50197"/>
                </a:lnTo>
                <a:lnTo>
                  <a:pt x="659521" y="50197"/>
                </a:lnTo>
                <a:lnTo>
                  <a:pt x="659309" y="49912"/>
                </a:lnTo>
                <a:lnTo>
                  <a:pt x="652393" y="43881"/>
                </a:lnTo>
                <a:lnTo>
                  <a:pt x="644574" y="39573"/>
                </a:lnTo>
                <a:lnTo>
                  <a:pt x="635853" y="36988"/>
                </a:lnTo>
                <a:lnTo>
                  <a:pt x="626230" y="36127"/>
                </a:lnTo>
                <a:close/>
              </a:path>
              <a:path w="672464" h="142239">
                <a:moveTo>
                  <a:pt x="653896" y="106857"/>
                </a:moveTo>
                <a:lnTo>
                  <a:pt x="651290" y="114083"/>
                </a:lnTo>
                <a:lnTo>
                  <a:pt x="647681" y="119343"/>
                </a:lnTo>
                <a:lnTo>
                  <a:pt x="638860" y="125935"/>
                </a:lnTo>
                <a:lnTo>
                  <a:pt x="633447" y="127583"/>
                </a:lnTo>
                <a:lnTo>
                  <a:pt x="661866" y="127583"/>
                </a:lnTo>
                <a:lnTo>
                  <a:pt x="665549" y="122805"/>
                </a:lnTo>
                <a:lnTo>
                  <a:pt x="668985" y="116358"/>
                </a:lnTo>
                <a:lnTo>
                  <a:pt x="671538" y="109043"/>
                </a:lnTo>
                <a:lnTo>
                  <a:pt x="653896" y="106857"/>
                </a:lnTo>
                <a:close/>
              </a:path>
              <a:path w="672464" h="142239">
                <a:moveTo>
                  <a:pt x="659521" y="50197"/>
                </a:moveTo>
                <a:lnTo>
                  <a:pt x="635051" y="50197"/>
                </a:lnTo>
                <a:lnTo>
                  <a:pt x="642068" y="53494"/>
                </a:lnTo>
                <a:lnTo>
                  <a:pt x="647681" y="60085"/>
                </a:lnTo>
                <a:lnTo>
                  <a:pt x="651089" y="64331"/>
                </a:lnTo>
                <a:lnTo>
                  <a:pt x="653295" y="70700"/>
                </a:lnTo>
                <a:lnTo>
                  <a:pt x="654097" y="79193"/>
                </a:lnTo>
                <a:lnTo>
                  <a:pt x="671501" y="79193"/>
                </a:lnTo>
                <a:lnTo>
                  <a:pt x="671347" y="76900"/>
                </a:lnTo>
                <a:lnTo>
                  <a:pt x="668957" y="66502"/>
                </a:lnTo>
                <a:lnTo>
                  <a:pt x="664951" y="57506"/>
                </a:lnTo>
                <a:lnTo>
                  <a:pt x="659521" y="5019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0" name="object 30"/>
          <p:cNvGrpSpPr/>
          <p:nvPr/>
        </p:nvGrpSpPr>
        <p:grpSpPr>
          <a:xfrm>
            <a:off x="6739598" y="4735717"/>
            <a:ext cx="1198245" cy="1052195"/>
            <a:chOff x="6739598" y="4735717"/>
            <a:chExt cx="1198245" cy="1052195"/>
          </a:xfrm>
        </p:grpSpPr>
        <p:sp>
          <p:nvSpPr>
            <p:cNvPr id="31" name="object 31"/>
            <p:cNvSpPr/>
            <p:nvPr/>
          </p:nvSpPr>
          <p:spPr>
            <a:xfrm>
              <a:off x="6937872" y="5648175"/>
              <a:ext cx="109861" cy="13937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745614" y="5133609"/>
              <a:ext cx="716280" cy="522605"/>
            </a:xfrm>
            <a:custGeom>
              <a:avLst/>
              <a:gdLst/>
              <a:ahLst/>
              <a:cxnLst/>
              <a:rect l="l" t="t" r="r" b="b"/>
              <a:pathLst>
                <a:path w="716279" h="522604">
                  <a:moveTo>
                    <a:pt x="0" y="144389"/>
                  </a:moveTo>
                  <a:lnTo>
                    <a:pt x="0" y="433167"/>
                  </a:lnTo>
                </a:path>
                <a:path w="716279" h="522604">
                  <a:moveTo>
                    <a:pt x="51923" y="174389"/>
                  </a:moveTo>
                  <a:lnTo>
                    <a:pt x="51923" y="403146"/>
                  </a:lnTo>
                </a:path>
                <a:path w="716279" h="522604">
                  <a:moveTo>
                    <a:pt x="0" y="433167"/>
                  </a:moveTo>
                  <a:lnTo>
                    <a:pt x="151560" y="520763"/>
                  </a:lnTo>
                </a:path>
                <a:path w="716279" h="522604">
                  <a:moveTo>
                    <a:pt x="346224" y="521986"/>
                  </a:moveTo>
                  <a:lnTo>
                    <a:pt x="499990" y="433167"/>
                  </a:lnTo>
                </a:path>
                <a:path w="716279" h="522604">
                  <a:moveTo>
                    <a:pt x="320162" y="476965"/>
                  </a:moveTo>
                  <a:lnTo>
                    <a:pt x="448066" y="403146"/>
                  </a:lnTo>
                </a:path>
                <a:path w="716279" h="522604">
                  <a:moveTo>
                    <a:pt x="499990" y="433167"/>
                  </a:moveTo>
                  <a:lnTo>
                    <a:pt x="499990" y="144389"/>
                  </a:lnTo>
                </a:path>
                <a:path w="716279" h="522604">
                  <a:moveTo>
                    <a:pt x="499990" y="144389"/>
                  </a:moveTo>
                  <a:lnTo>
                    <a:pt x="249995" y="0"/>
                  </a:lnTo>
                </a:path>
                <a:path w="716279" h="522604">
                  <a:moveTo>
                    <a:pt x="448066" y="174389"/>
                  </a:moveTo>
                  <a:lnTo>
                    <a:pt x="249995" y="60021"/>
                  </a:lnTo>
                </a:path>
                <a:path w="716279" h="522604">
                  <a:moveTo>
                    <a:pt x="249995" y="0"/>
                  </a:moveTo>
                  <a:lnTo>
                    <a:pt x="0" y="144389"/>
                  </a:lnTo>
                </a:path>
                <a:path w="716279" h="522604">
                  <a:moveTo>
                    <a:pt x="686434" y="2767"/>
                  </a:moveTo>
                  <a:lnTo>
                    <a:pt x="715904" y="53544"/>
                  </a:lnTo>
                </a:path>
                <a:path w="716279" h="522604">
                  <a:moveTo>
                    <a:pt x="639522" y="38624"/>
                  </a:moveTo>
                  <a:lnTo>
                    <a:pt x="661173" y="76385"/>
                  </a:lnTo>
                </a:path>
                <a:path w="716279" h="522604">
                  <a:moveTo>
                    <a:pt x="592410" y="74480"/>
                  </a:moveTo>
                  <a:lnTo>
                    <a:pt x="606644" y="99247"/>
                  </a:lnTo>
                </a:path>
                <a:path w="716279" h="522604">
                  <a:moveTo>
                    <a:pt x="545298" y="110337"/>
                  </a:moveTo>
                  <a:lnTo>
                    <a:pt x="552114" y="122088"/>
                  </a:lnTo>
                </a:path>
              </a:pathLst>
            </a:custGeom>
            <a:ln w="120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716726" y="5145360"/>
              <a:ext cx="109861" cy="13937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480363" y="4741733"/>
              <a:ext cx="451484" cy="746125"/>
            </a:xfrm>
            <a:custGeom>
              <a:avLst/>
              <a:gdLst/>
              <a:ahLst/>
              <a:cxnLst/>
              <a:rect l="l" t="t" r="r" b="b"/>
              <a:pathLst>
                <a:path w="451484" h="746125">
                  <a:moveTo>
                    <a:pt x="15236" y="391875"/>
                  </a:moveTo>
                  <a:lnTo>
                    <a:pt x="195665" y="440266"/>
                  </a:lnTo>
                </a:path>
                <a:path w="451484" h="746125">
                  <a:moveTo>
                    <a:pt x="356448" y="370478"/>
                  </a:moveTo>
                  <a:lnTo>
                    <a:pt x="451274" y="224424"/>
                  </a:lnTo>
                </a:path>
                <a:path w="451484" h="746125">
                  <a:moveTo>
                    <a:pt x="451274" y="224424"/>
                  </a:moveTo>
                  <a:lnTo>
                    <a:pt x="269641" y="0"/>
                  </a:lnTo>
                </a:path>
                <a:path w="451484" h="746125">
                  <a:moveTo>
                    <a:pt x="269641" y="0"/>
                  </a:moveTo>
                  <a:lnTo>
                    <a:pt x="0" y="103498"/>
                  </a:lnTo>
                </a:path>
                <a:path w="451484" h="746125">
                  <a:moveTo>
                    <a:pt x="0" y="103498"/>
                  </a:moveTo>
                  <a:lnTo>
                    <a:pt x="15236" y="391875"/>
                  </a:lnTo>
                </a:path>
                <a:path w="451484" h="746125">
                  <a:moveTo>
                    <a:pt x="325374" y="583211"/>
                  </a:moveTo>
                  <a:lnTo>
                    <a:pt x="368677" y="745548"/>
                  </a:lnTo>
                </a:path>
              </a:pathLst>
            </a:custGeom>
            <a:ln w="120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/>
          <p:nvPr/>
        </p:nvSpPr>
        <p:spPr>
          <a:xfrm>
            <a:off x="6728173" y="6059283"/>
            <a:ext cx="667385" cy="142240"/>
          </a:xfrm>
          <a:custGeom>
            <a:avLst/>
            <a:gdLst/>
            <a:ahLst/>
            <a:cxnLst/>
            <a:rect l="l" t="t" r="r" b="b"/>
            <a:pathLst>
              <a:path w="667384" h="142239">
                <a:moveTo>
                  <a:pt x="15436" y="38403"/>
                </a:moveTo>
                <a:lnTo>
                  <a:pt x="0" y="38403"/>
                </a:lnTo>
                <a:lnTo>
                  <a:pt x="0" y="139371"/>
                </a:lnTo>
                <a:lnTo>
                  <a:pt x="17241" y="139371"/>
                </a:lnTo>
                <a:lnTo>
                  <a:pt x="17241" y="84226"/>
                </a:lnTo>
                <a:lnTo>
                  <a:pt x="17729" y="75315"/>
                </a:lnTo>
                <a:lnTo>
                  <a:pt x="31823" y="52762"/>
                </a:lnTo>
                <a:lnTo>
                  <a:pt x="15436" y="52762"/>
                </a:lnTo>
                <a:lnTo>
                  <a:pt x="15436" y="38403"/>
                </a:lnTo>
                <a:close/>
              </a:path>
              <a:path w="667384" h="142239">
                <a:moveTo>
                  <a:pt x="77944" y="50957"/>
                </a:moveTo>
                <a:lnTo>
                  <a:pt x="48515" y="50957"/>
                </a:lnTo>
                <a:lnTo>
                  <a:pt x="52525" y="51980"/>
                </a:lnTo>
                <a:lnTo>
                  <a:pt x="59341" y="56111"/>
                </a:lnTo>
                <a:lnTo>
                  <a:pt x="61746" y="58858"/>
                </a:lnTo>
                <a:lnTo>
                  <a:pt x="62949" y="62327"/>
                </a:lnTo>
                <a:lnTo>
                  <a:pt x="64353" y="65777"/>
                </a:lnTo>
                <a:lnTo>
                  <a:pt x="64954" y="70991"/>
                </a:lnTo>
                <a:lnTo>
                  <a:pt x="64954" y="139371"/>
                </a:lnTo>
                <a:lnTo>
                  <a:pt x="82195" y="139371"/>
                </a:lnTo>
                <a:lnTo>
                  <a:pt x="82093" y="67955"/>
                </a:lnTo>
                <a:lnTo>
                  <a:pt x="78386" y="51558"/>
                </a:lnTo>
                <a:lnTo>
                  <a:pt x="77944" y="50957"/>
                </a:lnTo>
                <a:close/>
              </a:path>
              <a:path w="667384" h="142239">
                <a:moveTo>
                  <a:pt x="53727" y="36137"/>
                </a:moveTo>
                <a:lnTo>
                  <a:pt x="15436" y="52762"/>
                </a:lnTo>
                <a:lnTo>
                  <a:pt x="31823" y="52762"/>
                </a:lnTo>
                <a:lnTo>
                  <a:pt x="36687" y="50957"/>
                </a:lnTo>
                <a:lnTo>
                  <a:pt x="77944" y="50957"/>
                </a:lnTo>
                <a:lnTo>
                  <a:pt x="75780" y="48009"/>
                </a:lnTo>
                <a:lnTo>
                  <a:pt x="73374" y="44459"/>
                </a:lnTo>
                <a:lnTo>
                  <a:pt x="69565" y="41592"/>
                </a:lnTo>
                <a:lnTo>
                  <a:pt x="64353" y="39406"/>
                </a:lnTo>
                <a:lnTo>
                  <a:pt x="59341" y="37220"/>
                </a:lnTo>
                <a:lnTo>
                  <a:pt x="53727" y="36137"/>
                </a:lnTo>
                <a:close/>
              </a:path>
              <a:path w="667384" h="142239">
                <a:moveTo>
                  <a:pt x="128706" y="0"/>
                </a:moveTo>
                <a:lnTo>
                  <a:pt x="111665" y="0"/>
                </a:lnTo>
                <a:lnTo>
                  <a:pt x="111665" y="19673"/>
                </a:lnTo>
                <a:lnTo>
                  <a:pt x="128706" y="19673"/>
                </a:lnTo>
                <a:lnTo>
                  <a:pt x="128706" y="0"/>
                </a:lnTo>
                <a:close/>
              </a:path>
              <a:path w="667384" h="142239">
                <a:moveTo>
                  <a:pt x="128706" y="38403"/>
                </a:moveTo>
                <a:lnTo>
                  <a:pt x="111665" y="38403"/>
                </a:lnTo>
                <a:lnTo>
                  <a:pt x="111665" y="139371"/>
                </a:lnTo>
                <a:lnTo>
                  <a:pt x="128706" y="139371"/>
                </a:lnTo>
                <a:lnTo>
                  <a:pt x="128706" y="38403"/>
                </a:lnTo>
                <a:close/>
              </a:path>
              <a:path w="667384" h="142239">
                <a:moveTo>
                  <a:pt x="196868" y="36137"/>
                </a:moveTo>
                <a:lnTo>
                  <a:pt x="159980" y="52481"/>
                </a:lnTo>
                <a:lnTo>
                  <a:pt x="150959" y="89270"/>
                </a:lnTo>
                <a:lnTo>
                  <a:pt x="151748" y="101181"/>
                </a:lnTo>
                <a:lnTo>
                  <a:pt x="178124" y="138266"/>
                </a:lnTo>
                <a:lnTo>
                  <a:pt x="196868" y="141653"/>
                </a:lnTo>
                <a:lnTo>
                  <a:pt x="204803" y="141038"/>
                </a:lnTo>
                <a:lnTo>
                  <a:pt x="212079" y="139193"/>
                </a:lnTo>
                <a:lnTo>
                  <a:pt x="218717" y="136118"/>
                </a:lnTo>
                <a:lnTo>
                  <a:pt x="224734" y="131813"/>
                </a:lnTo>
                <a:lnTo>
                  <a:pt x="228776" y="127583"/>
                </a:lnTo>
                <a:lnTo>
                  <a:pt x="188248" y="127583"/>
                </a:lnTo>
                <a:lnTo>
                  <a:pt x="181431" y="124509"/>
                </a:lnTo>
                <a:lnTo>
                  <a:pt x="168400" y="88795"/>
                </a:lnTo>
                <a:lnTo>
                  <a:pt x="168924" y="79441"/>
                </a:lnTo>
                <a:lnTo>
                  <a:pt x="229314" y="50195"/>
                </a:lnTo>
                <a:lnTo>
                  <a:pt x="228509" y="49041"/>
                </a:lnTo>
                <a:lnTo>
                  <a:pt x="223732" y="44439"/>
                </a:lnTo>
                <a:lnTo>
                  <a:pt x="218210" y="40807"/>
                </a:lnTo>
                <a:lnTo>
                  <a:pt x="211879" y="38212"/>
                </a:lnTo>
                <a:lnTo>
                  <a:pt x="204759" y="36656"/>
                </a:lnTo>
                <a:lnTo>
                  <a:pt x="196868" y="36137"/>
                </a:lnTo>
                <a:close/>
              </a:path>
              <a:path w="667384" h="142239">
                <a:moveTo>
                  <a:pt x="221928" y="102389"/>
                </a:moveTo>
                <a:lnTo>
                  <a:pt x="203283" y="127583"/>
                </a:lnTo>
                <a:lnTo>
                  <a:pt x="228776" y="127583"/>
                </a:lnTo>
                <a:lnTo>
                  <a:pt x="229887" y="126421"/>
                </a:lnTo>
                <a:lnTo>
                  <a:pt x="233931" y="120084"/>
                </a:lnTo>
                <a:lnTo>
                  <a:pt x="236885" y="112803"/>
                </a:lnTo>
                <a:lnTo>
                  <a:pt x="238768" y="104577"/>
                </a:lnTo>
                <a:lnTo>
                  <a:pt x="221928" y="102389"/>
                </a:lnTo>
                <a:close/>
              </a:path>
              <a:path w="667384" h="142239">
                <a:moveTo>
                  <a:pt x="229314" y="50195"/>
                </a:moveTo>
                <a:lnTo>
                  <a:pt x="203283" y="50195"/>
                </a:lnTo>
                <a:lnTo>
                  <a:pt x="208095" y="51899"/>
                </a:lnTo>
                <a:lnTo>
                  <a:pt x="216114" y="58758"/>
                </a:lnTo>
                <a:lnTo>
                  <a:pt x="218921" y="63852"/>
                </a:lnTo>
                <a:lnTo>
                  <a:pt x="220524" y="70630"/>
                </a:lnTo>
                <a:lnTo>
                  <a:pt x="237164" y="68063"/>
                </a:lnTo>
                <a:lnTo>
                  <a:pt x="235206" y="60855"/>
                </a:lnTo>
                <a:lnTo>
                  <a:pt x="232328" y="54514"/>
                </a:lnTo>
                <a:lnTo>
                  <a:pt x="229314" y="50195"/>
                </a:lnTo>
                <a:close/>
              </a:path>
              <a:path w="667384" h="142239">
                <a:moveTo>
                  <a:pt x="297307" y="36137"/>
                </a:moveTo>
                <a:lnTo>
                  <a:pt x="258791" y="55007"/>
                </a:lnTo>
                <a:lnTo>
                  <a:pt x="249995" y="88891"/>
                </a:lnTo>
                <a:lnTo>
                  <a:pt x="250818" y="100929"/>
                </a:lnTo>
                <a:lnTo>
                  <a:pt x="270130" y="134006"/>
                </a:lnTo>
                <a:lnTo>
                  <a:pt x="297307" y="141653"/>
                </a:lnTo>
                <a:lnTo>
                  <a:pt x="306128" y="141653"/>
                </a:lnTo>
                <a:lnTo>
                  <a:pt x="314348" y="139594"/>
                </a:lnTo>
                <a:lnTo>
                  <a:pt x="329183" y="131353"/>
                </a:lnTo>
                <a:lnTo>
                  <a:pt x="332844" y="127583"/>
                </a:lnTo>
                <a:lnTo>
                  <a:pt x="288887" y="127583"/>
                </a:lnTo>
                <a:lnTo>
                  <a:pt x="281656" y="124351"/>
                </a:lnTo>
                <a:lnTo>
                  <a:pt x="267637" y="88891"/>
                </a:lnTo>
                <a:lnTo>
                  <a:pt x="268163" y="79807"/>
                </a:lnTo>
                <a:lnTo>
                  <a:pt x="331793" y="50295"/>
                </a:lnTo>
                <a:lnTo>
                  <a:pt x="331388" y="49774"/>
                </a:lnTo>
                <a:lnTo>
                  <a:pt x="324287" y="43802"/>
                </a:lnTo>
                <a:lnTo>
                  <a:pt x="316227" y="39541"/>
                </a:lnTo>
                <a:lnTo>
                  <a:pt x="307228" y="36987"/>
                </a:lnTo>
                <a:lnTo>
                  <a:pt x="297307" y="36137"/>
                </a:lnTo>
                <a:close/>
              </a:path>
              <a:path w="667384" h="142239">
                <a:moveTo>
                  <a:pt x="331793" y="50295"/>
                </a:moveTo>
                <a:lnTo>
                  <a:pt x="305727" y="50295"/>
                </a:lnTo>
                <a:lnTo>
                  <a:pt x="312744" y="53504"/>
                </a:lnTo>
                <a:lnTo>
                  <a:pt x="318558" y="59941"/>
                </a:lnTo>
                <a:lnTo>
                  <a:pt x="326946" y="88891"/>
                </a:lnTo>
                <a:lnTo>
                  <a:pt x="326504" y="96685"/>
                </a:lnTo>
                <a:lnTo>
                  <a:pt x="305928" y="127583"/>
                </a:lnTo>
                <a:lnTo>
                  <a:pt x="332844" y="127583"/>
                </a:lnTo>
                <a:lnTo>
                  <a:pt x="344620" y="87455"/>
                </a:lnTo>
                <a:lnTo>
                  <a:pt x="343793" y="76085"/>
                </a:lnTo>
                <a:lnTo>
                  <a:pt x="341312" y="66012"/>
                </a:lnTo>
                <a:lnTo>
                  <a:pt x="337177" y="57241"/>
                </a:lnTo>
                <a:lnTo>
                  <a:pt x="331793" y="50295"/>
                </a:lnTo>
                <a:close/>
              </a:path>
              <a:path w="667384" h="142239">
                <a:moveTo>
                  <a:pt x="388123" y="51719"/>
                </a:moveTo>
                <a:lnTo>
                  <a:pt x="371083" y="51719"/>
                </a:lnTo>
                <a:lnTo>
                  <a:pt x="371083" y="120073"/>
                </a:lnTo>
                <a:lnTo>
                  <a:pt x="371684" y="126807"/>
                </a:lnTo>
                <a:lnTo>
                  <a:pt x="374491" y="133208"/>
                </a:lnTo>
                <a:lnTo>
                  <a:pt x="376897" y="135791"/>
                </a:lnTo>
                <a:lnTo>
                  <a:pt x="383713" y="139720"/>
                </a:lnTo>
                <a:lnTo>
                  <a:pt x="388524" y="140703"/>
                </a:lnTo>
                <a:lnTo>
                  <a:pt x="398548" y="140703"/>
                </a:lnTo>
                <a:lnTo>
                  <a:pt x="402959" y="140195"/>
                </a:lnTo>
                <a:lnTo>
                  <a:pt x="407770" y="139180"/>
                </a:lnTo>
                <a:lnTo>
                  <a:pt x="405279" y="124732"/>
                </a:lnTo>
                <a:lnTo>
                  <a:pt x="395140" y="124732"/>
                </a:lnTo>
                <a:lnTo>
                  <a:pt x="393336" y="124318"/>
                </a:lnTo>
                <a:lnTo>
                  <a:pt x="390529" y="122670"/>
                </a:lnTo>
                <a:lnTo>
                  <a:pt x="389527" y="121563"/>
                </a:lnTo>
                <a:lnTo>
                  <a:pt x="388324" y="118774"/>
                </a:lnTo>
                <a:lnTo>
                  <a:pt x="388123" y="115635"/>
                </a:lnTo>
                <a:lnTo>
                  <a:pt x="388123" y="51719"/>
                </a:lnTo>
                <a:close/>
              </a:path>
              <a:path w="667384" h="142239">
                <a:moveTo>
                  <a:pt x="405164" y="124066"/>
                </a:moveTo>
                <a:lnTo>
                  <a:pt x="402157" y="124509"/>
                </a:lnTo>
                <a:lnTo>
                  <a:pt x="399551" y="124732"/>
                </a:lnTo>
                <a:lnTo>
                  <a:pt x="405279" y="124732"/>
                </a:lnTo>
                <a:lnTo>
                  <a:pt x="405164" y="124066"/>
                </a:lnTo>
                <a:close/>
              </a:path>
              <a:path w="667384" h="142239">
                <a:moveTo>
                  <a:pt x="405164" y="38403"/>
                </a:moveTo>
                <a:lnTo>
                  <a:pt x="358453" y="38403"/>
                </a:lnTo>
                <a:lnTo>
                  <a:pt x="358453" y="51719"/>
                </a:lnTo>
                <a:lnTo>
                  <a:pt x="405164" y="51719"/>
                </a:lnTo>
                <a:lnTo>
                  <a:pt x="405164" y="38403"/>
                </a:lnTo>
                <a:close/>
              </a:path>
              <a:path w="667384" h="142239">
                <a:moveTo>
                  <a:pt x="388123" y="3148"/>
                </a:moveTo>
                <a:lnTo>
                  <a:pt x="371083" y="13416"/>
                </a:lnTo>
                <a:lnTo>
                  <a:pt x="371083" y="38403"/>
                </a:lnTo>
                <a:lnTo>
                  <a:pt x="388123" y="38403"/>
                </a:lnTo>
                <a:lnTo>
                  <a:pt x="388123" y="3148"/>
                </a:lnTo>
                <a:close/>
              </a:path>
              <a:path w="667384" h="142239">
                <a:moveTo>
                  <a:pt x="440849" y="0"/>
                </a:moveTo>
                <a:lnTo>
                  <a:pt x="423608" y="0"/>
                </a:lnTo>
                <a:lnTo>
                  <a:pt x="423608" y="19673"/>
                </a:lnTo>
                <a:lnTo>
                  <a:pt x="440849" y="19673"/>
                </a:lnTo>
                <a:lnTo>
                  <a:pt x="440849" y="0"/>
                </a:lnTo>
                <a:close/>
              </a:path>
              <a:path w="667384" h="142239">
                <a:moveTo>
                  <a:pt x="440849" y="38403"/>
                </a:moveTo>
                <a:lnTo>
                  <a:pt x="423608" y="38403"/>
                </a:lnTo>
                <a:lnTo>
                  <a:pt x="423608" y="139371"/>
                </a:lnTo>
                <a:lnTo>
                  <a:pt x="440849" y="139371"/>
                </a:lnTo>
                <a:lnTo>
                  <a:pt x="440849" y="38403"/>
                </a:lnTo>
                <a:close/>
              </a:path>
              <a:path w="667384" h="142239">
                <a:moveTo>
                  <a:pt x="483551" y="38403"/>
                </a:moveTo>
                <a:lnTo>
                  <a:pt x="468114" y="38403"/>
                </a:lnTo>
                <a:lnTo>
                  <a:pt x="468114" y="139371"/>
                </a:lnTo>
                <a:lnTo>
                  <a:pt x="485154" y="139371"/>
                </a:lnTo>
                <a:lnTo>
                  <a:pt x="485154" y="84226"/>
                </a:lnTo>
                <a:lnTo>
                  <a:pt x="485674" y="75315"/>
                </a:lnTo>
                <a:lnTo>
                  <a:pt x="499781" y="52762"/>
                </a:lnTo>
                <a:lnTo>
                  <a:pt x="483551" y="52762"/>
                </a:lnTo>
                <a:lnTo>
                  <a:pt x="483551" y="38403"/>
                </a:lnTo>
                <a:close/>
              </a:path>
              <a:path w="667384" h="142239">
                <a:moveTo>
                  <a:pt x="546059" y="50957"/>
                </a:moveTo>
                <a:lnTo>
                  <a:pt x="516629" y="50957"/>
                </a:lnTo>
                <a:lnTo>
                  <a:pt x="520639" y="51980"/>
                </a:lnTo>
                <a:lnTo>
                  <a:pt x="527455" y="56111"/>
                </a:lnTo>
                <a:lnTo>
                  <a:pt x="529660" y="58858"/>
                </a:lnTo>
                <a:lnTo>
                  <a:pt x="532467" y="65777"/>
                </a:lnTo>
                <a:lnTo>
                  <a:pt x="533069" y="70991"/>
                </a:lnTo>
                <a:lnTo>
                  <a:pt x="533069" y="139371"/>
                </a:lnTo>
                <a:lnTo>
                  <a:pt x="550109" y="139371"/>
                </a:lnTo>
                <a:lnTo>
                  <a:pt x="550058" y="67955"/>
                </a:lnTo>
                <a:lnTo>
                  <a:pt x="546500" y="51558"/>
                </a:lnTo>
                <a:lnTo>
                  <a:pt x="546059" y="50957"/>
                </a:lnTo>
                <a:close/>
              </a:path>
              <a:path w="667384" h="142239">
                <a:moveTo>
                  <a:pt x="521842" y="36137"/>
                </a:moveTo>
                <a:lnTo>
                  <a:pt x="483551" y="52762"/>
                </a:lnTo>
                <a:lnTo>
                  <a:pt x="499781" y="52762"/>
                </a:lnTo>
                <a:lnTo>
                  <a:pt x="504801" y="50957"/>
                </a:lnTo>
                <a:lnTo>
                  <a:pt x="546059" y="50957"/>
                </a:lnTo>
                <a:lnTo>
                  <a:pt x="541288" y="44459"/>
                </a:lnTo>
                <a:lnTo>
                  <a:pt x="537479" y="41592"/>
                </a:lnTo>
                <a:lnTo>
                  <a:pt x="532467" y="39406"/>
                </a:lnTo>
                <a:lnTo>
                  <a:pt x="527255" y="37220"/>
                </a:lnTo>
                <a:lnTo>
                  <a:pt x="521842" y="36137"/>
                </a:lnTo>
                <a:close/>
              </a:path>
              <a:path w="667384" h="142239">
                <a:moveTo>
                  <a:pt x="621078" y="36137"/>
                </a:moveTo>
                <a:lnTo>
                  <a:pt x="581324" y="57945"/>
                </a:lnTo>
                <a:lnTo>
                  <a:pt x="574037" y="88700"/>
                </a:lnTo>
                <a:lnTo>
                  <a:pt x="574067" y="91235"/>
                </a:lnTo>
                <a:lnTo>
                  <a:pt x="586796" y="128010"/>
                </a:lnTo>
                <a:lnTo>
                  <a:pt x="622080" y="141653"/>
                </a:lnTo>
                <a:lnTo>
                  <a:pt x="630425" y="141118"/>
                </a:lnTo>
                <a:lnTo>
                  <a:pt x="656714" y="127583"/>
                </a:lnTo>
                <a:lnTo>
                  <a:pt x="613660" y="127583"/>
                </a:lnTo>
                <a:lnTo>
                  <a:pt x="606644" y="124637"/>
                </a:lnTo>
                <a:lnTo>
                  <a:pt x="591608" y="93263"/>
                </a:lnTo>
                <a:lnTo>
                  <a:pt x="666787" y="93263"/>
                </a:lnTo>
                <a:lnTo>
                  <a:pt x="666987" y="91235"/>
                </a:lnTo>
                <a:lnTo>
                  <a:pt x="666987" y="88700"/>
                </a:lnTo>
                <a:lnTo>
                  <a:pt x="666349" y="79193"/>
                </a:lnTo>
                <a:lnTo>
                  <a:pt x="592610" y="79193"/>
                </a:lnTo>
                <a:lnTo>
                  <a:pt x="593212" y="70389"/>
                </a:lnTo>
                <a:lnTo>
                  <a:pt x="596018" y="63350"/>
                </a:lnTo>
                <a:lnTo>
                  <a:pt x="606844" y="52822"/>
                </a:lnTo>
                <a:lnTo>
                  <a:pt x="613460" y="50195"/>
                </a:lnTo>
                <a:lnTo>
                  <a:pt x="654365" y="50195"/>
                </a:lnTo>
                <a:lnTo>
                  <a:pt x="654157" y="49914"/>
                </a:lnTo>
                <a:lnTo>
                  <a:pt x="647240" y="43886"/>
                </a:lnTo>
                <a:lnTo>
                  <a:pt x="639422" y="39581"/>
                </a:lnTo>
                <a:lnTo>
                  <a:pt x="630701" y="36998"/>
                </a:lnTo>
                <a:lnTo>
                  <a:pt x="621078" y="36137"/>
                </a:lnTo>
                <a:close/>
              </a:path>
              <a:path w="667384" h="142239">
                <a:moveTo>
                  <a:pt x="648744" y="106859"/>
                </a:moveTo>
                <a:lnTo>
                  <a:pt x="646138" y="114083"/>
                </a:lnTo>
                <a:lnTo>
                  <a:pt x="642529" y="119343"/>
                </a:lnTo>
                <a:lnTo>
                  <a:pt x="633708" y="125935"/>
                </a:lnTo>
                <a:lnTo>
                  <a:pt x="628295" y="127583"/>
                </a:lnTo>
                <a:lnTo>
                  <a:pt x="656714" y="127583"/>
                </a:lnTo>
                <a:lnTo>
                  <a:pt x="660397" y="122806"/>
                </a:lnTo>
                <a:lnTo>
                  <a:pt x="663833" y="116359"/>
                </a:lnTo>
                <a:lnTo>
                  <a:pt x="666386" y="109045"/>
                </a:lnTo>
                <a:lnTo>
                  <a:pt x="648744" y="106859"/>
                </a:lnTo>
                <a:close/>
              </a:path>
              <a:path w="667384" h="142239">
                <a:moveTo>
                  <a:pt x="654365" y="50195"/>
                </a:moveTo>
                <a:lnTo>
                  <a:pt x="629899" y="50195"/>
                </a:lnTo>
                <a:lnTo>
                  <a:pt x="636916" y="53484"/>
                </a:lnTo>
                <a:lnTo>
                  <a:pt x="642529" y="60081"/>
                </a:lnTo>
                <a:lnTo>
                  <a:pt x="645937" y="64333"/>
                </a:lnTo>
                <a:lnTo>
                  <a:pt x="648142" y="70710"/>
                </a:lnTo>
                <a:lnTo>
                  <a:pt x="648944" y="79193"/>
                </a:lnTo>
                <a:lnTo>
                  <a:pt x="666349" y="79193"/>
                </a:lnTo>
                <a:lnTo>
                  <a:pt x="666195" y="76900"/>
                </a:lnTo>
                <a:lnTo>
                  <a:pt x="663805" y="66501"/>
                </a:lnTo>
                <a:lnTo>
                  <a:pt x="659798" y="57505"/>
                </a:lnTo>
                <a:lnTo>
                  <a:pt x="654365" y="5019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6" name="object 36"/>
          <p:cNvGrpSpPr/>
          <p:nvPr/>
        </p:nvGrpSpPr>
        <p:grpSpPr>
          <a:xfrm>
            <a:off x="2746012" y="3186543"/>
            <a:ext cx="300990" cy="608330"/>
            <a:chOff x="2746012" y="3186543"/>
            <a:chExt cx="300990" cy="608330"/>
          </a:xfrm>
        </p:grpSpPr>
        <p:sp>
          <p:nvSpPr>
            <p:cNvPr id="37" name="object 37"/>
            <p:cNvSpPr/>
            <p:nvPr/>
          </p:nvSpPr>
          <p:spPr>
            <a:xfrm>
              <a:off x="2838773" y="3475321"/>
              <a:ext cx="109761" cy="13937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752027" y="3647786"/>
              <a:ext cx="288925" cy="140970"/>
            </a:xfrm>
            <a:custGeom>
              <a:avLst/>
              <a:gdLst/>
              <a:ahLst/>
              <a:cxnLst/>
              <a:rect l="l" t="t" r="r" b="b"/>
              <a:pathLst>
                <a:path w="288925" h="140970">
                  <a:moveTo>
                    <a:pt x="80491" y="1203"/>
                  </a:moveTo>
                  <a:lnTo>
                    <a:pt x="0" y="140578"/>
                  </a:lnTo>
                </a:path>
                <a:path w="288925" h="140970">
                  <a:moveTo>
                    <a:pt x="0" y="140578"/>
                  </a:moveTo>
                  <a:lnTo>
                    <a:pt x="288687" y="140578"/>
                  </a:lnTo>
                </a:path>
                <a:path w="288925" h="140970">
                  <a:moveTo>
                    <a:pt x="288687" y="140578"/>
                  </a:moveTo>
                  <a:lnTo>
                    <a:pt x="207473" y="0"/>
                  </a:lnTo>
                </a:path>
              </a:pathLst>
            </a:custGeom>
            <a:ln w="120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839535" y="3186543"/>
              <a:ext cx="109280" cy="139375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896371" y="3358607"/>
              <a:ext cx="0" cy="85090"/>
            </a:xfrm>
            <a:custGeom>
              <a:avLst/>
              <a:gdLst/>
              <a:ahLst/>
              <a:cxnLst/>
              <a:rect l="l" t="t" r="r" b="b"/>
              <a:pathLst>
                <a:path h="85089">
                  <a:moveTo>
                    <a:pt x="0" y="85029"/>
                  </a:moveTo>
                  <a:lnTo>
                    <a:pt x="0" y="0"/>
                  </a:lnTo>
                </a:path>
              </a:pathLst>
            </a:custGeom>
            <a:ln w="120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/>
          <p:nvPr/>
        </p:nvSpPr>
        <p:spPr>
          <a:xfrm>
            <a:off x="2557544" y="4058894"/>
            <a:ext cx="728345" cy="141605"/>
          </a:xfrm>
          <a:custGeom>
            <a:avLst/>
            <a:gdLst/>
            <a:ahLst/>
            <a:cxnLst/>
            <a:rect l="l" t="t" r="r" b="b"/>
            <a:pathLst>
              <a:path w="728345" h="141604">
                <a:moveTo>
                  <a:pt x="84067" y="50335"/>
                </a:moveTo>
                <a:lnTo>
                  <a:pt x="54609" y="50335"/>
                </a:lnTo>
                <a:lnTo>
                  <a:pt x="61105" y="52140"/>
                </a:lnTo>
                <a:lnTo>
                  <a:pt x="65475" y="56151"/>
                </a:lnTo>
                <a:lnTo>
                  <a:pt x="68703" y="58958"/>
                </a:lnTo>
                <a:lnTo>
                  <a:pt x="70327" y="63771"/>
                </a:lnTo>
                <a:lnTo>
                  <a:pt x="70227" y="75202"/>
                </a:lnTo>
                <a:lnTo>
                  <a:pt x="32938" y="82021"/>
                </a:lnTo>
                <a:lnTo>
                  <a:pt x="27886" y="82823"/>
                </a:lnTo>
                <a:lnTo>
                  <a:pt x="24518" y="83825"/>
                </a:lnTo>
                <a:lnTo>
                  <a:pt x="19947" y="85029"/>
                </a:lnTo>
                <a:lnTo>
                  <a:pt x="15857" y="86833"/>
                </a:lnTo>
                <a:lnTo>
                  <a:pt x="12209" y="89440"/>
                </a:lnTo>
                <a:lnTo>
                  <a:pt x="8560" y="91847"/>
                </a:lnTo>
                <a:lnTo>
                  <a:pt x="5613" y="95056"/>
                </a:lnTo>
                <a:lnTo>
                  <a:pt x="3368" y="99267"/>
                </a:lnTo>
                <a:lnTo>
                  <a:pt x="1122" y="103278"/>
                </a:lnTo>
                <a:lnTo>
                  <a:pt x="1" y="107884"/>
                </a:lnTo>
                <a:lnTo>
                  <a:pt x="26668" y="141089"/>
                </a:lnTo>
                <a:lnTo>
                  <a:pt x="34502" y="141581"/>
                </a:lnTo>
                <a:lnTo>
                  <a:pt x="41218" y="141581"/>
                </a:lnTo>
                <a:lnTo>
                  <a:pt x="47493" y="140578"/>
                </a:lnTo>
                <a:lnTo>
                  <a:pt x="59220" y="136166"/>
                </a:lnTo>
                <a:lnTo>
                  <a:pt x="65315" y="132356"/>
                </a:lnTo>
                <a:lnTo>
                  <a:pt x="70008" y="128345"/>
                </a:lnTo>
                <a:lnTo>
                  <a:pt x="31936" y="128345"/>
                </a:lnTo>
                <a:lnTo>
                  <a:pt x="26883" y="126741"/>
                </a:lnTo>
                <a:lnTo>
                  <a:pt x="19967" y="120725"/>
                </a:lnTo>
                <a:lnTo>
                  <a:pt x="18334" y="117115"/>
                </a:lnTo>
                <a:lnTo>
                  <a:pt x="18243" y="109294"/>
                </a:lnTo>
                <a:lnTo>
                  <a:pt x="19045" y="106687"/>
                </a:lnTo>
                <a:lnTo>
                  <a:pt x="20629" y="104080"/>
                </a:lnTo>
                <a:lnTo>
                  <a:pt x="22212" y="101673"/>
                </a:lnTo>
                <a:lnTo>
                  <a:pt x="24458" y="99869"/>
                </a:lnTo>
                <a:lnTo>
                  <a:pt x="27365" y="98665"/>
                </a:lnTo>
                <a:lnTo>
                  <a:pt x="30292" y="97262"/>
                </a:lnTo>
                <a:lnTo>
                  <a:pt x="35263" y="96259"/>
                </a:lnTo>
                <a:lnTo>
                  <a:pt x="42300" y="95256"/>
                </a:lnTo>
                <a:lnTo>
                  <a:pt x="51028" y="93827"/>
                </a:lnTo>
                <a:lnTo>
                  <a:pt x="58594" y="92248"/>
                </a:lnTo>
                <a:lnTo>
                  <a:pt x="64995" y="90518"/>
                </a:lnTo>
                <a:lnTo>
                  <a:pt x="70227" y="88638"/>
                </a:lnTo>
                <a:lnTo>
                  <a:pt x="87528" y="88638"/>
                </a:lnTo>
                <a:lnTo>
                  <a:pt x="87528" y="66579"/>
                </a:lnTo>
                <a:lnTo>
                  <a:pt x="87247" y="61365"/>
                </a:lnTo>
                <a:lnTo>
                  <a:pt x="85663" y="53744"/>
                </a:lnTo>
                <a:lnTo>
                  <a:pt x="84067" y="50335"/>
                </a:lnTo>
                <a:close/>
              </a:path>
              <a:path w="728345" h="141604">
                <a:moveTo>
                  <a:pt x="88585" y="126942"/>
                </a:moveTo>
                <a:lnTo>
                  <a:pt x="71650" y="126942"/>
                </a:lnTo>
                <a:lnTo>
                  <a:pt x="72171" y="131754"/>
                </a:lnTo>
                <a:lnTo>
                  <a:pt x="73314" y="135765"/>
                </a:lnTo>
                <a:lnTo>
                  <a:pt x="75078" y="139375"/>
                </a:lnTo>
                <a:lnTo>
                  <a:pt x="92941" y="139375"/>
                </a:lnTo>
                <a:lnTo>
                  <a:pt x="90796" y="135565"/>
                </a:lnTo>
                <a:lnTo>
                  <a:pt x="89352" y="131554"/>
                </a:lnTo>
                <a:lnTo>
                  <a:pt x="88630" y="127343"/>
                </a:lnTo>
                <a:lnTo>
                  <a:pt x="88585" y="126942"/>
                </a:lnTo>
                <a:close/>
              </a:path>
              <a:path w="728345" h="141604">
                <a:moveTo>
                  <a:pt x="87528" y="88638"/>
                </a:moveTo>
                <a:lnTo>
                  <a:pt x="70227" y="88638"/>
                </a:lnTo>
                <a:lnTo>
                  <a:pt x="70227" y="102476"/>
                </a:lnTo>
                <a:lnTo>
                  <a:pt x="69304" y="108291"/>
                </a:lnTo>
                <a:lnTo>
                  <a:pt x="65074" y="117115"/>
                </a:lnTo>
                <a:lnTo>
                  <a:pt x="61305" y="121126"/>
                </a:lnTo>
                <a:lnTo>
                  <a:pt x="51041" y="126741"/>
                </a:lnTo>
                <a:lnTo>
                  <a:pt x="45167" y="128345"/>
                </a:lnTo>
                <a:lnTo>
                  <a:pt x="70008" y="128345"/>
                </a:lnTo>
                <a:lnTo>
                  <a:pt x="71650" y="126942"/>
                </a:lnTo>
                <a:lnTo>
                  <a:pt x="88585" y="126942"/>
                </a:lnTo>
                <a:lnTo>
                  <a:pt x="88145" y="123062"/>
                </a:lnTo>
                <a:lnTo>
                  <a:pt x="87801" y="116564"/>
                </a:lnTo>
                <a:lnTo>
                  <a:pt x="87629" y="109294"/>
                </a:lnTo>
                <a:lnTo>
                  <a:pt x="87528" y="88638"/>
                </a:lnTo>
                <a:close/>
              </a:path>
              <a:path w="728345" h="141604">
                <a:moveTo>
                  <a:pt x="57075" y="36097"/>
                </a:moveTo>
                <a:lnTo>
                  <a:pt x="18985" y="42113"/>
                </a:lnTo>
                <a:lnTo>
                  <a:pt x="2947" y="67181"/>
                </a:lnTo>
                <a:lnTo>
                  <a:pt x="19666" y="69587"/>
                </a:lnTo>
                <a:lnTo>
                  <a:pt x="21511" y="62368"/>
                </a:lnTo>
                <a:lnTo>
                  <a:pt x="24337" y="57354"/>
                </a:lnTo>
                <a:lnTo>
                  <a:pt x="32016" y="51739"/>
                </a:lnTo>
                <a:lnTo>
                  <a:pt x="37950" y="50335"/>
                </a:lnTo>
                <a:lnTo>
                  <a:pt x="84067" y="50335"/>
                </a:lnTo>
                <a:lnTo>
                  <a:pt x="83879" y="49934"/>
                </a:lnTo>
                <a:lnTo>
                  <a:pt x="81353" y="46725"/>
                </a:lnTo>
                <a:lnTo>
                  <a:pt x="78807" y="43717"/>
                </a:lnTo>
                <a:lnTo>
                  <a:pt x="74858" y="41110"/>
                </a:lnTo>
                <a:lnTo>
                  <a:pt x="64092" y="37099"/>
                </a:lnTo>
                <a:lnTo>
                  <a:pt x="57075" y="36097"/>
                </a:lnTo>
                <a:close/>
              </a:path>
              <a:path w="728345" h="141604">
                <a:moveTo>
                  <a:pt x="192829" y="51739"/>
                </a:moveTo>
                <a:lnTo>
                  <a:pt x="172490" y="51739"/>
                </a:lnTo>
                <a:lnTo>
                  <a:pt x="108237" y="125538"/>
                </a:lnTo>
                <a:lnTo>
                  <a:pt x="108237" y="139375"/>
                </a:lnTo>
                <a:lnTo>
                  <a:pt x="197590" y="139375"/>
                </a:lnTo>
                <a:lnTo>
                  <a:pt x="197590" y="125538"/>
                </a:lnTo>
                <a:lnTo>
                  <a:pt x="129347" y="125538"/>
                </a:lnTo>
                <a:lnTo>
                  <a:pt x="139893" y="113706"/>
                </a:lnTo>
                <a:lnTo>
                  <a:pt x="192829" y="51739"/>
                </a:lnTo>
                <a:close/>
              </a:path>
              <a:path w="728345" h="141604">
                <a:moveTo>
                  <a:pt x="197590" y="124736"/>
                </a:moveTo>
                <a:lnTo>
                  <a:pt x="144203" y="124736"/>
                </a:lnTo>
                <a:lnTo>
                  <a:pt x="137006" y="124936"/>
                </a:lnTo>
                <a:lnTo>
                  <a:pt x="129347" y="125538"/>
                </a:lnTo>
                <a:lnTo>
                  <a:pt x="197590" y="125538"/>
                </a:lnTo>
                <a:lnTo>
                  <a:pt x="197590" y="124736"/>
                </a:lnTo>
                <a:close/>
              </a:path>
              <a:path w="728345" h="141604">
                <a:moveTo>
                  <a:pt x="194543" y="38503"/>
                </a:moveTo>
                <a:lnTo>
                  <a:pt x="112046" y="38503"/>
                </a:lnTo>
                <a:lnTo>
                  <a:pt x="112046" y="52341"/>
                </a:lnTo>
                <a:lnTo>
                  <a:pt x="158777" y="52341"/>
                </a:lnTo>
                <a:lnTo>
                  <a:pt x="165213" y="52140"/>
                </a:lnTo>
                <a:lnTo>
                  <a:pt x="172490" y="51739"/>
                </a:lnTo>
                <a:lnTo>
                  <a:pt x="192829" y="51739"/>
                </a:lnTo>
                <a:lnTo>
                  <a:pt x="194543" y="49734"/>
                </a:lnTo>
                <a:lnTo>
                  <a:pt x="194543" y="38503"/>
                </a:lnTo>
                <a:close/>
              </a:path>
              <a:path w="728345" h="141604">
                <a:moveTo>
                  <a:pt x="234738" y="0"/>
                </a:moveTo>
                <a:lnTo>
                  <a:pt x="217638" y="0"/>
                </a:lnTo>
                <a:lnTo>
                  <a:pt x="217638" y="19652"/>
                </a:lnTo>
                <a:lnTo>
                  <a:pt x="234738" y="19652"/>
                </a:lnTo>
                <a:lnTo>
                  <a:pt x="234738" y="0"/>
                </a:lnTo>
                <a:close/>
              </a:path>
              <a:path w="728345" h="141604">
                <a:moveTo>
                  <a:pt x="234738" y="38503"/>
                </a:moveTo>
                <a:lnTo>
                  <a:pt x="217638" y="38503"/>
                </a:lnTo>
                <a:lnTo>
                  <a:pt x="217638" y="139375"/>
                </a:lnTo>
                <a:lnTo>
                  <a:pt x="234738" y="139375"/>
                </a:lnTo>
                <a:lnTo>
                  <a:pt x="234738" y="38503"/>
                </a:lnTo>
                <a:close/>
              </a:path>
              <a:path w="728345" h="141604">
                <a:moveTo>
                  <a:pt x="277320" y="38503"/>
                </a:moveTo>
                <a:lnTo>
                  <a:pt x="261923" y="38503"/>
                </a:lnTo>
                <a:lnTo>
                  <a:pt x="261923" y="139375"/>
                </a:lnTo>
                <a:lnTo>
                  <a:pt x="279024" y="139375"/>
                </a:lnTo>
                <a:lnTo>
                  <a:pt x="279024" y="79213"/>
                </a:lnTo>
                <a:lnTo>
                  <a:pt x="279986" y="72595"/>
                </a:lnTo>
                <a:lnTo>
                  <a:pt x="283154" y="62568"/>
                </a:lnTo>
                <a:lnTo>
                  <a:pt x="285279" y="59359"/>
                </a:lnTo>
                <a:lnTo>
                  <a:pt x="291233" y="54948"/>
                </a:lnTo>
                <a:lnTo>
                  <a:pt x="294581" y="53744"/>
                </a:lnTo>
                <a:lnTo>
                  <a:pt x="277320" y="53744"/>
                </a:lnTo>
                <a:lnTo>
                  <a:pt x="277320" y="38503"/>
                </a:lnTo>
                <a:close/>
              </a:path>
              <a:path w="728345" h="141604">
                <a:moveTo>
                  <a:pt x="304945" y="36097"/>
                </a:moveTo>
                <a:lnTo>
                  <a:pt x="277320" y="53744"/>
                </a:lnTo>
                <a:lnTo>
                  <a:pt x="302500" y="53744"/>
                </a:lnTo>
                <a:lnTo>
                  <a:pt x="306690" y="54948"/>
                </a:lnTo>
                <a:lnTo>
                  <a:pt x="310860" y="57555"/>
                </a:lnTo>
                <a:lnTo>
                  <a:pt x="316754" y="41712"/>
                </a:lnTo>
                <a:lnTo>
                  <a:pt x="310799" y="37902"/>
                </a:lnTo>
                <a:lnTo>
                  <a:pt x="304945" y="36097"/>
                </a:lnTo>
                <a:close/>
              </a:path>
              <a:path w="728345" h="141604">
                <a:moveTo>
                  <a:pt x="346023" y="0"/>
                </a:moveTo>
                <a:lnTo>
                  <a:pt x="328923" y="0"/>
                </a:lnTo>
                <a:lnTo>
                  <a:pt x="328923" y="19652"/>
                </a:lnTo>
                <a:lnTo>
                  <a:pt x="346023" y="19652"/>
                </a:lnTo>
                <a:lnTo>
                  <a:pt x="346023" y="0"/>
                </a:lnTo>
                <a:close/>
              </a:path>
              <a:path w="728345" h="141604">
                <a:moveTo>
                  <a:pt x="346023" y="38503"/>
                </a:moveTo>
                <a:lnTo>
                  <a:pt x="328923" y="38503"/>
                </a:lnTo>
                <a:lnTo>
                  <a:pt x="328923" y="139375"/>
                </a:lnTo>
                <a:lnTo>
                  <a:pt x="346023" y="139375"/>
                </a:lnTo>
                <a:lnTo>
                  <a:pt x="346023" y="38503"/>
                </a:lnTo>
                <a:close/>
              </a:path>
              <a:path w="728345" h="141604">
                <a:moveTo>
                  <a:pt x="415970" y="36097"/>
                </a:moveTo>
                <a:lnTo>
                  <a:pt x="375614" y="53343"/>
                </a:lnTo>
                <a:lnTo>
                  <a:pt x="367234" y="89039"/>
                </a:lnTo>
                <a:lnTo>
                  <a:pt x="367580" y="96516"/>
                </a:lnTo>
                <a:lnTo>
                  <a:pt x="395220" y="139375"/>
                </a:lnTo>
                <a:lnTo>
                  <a:pt x="402618" y="141581"/>
                </a:lnTo>
                <a:lnTo>
                  <a:pt x="410657" y="141581"/>
                </a:lnTo>
                <a:lnTo>
                  <a:pt x="419404" y="140641"/>
                </a:lnTo>
                <a:lnTo>
                  <a:pt x="427026" y="137821"/>
                </a:lnTo>
                <a:lnTo>
                  <a:pt x="433521" y="133121"/>
                </a:lnTo>
                <a:lnTo>
                  <a:pt x="438067" y="127543"/>
                </a:lnTo>
                <a:lnTo>
                  <a:pt x="404863" y="127543"/>
                </a:lnTo>
                <a:lnTo>
                  <a:pt x="398428" y="124334"/>
                </a:lnTo>
                <a:lnTo>
                  <a:pt x="384816" y="89039"/>
                </a:lnTo>
                <a:lnTo>
                  <a:pt x="385293" y="79639"/>
                </a:lnTo>
                <a:lnTo>
                  <a:pt x="454762" y="50335"/>
                </a:lnTo>
                <a:lnTo>
                  <a:pt x="454762" y="49934"/>
                </a:lnTo>
                <a:lnTo>
                  <a:pt x="437742" y="49934"/>
                </a:lnTo>
                <a:lnTo>
                  <a:pt x="434775" y="45923"/>
                </a:lnTo>
                <a:lnTo>
                  <a:pt x="430905" y="42514"/>
                </a:lnTo>
                <a:lnTo>
                  <a:pt x="426154" y="39907"/>
                </a:lnTo>
                <a:lnTo>
                  <a:pt x="421403" y="37501"/>
                </a:lnTo>
                <a:lnTo>
                  <a:pt x="415970" y="36097"/>
                </a:lnTo>
                <a:close/>
              </a:path>
              <a:path w="728345" h="141604">
                <a:moveTo>
                  <a:pt x="454762" y="126540"/>
                </a:moveTo>
                <a:lnTo>
                  <a:pt x="438884" y="126540"/>
                </a:lnTo>
                <a:lnTo>
                  <a:pt x="438884" y="139375"/>
                </a:lnTo>
                <a:lnTo>
                  <a:pt x="454762" y="139375"/>
                </a:lnTo>
                <a:lnTo>
                  <a:pt x="454762" y="126540"/>
                </a:lnTo>
                <a:close/>
              </a:path>
              <a:path w="728345" h="141604">
                <a:moveTo>
                  <a:pt x="454762" y="50335"/>
                </a:moveTo>
                <a:lnTo>
                  <a:pt x="419298" y="50335"/>
                </a:lnTo>
                <a:lnTo>
                  <a:pt x="425873" y="53544"/>
                </a:lnTo>
                <a:lnTo>
                  <a:pt x="431186" y="59961"/>
                </a:lnTo>
                <a:lnTo>
                  <a:pt x="434674" y="65485"/>
                </a:lnTo>
                <a:lnTo>
                  <a:pt x="437168" y="72420"/>
                </a:lnTo>
                <a:lnTo>
                  <a:pt x="438665" y="80745"/>
                </a:lnTo>
                <a:lnTo>
                  <a:pt x="439165" y="90443"/>
                </a:lnTo>
                <a:lnTo>
                  <a:pt x="438676" y="99198"/>
                </a:lnTo>
                <a:lnTo>
                  <a:pt x="419759" y="127543"/>
                </a:lnTo>
                <a:lnTo>
                  <a:pt x="438067" y="127543"/>
                </a:lnTo>
                <a:lnTo>
                  <a:pt x="438884" y="126540"/>
                </a:lnTo>
                <a:lnTo>
                  <a:pt x="454762" y="126540"/>
                </a:lnTo>
                <a:lnTo>
                  <a:pt x="454762" y="50335"/>
                </a:lnTo>
                <a:close/>
              </a:path>
              <a:path w="728345" h="141604">
                <a:moveTo>
                  <a:pt x="454762" y="0"/>
                </a:moveTo>
                <a:lnTo>
                  <a:pt x="437742" y="0"/>
                </a:lnTo>
                <a:lnTo>
                  <a:pt x="437742" y="49934"/>
                </a:lnTo>
                <a:lnTo>
                  <a:pt x="454762" y="49934"/>
                </a:lnTo>
                <a:lnTo>
                  <a:pt x="454762" y="0"/>
                </a:lnTo>
                <a:close/>
              </a:path>
              <a:path w="728345" h="141604">
                <a:moveTo>
                  <a:pt x="502075" y="0"/>
                </a:moveTo>
                <a:lnTo>
                  <a:pt x="484974" y="0"/>
                </a:lnTo>
                <a:lnTo>
                  <a:pt x="484974" y="19652"/>
                </a:lnTo>
                <a:lnTo>
                  <a:pt x="502075" y="19652"/>
                </a:lnTo>
                <a:lnTo>
                  <a:pt x="502075" y="0"/>
                </a:lnTo>
                <a:close/>
              </a:path>
              <a:path w="728345" h="141604">
                <a:moveTo>
                  <a:pt x="502075" y="38503"/>
                </a:moveTo>
                <a:lnTo>
                  <a:pt x="484974" y="38503"/>
                </a:lnTo>
                <a:lnTo>
                  <a:pt x="484974" y="139375"/>
                </a:lnTo>
                <a:lnTo>
                  <a:pt x="502075" y="139375"/>
                </a:lnTo>
                <a:lnTo>
                  <a:pt x="502075" y="38503"/>
                </a:lnTo>
                <a:close/>
              </a:path>
              <a:path w="728345" h="141604">
                <a:moveTo>
                  <a:pt x="544857" y="38503"/>
                </a:moveTo>
                <a:lnTo>
                  <a:pt x="529460" y="38503"/>
                </a:lnTo>
                <a:lnTo>
                  <a:pt x="529460" y="139375"/>
                </a:lnTo>
                <a:lnTo>
                  <a:pt x="546561" y="139375"/>
                </a:lnTo>
                <a:lnTo>
                  <a:pt x="546561" y="84226"/>
                </a:lnTo>
                <a:lnTo>
                  <a:pt x="547057" y="75356"/>
                </a:lnTo>
                <a:lnTo>
                  <a:pt x="561361" y="52742"/>
                </a:lnTo>
                <a:lnTo>
                  <a:pt x="544857" y="52742"/>
                </a:lnTo>
                <a:lnTo>
                  <a:pt x="544857" y="38503"/>
                </a:lnTo>
                <a:close/>
              </a:path>
              <a:path w="728345" h="141604">
                <a:moveTo>
                  <a:pt x="607305" y="50937"/>
                </a:moveTo>
                <a:lnTo>
                  <a:pt x="577915" y="50937"/>
                </a:lnTo>
                <a:lnTo>
                  <a:pt x="581905" y="51939"/>
                </a:lnTo>
                <a:lnTo>
                  <a:pt x="585293" y="54145"/>
                </a:lnTo>
                <a:lnTo>
                  <a:pt x="594374" y="139375"/>
                </a:lnTo>
                <a:lnTo>
                  <a:pt x="611475" y="139375"/>
                </a:lnTo>
                <a:lnTo>
                  <a:pt x="611396" y="68008"/>
                </a:lnTo>
                <a:lnTo>
                  <a:pt x="607726" y="51538"/>
                </a:lnTo>
                <a:lnTo>
                  <a:pt x="607305" y="50937"/>
                </a:lnTo>
                <a:close/>
              </a:path>
              <a:path w="728345" h="141604">
                <a:moveTo>
                  <a:pt x="583047" y="36097"/>
                </a:moveTo>
                <a:lnTo>
                  <a:pt x="544857" y="52742"/>
                </a:lnTo>
                <a:lnTo>
                  <a:pt x="561361" y="52742"/>
                </a:lnTo>
                <a:lnTo>
                  <a:pt x="566067" y="50937"/>
                </a:lnTo>
                <a:lnTo>
                  <a:pt x="607305" y="50937"/>
                </a:lnTo>
                <a:lnTo>
                  <a:pt x="605200" y="47929"/>
                </a:lnTo>
                <a:lnTo>
                  <a:pt x="602674" y="44519"/>
                </a:lnTo>
                <a:lnTo>
                  <a:pt x="598845" y="41511"/>
                </a:lnTo>
                <a:lnTo>
                  <a:pt x="593753" y="39506"/>
                </a:lnTo>
                <a:lnTo>
                  <a:pt x="588641" y="37300"/>
                </a:lnTo>
                <a:lnTo>
                  <a:pt x="583047" y="36097"/>
                </a:lnTo>
                <a:close/>
              </a:path>
              <a:path w="728345" h="141604">
                <a:moveTo>
                  <a:pt x="682364" y="36097"/>
                </a:moveTo>
                <a:lnTo>
                  <a:pt x="642607" y="57918"/>
                </a:lnTo>
                <a:lnTo>
                  <a:pt x="635232" y="89842"/>
                </a:lnTo>
                <a:lnTo>
                  <a:pt x="636043" y="101379"/>
                </a:lnTo>
                <a:lnTo>
                  <a:pt x="663464" y="138222"/>
                </a:lnTo>
                <a:lnTo>
                  <a:pt x="683326" y="141581"/>
                </a:lnTo>
                <a:lnTo>
                  <a:pt x="691719" y="141055"/>
                </a:lnTo>
                <a:lnTo>
                  <a:pt x="718072" y="127543"/>
                </a:lnTo>
                <a:lnTo>
                  <a:pt x="674986" y="127543"/>
                </a:lnTo>
                <a:lnTo>
                  <a:pt x="667950" y="124736"/>
                </a:lnTo>
                <a:lnTo>
                  <a:pt x="652914" y="93251"/>
                </a:lnTo>
                <a:lnTo>
                  <a:pt x="728173" y="93251"/>
                </a:lnTo>
                <a:lnTo>
                  <a:pt x="728273" y="88638"/>
                </a:lnTo>
                <a:lnTo>
                  <a:pt x="727632" y="79213"/>
                </a:lnTo>
                <a:lnTo>
                  <a:pt x="653856" y="79213"/>
                </a:lnTo>
                <a:lnTo>
                  <a:pt x="654437" y="70389"/>
                </a:lnTo>
                <a:lnTo>
                  <a:pt x="657384" y="63370"/>
                </a:lnTo>
                <a:lnTo>
                  <a:pt x="662737" y="58156"/>
                </a:lnTo>
                <a:lnTo>
                  <a:pt x="668090" y="52742"/>
                </a:lnTo>
                <a:lnTo>
                  <a:pt x="674706" y="50135"/>
                </a:lnTo>
                <a:lnTo>
                  <a:pt x="715591" y="50135"/>
                </a:lnTo>
                <a:lnTo>
                  <a:pt x="715443" y="49934"/>
                </a:lnTo>
                <a:lnTo>
                  <a:pt x="708563" y="43880"/>
                </a:lnTo>
                <a:lnTo>
                  <a:pt x="700760" y="39556"/>
                </a:lnTo>
                <a:lnTo>
                  <a:pt x="692029" y="36962"/>
                </a:lnTo>
                <a:lnTo>
                  <a:pt x="682364" y="36097"/>
                </a:lnTo>
                <a:close/>
              </a:path>
              <a:path w="728345" h="141604">
                <a:moveTo>
                  <a:pt x="710030" y="106887"/>
                </a:moveTo>
                <a:lnTo>
                  <a:pt x="689681" y="127543"/>
                </a:lnTo>
                <a:lnTo>
                  <a:pt x="718072" y="127543"/>
                </a:lnTo>
                <a:lnTo>
                  <a:pt x="721772" y="122730"/>
                </a:lnTo>
                <a:lnTo>
                  <a:pt x="725175" y="116350"/>
                </a:lnTo>
                <a:lnTo>
                  <a:pt x="727712" y="109093"/>
                </a:lnTo>
                <a:lnTo>
                  <a:pt x="710030" y="106887"/>
                </a:lnTo>
                <a:close/>
              </a:path>
              <a:path w="728345" h="141604">
                <a:moveTo>
                  <a:pt x="715591" y="50135"/>
                </a:moveTo>
                <a:lnTo>
                  <a:pt x="691245" y="50135"/>
                </a:lnTo>
                <a:lnTo>
                  <a:pt x="698302" y="53544"/>
                </a:lnTo>
                <a:lnTo>
                  <a:pt x="703755" y="60162"/>
                </a:lnTo>
                <a:lnTo>
                  <a:pt x="707303" y="64373"/>
                </a:lnTo>
                <a:lnTo>
                  <a:pt x="709448" y="70790"/>
                </a:lnTo>
                <a:lnTo>
                  <a:pt x="710210" y="79213"/>
                </a:lnTo>
                <a:lnTo>
                  <a:pt x="727632" y="79213"/>
                </a:lnTo>
                <a:lnTo>
                  <a:pt x="727472" y="76866"/>
                </a:lnTo>
                <a:lnTo>
                  <a:pt x="725068" y="66504"/>
                </a:lnTo>
                <a:lnTo>
                  <a:pt x="721059" y="57533"/>
                </a:lnTo>
                <a:lnTo>
                  <a:pt x="715591" y="5013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2" name="object 42"/>
          <p:cNvGrpSpPr/>
          <p:nvPr/>
        </p:nvGrpSpPr>
        <p:grpSpPr>
          <a:xfrm>
            <a:off x="6198511" y="1526671"/>
            <a:ext cx="866140" cy="764540"/>
            <a:chOff x="6198511" y="1526671"/>
            <a:chExt cx="866140" cy="764540"/>
          </a:xfrm>
        </p:grpSpPr>
        <p:sp>
          <p:nvSpPr>
            <p:cNvPr id="43" name="object 43"/>
            <p:cNvSpPr/>
            <p:nvPr/>
          </p:nvSpPr>
          <p:spPr>
            <a:xfrm>
              <a:off x="6714941" y="1817856"/>
              <a:ext cx="109661" cy="139375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6709728" y="1526671"/>
              <a:ext cx="260350" cy="144780"/>
            </a:xfrm>
            <a:custGeom>
              <a:avLst/>
              <a:gdLst/>
              <a:ahLst/>
              <a:cxnLst/>
              <a:rect l="l" t="t" r="r" b="b"/>
              <a:pathLst>
                <a:path w="260350" h="144780">
                  <a:moveTo>
                    <a:pt x="65756" y="0"/>
                  </a:moveTo>
                  <a:lnTo>
                    <a:pt x="24827" y="13122"/>
                  </a:lnTo>
                  <a:lnTo>
                    <a:pt x="2095" y="50742"/>
                  </a:lnTo>
                  <a:lnTo>
                    <a:pt x="0" y="70991"/>
                  </a:lnTo>
                  <a:lnTo>
                    <a:pt x="454" y="80883"/>
                  </a:lnTo>
                  <a:lnTo>
                    <a:pt x="16414" y="123758"/>
                  </a:lnTo>
                  <a:lnTo>
                    <a:pt x="54805" y="143621"/>
                  </a:lnTo>
                  <a:lnTo>
                    <a:pt x="65556" y="144188"/>
                  </a:lnTo>
                  <a:lnTo>
                    <a:pt x="75968" y="143436"/>
                  </a:lnTo>
                  <a:lnTo>
                    <a:pt x="85553" y="141180"/>
                  </a:lnTo>
                  <a:lnTo>
                    <a:pt x="94312" y="137420"/>
                  </a:lnTo>
                  <a:lnTo>
                    <a:pt x="102243" y="132156"/>
                  </a:lnTo>
                  <a:lnTo>
                    <a:pt x="106272" y="128345"/>
                  </a:lnTo>
                  <a:lnTo>
                    <a:pt x="55532" y="128345"/>
                  </a:lnTo>
                  <a:lnTo>
                    <a:pt x="47513" y="126139"/>
                  </a:lnTo>
                  <a:lnTo>
                    <a:pt x="40295" y="121727"/>
                  </a:lnTo>
                  <a:lnTo>
                    <a:pt x="33078" y="117516"/>
                  </a:lnTo>
                  <a:lnTo>
                    <a:pt x="27665" y="110898"/>
                  </a:lnTo>
                  <a:lnTo>
                    <a:pt x="19045" y="70991"/>
                  </a:lnTo>
                  <a:lnTo>
                    <a:pt x="19311" y="64141"/>
                  </a:lnTo>
                  <a:lnTo>
                    <a:pt x="33492" y="27677"/>
                  </a:lnTo>
                  <a:lnTo>
                    <a:pt x="106808" y="15842"/>
                  </a:lnTo>
                  <a:lnTo>
                    <a:pt x="101040" y="10628"/>
                  </a:lnTo>
                  <a:lnTo>
                    <a:pt x="93441" y="6006"/>
                  </a:lnTo>
                  <a:lnTo>
                    <a:pt x="85052" y="2682"/>
                  </a:lnTo>
                  <a:lnTo>
                    <a:pt x="75836" y="673"/>
                  </a:lnTo>
                  <a:lnTo>
                    <a:pt x="65756" y="0"/>
                  </a:lnTo>
                  <a:close/>
                </a:path>
                <a:path w="260350" h="144780">
                  <a:moveTo>
                    <a:pt x="104649" y="92850"/>
                  </a:moveTo>
                  <a:lnTo>
                    <a:pt x="78286" y="126114"/>
                  </a:lnTo>
                  <a:lnTo>
                    <a:pt x="63952" y="128345"/>
                  </a:lnTo>
                  <a:lnTo>
                    <a:pt x="106272" y="128345"/>
                  </a:lnTo>
                  <a:lnTo>
                    <a:pt x="109194" y="125582"/>
                  </a:lnTo>
                  <a:lnTo>
                    <a:pt x="114998" y="117616"/>
                  </a:lnTo>
                  <a:lnTo>
                    <a:pt x="119637" y="108298"/>
                  </a:lnTo>
                  <a:lnTo>
                    <a:pt x="123093" y="97663"/>
                  </a:lnTo>
                  <a:lnTo>
                    <a:pt x="104649" y="92850"/>
                  </a:lnTo>
                  <a:close/>
                </a:path>
                <a:path w="260350" h="144780">
                  <a:moveTo>
                    <a:pt x="106808" y="15842"/>
                  </a:moveTo>
                  <a:lnTo>
                    <a:pt x="74778" y="15842"/>
                  </a:lnTo>
                  <a:lnTo>
                    <a:pt x="82396" y="18048"/>
                  </a:lnTo>
                  <a:lnTo>
                    <a:pt x="88610" y="22661"/>
                  </a:lnTo>
                  <a:lnTo>
                    <a:pt x="92974" y="26731"/>
                  </a:lnTo>
                  <a:lnTo>
                    <a:pt x="96755" y="31760"/>
                  </a:lnTo>
                  <a:lnTo>
                    <a:pt x="99972" y="37804"/>
                  </a:lnTo>
                  <a:lnTo>
                    <a:pt x="102644" y="44921"/>
                  </a:lnTo>
                  <a:lnTo>
                    <a:pt x="120887" y="40709"/>
                  </a:lnTo>
                  <a:lnTo>
                    <a:pt x="117504" y="31525"/>
                  </a:lnTo>
                  <a:lnTo>
                    <a:pt x="113049" y="23463"/>
                  </a:lnTo>
                  <a:lnTo>
                    <a:pt x="107581" y="16541"/>
                  </a:lnTo>
                  <a:lnTo>
                    <a:pt x="106808" y="15842"/>
                  </a:lnTo>
                  <a:close/>
                </a:path>
                <a:path w="260350" h="144780">
                  <a:moveTo>
                    <a:pt x="169002" y="2406"/>
                  </a:moveTo>
                  <a:lnTo>
                    <a:pt x="150558" y="2406"/>
                  </a:lnTo>
                  <a:lnTo>
                    <a:pt x="150558" y="141781"/>
                  </a:lnTo>
                  <a:lnTo>
                    <a:pt x="169002" y="141781"/>
                  </a:lnTo>
                  <a:lnTo>
                    <a:pt x="169002" y="76004"/>
                  </a:lnTo>
                  <a:lnTo>
                    <a:pt x="260018" y="76004"/>
                  </a:lnTo>
                  <a:lnTo>
                    <a:pt x="260018" y="59560"/>
                  </a:lnTo>
                  <a:lnTo>
                    <a:pt x="169002" y="59560"/>
                  </a:lnTo>
                  <a:lnTo>
                    <a:pt x="169002" y="2406"/>
                  </a:lnTo>
                  <a:close/>
                </a:path>
                <a:path w="260350" h="144780">
                  <a:moveTo>
                    <a:pt x="260018" y="76004"/>
                  </a:moveTo>
                  <a:lnTo>
                    <a:pt x="241575" y="76004"/>
                  </a:lnTo>
                  <a:lnTo>
                    <a:pt x="241575" y="141781"/>
                  </a:lnTo>
                  <a:lnTo>
                    <a:pt x="260018" y="141781"/>
                  </a:lnTo>
                  <a:lnTo>
                    <a:pt x="260018" y="76004"/>
                  </a:lnTo>
                  <a:close/>
                </a:path>
                <a:path w="260350" h="144780">
                  <a:moveTo>
                    <a:pt x="260018" y="2406"/>
                  </a:moveTo>
                  <a:lnTo>
                    <a:pt x="241575" y="2406"/>
                  </a:lnTo>
                  <a:lnTo>
                    <a:pt x="241575" y="59560"/>
                  </a:lnTo>
                  <a:lnTo>
                    <a:pt x="260018" y="59560"/>
                  </a:lnTo>
                  <a:lnTo>
                    <a:pt x="260018" y="24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6995809" y="1606887"/>
              <a:ext cx="68362" cy="106887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6772478" y="1704751"/>
              <a:ext cx="0" cy="81915"/>
            </a:xfrm>
            <a:custGeom>
              <a:avLst/>
              <a:gdLst/>
              <a:ahLst/>
              <a:cxnLst/>
              <a:rect l="l" t="t" r="r" b="b"/>
              <a:pathLst>
                <a:path h="81914">
                  <a:moveTo>
                    <a:pt x="0" y="81419"/>
                  </a:moveTo>
                  <a:lnTo>
                    <a:pt x="0" y="0"/>
                  </a:lnTo>
                </a:path>
              </a:pathLst>
            </a:custGeom>
            <a:ln w="120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6198511" y="1817856"/>
              <a:ext cx="109260" cy="139375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6333834" y="1815449"/>
              <a:ext cx="210300" cy="187104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578416" y="1880825"/>
              <a:ext cx="104139" cy="0"/>
            </a:xfrm>
            <a:custGeom>
              <a:avLst/>
              <a:gdLst/>
              <a:ahLst/>
              <a:cxnLst/>
              <a:rect l="l" t="t" r="r" b="b"/>
              <a:pathLst>
                <a:path w="104140">
                  <a:moveTo>
                    <a:pt x="104047" y="0"/>
                  </a:moveTo>
                  <a:lnTo>
                    <a:pt x="0" y="0"/>
                  </a:lnTo>
                </a:path>
              </a:pathLst>
            </a:custGeom>
            <a:ln w="120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709728" y="2104227"/>
              <a:ext cx="260350" cy="144780"/>
            </a:xfrm>
            <a:custGeom>
              <a:avLst/>
              <a:gdLst/>
              <a:ahLst/>
              <a:cxnLst/>
              <a:rect l="l" t="t" r="r" b="b"/>
              <a:pathLst>
                <a:path w="260350" h="144780">
                  <a:moveTo>
                    <a:pt x="65756" y="0"/>
                  </a:moveTo>
                  <a:lnTo>
                    <a:pt x="24827" y="13122"/>
                  </a:lnTo>
                  <a:lnTo>
                    <a:pt x="2105" y="50686"/>
                  </a:lnTo>
                  <a:lnTo>
                    <a:pt x="0" y="70991"/>
                  </a:lnTo>
                  <a:lnTo>
                    <a:pt x="454" y="80883"/>
                  </a:lnTo>
                  <a:lnTo>
                    <a:pt x="16414" y="123758"/>
                  </a:lnTo>
                  <a:lnTo>
                    <a:pt x="54805" y="143621"/>
                  </a:lnTo>
                  <a:lnTo>
                    <a:pt x="65556" y="144188"/>
                  </a:lnTo>
                  <a:lnTo>
                    <a:pt x="75968" y="143436"/>
                  </a:lnTo>
                  <a:lnTo>
                    <a:pt x="85553" y="141180"/>
                  </a:lnTo>
                  <a:lnTo>
                    <a:pt x="94312" y="137420"/>
                  </a:lnTo>
                  <a:lnTo>
                    <a:pt x="102243" y="132156"/>
                  </a:lnTo>
                  <a:lnTo>
                    <a:pt x="106272" y="128345"/>
                  </a:lnTo>
                  <a:lnTo>
                    <a:pt x="55532" y="128345"/>
                  </a:lnTo>
                  <a:lnTo>
                    <a:pt x="47513" y="126139"/>
                  </a:lnTo>
                  <a:lnTo>
                    <a:pt x="40295" y="121727"/>
                  </a:lnTo>
                  <a:lnTo>
                    <a:pt x="33078" y="117516"/>
                  </a:lnTo>
                  <a:lnTo>
                    <a:pt x="27665" y="110898"/>
                  </a:lnTo>
                  <a:lnTo>
                    <a:pt x="19045" y="70991"/>
                  </a:lnTo>
                  <a:lnTo>
                    <a:pt x="19311" y="64113"/>
                  </a:lnTo>
                  <a:lnTo>
                    <a:pt x="33492" y="27677"/>
                  </a:lnTo>
                  <a:lnTo>
                    <a:pt x="106808" y="15842"/>
                  </a:lnTo>
                  <a:lnTo>
                    <a:pt x="101040" y="10628"/>
                  </a:lnTo>
                  <a:lnTo>
                    <a:pt x="93441" y="6006"/>
                  </a:lnTo>
                  <a:lnTo>
                    <a:pt x="85052" y="2682"/>
                  </a:lnTo>
                  <a:lnTo>
                    <a:pt x="75836" y="673"/>
                  </a:lnTo>
                  <a:lnTo>
                    <a:pt x="65756" y="0"/>
                  </a:lnTo>
                  <a:close/>
                </a:path>
                <a:path w="260350" h="144780">
                  <a:moveTo>
                    <a:pt x="104649" y="92850"/>
                  </a:moveTo>
                  <a:lnTo>
                    <a:pt x="78286" y="126114"/>
                  </a:lnTo>
                  <a:lnTo>
                    <a:pt x="63952" y="128345"/>
                  </a:lnTo>
                  <a:lnTo>
                    <a:pt x="106272" y="128345"/>
                  </a:lnTo>
                  <a:lnTo>
                    <a:pt x="109194" y="125582"/>
                  </a:lnTo>
                  <a:lnTo>
                    <a:pt x="114998" y="117616"/>
                  </a:lnTo>
                  <a:lnTo>
                    <a:pt x="119637" y="108298"/>
                  </a:lnTo>
                  <a:lnTo>
                    <a:pt x="123093" y="97663"/>
                  </a:lnTo>
                  <a:lnTo>
                    <a:pt x="104649" y="92850"/>
                  </a:lnTo>
                  <a:close/>
                </a:path>
                <a:path w="260350" h="144780">
                  <a:moveTo>
                    <a:pt x="106808" y="15842"/>
                  </a:moveTo>
                  <a:lnTo>
                    <a:pt x="74778" y="15842"/>
                  </a:lnTo>
                  <a:lnTo>
                    <a:pt x="82396" y="18048"/>
                  </a:lnTo>
                  <a:lnTo>
                    <a:pt x="88610" y="22661"/>
                  </a:lnTo>
                  <a:lnTo>
                    <a:pt x="92974" y="26731"/>
                  </a:lnTo>
                  <a:lnTo>
                    <a:pt x="96755" y="31760"/>
                  </a:lnTo>
                  <a:lnTo>
                    <a:pt x="99972" y="37804"/>
                  </a:lnTo>
                  <a:lnTo>
                    <a:pt x="102644" y="44921"/>
                  </a:lnTo>
                  <a:lnTo>
                    <a:pt x="120887" y="40709"/>
                  </a:lnTo>
                  <a:lnTo>
                    <a:pt x="117504" y="31525"/>
                  </a:lnTo>
                  <a:lnTo>
                    <a:pt x="113049" y="23463"/>
                  </a:lnTo>
                  <a:lnTo>
                    <a:pt x="107581" y="16541"/>
                  </a:lnTo>
                  <a:lnTo>
                    <a:pt x="106808" y="15842"/>
                  </a:lnTo>
                  <a:close/>
                </a:path>
                <a:path w="260350" h="144780">
                  <a:moveTo>
                    <a:pt x="169002" y="2406"/>
                  </a:moveTo>
                  <a:lnTo>
                    <a:pt x="150558" y="2406"/>
                  </a:lnTo>
                  <a:lnTo>
                    <a:pt x="150558" y="141781"/>
                  </a:lnTo>
                  <a:lnTo>
                    <a:pt x="169002" y="141781"/>
                  </a:lnTo>
                  <a:lnTo>
                    <a:pt x="169002" y="76004"/>
                  </a:lnTo>
                  <a:lnTo>
                    <a:pt x="260018" y="76004"/>
                  </a:lnTo>
                  <a:lnTo>
                    <a:pt x="260018" y="59560"/>
                  </a:lnTo>
                  <a:lnTo>
                    <a:pt x="169002" y="59560"/>
                  </a:lnTo>
                  <a:lnTo>
                    <a:pt x="169002" y="2406"/>
                  </a:lnTo>
                  <a:close/>
                </a:path>
                <a:path w="260350" h="144780">
                  <a:moveTo>
                    <a:pt x="260018" y="76004"/>
                  </a:moveTo>
                  <a:lnTo>
                    <a:pt x="241575" y="76004"/>
                  </a:lnTo>
                  <a:lnTo>
                    <a:pt x="241575" y="141781"/>
                  </a:lnTo>
                  <a:lnTo>
                    <a:pt x="260018" y="141781"/>
                  </a:lnTo>
                  <a:lnTo>
                    <a:pt x="260018" y="76004"/>
                  </a:lnTo>
                  <a:close/>
                </a:path>
                <a:path w="260350" h="144780">
                  <a:moveTo>
                    <a:pt x="260018" y="2406"/>
                  </a:moveTo>
                  <a:lnTo>
                    <a:pt x="241575" y="2406"/>
                  </a:lnTo>
                  <a:lnTo>
                    <a:pt x="241575" y="59560"/>
                  </a:lnTo>
                  <a:lnTo>
                    <a:pt x="260018" y="59560"/>
                  </a:lnTo>
                  <a:lnTo>
                    <a:pt x="260018" y="24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6995809" y="2184443"/>
              <a:ext cx="68362" cy="106687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772478" y="1989919"/>
              <a:ext cx="0" cy="81915"/>
            </a:xfrm>
            <a:custGeom>
              <a:avLst/>
              <a:gdLst/>
              <a:ahLst/>
              <a:cxnLst/>
              <a:rect l="l" t="t" r="r" b="b"/>
              <a:pathLst>
                <a:path h="81914">
                  <a:moveTo>
                    <a:pt x="0" y="0"/>
                  </a:moveTo>
                  <a:lnTo>
                    <a:pt x="0" y="81419"/>
                  </a:lnTo>
                </a:path>
              </a:pathLst>
            </a:custGeom>
            <a:ln w="120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/>
          <p:nvPr/>
        </p:nvSpPr>
        <p:spPr>
          <a:xfrm>
            <a:off x="6092259" y="2564868"/>
            <a:ext cx="1288868" cy="180285"/>
          </a:xfrm>
          <a:prstGeom prst="rect">
            <a:avLst/>
          </a:prstGeom>
          <a:blipFill>
            <a:blip r:embed="rId1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7960105" y="2579909"/>
            <a:ext cx="1486338" cy="180285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5" name="object 55"/>
          <p:cNvGrpSpPr/>
          <p:nvPr/>
        </p:nvGrpSpPr>
        <p:grpSpPr>
          <a:xfrm>
            <a:off x="4497661" y="1685299"/>
            <a:ext cx="453390" cy="439420"/>
            <a:chOff x="4497661" y="1685299"/>
            <a:chExt cx="453390" cy="439420"/>
          </a:xfrm>
        </p:grpSpPr>
        <p:sp>
          <p:nvSpPr>
            <p:cNvPr id="56" name="object 56"/>
            <p:cNvSpPr/>
            <p:nvPr/>
          </p:nvSpPr>
          <p:spPr>
            <a:xfrm>
              <a:off x="4696135" y="1772734"/>
              <a:ext cx="255270" cy="139700"/>
            </a:xfrm>
            <a:custGeom>
              <a:avLst/>
              <a:gdLst/>
              <a:ahLst/>
              <a:cxnLst/>
              <a:rect l="l" t="t" r="r" b="b"/>
              <a:pathLst>
                <a:path w="255270" h="139700">
                  <a:moveTo>
                    <a:pt x="18844" y="0"/>
                  </a:moveTo>
                  <a:lnTo>
                    <a:pt x="0" y="0"/>
                  </a:lnTo>
                  <a:lnTo>
                    <a:pt x="0" y="139375"/>
                  </a:lnTo>
                  <a:lnTo>
                    <a:pt x="17642" y="139375"/>
                  </a:lnTo>
                  <a:lnTo>
                    <a:pt x="17641" y="29880"/>
                  </a:lnTo>
                  <a:lnTo>
                    <a:pt x="38813" y="29880"/>
                  </a:lnTo>
                  <a:lnTo>
                    <a:pt x="18844" y="0"/>
                  </a:lnTo>
                  <a:close/>
                </a:path>
                <a:path w="255270" h="139700">
                  <a:moveTo>
                    <a:pt x="38813" y="29880"/>
                  </a:moveTo>
                  <a:lnTo>
                    <a:pt x="17641" y="29880"/>
                  </a:lnTo>
                  <a:lnTo>
                    <a:pt x="90816" y="139375"/>
                  </a:lnTo>
                  <a:lnTo>
                    <a:pt x="109661" y="139375"/>
                  </a:lnTo>
                  <a:lnTo>
                    <a:pt x="109661" y="109495"/>
                  </a:lnTo>
                  <a:lnTo>
                    <a:pt x="92019" y="109495"/>
                  </a:lnTo>
                  <a:lnTo>
                    <a:pt x="38813" y="29880"/>
                  </a:lnTo>
                  <a:close/>
                </a:path>
                <a:path w="255270" h="139700">
                  <a:moveTo>
                    <a:pt x="109661" y="0"/>
                  </a:moveTo>
                  <a:lnTo>
                    <a:pt x="92019" y="0"/>
                  </a:lnTo>
                  <a:lnTo>
                    <a:pt x="92019" y="109495"/>
                  </a:lnTo>
                  <a:lnTo>
                    <a:pt x="109661" y="109495"/>
                  </a:lnTo>
                  <a:lnTo>
                    <a:pt x="109661" y="0"/>
                  </a:lnTo>
                  <a:close/>
                </a:path>
                <a:path w="255270" h="139700">
                  <a:moveTo>
                    <a:pt x="163990" y="0"/>
                  </a:moveTo>
                  <a:lnTo>
                    <a:pt x="145546" y="0"/>
                  </a:lnTo>
                  <a:lnTo>
                    <a:pt x="145546" y="139375"/>
                  </a:lnTo>
                  <a:lnTo>
                    <a:pt x="163990" y="139375"/>
                  </a:lnTo>
                  <a:lnTo>
                    <a:pt x="163990" y="73598"/>
                  </a:lnTo>
                  <a:lnTo>
                    <a:pt x="254806" y="73598"/>
                  </a:lnTo>
                  <a:lnTo>
                    <a:pt x="254806" y="57153"/>
                  </a:lnTo>
                  <a:lnTo>
                    <a:pt x="163990" y="57153"/>
                  </a:lnTo>
                  <a:lnTo>
                    <a:pt x="163990" y="0"/>
                  </a:lnTo>
                  <a:close/>
                </a:path>
                <a:path w="255270" h="139700">
                  <a:moveTo>
                    <a:pt x="254806" y="73598"/>
                  </a:moveTo>
                  <a:lnTo>
                    <a:pt x="236362" y="73598"/>
                  </a:lnTo>
                  <a:lnTo>
                    <a:pt x="236362" y="139375"/>
                  </a:lnTo>
                  <a:lnTo>
                    <a:pt x="254806" y="139375"/>
                  </a:lnTo>
                  <a:lnTo>
                    <a:pt x="254806" y="73598"/>
                  </a:lnTo>
                  <a:close/>
                </a:path>
                <a:path w="255270" h="139700">
                  <a:moveTo>
                    <a:pt x="254806" y="0"/>
                  </a:moveTo>
                  <a:lnTo>
                    <a:pt x="236362" y="0"/>
                  </a:lnTo>
                  <a:lnTo>
                    <a:pt x="236362" y="57153"/>
                  </a:lnTo>
                  <a:lnTo>
                    <a:pt x="254806" y="57153"/>
                  </a:lnTo>
                  <a:lnTo>
                    <a:pt x="25480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4503677" y="1691315"/>
              <a:ext cx="250190" cy="433705"/>
            </a:xfrm>
            <a:custGeom>
              <a:avLst/>
              <a:gdLst/>
              <a:ahLst/>
              <a:cxnLst/>
              <a:rect l="l" t="t" r="r" b="b"/>
              <a:pathLst>
                <a:path w="250189" h="433705">
                  <a:moveTo>
                    <a:pt x="249995" y="255688"/>
                  </a:moveTo>
                  <a:lnTo>
                    <a:pt x="249995" y="433167"/>
                  </a:lnTo>
                </a:path>
                <a:path w="250189" h="433705">
                  <a:moveTo>
                    <a:pt x="151560" y="87636"/>
                  </a:moveTo>
                  <a:lnTo>
                    <a:pt x="0" y="0"/>
                  </a:lnTo>
                </a:path>
              </a:pathLst>
            </a:custGeom>
            <a:ln w="120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8" name="object 58"/>
          <p:cNvSpPr/>
          <p:nvPr/>
        </p:nvSpPr>
        <p:spPr>
          <a:xfrm>
            <a:off x="8626291" y="1441842"/>
            <a:ext cx="109260" cy="139375"/>
          </a:xfrm>
          <a:prstGeom prst="rect">
            <a:avLst/>
          </a:prstGeom>
          <a:blipFill>
            <a:blip r:embed="rId2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9" name="object 59"/>
          <p:cNvGrpSpPr/>
          <p:nvPr/>
        </p:nvGrpSpPr>
        <p:grpSpPr>
          <a:xfrm>
            <a:off x="8177021" y="1672464"/>
            <a:ext cx="1012190" cy="496570"/>
            <a:chOff x="8177021" y="1672464"/>
            <a:chExt cx="1012190" cy="496570"/>
          </a:xfrm>
        </p:grpSpPr>
        <p:sp>
          <p:nvSpPr>
            <p:cNvPr id="60" name="object 60"/>
            <p:cNvSpPr/>
            <p:nvPr/>
          </p:nvSpPr>
          <p:spPr>
            <a:xfrm>
              <a:off x="8625490" y="1672464"/>
              <a:ext cx="109661" cy="139375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8183036" y="1735433"/>
              <a:ext cx="1000125" cy="433705"/>
            </a:xfrm>
            <a:custGeom>
              <a:avLst/>
              <a:gdLst/>
              <a:ahLst/>
              <a:cxnLst/>
              <a:rect l="l" t="t" r="r" b="b"/>
              <a:pathLst>
                <a:path w="1000125" h="433705">
                  <a:moveTo>
                    <a:pt x="395341" y="60563"/>
                  </a:moveTo>
                  <a:lnTo>
                    <a:pt x="249995" y="144389"/>
                  </a:lnTo>
                </a:path>
                <a:path w="1000125" h="433705">
                  <a:moveTo>
                    <a:pt x="249995" y="144389"/>
                  </a:moveTo>
                  <a:lnTo>
                    <a:pt x="0" y="0"/>
                  </a:lnTo>
                </a:path>
                <a:path w="1000125" h="433705">
                  <a:moveTo>
                    <a:pt x="249995" y="144389"/>
                  </a:moveTo>
                  <a:lnTo>
                    <a:pt x="249995" y="433167"/>
                  </a:lnTo>
                </a:path>
                <a:path w="1000125" h="433705">
                  <a:moveTo>
                    <a:pt x="601431" y="58557"/>
                  </a:moveTo>
                  <a:lnTo>
                    <a:pt x="749985" y="144389"/>
                  </a:lnTo>
                </a:path>
                <a:path w="1000125" h="433705">
                  <a:moveTo>
                    <a:pt x="749985" y="144389"/>
                  </a:moveTo>
                  <a:lnTo>
                    <a:pt x="999980" y="0"/>
                  </a:lnTo>
                </a:path>
                <a:path w="1000125" h="433705">
                  <a:moveTo>
                    <a:pt x="749985" y="144389"/>
                  </a:moveTo>
                  <a:lnTo>
                    <a:pt x="749985" y="433167"/>
                  </a:lnTo>
                </a:path>
              </a:pathLst>
            </a:custGeom>
            <a:ln w="1203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/>
          <p:nvPr/>
        </p:nvSpPr>
        <p:spPr>
          <a:xfrm>
            <a:off x="11125200" y="6431812"/>
            <a:ext cx="17589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z="1400" dirty="0">
                <a:latin typeface="Arial"/>
                <a:cs typeface="Arial"/>
              </a:rPr>
              <a:t>4</a:t>
            </a:fld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48690" y="242138"/>
            <a:ext cx="6534784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240" dirty="0"/>
              <a:t>Nomenclature </a:t>
            </a:r>
            <a:r>
              <a:rPr sz="4400" spc="-195" dirty="0"/>
              <a:t>and</a:t>
            </a:r>
            <a:r>
              <a:rPr sz="4400" spc="-665" dirty="0"/>
              <a:t> </a:t>
            </a:r>
            <a:r>
              <a:rPr sz="4400" spc="-229" dirty="0"/>
              <a:t>properties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7152893" y="1080896"/>
            <a:ext cx="4453890" cy="2694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9400" indent="-228600">
              <a:lnSpc>
                <a:spcPts val="2590"/>
              </a:lnSpc>
              <a:spcBef>
                <a:spcPts val="100"/>
              </a:spcBef>
              <a:buFont typeface="Arial"/>
              <a:buChar char="•"/>
              <a:tabLst>
                <a:tab pos="279400" algn="l"/>
              </a:tabLst>
            </a:pPr>
            <a:r>
              <a:rPr sz="2400" i="1" spc="-5" dirty="0">
                <a:latin typeface="Carlito"/>
                <a:cs typeface="Carlito"/>
              </a:rPr>
              <a:t>1</a:t>
            </a:r>
            <a:r>
              <a:rPr sz="2400" i="1" spc="-7" baseline="24305" dirty="0">
                <a:latin typeface="Carlito"/>
                <a:cs typeface="Carlito"/>
              </a:rPr>
              <a:t>o </a:t>
            </a:r>
            <a:r>
              <a:rPr sz="2400" dirty="0">
                <a:latin typeface="Carlito"/>
                <a:cs typeface="Carlito"/>
              </a:rPr>
              <a:t>- </a:t>
            </a:r>
            <a:r>
              <a:rPr sz="2400" spc="-10" dirty="0">
                <a:latin typeface="Carlito"/>
                <a:cs typeface="Carlito"/>
              </a:rPr>
              <a:t>Longest </a:t>
            </a:r>
            <a:r>
              <a:rPr sz="2400" dirty="0">
                <a:latin typeface="Carlito"/>
                <a:cs typeface="Carlito"/>
              </a:rPr>
              <a:t>chain </a:t>
            </a:r>
            <a:r>
              <a:rPr sz="2400" spc="-10" dirty="0">
                <a:latin typeface="Carlito"/>
                <a:cs typeface="Carlito"/>
              </a:rPr>
              <a:t>(containing</a:t>
            </a:r>
            <a:r>
              <a:rPr sz="2400" spc="-229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the</a:t>
            </a:r>
            <a:endParaRPr sz="2400">
              <a:latin typeface="Carlito"/>
              <a:cs typeface="Carlito"/>
            </a:endParaRPr>
          </a:p>
          <a:p>
            <a:pPr marL="279400" marR="506095">
              <a:lnSpc>
                <a:spcPts val="2300"/>
              </a:lnSpc>
              <a:spcBef>
                <a:spcPts val="270"/>
              </a:spcBef>
            </a:pPr>
            <a:r>
              <a:rPr sz="2400" dirty="0">
                <a:latin typeface="Carlito"/>
                <a:cs typeface="Carlito"/>
              </a:rPr>
              <a:t>N) is </a:t>
            </a:r>
            <a:r>
              <a:rPr sz="2400" spc="-5" dirty="0">
                <a:latin typeface="Carlito"/>
                <a:cs typeface="Carlito"/>
              </a:rPr>
              <a:t>named </a:t>
            </a:r>
            <a:r>
              <a:rPr sz="2400" dirty="0">
                <a:latin typeface="Carlito"/>
                <a:cs typeface="Carlito"/>
              </a:rPr>
              <a:t>with the </a:t>
            </a:r>
            <a:r>
              <a:rPr sz="2400" spc="-10" dirty="0">
                <a:latin typeface="Carlito"/>
                <a:cs typeface="Carlito"/>
              </a:rPr>
              <a:t>suffix </a:t>
            </a:r>
            <a:r>
              <a:rPr sz="2400" i="1" dirty="0">
                <a:latin typeface="Carlito"/>
                <a:cs typeface="Carlito"/>
              </a:rPr>
              <a:t>-  </a:t>
            </a:r>
            <a:r>
              <a:rPr sz="2400" i="1" spc="-5" dirty="0">
                <a:latin typeface="Carlito"/>
                <a:cs typeface="Carlito"/>
              </a:rPr>
              <a:t>amine </a:t>
            </a:r>
            <a:r>
              <a:rPr sz="2400" spc="-5" dirty="0">
                <a:latin typeface="Carlito"/>
                <a:cs typeface="Carlito"/>
              </a:rPr>
              <a:t>(simple molecules) or </a:t>
            </a:r>
            <a:r>
              <a:rPr sz="2400" i="1" dirty="0">
                <a:latin typeface="Carlito"/>
                <a:cs typeface="Carlito"/>
              </a:rPr>
              <a:t>-  </a:t>
            </a:r>
            <a:r>
              <a:rPr sz="2400" i="1" spc="-5" dirty="0">
                <a:latin typeface="Carlito"/>
                <a:cs typeface="Carlito"/>
              </a:rPr>
              <a:t>amino </a:t>
            </a:r>
            <a:r>
              <a:rPr sz="2400" spc="-10" dirty="0">
                <a:latin typeface="Carlito"/>
                <a:cs typeface="Carlito"/>
              </a:rPr>
              <a:t>(complex</a:t>
            </a:r>
            <a:r>
              <a:rPr sz="2400" spc="-5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structures)</a:t>
            </a:r>
            <a:endParaRPr sz="2400">
              <a:latin typeface="Carlito"/>
              <a:cs typeface="Carlito"/>
            </a:endParaRPr>
          </a:p>
          <a:p>
            <a:pPr marL="279400" marR="43180" indent="-228600">
              <a:lnSpc>
                <a:spcPct val="80000"/>
              </a:lnSpc>
              <a:spcBef>
                <a:spcPts val="1030"/>
              </a:spcBef>
              <a:buFont typeface="Arial"/>
              <a:buChar char="•"/>
              <a:tabLst>
                <a:tab pos="279400" algn="l"/>
              </a:tabLst>
            </a:pPr>
            <a:r>
              <a:rPr sz="2400" i="1" spc="-15" dirty="0">
                <a:latin typeface="Carlito"/>
                <a:cs typeface="Carlito"/>
              </a:rPr>
              <a:t>2</a:t>
            </a:r>
            <a:r>
              <a:rPr sz="2400" i="1" spc="-22" baseline="24305" dirty="0">
                <a:latin typeface="Carlito"/>
                <a:cs typeface="Carlito"/>
              </a:rPr>
              <a:t>o</a:t>
            </a:r>
            <a:r>
              <a:rPr sz="2400" i="1" spc="-15" dirty="0">
                <a:latin typeface="Carlito"/>
                <a:cs typeface="Carlito"/>
              </a:rPr>
              <a:t>, </a:t>
            </a:r>
            <a:r>
              <a:rPr sz="2400" i="1" spc="-10" dirty="0">
                <a:latin typeface="Carlito"/>
                <a:cs typeface="Carlito"/>
              </a:rPr>
              <a:t>3</a:t>
            </a:r>
            <a:r>
              <a:rPr sz="2400" i="1" spc="-15" baseline="24305" dirty="0">
                <a:latin typeface="Carlito"/>
                <a:cs typeface="Carlito"/>
              </a:rPr>
              <a:t>o </a:t>
            </a:r>
            <a:r>
              <a:rPr sz="2400" dirty="0">
                <a:latin typeface="Carlito"/>
                <a:cs typeface="Carlito"/>
              </a:rPr>
              <a:t>– </a:t>
            </a:r>
            <a:r>
              <a:rPr sz="2400" spc="-5" dirty="0">
                <a:latin typeface="Carlito"/>
                <a:cs typeface="Carlito"/>
              </a:rPr>
              <a:t>named </a:t>
            </a:r>
            <a:r>
              <a:rPr sz="2400" dirty="0">
                <a:latin typeface="Carlito"/>
                <a:cs typeface="Carlito"/>
              </a:rPr>
              <a:t>as </a:t>
            </a:r>
            <a:r>
              <a:rPr sz="2400" i="1" dirty="0">
                <a:latin typeface="Carlito"/>
                <a:cs typeface="Carlito"/>
              </a:rPr>
              <a:t>N</a:t>
            </a:r>
            <a:r>
              <a:rPr sz="2400" dirty="0">
                <a:latin typeface="Carlito"/>
                <a:cs typeface="Carlito"/>
              </a:rPr>
              <a:t>-alkyl- </a:t>
            </a:r>
            <a:r>
              <a:rPr sz="2400" spc="-5" dirty="0">
                <a:latin typeface="Carlito"/>
                <a:cs typeface="Carlito"/>
              </a:rPr>
              <a:t>or </a:t>
            </a:r>
            <a:r>
              <a:rPr sz="2400" i="1" dirty="0">
                <a:latin typeface="Carlito"/>
                <a:cs typeface="Carlito"/>
              </a:rPr>
              <a:t>N,N</a:t>
            </a:r>
            <a:r>
              <a:rPr sz="2400" dirty="0">
                <a:latin typeface="Carlito"/>
                <a:cs typeface="Carlito"/>
              </a:rPr>
              <a:t>-  </a:t>
            </a:r>
            <a:r>
              <a:rPr sz="2400" spc="-5" dirty="0">
                <a:latin typeface="Carlito"/>
                <a:cs typeface="Carlito"/>
              </a:rPr>
              <a:t>dialkyl- </a:t>
            </a:r>
            <a:r>
              <a:rPr sz="2400" spc="-10" dirty="0">
                <a:latin typeface="Carlito"/>
                <a:cs typeface="Carlito"/>
              </a:rPr>
              <a:t>derivatives </a:t>
            </a:r>
            <a:r>
              <a:rPr sz="2400" spc="-5" dirty="0">
                <a:latin typeface="Carlito"/>
                <a:cs typeface="Carlito"/>
              </a:rPr>
              <a:t>of</a:t>
            </a:r>
            <a:r>
              <a:rPr sz="2400" spc="-1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1</a:t>
            </a:r>
            <a:r>
              <a:rPr sz="2400" spc="-7" baseline="24305" dirty="0">
                <a:latin typeface="Carlito"/>
                <a:cs typeface="Carlito"/>
              </a:rPr>
              <a:t>o</a:t>
            </a:r>
            <a:endParaRPr sz="2400" baseline="24305">
              <a:latin typeface="Carlito"/>
              <a:cs typeface="Carlito"/>
            </a:endParaRPr>
          </a:p>
          <a:p>
            <a:pPr marL="279400" marR="198120" indent="-228600">
              <a:lnSpc>
                <a:spcPct val="80000"/>
              </a:lnSpc>
              <a:spcBef>
                <a:spcPts val="1005"/>
              </a:spcBef>
              <a:buFont typeface="Arial"/>
              <a:buChar char="•"/>
              <a:tabLst>
                <a:tab pos="279400" algn="l"/>
              </a:tabLst>
            </a:pPr>
            <a:r>
              <a:rPr sz="2400" i="1" spc="-5" dirty="0">
                <a:latin typeface="Carlito"/>
                <a:cs typeface="Carlito"/>
              </a:rPr>
              <a:t>Cyclic amines </a:t>
            </a:r>
            <a:r>
              <a:rPr sz="2400" spc="-5" dirty="0">
                <a:latin typeface="Carlito"/>
                <a:cs typeface="Carlito"/>
              </a:rPr>
              <a:t>(N </a:t>
            </a:r>
            <a:r>
              <a:rPr sz="2400" dirty="0">
                <a:latin typeface="Carlito"/>
                <a:cs typeface="Carlito"/>
              </a:rPr>
              <a:t>in </a:t>
            </a:r>
            <a:r>
              <a:rPr sz="2400" spc="-5" dirty="0">
                <a:latin typeface="Carlito"/>
                <a:cs typeface="Carlito"/>
              </a:rPr>
              <a:t>ring)- named  </a:t>
            </a:r>
            <a:r>
              <a:rPr sz="2400" dirty="0">
                <a:latin typeface="Carlito"/>
                <a:cs typeface="Carlito"/>
              </a:rPr>
              <a:t>as</a:t>
            </a:r>
            <a:r>
              <a:rPr sz="2400" spc="-15" dirty="0">
                <a:latin typeface="Carlito"/>
                <a:cs typeface="Carlito"/>
              </a:rPr>
              <a:t> </a:t>
            </a:r>
            <a:r>
              <a:rPr sz="2400" i="1" spc="-10" dirty="0">
                <a:latin typeface="Carlito"/>
                <a:cs typeface="Carlito"/>
              </a:rPr>
              <a:t>aza-</a:t>
            </a:r>
            <a:r>
              <a:rPr sz="2400" spc="-10" dirty="0">
                <a:latin typeface="Carlito"/>
                <a:cs typeface="Carlito"/>
              </a:rPr>
              <a:t>cycloalkane</a:t>
            </a:r>
            <a:endParaRPr sz="2400">
              <a:latin typeface="Carlito"/>
              <a:cs typeface="Carlito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1099133" y="3598739"/>
            <a:ext cx="1499870" cy="1815464"/>
            <a:chOff x="1099133" y="3598739"/>
            <a:chExt cx="1499870" cy="1815464"/>
          </a:xfrm>
        </p:grpSpPr>
        <p:sp>
          <p:nvSpPr>
            <p:cNvPr id="47" name="object 47"/>
            <p:cNvSpPr/>
            <p:nvPr/>
          </p:nvSpPr>
          <p:spPr>
            <a:xfrm>
              <a:off x="1971190" y="4878825"/>
              <a:ext cx="107027" cy="135962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1829371" y="4936007"/>
              <a:ext cx="115570" cy="478155"/>
            </a:xfrm>
            <a:custGeom>
              <a:avLst/>
              <a:gdLst/>
              <a:ahLst/>
              <a:cxnLst/>
              <a:rect l="l" t="t" r="r" b="b"/>
              <a:pathLst>
                <a:path w="115569" h="478154">
                  <a:moveTo>
                    <a:pt x="66598" y="139357"/>
                  </a:moveTo>
                  <a:lnTo>
                    <a:pt x="66332" y="138950"/>
                  </a:lnTo>
                  <a:lnTo>
                    <a:pt x="66522" y="139738"/>
                  </a:lnTo>
                  <a:lnTo>
                    <a:pt x="66598" y="139357"/>
                  </a:lnTo>
                  <a:close/>
                </a:path>
                <a:path w="115569" h="478154">
                  <a:moveTo>
                    <a:pt x="71081" y="431749"/>
                  </a:moveTo>
                  <a:lnTo>
                    <a:pt x="68478" y="429120"/>
                  </a:lnTo>
                  <a:lnTo>
                    <a:pt x="62026" y="429120"/>
                  </a:lnTo>
                  <a:lnTo>
                    <a:pt x="59397" y="431749"/>
                  </a:lnTo>
                  <a:lnTo>
                    <a:pt x="59397" y="475437"/>
                  </a:lnTo>
                  <a:lnTo>
                    <a:pt x="62026" y="478040"/>
                  </a:lnTo>
                  <a:lnTo>
                    <a:pt x="68478" y="478040"/>
                  </a:lnTo>
                  <a:lnTo>
                    <a:pt x="71081" y="475437"/>
                  </a:lnTo>
                  <a:lnTo>
                    <a:pt x="71081" y="431749"/>
                  </a:lnTo>
                  <a:close/>
                </a:path>
                <a:path w="115569" h="478154">
                  <a:moveTo>
                    <a:pt x="71081" y="333921"/>
                  </a:moveTo>
                  <a:lnTo>
                    <a:pt x="68478" y="331304"/>
                  </a:lnTo>
                  <a:lnTo>
                    <a:pt x="62026" y="331304"/>
                  </a:lnTo>
                  <a:lnTo>
                    <a:pt x="59397" y="333921"/>
                  </a:lnTo>
                  <a:lnTo>
                    <a:pt x="59397" y="377609"/>
                  </a:lnTo>
                  <a:lnTo>
                    <a:pt x="62026" y="380212"/>
                  </a:lnTo>
                  <a:lnTo>
                    <a:pt x="68478" y="380212"/>
                  </a:lnTo>
                  <a:lnTo>
                    <a:pt x="71081" y="377609"/>
                  </a:lnTo>
                  <a:lnTo>
                    <a:pt x="71081" y="333921"/>
                  </a:lnTo>
                  <a:close/>
                </a:path>
                <a:path w="115569" h="478154">
                  <a:moveTo>
                    <a:pt x="96113" y="255955"/>
                  </a:moveTo>
                  <a:lnTo>
                    <a:pt x="95796" y="254571"/>
                  </a:lnTo>
                  <a:lnTo>
                    <a:pt x="94513" y="249885"/>
                  </a:lnTo>
                  <a:lnTo>
                    <a:pt x="93827" y="247180"/>
                  </a:lnTo>
                  <a:lnTo>
                    <a:pt x="93827" y="256463"/>
                  </a:lnTo>
                  <a:lnTo>
                    <a:pt x="93548" y="255219"/>
                  </a:lnTo>
                  <a:lnTo>
                    <a:pt x="93827" y="256463"/>
                  </a:lnTo>
                  <a:lnTo>
                    <a:pt x="93827" y="247180"/>
                  </a:lnTo>
                  <a:lnTo>
                    <a:pt x="91427" y="237705"/>
                  </a:lnTo>
                  <a:lnTo>
                    <a:pt x="89217" y="228803"/>
                  </a:lnTo>
                  <a:lnTo>
                    <a:pt x="86753" y="219062"/>
                  </a:lnTo>
                  <a:lnTo>
                    <a:pt x="81203" y="197662"/>
                  </a:lnTo>
                  <a:lnTo>
                    <a:pt x="73317" y="166522"/>
                  </a:lnTo>
                  <a:lnTo>
                    <a:pt x="71259" y="158203"/>
                  </a:lnTo>
                  <a:lnTo>
                    <a:pt x="67754" y="144322"/>
                  </a:lnTo>
                  <a:lnTo>
                    <a:pt x="66763" y="140804"/>
                  </a:lnTo>
                  <a:lnTo>
                    <a:pt x="66522" y="139750"/>
                  </a:lnTo>
                  <a:lnTo>
                    <a:pt x="66332" y="138950"/>
                  </a:lnTo>
                  <a:lnTo>
                    <a:pt x="66243" y="138811"/>
                  </a:lnTo>
                  <a:lnTo>
                    <a:pt x="66090" y="138722"/>
                  </a:lnTo>
                  <a:lnTo>
                    <a:pt x="65684" y="138468"/>
                  </a:lnTo>
                  <a:lnTo>
                    <a:pt x="65316" y="138544"/>
                  </a:lnTo>
                  <a:lnTo>
                    <a:pt x="64947" y="138468"/>
                  </a:lnTo>
                  <a:lnTo>
                    <a:pt x="64554" y="138722"/>
                  </a:lnTo>
                  <a:lnTo>
                    <a:pt x="64389" y="138811"/>
                  </a:lnTo>
                  <a:lnTo>
                    <a:pt x="64300" y="138950"/>
                  </a:lnTo>
                  <a:lnTo>
                    <a:pt x="64033" y="139357"/>
                  </a:lnTo>
                  <a:lnTo>
                    <a:pt x="64122" y="139750"/>
                  </a:lnTo>
                  <a:lnTo>
                    <a:pt x="63893" y="140741"/>
                  </a:lnTo>
                  <a:lnTo>
                    <a:pt x="56578" y="167132"/>
                  </a:lnTo>
                  <a:lnTo>
                    <a:pt x="53949" y="176885"/>
                  </a:lnTo>
                  <a:lnTo>
                    <a:pt x="47955" y="198285"/>
                  </a:lnTo>
                  <a:lnTo>
                    <a:pt x="42113" y="219671"/>
                  </a:lnTo>
                  <a:lnTo>
                    <a:pt x="39649" y="228803"/>
                  </a:lnTo>
                  <a:lnTo>
                    <a:pt x="39484" y="229425"/>
                  </a:lnTo>
                  <a:lnTo>
                    <a:pt x="34302" y="248094"/>
                  </a:lnTo>
                  <a:lnTo>
                    <a:pt x="34302" y="253987"/>
                  </a:lnTo>
                  <a:lnTo>
                    <a:pt x="32600" y="255295"/>
                  </a:lnTo>
                  <a:lnTo>
                    <a:pt x="33515" y="254571"/>
                  </a:lnTo>
                  <a:lnTo>
                    <a:pt x="34302" y="253987"/>
                  </a:lnTo>
                  <a:lnTo>
                    <a:pt x="34302" y="248094"/>
                  </a:lnTo>
                  <a:lnTo>
                    <a:pt x="33515" y="250926"/>
                  </a:lnTo>
                  <a:lnTo>
                    <a:pt x="32461" y="254749"/>
                  </a:lnTo>
                  <a:lnTo>
                    <a:pt x="32194" y="255955"/>
                  </a:lnTo>
                  <a:lnTo>
                    <a:pt x="34061" y="257098"/>
                  </a:lnTo>
                  <a:lnTo>
                    <a:pt x="34734" y="256552"/>
                  </a:lnTo>
                  <a:lnTo>
                    <a:pt x="34899" y="256463"/>
                  </a:lnTo>
                  <a:lnTo>
                    <a:pt x="36664" y="255143"/>
                  </a:lnTo>
                  <a:lnTo>
                    <a:pt x="37071" y="254825"/>
                  </a:lnTo>
                  <a:lnTo>
                    <a:pt x="40373" y="252539"/>
                  </a:lnTo>
                  <a:lnTo>
                    <a:pt x="44653" y="249974"/>
                  </a:lnTo>
                  <a:lnTo>
                    <a:pt x="44780" y="249923"/>
                  </a:lnTo>
                  <a:lnTo>
                    <a:pt x="54762" y="245084"/>
                  </a:lnTo>
                  <a:lnTo>
                    <a:pt x="59397" y="243624"/>
                  </a:lnTo>
                  <a:lnTo>
                    <a:pt x="59397" y="279793"/>
                  </a:lnTo>
                  <a:lnTo>
                    <a:pt x="62026" y="282384"/>
                  </a:lnTo>
                  <a:lnTo>
                    <a:pt x="68478" y="282384"/>
                  </a:lnTo>
                  <a:lnTo>
                    <a:pt x="71081" y="279793"/>
                  </a:lnTo>
                  <a:lnTo>
                    <a:pt x="71081" y="243725"/>
                  </a:lnTo>
                  <a:lnTo>
                    <a:pt x="74891" y="245021"/>
                  </a:lnTo>
                  <a:lnTo>
                    <a:pt x="75018" y="245059"/>
                  </a:lnTo>
                  <a:lnTo>
                    <a:pt x="84442" y="249936"/>
                  </a:lnTo>
                  <a:lnTo>
                    <a:pt x="88379" y="252539"/>
                  </a:lnTo>
                  <a:lnTo>
                    <a:pt x="91452" y="254762"/>
                  </a:lnTo>
                  <a:lnTo>
                    <a:pt x="93548" y="256552"/>
                  </a:lnTo>
                  <a:lnTo>
                    <a:pt x="94234" y="257098"/>
                  </a:lnTo>
                  <a:lnTo>
                    <a:pt x="95288" y="256463"/>
                  </a:lnTo>
                  <a:lnTo>
                    <a:pt x="96113" y="255955"/>
                  </a:lnTo>
                  <a:close/>
                </a:path>
                <a:path w="115569" h="478154">
                  <a:moveTo>
                    <a:pt x="115290" y="2603"/>
                  </a:moveTo>
                  <a:lnTo>
                    <a:pt x="112674" y="0"/>
                  </a:lnTo>
                  <a:lnTo>
                    <a:pt x="2628" y="0"/>
                  </a:lnTo>
                  <a:lnTo>
                    <a:pt x="0" y="2603"/>
                  </a:lnTo>
                  <a:lnTo>
                    <a:pt x="0" y="9029"/>
                  </a:lnTo>
                  <a:lnTo>
                    <a:pt x="2628" y="11645"/>
                  </a:lnTo>
                  <a:lnTo>
                    <a:pt x="112674" y="11645"/>
                  </a:lnTo>
                  <a:lnTo>
                    <a:pt x="115290" y="9029"/>
                  </a:lnTo>
                  <a:lnTo>
                    <a:pt x="115290" y="2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017849" y="5070181"/>
              <a:ext cx="189693" cy="134778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1099133" y="3598739"/>
              <a:ext cx="1499461" cy="1658761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/>
          <p:cNvSpPr/>
          <p:nvPr/>
        </p:nvSpPr>
        <p:spPr>
          <a:xfrm>
            <a:off x="807033" y="5491108"/>
            <a:ext cx="1835376" cy="635646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3085434" y="4006335"/>
            <a:ext cx="3883027" cy="175942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 txBox="1"/>
          <p:nvPr/>
        </p:nvSpPr>
        <p:spPr>
          <a:xfrm>
            <a:off x="11125200" y="6431812"/>
            <a:ext cx="17589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z="1400" dirty="0">
                <a:latin typeface="Arial"/>
                <a:cs typeface="Arial"/>
              </a:rPr>
              <a:t>5</a:t>
            </a:fld>
            <a:endParaRPr sz="1400">
              <a:latin typeface="Arial"/>
              <a:cs typeface="Arial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8502D71B-0B6A-F2E3-59A8-948F3FFDEB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90" y="1355887"/>
            <a:ext cx="5936121" cy="18414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228981"/>
            <a:ext cx="1697989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165" dirty="0"/>
              <a:t>B</a:t>
            </a:r>
            <a:r>
              <a:rPr sz="4400" spc="-270" dirty="0"/>
              <a:t>a</a:t>
            </a:r>
            <a:r>
              <a:rPr sz="4400" spc="-110" dirty="0"/>
              <a:t>s</a:t>
            </a:r>
            <a:r>
              <a:rPr sz="4400" spc="-300" dirty="0"/>
              <a:t>i</a:t>
            </a:r>
            <a:r>
              <a:rPr sz="4400" spc="-350" dirty="0"/>
              <a:t>c</a:t>
            </a:r>
            <a:r>
              <a:rPr sz="4400" spc="-300" dirty="0"/>
              <a:t>i</a:t>
            </a:r>
            <a:r>
              <a:rPr sz="4400" spc="-330" dirty="0"/>
              <a:t>t</a:t>
            </a:r>
            <a:r>
              <a:rPr sz="4400" spc="-229" dirty="0"/>
              <a:t>y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7598029" y="989457"/>
            <a:ext cx="3496310" cy="411861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266700" marR="30480" indent="-228600">
              <a:lnSpc>
                <a:spcPts val="2300"/>
              </a:lnSpc>
              <a:spcBef>
                <a:spcPts val="660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5" dirty="0">
                <a:latin typeface="Carlito"/>
                <a:cs typeface="Carlito"/>
              </a:rPr>
              <a:t>The </a:t>
            </a:r>
            <a:r>
              <a:rPr sz="2400" b="1" dirty="0">
                <a:latin typeface="Carlito"/>
                <a:cs typeface="Carlito"/>
              </a:rPr>
              <a:t>lone pair </a:t>
            </a:r>
            <a:r>
              <a:rPr sz="2400" spc="-10" dirty="0">
                <a:latin typeface="Carlito"/>
                <a:cs typeface="Carlito"/>
              </a:rPr>
              <a:t>can </a:t>
            </a:r>
            <a:r>
              <a:rPr sz="2400" spc="-5" dirty="0">
                <a:latin typeface="Carlito"/>
                <a:cs typeface="Carlito"/>
              </a:rPr>
              <a:t>be</a:t>
            </a:r>
            <a:r>
              <a:rPr sz="2400" spc="-9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used 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spc="-5" dirty="0">
                <a:latin typeface="Carlito"/>
                <a:cs typeface="Carlito"/>
              </a:rPr>
              <a:t>bond </a:t>
            </a:r>
            <a:r>
              <a:rPr sz="2400" spc="-15" dirty="0">
                <a:latin typeface="Carlito"/>
                <a:cs typeface="Carlito"/>
              </a:rPr>
              <a:t>(reversibly) to</a:t>
            </a:r>
            <a:r>
              <a:rPr sz="2400" spc="-35" dirty="0">
                <a:latin typeface="Carlito"/>
                <a:cs typeface="Carlito"/>
              </a:rPr>
              <a:t> </a:t>
            </a:r>
            <a:r>
              <a:rPr sz="2400" spc="5" dirty="0">
                <a:latin typeface="Carlito"/>
                <a:cs typeface="Carlito"/>
              </a:rPr>
              <a:t>H</a:t>
            </a:r>
            <a:r>
              <a:rPr sz="2400" spc="7" baseline="24305" dirty="0">
                <a:latin typeface="Carlito"/>
                <a:cs typeface="Carlito"/>
              </a:rPr>
              <a:t>+</a:t>
            </a:r>
            <a:endParaRPr sz="2400" baseline="24305">
              <a:latin typeface="Carlito"/>
              <a:cs typeface="Carlito"/>
            </a:endParaRPr>
          </a:p>
          <a:p>
            <a:pPr marL="266700" marR="513080" indent="-228600">
              <a:lnSpc>
                <a:spcPct val="80000"/>
              </a:lnSpc>
              <a:spcBef>
                <a:spcPts val="1019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20" dirty="0">
                <a:latin typeface="Carlito"/>
                <a:cs typeface="Carlito"/>
              </a:rPr>
              <a:t>So, </a:t>
            </a:r>
            <a:r>
              <a:rPr sz="2400" dirty="0">
                <a:latin typeface="Carlito"/>
                <a:cs typeface="Carlito"/>
              </a:rPr>
              <a:t>amines </a:t>
            </a:r>
            <a:r>
              <a:rPr sz="2400" spc="-15" dirty="0">
                <a:latin typeface="Carlito"/>
                <a:cs typeface="Carlito"/>
              </a:rPr>
              <a:t>are  moderate/good</a:t>
            </a:r>
            <a:r>
              <a:rPr sz="2400" spc="-8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bases</a:t>
            </a:r>
            <a:endParaRPr sz="2400">
              <a:latin typeface="Carlito"/>
              <a:cs typeface="Carlito"/>
            </a:endParaRPr>
          </a:p>
          <a:p>
            <a:pPr marL="266700" marR="574040" indent="-228600">
              <a:lnSpc>
                <a:spcPct val="80000"/>
              </a:lnSpc>
              <a:spcBef>
                <a:spcPts val="1010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20" dirty="0">
                <a:latin typeface="Carlito"/>
                <a:cs typeface="Carlito"/>
              </a:rPr>
              <a:t>Typical </a:t>
            </a:r>
            <a:r>
              <a:rPr sz="2400" spc="-5" dirty="0">
                <a:latin typeface="Carlito"/>
                <a:cs typeface="Carlito"/>
              </a:rPr>
              <a:t>p</a:t>
            </a:r>
            <a:r>
              <a:rPr sz="2400" i="1" spc="-5" dirty="0">
                <a:latin typeface="Carlito"/>
                <a:cs typeface="Carlito"/>
              </a:rPr>
              <a:t>K</a:t>
            </a:r>
            <a:r>
              <a:rPr sz="2400" spc="-7" baseline="-20833" dirty="0">
                <a:latin typeface="Carlito"/>
                <a:cs typeface="Carlito"/>
              </a:rPr>
              <a:t>a </a:t>
            </a:r>
            <a:r>
              <a:rPr sz="2400" spc="-10" dirty="0">
                <a:latin typeface="Carlito"/>
                <a:cs typeface="Carlito"/>
              </a:rPr>
              <a:t>values </a:t>
            </a:r>
            <a:r>
              <a:rPr sz="2400" spc="-15" dirty="0">
                <a:latin typeface="Carlito"/>
                <a:cs typeface="Carlito"/>
              </a:rPr>
              <a:t>are  </a:t>
            </a:r>
            <a:r>
              <a:rPr sz="2400" spc="-10" dirty="0">
                <a:latin typeface="Carlito"/>
                <a:cs typeface="Carlito"/>
              </a:rPr>
              <a:t>shown</a:t>
            </a:r>
            <a:endParaRPr sz="2400">
              <a:latin typeface="Carlito"/>
              <a:cs typeface="Carlito"/>
            </a:endParaRPr>
          </a:p>
          <a:p>
            <a:pPr marL="266700" marR="307975" indent="-228600">
              <a:lnSpc>
                <a:spcPts val="2310"/>
              </a:lnSpc>
              <a:spcBef>
                <a:spcPts val="969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10" dirty="0">
                <a:latin typeface="Carlito"/>
                <a:cs typeface="Carlito"/>
              </a:rPr>
              <a:t>Note: </a:t>
            </a:r>
            <a:r>
              <a:rPr sz="2400" spc="-5" dirty="0">
                <a:latin typeface="Carlito"/>
                <a:cs typeface="Carlito"/>
              </a:rPr>
              <a:t>p</a:t>
            </a:r>
            <a:r>
              <a:rPr sz="2400" i="1" spc="-5" dirty="0">
                <a:latin typeface="Carlito"/>
                <a:cs typeface="Carlito"/>
              </a:rPr>
              <a:t>K</a:t>
            </a:r>
            <a:r>
              <a:rPr sz="2400" spc="-7" baseline="-20833" dirty="0">
                <a:latin typeface="Carlito"/>
                <a:cs typeface="Carlito"/>
              </a:rPr>
              <a:t>a </a:t>
            </a:r>
            <a:r>
              <a:rPr sz="2400" spc="-25" dirty="0">
                <a:latin typeface="Carlito"/>
                <a:cs typeface="Carlito"/>
              </a:rPr>
              <a:t>refers </a:t>
            </a:r>
            <a:r>
              <a:rPr sz="2400" spc="-10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 acidity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dirty="0">
                <a:latin typeface="Carlito"/>
                <a:cs typeface="Carlito"/>
              </a:rPr>
              <a:t>the</a:t>
            </a:r>
            <a:r>
              <a:rPr sz="2400" spc="-95" dirty="0">
                <a:latin typeface="Carlito"/>
                <a:cs typeface="Carlito"/>
              </a:rPr>
              <a:t> </a:t>
            </a:r>
            <a:r>
              <a:rPr sz="2400" i="1" spc="-10" dirty="0">
                <a:latin typeface="Carlito"/>
                <a:cs typeface="Carlito"/>
              </a:rPr>
              <a:t>conjugate  </a:t>
            </a:r>
            <a:r>
              <a:rPr sz="2400" i="1" spc="-5" dirty="0">
                <a:latin typeface="Carlito"/>
                <a:cs typeface="Carlito"/>
              </a:rPr>
              <a:t>acid </a:t>
            </a:r>
            <a:r>
              <a:rPr sz="2400" spc="-5" dirty="0">
                <a:latin typeface="Carlito"/>
                <a:cs typeface="Carlito"/>
              </a:rPr>
              <a:t>(BH</a:t>
            </a:r>
            <a:r>
              <a:rPr sz="2400" spc="-7" baseline="24305" dirty="0">
                <a:latin typeface="Carlito"/>
                <a:cs typeface="Carlito"/>
              </a:rPr>
              <a:t>+</a:t>
            </a:r>
            <a:r>
              <a:rPr sz="2400" spc="-5" dirty="0">
                <a:latin typeface="Carlito"/>
                <a:cs typeface="Carlito"/>
              </a:rPr>
              <a:t>)</a:t>
            </a:r>
            <a:endParaRPr sz="2400">
              <a:latin typeface="Carlito"/>
              <a:cs typeface="Carlito"/>
            </a:endParaRPr>
          </a:p>
          <a:p>
            <a:pPr marL="266700" marR="478790" indent="-228600">
              <a:lnSpc>
                <a:spcPts val="2300"/>
              </a:lnSpc>
              <a:spcBef>
                <a:spcPts val="990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15" dirty="0">
                <a:latin typeface="Carlito"/>
                <a:cs typeface="Carlito"/>
              </a:rPr>
              <a:t>Moderate </a:t>
            </a:r>
            <a:r>
              <a:rPr sz="2400" spc="-5" dirty="0">
                <a:latin typeface="Carlito"/>
                <a:cs typeface="Carlito"/>
              </a:rPr>
              <a:t>p</a:t>
            </a:r>
            <a:r>
              <a:rPr sz="2400" i="1" spc="-5" dirty="0">
                <a:latin typeface="Carlito"/>
                <a:cs typeface="Carlito"/>
              </a:rPr>
              <a:t>K</a:t>
            </a:r>
            <a:r>
              <a:rPr sz="2400" spc="-7" baseline="-20833" dirty="0">
                <a:latin typeface="Carlito"/>
                <a:cs typeface="Carlito"/>
              </a:rPr>
              <a:t>a </a:t>
            </a:r>
            <a:r>
              <a:rPr sz="2400" spc="-20" dirty="0">
                <a:latin typeface="Carlito"/>
                <a:cs typeface="Carlito"/>
              </a:rPr>
              <a:t>for </a:t>
            </a:r>
            <a:r>
              <a:rPr sz="2400" dirty="0">
                <a:latin typeface="Carlito"/>
                <a:cs typeface="Carlito"/>
              </a:rPr>
              <a:t>BH</a:t>
            </a:r>
            <a:r>
              <a:rPr sz="2400" baseline="24305" dirty="0">
                <a:latin typeface="Carlito"/>
                <a:cs typeface="Carlito"/>
              </a:rPr>
              <a:t>+ </a:t>
            </a:r>
            <a:r>
              <a:rPr sz="1600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means </a:t>
            </a:r>
            <a:r>
              <a:rPr sz="2400" spc="-15" dirty="0">
                <a:latin typeface="Carlito"/>
                <a:cs typeface="Carlito"/>
              </a:rPr>
              <a:t>moderate</a:t>
            </a:r>
            <a:r>
              <a:rPr sz="2400" spc="-10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base  </a:t>
            </a:r>
            <a:r>
              <a:rPr sz="2400" spc="-15" dirty="0">
                <a:latin typeface="Carlito"/>
                <a:cs typeface="Carlito"/>
              </a:rPr>
              <a:t>strength</a:t>
            </a:r>
            <a:endParaRPr sz="2400">
              <a:latin typeface="Carlito"/>
              <a:cs typeface="Carlito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163330" y="1969943"/>
            <a:ext cx="2070735" cy="880110"/>
            <a:chOff x="2163330" y="1969943"/>
            <a:chExt cx="2070735" cy="880110"/>
          </a:xfrm>
        </p:grpSpPr>
        <p:sp>
          <p:nvSpPr>
            <p:cNvPr id="5" name="object 5"/>
            <p:cNvSpPr/>
            <p:nvPr/>
          </p:nvSpPr>
          <p:spPr>
            <a:xfrm>
              <a:off x="3057676" y="2365602"/>
              <a:ext cx="136673" cy="17385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870581" y="2426779"/>
              <a:ext cx="1229360" cy="27305"/>
            </a:xfrm>
            <a:custGeom>
              <a:avLst/>
              <a:gdLst/>
              <a:ahLst/>
              <a:cxnLst/>
              <a:rect l="l" t="t" r="r" b="b"/>
              <a:pathLst>
                <a:path w="1229360" h="27305">
                  <a:moveTo>
                    <a:pt x="153212" y="15265"/>
                  </a:moveTo>
                  <a:lnTo>
                    <a:pt x="149885" y="11950"/>
                  </a:lnTo>
                  <a:lnTo>
                    <a:pt x="3327" y="11950"/>
                  </a:lnTo>
                  <a:lnTo>
                    <a:pt x="0" y="15265"/>
                  </a:lnTo>
                  <a:lnTo>
                    <a:pt x="0" y="23507"/>
                  </a:lnTo>
                  <a:lnTo>
                    <a:pt x="3327" y="26835"/>
                  </a:lnTo>
                  <a:lnTo>
                    <a:pt x="149885" y="26835"/>
                  </a:lnTo>
                  <a:lnTo>
                    <a:pt x="153212" y="23507"/>
                  </a:lnTo>
                  <a:lnTo>
                    <a:pt x="153212" y="15265"/>
                  </a:lnTo>
                  <a:close/>
                </a:path>
                <a:path w="1229360" h="27305">
                  <a:moveTo>
                    <a:pt x="1228915" y="0"/>
                  </a:moveTo>
                  <a:lnTo>
                    <a:pt x="557669" y="0"/>
                  </a:lnTo>
                  <a:lnTo>
                    <a:pt x="557669" y="1270"/>
                  </a:lnTo>
                  <a:lnTo>
                    <a:pt x="1228915" y="1270"/>
                  </a:lnTo>
                  <a:lnTo>
                    <a:pt x="122891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163330" y="1969943"/>
              <a:ext cx="1357822" cy="879872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402177" y="2385466"/>
              <a:ext cx="831850" cy="129539"/>
            </a:xfrm>
            <a:custGeom>
              <a:avLst/>
              <a:gdLst/>
              <a:ahLst/>
              <a:cxnLst/>
              <a:rect l="l" t="t" r="r" b="b"/>
              <a:pathLst>
                <a:path w="831850" h="129539">
                  <a:moveTo>
                    <a:pt x="177" y="79197"/>
                  </a:moveTo>
                  <a:lnTo>
                    <a:pt x="0" y="79717"/>
                  </a:lnTo>
                  <a:lnTo>
                    <a:pt x="177" y="80060"/>
                  </a:lnTo>
                  <a:lnTo>
                    <a:pt x="177" y="79197"/>
                  </a:lnTo>
                  <a:close/>
                </a:path>
                <a:path w="831850" h="129539">
                  <a:moveTo>
                    <a:pt x="342" y="80416"/>
                  </a:moveTo>
                  <a:lnTo>
                    <a:pt x="177" y="80060"/>
                  </a:lnTo>
                  <a:lnTo>
                    <a:pt x="177" y="80238"/>
                  </a:lnTo>
                  <a:lnTo>
                    <a:pt x="342" y="80416"/>
                  </a:lnTo>
                  <a:close/>
                </a:path>
                <a:path w="831850" h="129539">
                  <a:moveTo>
                    <a:pt x="807529" y="79311"/>
                  </a:moveTo>
                  <a:lnTo>
                    <a:pt x="133731" y="79311"/>
                  </a:lnTo>
                  <a:lnTo>
                    <a:pt x="132245" y="77927"/>
                  </a:lnTo>
                  <a:lnTo>
                    <a:pt x="1930" y="77927"/>
                  </a:lnTo>
                  <a:lnTo>
                    <a:pt x="2133" y="78003"/>
                  </a:lnTo>
                  <a:lnTo>
                    <a:pt x="1371" y="77724"/>
                  </a:lnTo>
                  <a:lnTo>
                    <a:pt x="965" y="77927"/>
                  </a:lnTo>
                  <a:lnTo>
                    <a:pt x="723" y="78054"/>
                  </a:lnTo>
                  <a:lnTo>
                    <a:pt x="520" y="78155"/>
                  </a:lnTo>
                  <a:lnTo>
                    <a:pt x="469" y="78295"/>
                  </a:lnTo>
                  <a:lnTo>
                    <a:pt x="177" y="78600"/>
                  </a:lnTo>
                  <a:lnTo>
                    <a:pt x="177" y="79197"/>
                  </a:lnTo>
                  <a:lnTo>
                    <a:pt x="355" y="78613"/>
                  </a:lnTo>
                  <a:lnTo>
                    <a:pt x="266" y="80238"/>
                  </a:lnTo>
                  <a:lnTo>
                    <a:pt x="342" y="80416"/>
                  </a:lnTo>
                  <a:lnTo>
                    <a:pt x="419" y="80556"/>
                  </a:lnTo>
                  <a:lnTo>
                    <a:pt x="850" y="80911"/>
                  </a:lnTo>
                  <a:lnTo>
                    <a:pt x="1422" y="80911"/>
                  </a:lnTo>
                  <a:lnTo>
                    <a:pt x="2882" y="81381"/>
                  </a:lnTo>
                  <a:lnTo>
                    <a:pt x="7556" y="82892"/>
                  </a:lnTo>
                  <a:lnTo>
                    <a:pt x="15024" y="85305"/>
                  </a:lnTo>
                  <a:lnTo>
                    <a:pt x="24523" y="88277"/>
                  </a:lnTo>
                  <a:lnTo>
                    <a:pt x="32207" y="90792"/>
                  </a:lnTo>
                  <a:lnTo>
                    <a:pt x="75831" y="104851"/>
                  </a:lnTo>
                  <a:lnTo>
                    <a:pt x="127127" y="121589"/>
                  </a:lnTo>
                  <a:lnTo>
                    <a:pt x="136652" y="124587"/>
                  </a:lnTo>
                  <a:lnTo>
                    <a:pt x="150431" y="129032"/>
                  </a:lnTo>
                  <a:lnTo>
                    <a:pt x="151155" y="128231"/>
                  </a:lnTo>
                  <a:lnTo>
                    <a:pt x="152273" y="127025"/>
                  </a:lnTo>
                  <a:lnTo>
                    <a:pt x="151422" y="125145"/>
                  </a:lnTo>
                  <a:lnTo>
                    <a:pt x="149250" y="120815"/>
                  </a:lnTo>
                  <a:lnTo>
                    <a:pt x="146278" y="114515"/>
                  </a:lnTo>
                  <a:lnTo>
                    <a:pt x="142963" y="106997"/>
                  </a:lnTo>
                  <a:lnTo>
                    <a:pt x="137960" y="94208"/>
                  </a:lnTo>
                  <a:lnTo>
                    <a:pt x="807529" y="94208"/>
                  </a:lnTo>
                  <a:lnTo>
                    <a:pt x="807529" y="79311"/>
                  </a:lnTo>
                  <a:close/>
                </a:path>
                <a:path w="831850" h="129539">
                  <a:moveTo>
                    <a:pt x="831011" y="48425"/>
                  </a:moveTo>
                  <a:lnTo>
                    <a:pt x="830745" y="48145"/>
                  </a:lnTo>
                  <a:lnTo>
                    <a:pt x="830186" y="48145"/>
                  </a:lnTo>
                  <a:lnTo>
                    <a:pt x="831011" y="48425"/>
                  </a:lnTo>
                  <a:close/>
                </a:path>
                <a:path w="831850" h="129539">
                  <a:moveTo>
                    <a:pt x="831405" y="49872"/>
                  </a:moveTo>
                  <a:lnTo>
                    <a:pt x="831329" y="50076"/>
                  </a:lnTo>
                  <a:lnTo>
                    <a:pt x="831265" y="48666"/>
                  </a:lnTo>
                  <a:lnTo>
                    <a:pt x="831164" y="48463"/>
                  </a:lnTo>
                  <a:lnTo>
                    <a:pt x="831011" y="48425"/>
                  </a:lnTo>
                  <a:lnTo>
                    <a:pt x="828700" y="47650"/>
                  </a:lnTo>
                  <a:lnTo>
                    <a:pt x="827125" y="47155"/>
                  </a:lnTo>
                  <a:lnTo>
                    <a:pt x="827125" y="50304"/>
                  </a:lnTo>
                  <a:lnTo>
                    <a:pt x="824712" y="49530"/>
                  </a:lnTo>
                  <a:lnTo>
                    <a:pt x="827125" y="50304"/>
                  </a:lnTo>
                  <a:lnTo>
                    <a:pt x="827125" y="47155"/>
                  </a:lnTo>
                  <a:lnTo>
                    <a:pt x="824026" y="46164"/>
                  </a:lnTo>
                  <a:lnTo>
                    <a:pt x="807034" y="40779"/>
                  </a:lnTo>
                  <a:lnTo>
                    <a:pt x="779449" y="31737"/>
                  </a:lnTo>
                  <a:lnTo>
                    <a:pt x="737196" y="18084"/>
                  </a:lnTo>
                  <a:lnTo>
                    <a:pt x="713092" y="10274"/>
                  </a:lnTo>
                  <a:lnTo>
                    <a:pt x="703961" y="7289"/>
                  </a:lnTo>
                  <a:lnTo>
                    <a:pt x="694931" y="4470"/>
                  </a:lnTo>
                  <a:lnTo>
                    <a:pt x="682904" y="596"/>
                  </a:lnTo>
                  <a:lnTo>
                    <a:pt x="681151" y="0"/>
                  </a:lnTo>
                  <a:lnTo>
                    <a:pt x="679437" y="2260"/>
                  </a:lnTo>
                  <a:lnTo>
                    <a:pt x="680212" y="3403"/>
                  </a:lnTo>
                  <a:lnTo>
                    <a:pt x="682396" y="6134"/>
                  </a:lnTo>
                  <a:lnTo>
                    <a:pt x="694944" y="31889"/>
                  </a:lnTo>
                  <a:lnTo>
                    <a:pt x="695629" y="34645"/>
                  </a:lnTo>
                  <a:lnTo>
                    <a:pt x="24053" y="34645"/>
                  </a:lnTo>
                  <a:lnTo>
                    <a:pt x="24053" y="49530"/>
                  </a:lnTo>
                  <a:lnTo>
                    <a:pt x="697814" y="49530"/>
                  </a:lnTo>
                  <a:lnTo>
                    <a:pt x="697839" y="49758"/>
                  </a:lnTo>
                  <a:lnTo>
                    <a:pt x="699338" y="51130"/>
                  </a:lnTo>
                  <a:lnTo>
                    <a:pt x="829703" y="51130"/>
                  </a:lnTo>
                  <a:lnTo>
                    <a:pt x="830211" y="51295"/>
                  </a:lnTo>
                  <a:lnTo>
                    <a:pt x="830567" y="51130"/>
                  </a:lnTo>
                  <a:lnTo>
                    <a:pt x="830745" y="51130"/>
                  </a:lnTo>
                  <a:lnTo>
                    <a:pt x="830910" y="50952"/>
                  </a:lnTo>
                  <a:lnTo>
                    <a:pt x="831062" y="50876"/>
                  </a:lnTo>
                  <a:lnTo>
                    <a:pt x="831354" y="50507"/>
                  </a:lnTo>
                  <a:lnTo>
                    <a:pt x="831405" y="49872"/>
                  </a:lnTo>
                  <a:close/>
                </a:path>
                <a:path w="831850" h="129539">
                  <a:moveTo>
                    <a:pt x="831405" y="48818"/>
                  </a:moveTo>
                  <a:lnTo>
                    <a:pt x="831265" y="48666"/>
                  </a:lnTo>
                  <a:lnTo>
                    <a:pt x="831405" y="48971"/>
                  </a:lnTo>
                  <a:lnTo>
                    <a:pt x="831405" y="48818"/>
                  </a:lnTo>
                  <a:close/>
                </a:path>
                <a:path w="831850" h="129539">
                  <a:moveTo>
                    <a:pt x="831583" y="49314"/>
                  </a:moveTo>
                  <a:lnTo>
                    <a:pt x="831405" y="48971"/>
                  </a:lnTo>
                  <a:lnTo>
                    <a:pt x="831405" y="49872"/>
                  </a:lnTo>
                  <a:lnTo>
                    <a:pt x="831583" y="493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688191" y="2113345"/>
            <a:ext cx="255904" cy="203200"/>
            <a:chOff x="3688191" y="2113345"/>
            <a:chExt cx="255904" cy="203200"/>
          </a:xfrm>
        </p:grpSpPr>
        <p:sp>
          <p:nvSpPr>
            <p:cNvPr id="10" name="object 10"/>
            <p:cNvSpPr/>
            <p:nvPr/>
          </p:nvSpPr>
          <p:spPr>
            <a:xfrm>
              <a:off x="3857896" y="2113345"/>
              <a:ext cx="85834" cy="85748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688191" y="2142234"/>
              <a:ext cx="136673" cy="17385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4476473" y="2147148"/>
            <a:ext cx="926465" cy="740410"/>
            <a:chOff x="4476473" y="2147148"/>
            <a:chExt cx="926465" cy="740410"/>
          </a:xfrm>
        </p:grpSpPr>
        <p:sp>
          <p:nvSpPr>
            <p:cNvPr id="13" name="object 13"/>
            <p:cNvSpPr/>
            <p:nvPr/>
          </p:nvSpPr>
          <p:spPr>
            <a:xfrm>
              <a:off x="5011728" y="2402831"/>
              <a:ext cx="137295" cy="173855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182353" y="2373942"/>
              <a:ext cx="85809" cy="85748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76473" y="2150126"/>
              <a:ext cx="136798" cy="17385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643616" y="2249103"/>
              <a:ext cx="85312" cy="132531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751811" y="2147148"/>
              <a:ext cx="235044" cy="240666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476473" y="2655535"/>
              <a:ext cx="136798" cy="17387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643616" y="2754512"/>
              <a:ext cx="85312" cy="132531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751811" y="2586812"/>
              <a:ext cx="227085" cy="245556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65924" y="2150127"/>
              <a:ext cx="136549" cy="173855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265924" y="2655535"/>
              <a:ext cx="136549" cy="173879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184840" y="2585471"/>
              <a:ext cx="55244" cy="55244"/>
            </a:xfrm>
            <a:custGeom>
              <a:avLst/>
              <a:gdLst/>
              <a:ahLst/>
              <a:cxnLst/>
              <a:rect l="l" t="t" r="r" b="b"/>
              <a:pathLst>
                <a:path w="55245" h="55244">
                  <a:moveTo>
                    <a:pt x="10695" y="0"/>
                  </a:moveTo>
                  <a:lnTo>
                    <a:pt x="5969" y="0"/>
                  </a:lnTo>
                  <a:lnTo>
                    <a:pt x="0" y="5807"/>
                  </a:lnTo>
                  <a:lnTo>
                    <a:pt x="0" y="10523"/>
                  </a:lnTo>
                  <a:lnTo>
                    <a:pt x="44272" y="54750"/>
                  </a:lnTo>
                  <a:lnTo>
                    <a:pt x="48998" y="54750"/>
                  </a:lnTo>
                  <a:lnTo>
                    <a:pt x="54968" y="48917"/>
                  </a:lnTo>
                  <a:lnTo>
                    <a:pt x="54968" y="442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2745989" y="1119603"/>
            <a:ext cx="2400300" cy="757555"/>
            <a:chOff x="2745989" y="1119603"/>
            <a:chExt cx="2400300" cy="757555"/>
          </a:xfrm>
        </p:grpSpPr>
        <p:sp>
          <p:nvSpPr>
            <p:cNvPr id="25" name="object 25"/>
            <p:cNvSpPr/>
            <p:nvPr/>
          </p:nvSpPr>
          <p:spPr>
            <a:xfrm>
              <a:off x="2903765" y="1285989"/>
              <a:ext cx="137270" cy="173855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3148261" y="1333914"/>
              <a:ext cx="102350" cy="128784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278219" y="1331060"/>
              <a:ext cx="104837" cy="131638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404024" y="1331060"/>
              <a:ext cx="116353" cy="131638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540623" y="1331060"/>
              <a:ext cx="104837" cy="131638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742055" y="1286001"/>
              <a:ext cx="21590" cy="173990"/>
            </a:xfrm>
            <a:custGeom>
              <a:avLst/>
              <a:gdLst/>
              <a:ahLst/>
              <a:cxnLst/>
              <a:rect l="l" t="t" r="r" b="b"/>
              <a:pathLst>
                <a:path w="21589" h="173990">
                  <a:moveTo>
                    <a:pt x="21399" y="47917"/>
                  </a:moveTo>
                  <a:lnTo>
                    <a:pt x="0" y="47917"/>
                  </a:lnTo>
                  <a:lnTo>
                    <a:pt x="0" y="173850"/>
                  </a:lnTo>
                  <a:lnTo>
                    <a:pt x="21399" y="173850"/>
                  </a:lnTo>
                  <a:lnTo>
                    <a:pt x="21399" y="47917"/>
                  </a:lnTo>
                  <a:close/>
                </a:path>
                <a:path w="21589" h="173990">
                  <a:moveTo>
                    <a:pt x="21399" y="0"/>
                  </a:moveTo>
                  <a:lnTo>
                    <a:pt x="0" y="0"/>
                  </a:lnTo>
                  <a:lnTo>
                    <a:pt x="0" y="24536"/>
                  </a:lnTo>
                  <a:lnTo>
                    <a:pt x="21399" y="24536"/>
                  </a:lnTo>
                  <a:lnTo>
                    <a:pt x="213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3784895" y="1289910"/>
              <a:ext cx="176444" cy="172787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057348" y="1285979"/>
              <a:ext cx="21590" cy="173990"/>
            </a:xfrm>
            <a:custGeom>
              <a:avLst/>
              <a:gdLst/>
              <a:ahLst/>
              <a:cxnLst/>
              <a:rect l="l" t="t" r="r" b="b"/>
              <a:pathLst>
                <a:path w="21589" h="173990">
                  <a:moveTo>
                    <a:pt x="21393" y="0"/>
                  </a:moveTo>
                  <a:lnTo>
                    <a:pt x="0" y="0"/>
                  </a:lnTo>
                  <a:lnTo>
                    <a:pt x="0" y="173864"/>
                  </a:lnTo>
                  <a:lnTo>
                    <a:pt x="21393" y="173864"/>
                  </a:lnTo>
                  <a:lnTo>
                    <a:pt x="2139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4104581" y="1331060"/>
              <a:ext cx="118268" cy="131638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4250582" y="1331060"/>
              <a:ext cx="102573" cy="128784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381510" y="1331060"/>
              <a:ext cx="116353" cy="131638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595115" y="1331060"/>
              <a:ext cx="109433" cy="177056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725943" y="1331060"/>
              <a:ext cx="116154" cy="13163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871186" y="1286001"/>
              <a:ext cx="21590" cy="173990"/>
            </a:xfrm>
            <a:custGeom>
              <a:avLst/>
              <a:gdLst/>
              <a:ahLst/>
              <a:cxnLst/>
              <a:rect l="l" t="t" r="r" b="b"/>
              <a:pathLst>
                <a:path w="21589" h="173990">
                  <a:moveTo>
                    <a:pt x="21399" y="47917"/>
                  </a:moveTo>
                  <a:lnTo>
                    <a:pt x="0" y="47917"/>
                  </a:lnTo>
                  <a:lnTo>
                    <a:pt x="0" y="173850"/>
                  </a:lnTo>
                  <a:lnTo>
                    <a:pt x="21399" y="173850"/>
                  </a:lnTo>
                  <a:lnTo>
                    <a:pt x="21399" y="47917"/>
                  </a:lnTo>
                  <a:close/>
                </a:path>
                <a:path w="21589" h="173990">
                  <a:moveTo>
                    <a:pt x="21399" y="0"/>
                  </a:moveTo>
                  <a:lnTo>
                    <a:pt x="0" y="0"/>
                  </a:lnTo>
                  <a:lnTo>
                    <a:pt x="0" y="24536"/>
                  </a:lnTo>
                  <a:lnTo>
                    <a:pt x="21399" y="24536"/>
                  </a:lnTo>
                  <a:lnTo>
                    <a:pt x="213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4925669" y="1331060"/>
              <a:ext cx="68647" cy="128784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889488" y="1548025"/>
              <a:ext cx="190472" cy="172787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3175994" y="1544103"/>
              <a:ext cx="109463" cy="176709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3306176" y="1589174"/>
              <a:ext cx="118268" cy="131638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3452177" y="1589174"/>
              <a:ext cx="102573" cy="128784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582508" y="1544103"/>
              <a:ext cx="109463" cy="176709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3784895" y="1548025"/>
              <a:ext cx="190472" cy="172787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4074958" y="1544103"/>
              <a:ext cx="136673" cy="173855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244662" y="1515214"/>
              <a:ext cx="85834" cy="85748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2842977" y="1216397"/>
              <a:ext cx="2303145" cy="660400"/>
            </a:xfrm>
            <a:custGeom>
              <a:avLst/>
              <a:gdLst/>
              <a:ahLst/>
              <a:cxnLst/>
              <a:rect l="l" t="t" r="r" b="b"/>
              <a:pathLst>
                <a:path w="2303145" h="660400">
                  <a:moveTo>
                    <a:pt x="2297042" y="600612"/>
                  </a:moveTo>
                  <a:lnTo>
                    <a:pt x="0" y="600612"/>
                  </a:lnTo>
                  <a:lnTo>
                    <a:pt x="59693" y="660177"/>
                  </a:lnTo>
                  <a:lnTo>
                    <a:pt x="2213770" y="660177"/>
                  </a:lnTo>
                  <a:lnTo>
                    <a:pt x="2248497" y="653151"/>
                  </a:lnTo>
                  <a:lnTo>
                    <a:pt x="2276883" y="633996"/>
                  </a:lnTo>
                  <a:lnTo>
                    <a:pt x="2296035" y="605595"/>
                  </a:lnTo>
                  <a:lnTo>
                    <a:pt x="2297042" y="600612"/>
                  </a:lnTo>
                  <a:close/>
                </a:path>
                <a:path w="2303145" h="660400">
                  <a:moveTo>
                    <a:pt x="2243367" y="0"/>
                  </a:moveTo>
                  <a:lnTo>
                    <a:pt x="2243367" y="511265"/>
                  </a:lnTo>
                  <a:lnTo>
                    <a:pt x="2217189" y="574431"/>
                  </a:lnTo>
                  <a:lnTo>
                    <a:pt x="2154075" y="600612"/>
                  </a:lnTo>
                  <a:lnTo>
                    <a:pt x="2297042" y="600612"/>
                  </a:lnTo>
                  <a:lnTo>
                    <a:pt x="2303061" y="570830"/>
                  </a:lnTo>
                  <a:lnTo>
                    <a:pt x="2303061" y="59564"/>
                  </a:lnTo>
                  <a:lnTo>
                    <a:pt x="224336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753436" y="1127050"/>
              <a:ext cx="2333625" cy="690245"/>
            </a:xfrm>
            <a:custGeom>
              <a:avLst/>
              <a:gdLst/>
              <a:ahLst/>
              <a:cxnLst/>
              <a:rect l="l" t="t" r="r" b="b"/>
              <a:pathLst>
                <a:path w="2333625" h="690244">
                  <a:moveTo>
                    <a:pt x="0" y="600612"/>
                  </a:moveTo>
                  <a:lnTo>
                    <a:pt x="0" y="305037"/>
                  </a:lnTo>
                  <a:lnTo>
                    <a:pt x="0" y="153255"/>
                  </a:lnTo>
                  <a:lnTo>
                    <a:pt x="0" y="97335"/>
                  </a:lnTo>
                  <a:lnTo>
                    <a:pt x="7040" y="54550"/>
                  </a:lnTo>
                  <a:lnTo>
                    <a:pt x="54700" y="7015"/>
                  </a:lnTo>
                  <a:lnTo>
                    <a:pt x="89540" y="0"/>
                  </a:lnTo>
                  <a:lnTo>
                    <a:pt x="1334866" y="0"/>
                  </a:lnTo>
                  <a:lnTo>
                    <a:pt x="1974357" y="0"/>
                  </a:lnTo>
                  <a:lnTo>
                    <a:pt x="2209959" y="0"/>
                  </a:lnTo>
                  <a:lnTo>
                    <a:pt x="2278383" y="7015"/>
                  </a:lnTo>
                  <a:lnTo>
                    <a:pt x="2326092" y="54550"/>
                  </a:lnTo>
                  <a:lnTo>
                    <a:pt x="2333157" y="384922"/>
                  </a:lnTo>
                  <a:lnTo>
                    <a:pt x="2333157" y="536704"/>
                  </a:lnTo>
                  <a:lnTo>
                    <a:pt x="2333157" y="592624"/>
                  </a:lnTo>
                  <a:lnTo>
                    <a:pt x="2326092" y="635378"/>
                  </a:lnTo>
                  <a:lnTo>
                    <a:pt x="2278383" y="682934"/>
                  </a:lnTo>
                  <a:lnTo>
                    <a:pt x="2243617" y="689960"/>
                  </a:lnTo>
                  <a:lnTo>
                    <a:pt x="998291" y="689960"/>
                  </a:lnTo>
                  <a:lnTo>
                    <a:pt x="358800" y="689959"/>
                  </a:lnTo>
                  <a:lnTo>
                    <a:pt x="123198" y="689959"/>
                  </a:lnTo>
                  <a:lnTo>
                    <a:pt x="54700" y="682934"/>
                  </a:lnTo>
                  <a:lnTo>
                    <a:pt x="7040" y="635377"/>
                  </a:lnTo>
                  <a:lnTo>
                    <a:pt x="0" y="305037"/>
                  </a:lnTo>
                  <a:lnTo>
                    <a:pt x="0" y="153255"/>
                  </a:lnTo>
                  <a:lnTo>
                    <a:pt x="0" y="97335"/>
                  </a:lnTo>
                  <a:lnTo>
                    <a:pt x="0" y="89347"/>
                  </a:lnTo>
                </a:path>
              </a:pathLst>
            </a:custGeom>
            <a:ln w="148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/>
          <p:nvPr/>
        </p:nvSpPr>
        <p:spPr>
          <a:xfrm>
            <a:off x="2306110" y="3352146"/>
            <a:ext cx="131570" cy="173867"/>
          </a:xfrm>
          <a:prstGeom prst="rect">
            <a:avLst/>
          </a:prstGeom>
          <a:blipFill>
            <a:blip r:embed="rId3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2494664" y="3452922"/>
            <a:ext cx="41910" cy="41910"/>
          </a:xfrm>
          <a:custGeom>
            <a:avLst/>
            <a:gdLst/>
            <a:ahLst/>
            <a:cxnLst/>
            <a:rect l="l" t="t" r="r" b="b"/>
            <a:pathLst>
              <a:path w="41910" h="41910">
                <a:moveTo>
                  <a:pt x="20718" y="0"/>
                </a:moveTo>
                <a:lnTo>
                  <a:pt x="12654" y="1625"/>
                </a:lnTo>
                <a:lnTo>
                  <a:pt x="6068" y="6057"/>
                </a:lnTo>
                <a:lnTo>
                  <a:pt x="1628" y="12632"/>
                </a:lnTo>
                <a:lnTo>
                  <a:pt x="0" y="20683"/>
                </a:lnTo>
                <a:lnTo>
                  <a:pt x="1628" y="28733"/>
                </a:lnTo>
                <a:lnTo>
                  <a:pt x="6068" y="35307"/>
                </a:lnTo>
                <a:lnTo>
                  <a:pt x="12654" y="39740"/>
                </a:lnTo>
                <a:lnTo>
                  <a:pt x="20718" y="41365"/>
                </a:lnTo>
                <a:lnTo>
                  <a:pt x="28786" y="39740"/>
                </a:lnTo>
                <a:lnTo>
                  <a:pt x="35381" y="35307"/>
                </a:lnTo>
                <a:lnTo>
                  <a:pt x="39830" y="28733"/>
                </a:lnTo>
                <a:lnTo>
                  <a:pt x="41462" y="20683"/>
                </a:lnTo>
                <a:lnTo>
                  <a:pt x="39830" y="12632"/>
                </a:lnTo>
                <a:lnTo>
                  <a:pt x="35381" y="6057"/>
                </a:lnTo>
                <a:lnTo>
                  <a:pt x="28786" y="1625"/>
                </a:lnTo>
                <a:lnTo>
                  <a:pt x="2071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2491455" y="3359914"/>
            <a:ext cx="41910" cy="41910"/>
          </a:xfrm>
          <a:custGeom>
            <a:avLst/>
            <a:gdLst/>
            <a:ahLst/>
            <a:cxnLst/>
            <a:rect l="l" t="t" r="r" b="b"/>
            <a:pathLst>
              <a:path w="41910" h="41910">
                <a:moveTo>
                  <a:pt x="20718" y="0"/>
                </a:moveTo>
                <a:lnTo>
                  <a:pt x="12654" y="1624"/>
                </a:lnTo>
                <a:lnTo>
                  <a:pt x="6068" y="6055"/>
                </a:lnTo>
                <a:lnTo>
                  <a:pt x="1628" y="12627"/>
                </a:lnTo>
                <a:lnTo>
                  <a:pt x="0" y="20673"/>
                </a:lnTo>
                <a:lnTo>
                  <a:pt x="1628" y="28720"/>
                </a:lnTo>
                <a:lnTo>
                  <a:pt x="6068" y="35292"/>
                </a:lnTo>
                <a:lnTo>
                  <a:pt x="12654" y="39723"/>
                </a:lnTo>
                <a:lnTo>
                  <a:pt x="20718" y="41347"/>
                </a:lnTo>
                <a:lnTo>
                  <a:pt x="28782" y="39723"/>
                </a:lnTo>
                <a:lnTo>
                  <a:pt x="35368" y="35292"/>
                </a:lnTo>
                <a:lnTo>
                  <a:pt x="39809" y="28720"/>
                </a:lnTo>
                <a:lnTo>
                  <a:pt x="41437" y="20673"/>
                </a:lnTo>
                <a:lnTo>
                  <a:pt x="39809" y="12627"/>
                </a:lnTo>
                <a:lnTo>
                  <a:pt x="35368" y="6055"/>
                </a:lnTo>
                <a:lnTo>
                  <a:pt x="28782" y="1624"/>
                </a:lnTo>
                <a:lnTo>
                  <a:pt x="2071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2805494" y="3401609"/>
            <a:ext cx="115059" cy="114908"/>
          </a:xfrm>
          <a:prstGeom prst="rect">
            <a:avLst/>
          </a:prstGeom>
          <a:blipFill>
            <a:blip r:embed="rId3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4" name="object 54"/>
          <p:cNvGrpSpPr/>
          <p:nvPr/>
        </p:nvGrpSpPr>
        <p:grpSpPr>
          <a:xfrm>
            <a:off x="3165871" y="3341871"/>
            <a:ext cx="255904" cy="203200"/>
            <a:chOff x="3165871" y="3341871"/>
            <a:chExt cx="255904" cy="203200"/>
          </a:xfrm>
        </p:grpSpPr>
        <p:sp>
          <p:nvSpPr>
            <p:cNvPr id="55" name="object 55"/>
            <p:cNvSpPr/>
            <p:nvPr/>
          </p:nvSpPr>
          <p:spPr>
            <a:xfrm>
              <a:off x="3165871" y="3370760"/>
              <a:ext cx="136673" cy="173867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3335575" y="3341871"/>
              <a:ext cx="85834" cy="85736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/>
          <p:nvPr/>
        </p:nvSpPr>
        <p:spPr>
          <a:xfrm>
            <a:off x="3681996" y="3390620"/>
            <a:ext cx="831850" cy="129539"/>
          </a:xfrm>
          <a:custGeom>
            <a:avLst/>
            <a:gdLst/>
            <a:ahLst/>
            <a:cxnLst/>
            <a:rect l="l" t="t" r="r" b="b"/>
            <a:pathLst>
              <a:path w="831850" h="129539">
                <a:moveTo>
                  <a:pt x="165" y="79209"/>
                </a:moveTo>
                <a:lnTo>
                  <a:pt x="0" y="79730"/>
                </a:lnTo>
                <a:lnTo>
                  <a:pt x="165" y="80073"/>
                </a:lnTo>
                <a:lnTo>
                  <a:pt x="165" y="79209"/>
                </a:lnTo>
                <a:close/>
              </a:path>
              <a:path w="831850" h="129539">
                <a:moveTo>
                  <a:pt x="330" y="80403"/>
                </a:moveTo>
                <a:lnTo>
                  <a:pt x="165" y="80073"/>
                </a:lnTo>
                <a:lnTo>
                  <a:pt x="165" y="80238"/>
                </a:lnTo>
                <a:lnTo>
                  <a:pt x="330" y="80403"/>
                </a:lnTo>
                <a:close/>
              </a:path>
              <a:path w="831850" h="129539">
                <a:moveTo>
                  <a:pt x="807529" y="79324"/>
                </a:moveTo>
                <a:lnTo>
                  <a:pt x="133718" y="79324"/>
                </a:lnTo>
                <a:lnTo>
                  <a:pt x="133705" y="79197"/>
                </a:lnTo>
                <a:lnTo>
                  <a:pt x="132969" y="78562"/>
                </a:lnTo>
                <a:lnTo>
                  <a:pt x="132245" y="77927"/>
                </a:lnTo>
                <a:lnTo>
                  <a:pt x="1905" y="77927"/>
                </a:lnTo>
                <a:lnTo>
                  <a:pt x="3784" y="78562"/>
                </a:lnTo>
                <a:lnTo>
                  <a:pt x="6146" y="79324"/>
                </a:lnTo>
                <a:lnTo>
                  <a:pt x="3784" y="78562"/>
                </a:lnTo>
                <a:lnTo>
                  <a:pt x="1358" y="77749"/>
                </a:lnTo>
                <a:lnTo>
                  <a:pt x="990" y="77927"/>
                </a:lnTo>
                <a:lnTo>
                  <a:pt x="838" y="77927"/>
                </a:lnTo>
                <a:lnTo>
                  <a:pt x="685" y="78079"/>
                </a:lnTo>
                <a:lnTo>
                  <a:pt x="520" y="78168"/>
                </a:lnTo>
                <a:lnTo>
                  <a:pt x="469" y="78295"/>
                </a:lnTo>
                <a:lnTo>
                  <a:pt x="215" y="78562"/>
                </a:lnTo>
                <a:lnTo>
                  <a:pt x="165" y="79209"/>
                </a:lnTo>
                <a:lnTo>
                  <a:pt x="368" y="78600"/>
                </a:lnTo>
                <a:lnTo>
                  <a:pt x="254" y="80238"/>
                </a:lnTo>
                <a:lnTo>
                  <a:pt x="330" y="80403"/>
                </a:lnTo>
                <a:lnTo>
                  <a:pt x="419" y="80568"/>
                </a:lnTo>
                <a:lnTo>
                  <a:pt x="546" y="80606"/>
                </a:lnTo>
                <a:lnTo>
                  <a:pt x="838" y="80911"/>
                </a:lnTo>
                <a:lnTo>
                  <a:pt x="1422" y="80911"/>
                </a:lnTo>
                <a:lnTo>
                  <a:pt x="2882" y="81394"/>
                </a:lnTo>
                <a:lnTo>
                  <a:pt x="7531" y="82880"/>
                </a:lnTo>
                <a:lnTo>
                  <a:pt x="14998" y="85305"/>
                </a:lnTo>
                <a:lnTo>
                  <a:pt x="24523" y="88290"/>
                </a:lnTo>
                <a:lnTo>
                  <a:pt x="39751" y="93268"/>
                </a:lnTo>
                <a:lnTo>
                  <a:pt x="75806" y="104851"/>
                </a:lnTo>
                <a:lnTo>
                  <a:pt x="105625" y="114554"/>
                </a:lnTo>
                <a:lnTo>
                  <a:pt x="127114" y="121602"/>
                </a:lnTo>
                <a:lnTo>
                  <a:pt x="136639" y="124587"/>
                </a:lnTo>
                <a:lnTo>
                  <a:pt x="144170" y="127025"/>
                </a:lnTo>
                <a:lnTo>
                  <a:pt x="148755" y="128485"/>
                </a:lnTo>
                <a:lnTo>
                  <a:pt x="150418" y="129044"/>
                </a:lnTo>
                <a:lnTo>
                  <a:pt x="150939" y="128485"/>
                </a:lnTo>
                <a:lnTo>
                  <a:pt x="151168" y="128231"/>
                </a:lnTo>
                <a:lnTo>
                  <a:pt x="152260" y="127025"/>
                </a:lnTo>
                <a:lnTo>
                  <a:pt x="151409" y="125133"/>
                </a:lnTo>
                <a:lnTo>
                  <a:pt x="149250" y="120853"/>
                </a:lnTo>
                <a:lnTo>
                  <a:pt x="146291" y="114554"/>
                </a:lnTo>
                <a:lnTo>
                  <a:pt x="142963" y="106984"/>
                </a:lnTo>
                <a:lnTo>
                  <a:pt x="137947" y="94221"/>
                </a:lnTo>
                <a:lnTo>
                  <a:pt x="807529" y="94221"/>
                </a:lnTo>
                <a:lnTo>
                  <a:pt x="807529" y="79324"/>
                </a:lnTo>
                <a:close/>
              </a:path>
              <a:path w="831850" h="129539">
                <a:moveTo>
                  <a:pt x="831405" y="48818"/>
                </a:moveTo>
                <a:lnTo>
                  <a:pt x="831240" y="48653"/>
                </a:lnTo>
                <a:lnTo>
                  <a:pt x="831151" y="48488"/>
                </a:lnTo>
                <a:lnTo>
                  <a:pt x="830732" y="48145"/>
                </a:lnTo>
                <a:lnTo>
                  <a:pt x="830148" y="48145"/>
                </a:lnTo>
                <a:lnTo>
                  <a:pt x="828700" y="47663"/>
                </a:lnTo>
                <a:lnTo>
                  <a:pt x="824039" y="46177"/>
                </a:lnTo>
                <a:lnTo>
                  <a:pt x="816584" y="43751"/>
                </a:lnTo>
                <a:lnTo>
                  <a:pt x="807059" y="40779"/>
                </a:lnTo>
                <a:lnTo>
                  <a:pt x="755129" y="23812"/>
                </a:lnTo>
                <a:lnTo>
                  <a:pt x="713079" y="10274"/>
                </a:lnTo>
                <a:lnTo>
                  <a:pt x="703961" y="7302"/>
                </a:lnTo>
                <a:lnTo>
                  <a:pt x="694931" y="4470"/>
                </a:lnTo>
                <a:lnTo>
                  <a:pt x="682891" y="596"/>
                </a:lnTo>
                <a:lnTo>
                  <a:pt x="681151" y="0"/>
                </a:lnTo>
                <a:lnTo>
                  <a:pt x="679437" y="2260"/>
                </a:lnTo>
                <a:lnTo>
                  <a:pt x="680199" y="3403"/>
                </a:lnTo>
                <a:lnTo>
                  <a:pt x="682396" y="6134"/>
                </a:lnTo>
                <a:lnTo>
                  <a:pt x="682472" y="6261"/>
                </a:lnTo>
                <a:lnTo>
                  <a:pt x="694918" y="31813"/>
                </a:lnTo>
                <a:lnTo>
                  <a:pt x="695629" y="34645"/>
                </a:lnTo>
                <a:lnTo>
                  <a:pt x="24041" y="34645"/>
                </a:lnTo>
                <a:lnTo>
                  <a:pt x="24041" y="49542"/>
                </a:lnTo>
                <a:lnTo>
                  <a:pt x="697826" y="49542"/>
                </a:lnTo>
                <a:lnTo>
                  <a:pt x="697941" y="49847"/>
                </a:lnTo>
                <a:lnTo>
                  <a:pt x="699338" y="51130"/>
                </a:lnTo>
                <a:lnTo>
                  <a:pt x="829665" y="51130"/>
                </a:lnTo>
                <a:lnTo>
                  <a:pt x="827646" y="50457"/>
                </a:lnTo>
                <a:lnTo>
                  <a:pt x="827773" y="50495"/>
                </a:lnTo>
                <a:lnTo>
                  <a:pt x="829665" y="51130"/>
                </a:lnTo>
                <a:lnTo>
                  <a:pt x="830211" y="51308"/>
                </a:lnTo>
                <a:lnTo>
                  <a:pt x="830580" y="51130"/>
                </a:lnTo>
                <a:lnTo>
                  <a:pt x="830732" y="51130"/>
                </a:lnTo>
                <a:lnTo>
                  <a:pt x="830884" y="50965"/>
                </a:lnTo>
                <a:lnTo>
                  <a:pt x="831062" y="50888"/>
                </a:lnTo>
                <a:lnTo>
                  <a:pt x="831100" y="50761"/>
                </a:lnTo>
                <a:lnTo>
                  <a:pt x="831367" y="50495"/>
                </a:lnTo>
                <a:lnTo>
                  <a:pt x="831405" y="49847"/>
                </a:lnTo>
                <a:lnTo>
                  <a:pt x="831329" y="48844"/>
                </a:lnTo>
                <a:lnTo>
                  <a:pt x="831405" y="48983"/>
                </a:lnTo>
                <a:lnTo>
                  <a:pt x="831405" y="48818"/>
                </a:lnTo>
                <a:close/>
              </a:path>
              <a:path w="831850" h="129539">
                <a:moveTo>
                  <a:pt x="831583" y="49326"/>
                </a:moveTo>
                <a:lnTo>
                  <a:pt x="831405" y="48983"/>
                </a:lnTo>
                <a:lnTo>
                  <a:pt x="831405" y="49847"/>
                </a:lnTo>
                <a:lnTo>
                  <a:pt x="831583" y="4932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8" name="object 58"/>
          <p:cNvGrpSpPr/>
          <p:nvPr/>
        </p:nvGrpSpPr>
        <p:grpSpPr>
          <a:xfrm>
            <a:off x="4749821" y="3379099"/>
            <a:ext cx="422909" cy="203200"/>
            <a:chOff x="4749821" y="3379099"/>
            <a:chExt cx="422909" cy="203200"/>
          </a:xfrm>
        </p:grpSpPr>
        <p:sp>
          <p:nvSpPr>
            <p:cNvPr id="59" name="object 59"/>
            <p:cNvSpPr/>
            <p:nvPr/>
          </p:nvSpPr>
          <p:spPr>
            <a:xfrm>
              <a:off x="4749821" y="3407990"/>
              <a:ext cx="131575" cy="173864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4916964" y="3407990"/>
              <a:ext cx="136549" cy="173864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5086594" y="3379099"/>
              <a:ext cx="85809" cy="85736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/>
          <p:nvPr/>
        </p:nvSpPr>
        <p:spPr>
          <a:xfrm>
            <a:off x="1894576" y="4682416"/>
            <a:ext cx="1005840" cy="0"/>
          </a:xfrm>
          <a:custGeom>
            <a:avLst/>
            <a:gdLst/>
            <a:ahLst/>
            <a:cxnLst/>
            <a:rect l="l" t="t" r="r" b="b"/>
            <a:pathLst>
              <a:path w="1005839">
                <a:moveTo>
                  <a:pt x="0" y="0"/>
                </a:moveTo>
                <a:lnTo>
                  <a:pt x="1005601" y="0"/>
                </a:lnTo>
              </a:path>
            </a:pathLst>
          </a:custGeom>
          <a:ln w="1208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 txBox="1"/>
          <p:nvPr/>
        </p:nvSpPr>
        <p:spPr>
          <a:xfrm>
            <a:off x="1220524" y="4679254"/>
            <a:ext cx="1610360" cy="3784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5"/>
              </a:spcBef>
              <a:tabLst>
                <a:tab pos="780415" algn="l"/>
              </a:tabLst>
            </a:pPr>
            <a:r>
              <a:rPr sz="3450" i="1" spc="135" baseline="43478" dirty="0">
                <a:latin typeface="Times New Roman"/>
                <a:cs typeface="Times New Roman"/>
              </a:rPr>
              <a:t>K</a:t>
            </a:r>
            <a:r>
              <a:rPr sz="2025" i="1" spc="135" baseline="51440" dirty="0">
                <a:latin typeface="Times New Roman"/>
                <a:cs typeface="Times New Roman"/>
              </a:rPr>
              <a:t>a</a:t>
            </a:r>
            <a:r>
              <a:rPr sz="2025" i="1" spc="705" baseline="51440" dirty="0">
                <a:latin typeface="Times New Roman"/>
                <a:cs typeface="Times New Roman"/>
              </a:rPr>
              <a:t> </a:t>
            </a:r>
            <a:r>
              <a:rPr sz="3450" spc="15" baseline="43478" dirty="0">
                <a:latin typeface="Symbol"/>
                <a:cs typeface="Symbol"/>
              </a:rPr>
              <a:t></a:t>
            </a:r>
            <a:r>
              <a:rPr sz="3450" spc="15" baseline="43478" dirty="0">
                <a:latin typeface="Times New Roman"/>
                <a:cs typeface="Times New Roman"/>
              </a:rPr>
              <a:t>	</a:t>
            </a:r>
            <a:r>
              <a:rPr sz="2300" spc="40" dirty="0">
                <a:latin typeface="Times New Roman"/>
                <a:cs typeface="Times New Roman"/>
              </a:rPr>
              <a:t>[</a:t>
            </a:r>
            <a:r>
              <a:rPr sz="2300" i="1" spc="40" dirty="0">
                <a:latin typeface="Times New Roman"/>
                <a:cs typeface="Times New Roman"/>
              </a:rPr>
              <a:t>BH</a:t>
            </a:r>
            <a:r>
              <a:rPr sz="2300" i="1" spc="-235" dirty="0">
                <a:latin typeface="Times New Roman"/>
                <a:cs typeface="Times New Roman"/>
              </a:rPr>
              <a:t> </a:t>
            </a:r>
            <a:r>
              <a:rPr sz="2025" baseline="43209" dirty="0">
                <a:latin typeface="Symbol"/>
                <a:cs typeface="Symbol"/>
              </a:rPr>
              <a:t></a:t>
            </a:r>
            <a:r>
              <a:rPr sz="2025" baseline="43209" dirty="0">
                <a:latin typeface="Times New Roman"/>
                <a:cs typeface="Times New Roman"/>
              </a:rPr>
              <a:t> </a:t>
            </a:r>
            <a:r>
              <a:rPr sz="2300" spc="5" dirty="0">
                <a:latin typeface="Times New Roman"/>
                <a:cs typeface="Times New Roman"/>
              </a:rPr>
              <a:t>]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11125200" y="6431812"/>
            <a:ext cx="17589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z="1400" dirty="0">
                <a:latin typeface="Arial"/>
                <a:cs typeface="Arial"/>
              </a:rPr>
              <a:t>6</a:t>
            </a:fld>
            <a:endParaRPr sz="140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1853590" y="4265787"/>
            <a:ext cx="1086485" cy="3784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5"/>
              </a:spcBef>
            </a:pPr>
            <a:r>
              <a:rPr sz="2300" spc="60" dirty="0">
                <a:latin typeface="Times New Roman"/>
                <a:cs typeface="Times New Roman"/>
              </a:rPr>
              <a:t>[</a:t>
            </a:r>
            <a:r>
              <a:rPr sz="2300" i="1" spc="60" dirty="0">
                <a:latin typeface="Times New Roman"/>
                <a:cs typeface="Times New Roman"/>
              </a:rPr>
              <a:t>B</a:t>
            </a:r>
            <a:r>
              <a:rPr sz="2300" spc="60" dirty="0">
                <a:latin typeface="Times New Roman"/>
                <a:cs typeface="Times New Roman"/>
              </a:rPr>
              <a:t>][</a:t>
            </a:r>
            <a:r>
              <a:rPr sz="2300" i="1" spc="60" dirty="0">
                <a:latin typeface="Times New Roman"/>
                <a:cs typeface="Times New Roman"/>
              </a:rPr>
              <a:t>H</a:t>
            </a:r>
            <a:r>
              <a:rPr sz="2300" i="1" spc="-229" dirty="0">
                <a:latin typeface="Times New Roman"/>
                <a:cs typeface="Times New Roman"/>
              </a:rPr>
              <a:t> </a:t>
            </a:r>
            <a:r>
              <a:rPr sz="2025" baseline="43209" dirty="0">
                <a:latin typeface="Symbol"/>
                <a:cs typeface="Symbol"/>
              </a:rPr>
              <a:t></a:t>
            </a:r>
            <a:r>
              <a:rPr sz="2025" baseline="43209" dirty="0">
                <a:latin typeface="Times New Roman"/>
                <a:cs typeface="Times New Roman"/>
              </a:rPr>
              <a:t> </a:t>
            </a:r>
            <a:r>
              <a:rPr sz="2300" spc="5" dirty="0">
                <a:latin typeface="Times New Roman"/>
                <a:cs typeface="Times New Roman"/>
              </a:rPr>
              <a:t>]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1254415" y="5281983"/>
            <a:ext cx="1712595" cy="3625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2200" i="1" spc="75" dirty="0">
                <a:latin typeface="Times New Roman"/>
                <a:cs typeface="Times New Roman"/>
              </a:rPr>
              <a:t>pK</a:t>
            </a:r>
            <a:r>
              <a:rPr sz="1875" i="1" spc="112" baseline="-24444" dirty="0">
                <a:latin typeface="Times New Roman"/>
                <a:cs typeface="Times New Roman"/>
              </a:rPr>
              <a:t>a</a:t>
            </a:r>
            <a:r>
              <a:rPr sz="1875" i="1" spc="675" baseline="-24444" dirty="0">
                <a:latin typeface="Times New Roman"/>
                <a:cs typeface="Times New Roman"/>
              </a:rPr>
              <a:t> </a:t>
            </a:r>
            <a:r>
              <a:rPr sz="2200" spc="15" dirty="0">
                <a:latin typeface="Symbol"/>
                <a:cs typeface="Symbol"/>
              </a:rPr>
              <a:t>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15" dirty="0">
                <a:latin typeface="Symbol"/>
                <a:cs typeface="Symbol"/>
              </a:rPr>
              <a:t></a:t>
            </a:r>
            <a:r>
              <a:rPr sz="2200" spc="-345" dirty="0">
                <a:latin typeface="Times New Roman"/>
                <a:cs typeface="Times New Roman"/>
              </a:rPr>
              <a:t> </a:t>
            </a:r>
            <a:r>
              <a:rPr sz="2200" spc="-30" dirty="0">
                <a:latin typeface="Times New Roman"/>
                <a:cs typeface="Times New Roman"/>
              </a:rPr>
              <a:t>log</a:t>
            </a:r>
            <a:r>
              <a:rPr sz="2200" spc="-114" dirty="0">
                <a:latin typeface="Times New Roman"/>
                <a:cs typeface="Times New Roman"/>
              </a:rPr>
              <a:t> </a:t>
            </a:r>
            <a:r>
              <a:rPr sz="2200" i="1" spc="110" dirty="0">
                <a:latin typeface="Times New Roman"/>
                <a:cs typeface="Times New Roman"/>
              </a:rPr>
              <a:t>K</a:t>
            </a:r>
            <a:r>
              <a:rPr sz="1875" i="1" spc="165" baseline="-24444" dirty="0">
                <a:latin typeface="Times New Roman"/>
                <a:cs typeface="Times New Roman"/>
              </a:rPr>
              <a:t>a</a:t>
            </a:r>
            <a:endParaRPr sz="1875" baseline="-24444">
              <a:latin typeface="Times New Roman"/>
              <a:cs typeface="Times New Roman"/>
            </a:endParaRPr>
          </a:p>
        </p:txBody>
      </p:sp>
      <p:graphicFrame>
        <p:nvGraphicFramePr>
          <p:cNvPr id="66" name="object 66"/>
          <p:cNvGraphicFramePr>
            <a:graphicFrameLocks noGrp="1"/>
          </p:cNvGraphicFramePr>
          <p:nvPr/>
        </p:nvGraphicFramePr>
        <p:xfrm>
          <a:off x="3376929" y="4077970"/>
          <a:ext cx="3695065" cy="22212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58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b="1" i="1" dirty="0">
                          <a:latin typeface="Arial"/>
                          <a:cs typeface="Arial"/>
                        </a:rPr>
                        <a:t>Compound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b="1" spc="-5" dirty="0">
                          <a:latin typeface="Arial"/>
                          <a:cs typeface="Arial"/>
                        </a:rPr>
                        <a:t>p</a:t>
                      </a:r>
                      <a:r>
                        <a:rPr sz="1800" b="1" i="1" spc="-5" dirty="0">
                          <a:latin typeface="Arial"/>
                          <a:cs typeface="Arial"/>
                        </a:rPr>
                        <a:t>K</a:t>
                      </a:r>
                      <a:r>
                        <a:rPr sz="1800" b="1" spc="-7" baseline="-25462" dirty="0">
                          <a:latin typeface="Arial"/>
                          <a:cs typeface="Arial"/>
                        </a:rPr>
                        <a:t>a</a:t>
                      </a:r>
                      <a:endParaRPr sz="1800" baseline="-25462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b="1" spc="-10" dirty="0">
                          <a:latin typeface="Arial"/>
                          <a:cs typeface="Arial"/>
                        </a:rPr>
                        <a:t>Ammonia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b="1" spc="-5" dirty="0">
                          <a:latin typeface="Arial"/>
                          <a:cs typeface="Arial"/>
                        </a:rPr>
                        <a:t>9.26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b="1" spc="-5" dirty="0">
                          <a:latin typeface="Arial"/>
                          <a:cs typeface="Arial"/>
                        </a:rPr>
                        <a:t>Methylamine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b="1" spc="-5" dirty="0">
                          <a:latin typeface="Arial"/>
                          <a:cs typeface="Arial"/>
                        </a:rPr>
                        <a:t>10.64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b="1" spc="-10" dirty="0">
                          <a:latin typeface="Arial"/>
                          <a:cs typeface="Arial"/>
                        </a:rPr>
                        <a:t>Trimethylamine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b="1" spc="-5" dirty="0">
                          <a:latin typeface="Arial"/>
                          <a:cs typeface="Arial"/>
                        </a:rPr>
                        <a:t>9.79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b="1" dirty="0">
                          <a:latin typeface="Arial"/>
                          <a:cs typeface="Arial"/>
                        </a:rPr>
                        <a:t>Ethoxide</a:t>
                      </a:r>
                      <a:r>
                        <a:rPr sz="1800" b="1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800" b="1" spc="-5" dirty="0">
                          <a:latin typeface="Arial"/>
                          <a:cs typeface="Arial"/>
                        </a:rPr>
                        <a:t>(NaOEt)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b="1" i="1" spc="-5" dirty="0">
                          <a:latin typeface="Arial"/>
                          <a:cs typeface="Arial"/>
                        </a:rPr>
                        <a:t>Ca.</a:t>
                      </a:r>
                      <a:r>
                        <a:rPr sz="1800" b="1" i="1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800" b="1" spc="-10" dirty="0">
                          <a:latin typeface="Arial"/>
                          <a:cs typeface="Arial"/>
                        </a:rPr>
                        <a:t>18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b="1" spc="-5" dirty="0">
                          <a:latin typeface="Arial"/>
                          <a:cs typeface="Arial"/>
                        </a:rPr>
                        <a:t>Carbonate</a:t>
                      </a:r>
                      <a:r>
                        <a:rPr sz="1800" b="1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800" b="1" dirty="0">
                          <a:latin typeface="Arial"/>
                          <a:cs typeface="Arial"/>
                        </a:rPr>
                        <a:t>(CO</a:t>
                      </a:r>
                      <a:r>
                        <a:rPr sz="1800" b="1" baseline="-25462" dirty="0">
                          <a:latin typeface="Arial"/>
                          <a:cs typeface="Arial"/>
                        </a:rPr>
                        <a:t>3</a:t>
                      </a:r>
                      <a:r>
                        <a:rPr sz="1800" b="1" baseline="25462" dirty="0">
                          <a:latin typeface="Arial"/>
                          <a:cs typeface="Arial"/>
                        </a:rPr>
                        <a:t>2-</a:t>
                      </a:r>
                      <a:r>
                        <a:rPr sz="1800" b="1" dirty="0">
                          <a:latin typeface="Arial"/>
                          <a:cs typeface="Arial"/>
                        </a:rPr>
                        <a:t>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b="1" spc="-5" dirty="0">
                          <a:latin typeface="Arial"/>
                          <a:cs typeface="Arial"/>
                        </a:rPr>
                        <a:t>10.25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250063"/>
            <a:ext cx="708660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270" dirty="0"/>
              <a:t>Reactions: </a:t>
            </a:r>
            <a:r>
              <a:rPr sz="4400" spc="-235" dirty="0"/>
              <a:t>amine </a:t>
            </a:r>
            <a:r>
              <a:rPr sz="4400" spc="-175" dirty="0"/>
              <a:t>as</a:t>
            </a:r>
            <a:r>
              <a:rPr sz="4400" spc="-765" dirty="0"/>
              <a:t> </a:t>
            </a:r>
            <a:r>
              <a:rPr sz="4400" spc="-240" dirty="0"/>
              <a:t>nucleophile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6970521" y="1720088"/>
            <a:ext cx="4822190" cy="39547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700" indent="-229235">
              <a:lnSpc>
                <a:spcPts val="2039"/>
              </a:lnSpc>
              <a:spcBef>
                <a:spcPts val="105"/>
              </a:spcBef>
              <a:buFont typeface="Arial"/>
              <a:buChar char="•"/>
              <a:tabLst>
                <a:tab pos="266700" algn="l"/>
                <a:tab pos="267335" algn="l"/>
              </a:tabLst>
            </a:pPr>
            <a:r>
              <a:rPr sz="2000" spc="-5" dirty="0">
                <a:latin typeface="Carlito"/>
                <a:cs typeface="Carlito"/>
              </a:rPr>
              <a:t>The </a:t>
            </a:r>
            <a:r>
              <a:rPr sz="2000" b="1" dirty="0">
                <a:latin typeface="Carlito"/>
                <a:cs typeface="Carlito"/>
              </a:rPr>
              <a:t>lone pair </a:t>
            </a:r>
            <a:r>
              <a:rPr sz="2000" spc="-5" dirty="0">
                <a:latin typeface="Carlito"/>
                <a:cs typeface="Carlito"/>
              </a:rPr>
              <a:t>can be </a:t>
            </a:r>
            <a:r>
              <a:rPr sz="2000" dirty="0">
                <a:latin typeface="Carlito"/>
                <a:cs typeface="Carlito"/>
              </a:rPr>
              <a:t>used </a:t>
            </a:r>
            <a:r>
              <a:rPr sz="2000" spc="-15" dirty="0">
                <a:latin typeface="Carlito"/>
                <a:cs typeface="Carlito"/>
              </a:rPr>
              <a:t>to </a:t>
            </a:r>
            <a:r>
              <a:rPr sz="2000" spc="-5" dirty="0">
                <a:latin typeface="Carlito"/>
                <a:cs typeface="Carlito"/>
              </a:rPr>
              <a:t>displace</a:t>
            </a:r>
            <a:r>
              <a:rPr sz="2000" spc="-50" dirty="0">
                <a:latin typeface="Carlito"/>
                <a:cs typeface="Carlito"/>
              </a:rPr>
              <a:t> </a:t>
            </a:r>
            <a:r>
              <a:rPr sz="2000" dirty="0">
                <a:latin typeface="Carlito"/>
                <a:cs typeface="Carlito"/>
              </a:rPr>
              <a:t>a</a:t>
            </a:r>
            <a:endParaRPr sz="2000">
              <a:latin typeface="Carlito"/>
              <a:cs typeface="Carlito"/>
            </a:endParaRPr>
          </a:p>
          <a:p>
            <a:pPr marL="266700">
              <a:lnSpc>
                <a:spcPts val="2039"/>
              </a:lnSpc>
            </a:pPr>
            <a:r>
              <a:rPr sz="2000" spc="-10" dirty="0">
                <a:latin typeface="Carlito"/>
                <a:cs typeface="Carlito"/>
              </a:rPr>
              <a:t>leaving group</a:t>
            </a:r>
            <a:r>
              <a:rPr sz="2000" spc="-15" dirty="0">
                <a:latin typeface="Carlito"/>
                <a:cs typeface="Carlito"/>
              </a:rPr>
              <a:t> </a:t>
            </a:r>
            <a:r>
              <a:rPr sz="2000" spc="5" dirty="0">
                <a:latin typeface="Carlito"/>
                <a:cs typeface="Carlito"/>
              </a:rPr>
              <a:t>(S</a:t>
            </a:r>
            <a:r>
              <a:rPr sz="1950" spc="7" baseline="-21367" dirty="0">
                <a:latin typeface="Carlito"/>
                <a:cs typeface="Carlito"/>
              </a:rPr>
              <a:t>N</a:t>
            </a:r>
            <a:r>
              <a:rPr sz="2000" spc="5" dirty="0">
                <a:latin typeface="Carlito"/>
                <a:cs typeface="Carlito"/>
              </a:rPr>
              <a:t>2)</a:t>
            </a:r>
            <a:endParaRPr sz="2000">
              <a:latin typeface="Carlito"/>
              <a:cs typeface="Carlito"/>
            </a:endParaRPr>
          </a:p>
          <a:p>
            <a:pPr marL="266700" marR="242570" indent="-229235">
              <a:lnSpc>
                <a:spcPct val="70000"/>
              </a:lnSpc>
              <a:spcBef>
                <a:spcPts val="994"/>
              </a:spcBef>
              <a:buFont typeface="Arial"/>
              <a:buChar char="•"/>
              <a:tabLst>
                <a:tab pos="266700" algn="l"/>
                <a:tab pos="267335" algn="l"/>
              </a:tabLst>
            </a:pPr>
            <a:r>
              <a:rPr sz="2000" spc="-55" dirty="0">
                <a:latin typeface="Carlito"/>
                <a:cs typeface="Carlito"/>
              </a:rPr>
              <a:t>BUT, </a:t>
            </a:r>
            <a:r>
              <a:rPr sz="2000" dirty="0">
                <a:latin typeface="Carlito"/>
                <a:cs typeface="Carlito"/>
              </a:rPr>
              <a:t>the </a:t>
            </a:r>
            <a:r>
              <a:rPr sz="2000" b="1" dirty="0">
                <a:latin typeface="Carlito"/>
                <a:cs typeface="Carlito"/>
              </a:rPr>
              <a:t>lone pair </a:t>
            </a:r>
            <a:r>
              <a:rPr sz="2000" spc="-5" dirty="0">
                <a:latin typeface="Carlito"/>
                <a:cs typeface="Carlito"/>
              </a:rPr>
              <a:t>can be </a:t>
            </a:r>
            <a:r>
              <a:rPr sz="2000" spc="-10" dirty="0">
                <a:latin typeface="Carlito"/>
                <a:cs typeface="Carlito"/>
              </a:rPr>
              <a:t>regained </a:t>
            </a:r>
            <a:r>
              <a:rPr sz="2000" spc="-5" dirty="0">
                <a:latin typeface="Carlito"/>
                <a:cs typeface="Carlito"/>
              </a:rPr>
              <a:t>by loss  of</a:t>
            </a:r>
            <a:r>
              <a:rPr sz="2000" spc="-15" dirty="0">
                <a:latin typeface="Carlito"/>
                <a:cs typeface="Carlito"/>
              </a:rPr>
              <a:t> </a:t>
            </a:r>
            <a:r>
              <a:rPr sz="2000" spc="5" dirty="0">
                <a:latin typeface="Carlito"/>
                <a:cs typeface="Carlito"/>
              </a:rPr>
              <a:t>H</a:t>
            </a:r>
            <a:r>
              <a:rPr sz="1950" spc="7" baseline="25641" dirty="0">
                <a:latin typeface="Carlito"/>
                <a:cs typeface="Carlito"/>
              </a:rPr>
              <a:t>+</a:t>
            </a:r>
            <a:endParaRPr sz="1950" baseline="25641">
              <a:latin typeface="Carlito"/>
              <a:cs typeface="Carlito"/>
            </a:endParaRPr>
          </a:p>
          <a:p>
            <a:pPr marL="266700" marR="285750" indent="-229235">
              <a:lnSpc>
                <a:spcPct val="70000"/>
              </a:lnSpc>
              <a:spcBef>
                <a:spcPts val="1010"/>
              </a:spcBef>
              <a:buFont typeface="Arial"/>
              <a:buChar char="•"/>
              <a:tabLst>
                <a:tab pos="266700" algn="l"/>
                <a:tab pos="267335" algn="l"/>
              </a:tabLst>
            </a:pPr>
            <a:r>
              <a:rPr sz="2000" spc="-15" dirty="0">
                <a:latin typeface="Carlito"/>
                <a:cs typeface="Carlito"/>
              </a:rPr>
              <a:t>By </a:t>
            </a:r>
            <a:r>
              <a:rPr sz="2000" spc="-5" dirty="0">
                <a:latin typeface="Carlito"/>
                <a:cs typeface="Carlito"/>
              </a:rPr>
              <a:t>using </a:t>
            </a:r>
            <a:r>
              <a:rPr sz="2000" dirty="0">
                <a:latin typeface="Carlito"/>
                <a:cs typeface="Carlito"/>
              </a:rPr>
              <a:t>a </a:t>
            </a:r>
            <a:r>
              <a:rPr sz="2000" spc="-5" dirty="0">
                <a:latin typeface="Carlito"/>
                <a:cs typeface="Carlito"/>
              </a:rPr>
              <a:t>base </a:t>
            </a:r>
            <a:r>
              <a:rPr sz="2000" b="1" spc="-10" dirty="0">
                <a:latin typeface="Carlito"/>
                <a:cs typeface="Carlito"/>
              </a:rPr>
              <a:t>stronger </a:t>
            </a:r>
            <a:r>
              <a:rPr sz="2000" dirty="0">
                <a:latin typeface="Carlito"/>
                <a:cs typeface="Carlito"/>
              </a:rPr>
              <a:t>than </a:t>
            </a:r>
            <a:r>
              <a:rPr sz="2000" spc="-5" dirty="0">
                <a:latin typeface="Carlito"/>
                <a:cs typeface="Carlito"/>
              </a:rPr>
              <a:t>amine </a:t>
            </a:r>
            <a:r>
              <a:rPr sz="2000" dirty="0">
                <a:latin typeface="Carlito"/>
                <a:cs typeface="Carlito"/>
              </a:rPr>
              <a:t>(</a:t>
            </a:r>
            <a:r>
              <a:rPr sz="2000" i="1" dirty="0">
                <a:latin typeface="Carlito"/>
                <a:cs typeface="Carlito"/>
              </a:rPr>
              <a:t>e.g.  </a:t>
            </a:r>
            <a:r>
              <a:rPr sz="2000" spc="-20" dirty="0">
                <a:latin typeface="Carlito"/>
                <a:cs typeface="Carlito"/>
              </a:rPr>
              <a:t>hydroxide)</a:t>
            </a:r>
            <a:endParaRPr sz="2000">
              <a:latin typeface="Carlito"/>
              <a:cs typeface="Carlito"/>
            </a:endParaRPr>
          </a:p>
          <a:p>
            <a:pPr marL="266700" marR="365760" indent="-229235">
              <a:lnSpc>
                <a:spcPct val="70100"/>
              </a:lnSpc>
              <a:spcBef>
                <a:spcPts val="990"/>
              </a:spcBef>
              <a:buFont typeface="Arial"/>
              <a:buChar char="•"/>
              <a:tabLst>
                <a:tab pos="266700" algn="l"/>
                <a:tab pos="267335" algn="l"/>
              </a:tabLst>
            </a:pPr>
            <a:r>
              <a:rPr sz="2000" spc="-5" dirty="0">
                <a:latin typeface="Carlito"/>
                <a:cs typeface="Carlito"/>
              </a:rPr>
              <a:t>The </a:t>
            </a:r>
            <a:r>
              <a:rPr sz="2000" b="1" dirty="0">
                <a:latin typeface="Carlito"/>
                <a:cs typeface="Carlito"/>
              </a:rPr>
              <a:t>lone pair </a:t>
            </a:r>
            <a:r>
              <a:rPr sz="2000" dirty="0">
                <a:latin typeface="Carlito"/>
                <a:cs typeface="Carlito"/>
              </a:rPr>
              <a:t>in </a:t>
            </a:r>
            <a:r>
              <a:rPr sz="2000" spc="-5" dirty="0">
                <a:latin typeface="Carlito"/>
                <a:cs typeface="Carlito"/>
              </a:rPr>
              <a:t>product </a:t>
            </a:r>
            <a:r>
              <a:rPr sz="2000" dirty="0">
                <a:latin typeface="Carlito"/>
                <a:cs typeface="Carlito"/>
              </a:rPr>
              <a:t>means </a:t>
            </a:r>
            <a:r>
              <a:rPr sz="2000" spc="-5" dirty="0">
                <a:latin typeface="Carlito"/>
                <a:cs typeface="Carlito"/>
              </a:rPr>
              <a:t>that </a:t>
            </a:r>
            <a:r>
              <a:rPr sz="2000" dirty="0">
                <a:latin typeface="Carlito"/>
                <a:cs typeface="Carlito"/>
              </a:rPr>
              <a:t>it</a:t>
            </a:r>
            <a:r>
              <a:rPr sz="2000" spc="-95" dirty="0">
                <a:latin typeface="Carlito"/>
                <a:cs typeface="Carlito"/>
              </a:rPr>
              <a:t> </a:t>
            </a:r>
            <a:r>
              <a:rPr sz="2000" dirty="0">
                <a:latin typeface="Carlito"/>
                <a:cs typeface="Carlito"/>
              </a:rPr>
              <a:t>(</a:t>
            </a:r>
            <a:r>
              <a:rPr sz="2000" b="1" dirty="0">
                <a:latin typeface="Carlito"/>
                <a:cs typeface="Carlito"/>
              </a:rPr>
              <a:t>a  </a:t>
            </a:r>
            <a:r>
              <a:rPr sz="2000" b="1" spc="-10" dirty="0">
                <a:latin typeface="Carlito"/>
                <a:cs typeface="Carlito"/>
              </a:rPr>
              <a:t>more </a:t>
            </a:r>
            <a:r>
              <a:rPr sz="2000" b="1" spc="-5" dirty="0">
                <a:latin typeface="Carlito"/>
                <a:cs typeface="Carlito"/>
              </a:rPr>
              <a:t>substituted </a:t>
            </a:r>
            <a:r>
              <a:rPr sz="2000" b="1" dirty="0">
                <a:latin typeface="Carlito"/>
                <a:cs typeface="Carlito"/>
              </a:rPr>
              <a:t>amine</a:t>
            </a:r>
            <a:r>
              <a:rPr sz="2000" dirty="0">
                <a:latin typeface="Carlito"/>
                <a:cs typeface="Carlito"/>
              </a:rPr>
              <a:t>) </a:t>
            </a:r>
            <a:r>
              <a:rPr sz="2000" spc="-5" dirty="0">
                <a:latin typeface="Carlito"/>
                <a:cs typeface="Carlito"/>
              </a:rPr>
              <a:t>is also </a:t>
            </a:r>
            <a:r>
              <a:rPr sz="2000" dirty="0">
                <a:latin typeface="Carlito"/>
                <a:cs typeface="Carlito"/>
              </a:rPr>
              <a:t>a  nucleophile</a:t>
            </a:r>
            <a:endParaRPr sz="2000">
              <a:latin typeface="Carlito"/>
              <a:cs typeface="Carlito"/>
            </a:endParaRPr>
          </a:p>
          <a:p>
            <a:pPr marL="266700" indent="-229235">
              <a:lnSpc>
                <a:spcPts val="2039"/>
              </a:lnSpc>
              <a:spcBef>
                <a:spcPts val="280"/>
              </a:spcBef>
              <a:buFont typeface="Arial"/>
              <a:buChar char="•"/>
              <a:tabLst>
                <a:tab pos="266700" algn="l"/>
                <a:tab pos="267335" algn="l"/>
              </a:tabLst>
            </a:pPr>
            <a:r>
              <a:rPr sz="2000" spc="-15" dirty="0">
                <a:latin typeface="Carlito"/>
                <a:cs typeface="Carlito"/>
              </a:rPr>
              <a:t>So, </a:t>
            </a:r>
            <a:r>
              <a:rPr sz="2000" spc="-5" dirty="0">
                <a:latin typeface="Carlito"/>
                <a:cs typeface="Carlito"/>
              </a:rPr>
              <a:t>it </a:t>
            </a:r>
            <a:r>
              <a:rPr sz="2000" spc="-15" dirty="0">
                <a:latin typeface="Carlito"/>
                <a:cs typeface="Carlito"/>
              </a:rPr>
              <a:t>may </a:t>
            </a:r>
            <a:r>
              <a:rPr sz="2000" spc="-10" dirty="0">
                <a:latin typeface="Carlito"/>
                <a:cs typeface="Carlito"/>
              </a:rPr>
              <a:t>react </a:t>
            </a:r>
            <a:r>
              <a:rPr sz="2000" spc="-5" dirty="0">
                <a:latin typeface="Carlito"/>
                <a:cs typeface="Carlito"/>
              </a:rPr>
              <a:t>further until </a:t>
            </a:r>
            <a:r>
              <a:rPr sz="2000" dirty="0">
                <a:latin typeface="Carlito"/>
                <a:cs typeface="Carlito"/>
              </a:rPr>
              <a:t>no ‘H’ </a:t>
            </a:r>
            <a:r>
              <a:rPr sz="2000" spc="-5" dirty="0">
                <a:latin typeface="Carlito"/>
                <a:cs typeface="Carlito"/>
              </a:rPr>
              <a:t>is left</a:t>
            </a:r>
            <a:r>
              <a:rPr sz="2000" spc="45" dirty="0">
                <a:latin typeface="Carlito"/>
                <a:cs typeface="Carlito"/>
              </a:rPr>
              <a:t> </a:t>
            </a:r>
            <a:r>
              <a:rPr sz="2000" spc="-5" dirty="0">
                <a:latin typeface="Carlito"/>
                <a:cs typeface="Carlito"/>
              </a:rPr>
              <a:t>on</a:t>
            </a:r>
            <a:endParaRPr sz="2000">
              <a:latin typeface="Carlito"/>
              <a:cs typeface="Carlito"/>
            </a:endParaRPr>
          </a:p>
          <a:p>
            <a:pPr marL="266700">
              <a:lnSpc>
                <a:spcPts val="2039"/>
              </a:lnSpc>
            </a:pPr>
            <a:r>
              <a:rPr sz="2000" dirty="0">
                <a:latin typeface="Carlito"/>
                <a:cs typeface="Carlito"/>
              </a:rPr>
              <a:t>the</a:t>
            </a:r>
            <a:r>
              <a:rPr sz="2000" spc="-5" dirty="0">
                <a:latin typeface="Carlito"/>
                <a:cs typeface="Carlito"/>
              </a:rPr>
              <a:t> </a:t>
            </a:r>
            <a:r>
              <a:rPr sz="2000" dirty="0">
                <a:latin typeface="Carlito"/>
                <a:cs typeface="Carlito"/>
              </a:rPr>
              <a:t>N</a:t>
            </a:r>
            <a:endParaRPr sz="2000">
              <a:latin typeface="Carlito"/>
              <a:cs typeface="Carlito"/>
            </a:endParaRPr>
          </a:p>
          <a:p>
            <a:pPr marL="266700" marR="52069" indent="-229235">
              <a:lnSpc>
                <a:spcPct val="70000"/>
              </a:lnSpc>
              <a:spcBef>
                <a:spcPts val="1005"/>
              </a:spcBef>
              <a:buFont typeface="Arial"/>
              <a:buChar char="•"/>
              <a:tabLst>
                <a:tab pos="266700" algn="l"/>
                <a:tab pos="267335" algn="l"/>
              </a:tabLst>
            </a:pPr>
            <a:r>
              <a:rPr sz="2000" spc="-5" dirty="0">
                <a:latin typeface="Carlito"/>
                <a:cs typeface="Carlito"/>
              </a:rPr>
              <a:t>This is also </a:t>
            </a:r>
            <a:r>
              <a:rPr sz="2000" spc="-15" dirty="0">
                <a:latin typeface="Carlito"/>
                <a:cs typeface="Carlito"/>
              </a:rPr>
              <a:t>why </a:t>
            </a:r>
            <a:r>
              <a:rPr sz="2000" dirty="0">
                <a:latin typeface="Carlito"/>
                <a:cs typeface="Carlito"/>
              </a:rPr>
              <a:t>amines </a:t>
            </a:r>
            <a:r>
              <a:rPr sz="2000" spc="-10" dirty="0">
                <a:latin typeface="Carlito"/>
                <a:cs typeface="Carlito"/>
              </a:rPr>
              <a:t>form </a:t>
            </a:r>
            <a:r>
              <a:rPr sz="2000" dirty="0">
                <a:latin typeface="Carlito"/>
                <a:cs typeface="Carlito"/>
              </a:rPr>
              <a:t>amides </a:t>
            </a:r>
            <a:r>
              <a:rPr sz="2000" spc="-5" dirty="0">
                <a:latin typeface="Carlito"/>
                <a:cs typeface="Carlito"/>
              </a:rPr>
              <a:t>by  reacting </a:t>
            </a:r>
            <a:r>
              <a:rPr sz="2000" spc="-10" dirty="0">
                <a:latin typeface="Carlito"/>
                <a:cs typeface="Carlito"/>
              </a:rPr>
              <a:t>together </a:t>
            </a:r>
            <a:r>
              <a:rPr sz="2000" spc="-5" dirty="0">
                <a:latin typeface="Carlito"/>
                <a:cs typeface="Carlito"/>
              </a:rPr>
              <a:t>with other </a:t>
            </a:r>
            <a:r>
              <a:rPr sz="2000" spc="-10" dirty="0">
                <a:latin typeface="Carlito"/>
                <a:cs typeface="Carlito"/>
              </a:rPr>
              <a:t>carboxylic </a:t>
            </a:r>
            <a:r>
              <a:rPr sz="2000" dirty="0">
                <a:latin typeface="Carlito"/>
                <a:cs typeface="Carlito"/>
              </a:rPr>
              <a:t>acid  </a:t>
            </a:r>
            <a:r>
              <a:rPr sz="2000" spc="-10" dirty="0">
                <a:latin typeface="Carlito"/>
                <a:cs typeface="Carlito"/>
              </a:rPr>
              <a:t>derivatives </a:t>
            </a:r>
            <a:r>
              <a:rPr sz="2000" dirty="0">
                <a:latin typeface="Carlito"/>
                <a:cs typeface="Carlito"/>
              </a:rPr>
              <a:t>(but </a:t>
            </a:r>
            <a:r>
              <a:rPr sz="2000" spc="-15" dirty="0">
                <a:latin typeface="Carlito"/>
                <a:cs typeface="Carlito"/>
              </a:rPr>
              <a:t>NOT </a:t>
            </a:r>
            <a:r>
              <a:rPr sz="2000" spc="-5" dirty="0">
                <a:latin typeface="Carlito"/>
                <a:cs typeface="Carlito"/>
              </a:rPr>
              <a:t>with </a:t>
            </a:r>
            <a:r>
              <a:rPr sz="2000" spc="-10" dirty="0">
                <a:latin typeface="Carlito"/>
                <a:cs typeface="Carlito"/>
              </a:rPr>
              <a:t>carboxylic </a:t>
            </a:r>
            <a:r>
              <a:rPr sz="2000" dirty="0">
                <a:latin typeface="Carlito"/>
                <a:cs typeface="Carlito"/>
              </a:rPr>
              <a:t>acids  </a:t>
            </a:r>
            <a:r>
              <a:rPr sz="2000" spc="-5" dirty="0">
                <a:latin typeface="Carlito"/>
                <a:cs typeface="Carlito"/>
              </a:rPr>
              <a:t>themselves,</a:t>
            </a:r>
            <a:r>
              <a:rPr sz="2000" spc="15" dirty="0">
                <a:latin typeface="Carlito"/>
                <a:cs typeface="Carlito"/>
              </a:rPr>
              <a:t> </a:t>
            </a:r>
            <a:r>
              <a:rPr sz="2000" dirty="0">
                <a:latin typeface="Carlito"/>
                <a:cs typeface="Carlito"/>
              </a:rPr>
              <a:t>WHY?)</a:t>
            </a:r>
            <a:endParaRPr sz="2000">
              <a:latin typeface="Carlito"/>
              <a:cs typeface="Carlito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82624" y="1645226"/>
            <a:ext cx="643255" cy="581025"/>
            <a:chOff x="682624" y="1645226"/>
            <a:chExt cx="643255" cy="581025"/>
          </a:xfrm>
        </p:grpSpPr>
        <p:sp>
          <p:nvSpPr>
            <p:cNvPr id="5" name="object 5"/>
            <p:cNvSpPr/>
            <p:nvPr/>
          </p:nvSpPr>
          <p:spPr>
            <a:xfrm>
              <a:off x="1154594" y="1871912"/>
              <a:ext cx="101208" cy="12732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023256" y="2098597"/>
              <a:ext cx="100768" cy="127329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22246" y="2026343"/>
              <a:ext cx="31750" cy="45720"/>
            </a:xfrm>
            <a:custGeom>
              <a:avLst/>
              <a:gdLst/>
              <a:ahLst/>
              <a:cxnLst/>
              <a:rect l="l" t="t" r="r" b="b"/>
              <a:pathLst>
                <a:path w="31750" h="45719">
                  <a:moveTo>
                    <a:pt x="25508" y="0"/>
                  </a:moveTo>
                  <a:lnTo>
                    <a:pt x="22152" y="890"/>
                  </a:lnTo>
                  <a:lnTo>
                    <a:pt x="0" y="38916"/>
                  </a:lnTo>
                  <a:lnTo>
                    <a:pt x="898" y="42261"/>
                  </a:lnTo>
                  <a:lnTo>
                    <a:pt x="6161" y="45278"/>
                  </a:lnTo>
                  <a:lnTo>
                    <a:pt x="9535" y="44370"/>
                  </a:lnTo>
                  <a:lnTo>
                    <a:pt x="31688" y="6343"/>
                  </a:lnTo>
                  <a:lnTo>
                    <a:pt x="30771" y="301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023256" y="1645226"/>
              <a:ext cx="100768" cy="127348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27252" y="1798822"/>
              <a:ext cx="33655" cy="48260"/>
            </a:xfrm>
            <a:custGeom>
              <a:avLst/>
              <a:gdLst/>
              <a:ahLst/>
              <a:cxnLst/>
              <a:rect l="l" t="t" r="r" b="b"/>
              <a:pathLst>
                <a:path w="33655" h="48260">
                  <a:moveTo>
                    <a:pt x="6161" y="0"/>
                  </a:moveTo>
                  <a:lnTo>
                    <a:pt x="898" y="2999"/>
                  </a:lnTo>
                  <a:lnTo>
                    <a:pt x="0" y="6343"/>
                  </a:lnTo>
                  <a:lnTo>
                    <a:pt x="23656" y="46951"/>
                  </a:lnTo>
                  <a:lnTo>
                    <a:pt x="27012" y="47841"/>
                  </a:lnTo>
                  <a:lnTo>
                    <a:pt x="32275" y="44824"/>
                  </a:lnTo>
                  <a:lnTo>
                    <a:pt x="33192" y="41498"/>
                  </a:lnTo>
                  <a:lnTo>
                    <a:pt x="9535" y="8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82624" y="1871912"/>
              <a:ext cx="100774" cy="127329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5911" y="1869749"/>
              <a:ext cx="193211" cy="171718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026604" y="1877605"/>
              <a:ext cx="299085" cy="98425"/>
            </a:xfrm>
            <a:custGeom>
              <a:avLst/>
              <a:gdLst/>
              <a:ahLst/>
              <a:cxnLst/>
              <a:rect l="l" t="t" r="r" b="b"/>
              <a:pathLst>
                <a:path w="299084" h="98425">
                  <a:moveTo>
                    <a:pt x="103708" y="50292"/>
                  </a:moveTo>
                  <a:lnTo>
                    <a:pt x="101244" y="47866"/>
                  </a:lnTo>
                  <a:lnTo>
                    <a:pt x="2463" y="47866"/>
                  </a:lnTo>
                  <a:lnTo>
                    <a:pt x="0" y="50292"/>
                  </a:lnTo>
                  <a:lnTo>
                    <a:pt x="0" y="56337"/>
                  </a:lnTo>
                  <a:lnTo>
                    <a:pt x="2463" y="58762"/>
                  </a:lnTo>
                  <a:lnTo>
                    <a:pt x="101244" y="58762"/>
                  </a:lnTo>
                  <a:lnTo>
                    <a:pt x="103708" y="56337"/>
                  </a:lnTo>
                  <a:lnTo>
                    <a:pt x="103708" y="50292"/>
                  </a:lnTo>
                  <a:close/>
                </a:path>
                <a:path w="299084" h="98425">
                  <a:moveTo>
                    <a:pt x="297307" y="6781"/>
                  </a:moveTo>
                  <a:lnTo>
                    <a:pt x="290461" y="0"/>
                  </a:lnTo>
                  <a:lnTo>
                    <a:pt x="273596" y="0"/>
                  </a:lnTo>
                  <a:lnTo>
                    <a:pt x="266725" y="6781"/>
                  </a:lnTo>
                  <a:lnTo>
                    <a:pt x="266725" y="23507"/>
                  </a:lnTo>
                  <a:lnTo>
                    <a:pt x="273596" y="30289"/>
                  </a:lnTo>
                  <a:lnTo>
                    <a:pt x="290461" y="30289"/>
                  </a:lnTo>
                  <a:lnTo>
                    <a:pt x="297307" y="23507"/>
                  </a:lnTo>
                  <a:lnTo>
                    <a:pt x="297307" y="6781"/>
                  </a:lnTo>
                  <a:close/>
                </a:path>
                <a:path w="299084" h="98425">
                  <a:moveTo>
                    <a:pt x="299021" y="74930"/>
                  </a:moveTo>
                  <a:lnTo>
                    <a:pt x="292188" y="68148"/>
                  </a:lnTo>
                  <a:lnTo>
                    <a:pt x="275297" y="68148"/>
                  </a:lnTo>
                  <a:lnTo>
                    <a:pt x="268452" y="74930"/>
                  </a:lnTo>
                  <a:lnTo>
                    <a:pt x="268452" y="91655"/>
                  </a:lnTo>
                  <a:lnTo>
                    <a:pt x="275297" y="98425"/>
                  </a:lnTo>
                  <a:lnTo>
                    <a:pt x="292188" y="98425"/>
                  </a:lnTo>
                  <a:lnTo>
                    <a:pt x="299021" y="91655"/>
                  </a:lnTo>
                  <a:lnTo>
                    <a:pt x="299021" y="749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1412449" y="1658859"/>
            <a:ext cx="1103630" cy="593725"/>
            <a:chOff x="1412449" y="1658859"/>
            <a:chExt cx="1103630" cy="593725"/>
          </a:xfrm>
        </p:grpSpPr>
        <p:sp>
          <p:nvSpPr>
            <p:cNvPr id="14" name="object 14"/>
            <p:cNvSpPr/>
            <p:nvPr/>
          </p:nvSpPr>
          <p:spPr>
            <a:xfrm>
              <a:off x="2241870" y="1939094"/>
              <a:ext cx="100330" cy="11430"/>
            </a:xfrm>
            <a:custGeom>
              <a:avLst/>
              <a:gdLst/>
              <a:ahLst/>
              <a:cxnLst/>
              <a:rect l="l" t="t" r="r" b="b"/>
              <a:pathLst>
                <a:path w="100330" h="11430">
                  <a:moveTo>
                    <a:pt x="97284" y="0"/>
                  </a:moveTo>
                  <a:lnTo>
                    <a:pt x="2457" y="0"/>
                  </a:lnTo>
                  <a:lnTo>
                    <a:pt x="0" y="2435"/>
                  </a:lnTo>
                  <a:lnTo>
                    <a:pt x="0" y="8470"/>
                  </a:lnTo>
                  <a:lnTo>
                    <a:pt x="2457" y="10906"/>
                  </a:lnTo>
                  <a:lnTo>
                    <a:pt x="97284" y="10906"/>
                  </a:lnTo>
                  <a:lnTo>
                    <a:pt x="99760" y="8470"/>
                  </a:lnTo>
                  <a:lnTo>
                    <a:pt x="99760" y="243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412449" y="1658859"/>
              <a:ext cx="1103416" cy="59320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2752793" y="1678890"/>
            <a:ext cx="579120" cy="270510"/>
            <a:chOff x="2752793" y="1678890"/>
            <a:chExt cx="579120" cy="270510"/>
          </a:xfrm>
        </p:grpSpPr>
        <p:sp>
          <p:nvSpPr>
            <p:cNvPr id="17" name="object 17"/>
            <p:cNvSpPr/>
            <p:nvPr/>
          </p:nvSpPr>
          <p:spPr>
            <a:xfrm>
              <a:off x="2752788" y="1889162"/>
              <a:ext cx="579120" cy="59690"/>
            </a:xfrm>
            <a:custGeom>
              <a:avLst/>
              <a:gdLst/>
              <a:ahLst/>
              <a:cxnLst/>
              <a:rect l="l" t="t" r="r" b="b"/>
              <a:pathLst>
                <a:path w="579120" h="59689">
                  <a:moveTo>
                    <a:pt x="578942" y="30556"/>
                  </a:moveTo>
                  <a:lnTo>
                    <a:pt x="578573" y="29984"/>
                  </a:lnTo>
                  <a:lnTo>
                    <a:pt x="578319" y="29921"/>
                  </a:lnTo>
                  <a:lnTo>
                    <a:pt x="578015" y="29730"/>
                  </a:lnTo>
                  <a:lnTo>
                    <a:pt x="577710" y="29794"/>
                  </a:lnTo>
                  <a:lnTo>
                    <a:pt x="576783" y="29603"/>
                  </a:lnTo>
                  <a:lnTo>
                    <a:pt x="502831" y="9423"/>
                  </a:lnTo>
                  <a:lnTo>
                    <a:pt x="493483" y="6972"/>
                  </a:lnTo>
                  <a:lnTo>
                    <a:pt x="485228" y="4635"/>
                  </a:lnTo>
                  <a:lnTo>
                    <a:pt x="471957" y="1054"/>
                  </a:lnTo>
                  <a:lnTo>
                    <a:pt x="469646" y="381"/>
                  </a:lnTo>
                  <a:lnTo>
                    <a:pt x="469277" y="279"/>
                  </a:lnTo>
                  <a:lnTo>
                    <a:pt x="469087" y="279"/>
                  </a:lnTo>
                  <a:lnTo>
                    <a:pt x="467995" y="0"/>
                  </a:lnTo>
                  <a:lnTo>
                    <a:pt x="466890" y="1752"/>
                  </a:lnTo>
                  <a:lnTo>
                    <a:pt x="467410" y="2400"/>
                  </a:lnTo>
                  <a:lnTo>
                    <a:pt x="468604" y="2400"/>
                  </a:lnTo>
                  <a:lnTo>
                    <a:pt x="467436" y="2425"/>
                  </a:lnTo>
                  <a:lnTo>
                    <a:pt x="467271" y="2425"/>
                  </a:lnTo>
                  <a:lnTo>
                    <a:pt x="468909" y="4584"/>
                  </a:lnTo>
                  <a:lnTo>
                    <a:pt x="471106" y="7696"/>
                  </a:lnTo>
                  <a:lnTo>
                    <a:pt x="473608" y="11620"/>
                  </a:lnTo>
                  <a:lnTo>
                    <a:pt x="474649" y="11620"/>
                  </a:lnTo>
                  <a:lnTo>
                    <a:pt x="473671" y="11709"/>
                  </a:lnTo>
                  <a:lnTo>
                    <a:pt x="473532" y="11709"/>
                  </a:lnTo>
                  <a:lnTo>
                    <a:pt x="478256" y="21158"/>
                  </a:lnTo>
                  <a:lnTo>
                    <a:pt x="478256" y="21018"/>
                  </a:lnTo>
                  <a:lnTo>
                    <a:pt x="479640" y="25400"/>
                  </a:lnTo>
                  <a:lnTo>
                    <a:pt x="0" y="25400"/>
                  </a:lnTo>
                  <a:lnTo>
                    <a:pt x="0" y="36309"/>
                  </a:lnTo>
                  <a:lnTo>
                    <a:pt x="479513" y="36309"/>
                  </a:lnTo>
                  <a:lnTo>
                    <a:pt x="478256" y="39979"/>
                  </a:lnTo>
                  <a:lnTo>
                    <a:pt x="478256" y="39827"/>
                  </a:lnTo>
                  <a:lnTo>
                    <a:pt x="478180" y="39979"/>
                  </a:lnTo>
                  <a:lnTo>
                    <a:pt x="473494" y="48831"/>
                  </a:lnTo>
                  <a:lnTo>
                    <a:pt x="473671" y="48717"/>
                  </a:lnTo>
                  <a:lnTo>
                    <a:pt x="471106" y="52387"/>
                  </a:lnTo>
                  <a:lnTo>
                    <a:pt x="468909" y="55359"/>
                  </a:lnTo>
                  <a:lnTo>
                    <a:pt x="469087" y="55295"/>
                  </a:lnTo>
                  <a:lnTo>
                    <a:pt x="467410" y="57264"/>
                  </a:lnTo>
                  <a:lnTo>
                    <a:pt x="466890" y="57912"/>
                  </a:lnTo>
                  <a:lnTo>
                    <a:pt x="467995" y="59664"/>
                  </a:lnTo>
                  <a:lnTo>
                    <a:pt x="469087" y="59385"/>
                  </a:lnTo>
                  <a:lnTo>
                    <a:pt x="469277" y="59372"/>
                  </a:lnTo>
                  <a:lnTo>
                    <a:pt x="469595" y="59283"/>
                  </a:lnTo>
                  <a:lnTo>
                    <a:pt x="472579" y="58432"/>
                  </a:lnTo>
                  <a:lnTo>
                    <a:pt x="479717" y="56642"/>
                  </a:lnTo>
                  <a:lnTo>
                    <a:pt x="485051" y="55283"/>
                  </a:lnTo>
                  <a:lnTo>
                    <a:pt x="493483" y="53251"/>
                  </a:lnTo>
                  <a:lnTo>
                    <a:pt x="502653" y="50914"/>
                  </a:lnTo>
                  <a:lnTo>
                    <a:pt x="502831" y="50914"/>
                  </a:lnTo>
                  <a:lnTo>
                    <a:pt x="511048" y="48806"/>
                  </a:lnTo>
                  <a:lnTo>
                    <a:pt x="552348" y="38379"/>
                  </a:lnTo>
                  <a:lnTo>
                    <a:pt x="560781" y="36347"/>
                  </a:lnTo>
                  <a:lnTo>
                    <a:pt x="573252" y="33197"/>
                  </a:lnTo>
                  <a:lnTo>
                    <a:pt x="576732" y="32245"/>
                  </a:lnTo>
                  <a:lnTo>
                    <a:pt x="577710" y="32042"/>
                  </a:lnTo>
                  <a:lnTo>
                    <a:pt x="578015" y="32118"/>
                  </a:lnTo>
                  <a:lnTo>
                    <a:pt x="578332" y="31902"/>
                  </a:lnTo>
                  <a:lnTo>
                    <a:pt x="578573" y="31851"/>
                  </a:lnTo>
                  <a:lnTo>
                    <a:pt x="578942" y="31267"/>
                  </a:lnTo>
                  <a:lnTo>
                    <a:pt x="578827" y="30911"/>
                  </a:lnTo>
                  <a:lnTo>
                    <a:pt x="578713" y="31267"/>
                  </a:lnTo>
                  <a:lnTo>
                    <a:pt x="578713" y="30556"/>
                  </a:lnTo>
                  <a:lnTo>
                    <a:pt x="578827" y="30911"/>
                  </a:lnTo>
                  <a:lnTo>
                    <a:pt x="578942" y="305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875476" y="1678890"/>
              <a:ext cx="315601" cy="171300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9" name="object 19"/>
          <p:cNvGrpSpPr/>
          <p:nvPr/>
        </p:nvGrpSpPr>
        <p:grpSpPr>
          <a:xfrm>
            <a:off x="3573614" y="1610163"/>
            <a:ext cx="1055370" cy="650875"/>
            <a:chOff x="3573614" y="1610163"/>
            <a:chExt cx="1055370" cy="650875"/>
          </a:xfrm>
        </p:grpSpPr>
        <p:sp>
          <p:nvSpPr>
            <p:cNvPr id="20" name="object 20"/>
            <p:cNvSpPr/>
            <p:nvPr/>
          </p:nvSpPr>
          <p:spPr>
            <a:xfrm>
              <a:off x="4304761" y="1869749"/>
              <a:ext cx="113697" cy="131674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42298" y="1871912"/>
              <a:ext cx="100860" cy="12732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258170" y="1925472"/>
              <a:ext cx="370840" cy="116205"/>
            </a:xfrm>
            <a:custGeom>
              <a:avLst/>
              <a:gdLst/>
              <a:ahLst/>
              <a:cxnLst/>
              <a:rect l="l" t="t" r="r" b="b"/>
              <a:pathLst>
                <a:path w="370839" h="116205">
                  <a:moveTo>
                    <a:pt x="22745" y="2425"/>
                  </a:moveTo>
                  <a:lnTo>
                    <a:pt x="20180" y="0"/>
                  </a:lnTo>
                  <a:lnTo>
                    <a:pt x="2387" y="0"/>
                  </a:lnTo>
                  <a:lnTo>
                    <a:pt x="0" y="2425"/>
                  </a:lnTo>
                  <a:lnTo>
                    <a:pt x="0" y="8470"/>
                  </a:lnTo>
                  <a:lnTo>
                    <a:pt x="2387" y="10896"/>
                  </a:lnTo>
                  <a:lnTo>
                    <a:pt x="20180" y="10896"/>
                  </a:lnTo>
                  <a:lnTo>
                    <a:pt x="22745" y="8470"/>
                  </a:lnTo>
                  <a:lnTo>
                    <a:pt x="22745" y="2425"/>
                  </a:lnTo>
                  <a:close/>
                </a:path>
                <a:path w="370839" h="116205">
                  <a:moveTo>
                    <a:pt x="370255" y="80124"/>
                  </a:moveTo>
                  <a:lnTo>
                    <a:pt x="368604" y="75006"/>
                  </a:lnTo>
                  <a:lnTo>
                    <a:pt x="362369" y="66852"/>
                  </a:lnTo>
                  <a:lnTo>
                    <a:pt x="357962" y="64160"/>
                  </a:lnTo>
                  <a:lnTo>
                    <a:pt x="352285" y="62865"/>
                  </a:lnTo>
                  <a:lnTo>
                    <a:pt x="356679" y="60883"/>
                  </a:lnTo>
                  <a:lnTo>
                    <a:pt x="359981" y="58204"/>
                  </a:lnTo>
                  <a:lnTo>
                    <a:pt x="364388" y="51460"/>
                  </a:lnTo>
                  <a:lnTo>
                    <a:pt x="365493" y="47726"/>
                  </a:lnTo>
                  <a:lnTo>
                    <a:pt x="365493" y="39293"/>
                  </a:lnTo>
                  <a:lnTo>
                    <a:pt x="342747" y="18935"/>
                  </a:lnTo>
                  <a:lnTo>
                    <a:pt x="329907" y="18935"/>
                  </a:lnTo>
                  <a:lnTo>
                    <a:pt x="323494" y="21082"/>
                  </a:lnTo>
                  <a:lnTo>
                    <a:pt x="313220" y="29679"/>
                  </a:lnTo>
                  <a:lnTo>
                    <a:pt x="310108" y="35737"/>
                  </a:lnTo>
                  <a:lnTo>
                    <a:pt x="308635" y="43548"/>
                  </a:lnTo>
                  <a:lnTo>
                    <a:pt x="320370" y="45643"/>
                  </a:lnTo>
                  <a:lnTo>
                    <a:pt x="321297" y="39928"/>
                  </a:lnTo>
                  <a:lnTo>
                    <a:pt x="323126" y="35661"/>
                  </a:lnTo>
                  <a:lnTo>
                    <a:pt x="329361" y="29946"/>
                  </a:lnTo>
                  <a:lnTo>
                    <a:pt x="333209" y="28511"/>
                  </a:lnTo>
                  <a:lnTo>
                    <a:pt x="342379" y="28511"/>
                  </a:lnTo>
                  <a:lnTo>
                    <a:pt x="346049" y="29933"/>
                  </a:lnTo>
                  <a:lnTo>
                    <a:pt x="351917" y="35547"/>
                  </a:lnTo>
                  <a:lnTo>
                    <a:pt x="353390" y="39077"/>
                  </a:lnTo>
                  <a:lnTo>
                    <a:pt x="353390" y="48768"/>
                  </a:lnTo>
                  <a:lnTo>
                    <a:pt x="351370" y="52768"/>
                  </a:lnTo>
                  <a:lnTo>
                    <a:pt x="343293" y="57950"/>
                  </a:lnTo>
                  <a:lnTo>
                    <a:pt x="338899" y="59232"/>
                  </a:lnTo>
                  <a:lnTo>
                    <a:pt x="331927" y="59105"/>
                  </a:lnTo>
                  <a:lnTo>
                    <a:pt x="330644" y="69342"/>
                  </a:lnTo>
                  <a:lnTo>
                    <a:pt x="336702" y="68046"/>
                  </a:lnTo>
                  <a:lnTo>
                    <a:pt x="344398" y="68046"/>
                  </a:lnTo>
                  <a:lnTo>
                    <a:pt x="348805" y="69799"/>
                  </a:lnTo>
                  <a:lnTo>
                    <a:pt x="355955" y="76733"/>
                  </a:lnTo>
                  <a:lnTo>
                    <a:pt x="357784" y="81153"/>
                  </a:lnTo>
                  <a:lnTo>
                    <a:pt x="357784" y="92138"/>
                  </a:lnTo>
                  <a:lnTo>
                    <a:pt x="355765" y="96837"/>
                  </a:lnTo>
                  <a:lnTo>
                    <a:pt x="348246" y="104444"/>
                  </a:lnTo>
                  <a:lnTo>
                    <a:pt x="343484" y="106349"/>
                  </a:lnTo>
                  <a:lnTo>
                    <a:pt x="333209" y="106349"/>
                  </a:lnTo>
                  <a:lnTo>
                    <a:pt x="329361" y="104889"/>
                  </a:lnTo>
                  <a:lnTo>
                    <a:pt x="322757" y="99060"/>
                  </a:lnTo>
                  <a:lnTo>
                    <a:pt x="320560" y="94297"/>
                  </a:lnTo>
                  <a:lnTo>
                    <a:pt x="319278" y="87680"/>
                  </a:lnTo>
                  <a:lnTo>
                    <a:pt x="307352" y="89242"/>
                  </a:lnTo>
                  <a:lnTo>
                    <a:pt x="308267" y="97155"/>
                  </a:lnTo>
                  <a:lnTo>
                    <a:pt x="311391" y="103581"/>
                  </a:lnTo>
                  <a:lnTo>
                    <a:pt x="322580" y="113512"/>
                  </a:lnTo>
                  <a:lnTo>
                    <a:pt x="329539" y="116001"/>
                  </a:lnTo>
                  <a:lnTo>
                    <a:pt x="347154" y="116001"/>
                  </a:lnTo>
                  <a:lnTo>
                    <a:pt x="354850" y="113106"/>
                  </a:lnTo>
                  <a:lnTo>
                    <a:pt x="367131" y="101587"/>
                  </a:lnTo>
                  <a:lnTo>
                    <a:pt x="370255" y="94551"/>
                  </a:lnTo>
                  <a:lnTo>
                    <a:pt x="370255" y="8012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4046191" y="2133661"/>
              <a:ext cx="100860" cy="127329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092220" y="2024617"/>
              <a:ext cx="11430" cy="85725"/>
            </a:xfrm>
            <a:custGeom>
              <a:avLst/>
              <a:gdLst/>
              <a:ahLst/>
              <a:cxnLst/>
              <a:rect l="l" t="t" r="r" b="b"/>
              <a:pathLst>
                <a:path w="11429" h="85725">
                  <a:moveTo>
                    <a:pt x="8618" y="0"/>
                  </a:moveTo>
                  <a:lnTo>
                    <a:pt x="2567" y="0"/>
                  </a:lnTo>
                  <a:lnTo>
                    <a:pt x="0" y="2435"/>
                  </a:lnTo>
                  <a:lnTo>
                    <a:pt x="0" y="82905"/>
                  </a:lnTo>
                  <a:lnTo>
                    <a:pt x="2567" y="85341"/>
                  </a:lnTo>
                  <a:lnTo>
                    <a:pt x="8618" y="85341"/>
                  </a:lnTo>
                  <a:lnTo>
                    <a:pt x="11002" y="82905"/>
                  </a:lnTo>
                  <a:lnTo>
                    <a:pt x="11002" y="243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573614" y="1610163"/>
              <a:ext cx="660911" cy="431303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3917456" y="1925461"/>
              <a:ext cx="104139" cy="11430"/>
            </a:xfrm>
            <a:custGeom>
              <a:avLst/>
              <a:gdLst/>
              <a:ahLst/>
              <a:cxnLst/>
              <a:rect l="l" t="t" r="r" b="b"/>
              <a:pathLst>
                <a:path w="104139" h="11430">
                  <a:moveTo>
                    <a:pt x="101227" y="0"/>
                  </a:moveTo>
                  <a:lnTo>
                    <a:pt x="2567" y="0"/>
                  </a:lnTo>
                  <a:lnTo>
                    <a:pt x="0" y="2435"/>
                  </a:lnTo>
                  <a:lnTo>
                    <a:pt x="0" y="8470"/>
                  </a:lnTo>
                  <a:lnTo>
                    <a:pt x="2567" y="10906"/>
                  </a:lnTo>
                  <a:lnTo>
                    <a:pt x="101227" y="10906"/>
                  </a:lnTo>
                  <a:lnTo>
                    <a:pt x="103794" y="8470"/>
                  </a:lnTo>
                  <a:lnTo>
                    <a:pt x="103794" y="243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7" name="object 27"/>
          <p:cNvGrpSpPr/>
          <p:nvPr/>
        </p:nvGrpSpPr>
        <p:grpSpPr>
          <a:xfrm>
            <a:off x="667967" y="2458374"/>
            <a:ext cx="151765" cy="140970"/>
            <a:chOff x="667967" y="2458374"/>
            <a:chExt cx="151765" cy="140970"/>
          </a:xfrm>
        </p:grpSpPr>
        <p:sp>
          <p:nvSpPr>
            <p:cNvPr id="28" name="object 28"/>
            <p:cNvSpPr/>
            <p:nvPr/>
          </p:nvSpPr>
          <p:spPr>
            <a:xfrm>
              <a:off x="667967" y="2471226"/>
              <a:ext cx="47625" cy="128270"/>
            </a:xfrm>
            <a:custGeom>
              <a:avLst/>
              <a:gdLst/>
              <a:ahLst/>
              <a:cxnLst/>
              <a:rect l="l" t="t" r="r" b="b"/>
              <a:pathLst>
                <a:path w="47625" h="128269">
                  <a:moveTo>
                    <a:pt x="47320" y="0"/>
                  </a:moveTo>
                  <a:lnTo>
                    <a:pt x="37155" y="0"/>
                  </a:lnTo>
                  <a:lnTo>
                    <a:pt x="34408" y="5507"/>
                  </a:lnTo>
                  <a:lnTo>
                    <a:pt x="29735" y="11178"/>
                  </a:lnTo>
                  <a:lnTo>
                    <a:pt x="17974" y="21257"/>
                  </a:lnTo>
                  <a:lnTo>
                    <a:pt x="12398" y="25154"/>
                  </a:lnTo>
                  <a:lnTo>
                    <a:pt x="6407" y="28725"/>
                  </a:lnTo>
                  <a:lnTo>
                    <a:pt x="0" y="31971"/>
                  </a:lnTo>
                  <a:lnTo>
                    <a:pt x="0" y="47085"/>
                  </a:lnTo>
                  <a:lnTo>
                    <a:pt x="31545" y="28236"/>
                  </a:lnTo>
                  <a:lnTo>
                    <a:pt x="31545" y="127864"/>
                  </a:lnTo>
                  <a:lnTo>
                    <a:pt x="47320" y="127864"/>
                  </a:lnTo>
                  <a:lnTo>
                    <a:pt x="4732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54655" y="2458374"/>
              <a:ext cx="65045" cy="71924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0" name="object 30"/>
          <p:cNvGrpSpPr/>
          <p:nvPr/>
        </p:nvGrpSpPr>
        <p:grpSpPr>
          <a:xfrm>
            <a:off x="883225" y="2471753"/>
            <a:ext cx="482600" cy="129539"/>
            <a:chOff x="883225" y="2471753"/>
            <a:chExt cx="482600" cy="129539"/>
          </a:xfrm>
        </p:grpSpPr>
        <p:sp>
          <p:nvSpPr>
            <p:cNvPr id="31" name="object 31"/>
            <p:cNvSpPr/>
            <p:nvPr/>
          </p:nvSpPr>
          <p:spPr>
            <a:xfrm>
              <a:off x="883225" y="2504760"/>
              <a:ext cx="85694" cy="96414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990339" y="2504760"/>
              <a:ext cx="126112" cy="94329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1142631" y="2471762"/>
              <a:ext cx="15875" cy="127635"/>
            </a:xfrm>
            <a:custGeom>
              <a:avLst/>
              <a:gdLst/>
              <a:ahLst/>
              <a:cxnLst/>
              <a:rect l="l" t="t" r="r" b="b"/>
              <a:pathLst>
                <a:path w="15875" h="127635">
                  <a:moveTo>
                    <a:pt x="15773" y="35090"/>
                  </a:moveTo>
                  <a:lnTo>
                    <a:pt x="0" y="35090"/>
                  </a:lnTo>
                  <a:lnTo>
                    <a:pt x="0" y="127330"/>
                  </a:lnTo>
                  <a:lnTo>
                    <a:pt x="15773" y="127330"/>
                  </a:lnTo>
                  <a:lnTo>
                    <a:pt x="15773" y="35090"/>
                  </a:lnTo>
                  <a:close/>
                </a:path>
                <a:path w="15875" h="127635">
                  <a:moveTo>
                    <a:pt x="15773" y="0"/>
                  </a:moveTo>
                  <a:lnTo>
                    <a:pt x="0" y="0"/>
                  </a:lnTo>
                  <a:lnTo>
                    <a:pt x="0" y="17970"/>
                  </a:lnTo>
                  <a:lnTo>
                    <a:pt x="15773" y="17970"/>
                  </a:lnTo>
                  <a:lnTo>
                    <a:pt x="1577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1182890" y="2504760"/>
              <a:ext cx="75627" cy="94329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1279423" y="2504760"/>
              <a:ext cx="85786" cy="96414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36"/>
          <p:cNvGrpSpPr/>
          <p:nvPr/>
        </p:nvGrpSpPr>
        <p:grpSpPr>
          <a:xfrm>
            <a:off x="5638470" y="1601510"/>
            <a:ext cx="654685" cy="636270"/>
            <a:chOff x="5638470" y="1601510"/>
            <a:chExt cx="654685" cy="636270"/>
          </a:xfrm>
        </p:grpSpPr>
        <p:sp>
          <p:nvSpPr>
            <p:cNvPr id="37" name="object 37"/>
            <p:cNvSpPr/>
            <p:nvPr/>
          </p:nvSpPr>
          <p:spPr>
            <a:xfrm>
              <a:off x="6118969" y="1833049"/>
              <a:ext cx="103052" cy="130056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772849" y="2064588"/>
              <a:ext cx="102678" cy="13005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898490" y="1990788"/>
              <a:ext cx="219732" cy="246986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5985300" y="1601510"/>
              <a:ext cx="102492" cy="130074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091153" y="1758395"/>
              <a:ext cx="34290" cy="48895"/>
            </a:xfrm>
            <a:custGeom>
              <a:avLst/>
              <a:gdLst/>
              <a:ahLst/>
              <a:cxnLst/>
              <a:rect l="l" t="t" r="r" b="b"/>
              <a:pathLst>
                <a:path w="34289" h="48894">
                  <a:moveTo>
                    <a:pt x="6160" y="0"/>
                  </a:moveTo>
                  <a:lnTo>
                    <a:pt x="933" y="3063"/>
                  </a:lnTo>
                  <a:lnTo>
                    <a:pt x="0" y="6479"/>
                  </a:lnTo>
                  <a:lnTo>
                    <a:pt x="24082" y="47956"/>
                  </a:lnTo>
                  <a:lnTo>
                    <a:pt x="27443" y="48866"/>
                  </a:lnTo>
                  <a:lnTo>
                    <a:pt x="32857" y="45784"/>
                  </a:lnTo>
                  <a:lnTo>
                    <a:pt x="33790" y="42386"/>
                  </a:lnTo>
                  <a:lnTo>
                    <a:pt x="9707" y="9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5638470" y="1833049"/>
              <a:ext cx="102585" cy="130056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764074" y="1830840"/>
              <a:ext cx="196583" cy="175394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988659" y="1838870"/>
              <a:ext cx="304800" cy="100965"/>
            </a:xfrm>
            <a:custGeom>
              <a:avLst/>
              <a:gdLst/>
              <a:ahLst/>
              <a:cxnLst/>
              <a:rect l="l" t="t" r="r" b="b"/>
              <a:pathLst>
                <a:path w="304800" h="100964">
                  <a:moveTo>
                    <a:pt x="105664" y="51371"/>
                  </a:moveTo>
                  <a:lnTo>
                    <a:pt x="103047" y="48882"/>
                  </a:lnTo>
                  <a:lnTo>
                    <a:pt x="2425" y="48882"/>
                  </a:lnTo>
                  <a:lnTo>
                    <a:pt x="0" y="51371"/>
                  </a:lnTo>
                  <a:lnTo>
                    <a:pt x="0" y="57531"/>
                  </a:lnTo>
                  <a:lnTo>
                    <a:pt x="2425" y="60020"/>
                  </a:lnTo>
                  <a:lnTo>
                    <a:pt x="103047" y="60020"/>
                  </a:lnTo>
                  <a:lnTo>
                    <a:pt x="105664" y="57531"/>
                  </a:lnTo>
                  <a:lnTo>
                    <a:pt x="105664" y="51371"/>
                  </a:lnTo>
                  <a:close/>
                </a:path>
                <a:path w="304800" h="100964">
                  <a:moveTo>
                    <a:pt x="302615" y="6921"/>
                  </a:moveTo>
                  <a:lnTo>
                    <a:pt x="295706" y="0"/>
                  </a:lnTo>
                  <a:lnTo>
                    <a:pt x="278536" y="0"/>
                  </a:lnTo>
                  <a:lnTo>
                    <a:pt x="271627" y="6921"/>
                  </a:lnTo>
                  <a:lnTo>
                    <a:pt x="271627" y="24003"/>
                  </a:lnTo>
                  <a:lnTo>
                    <a:pt x="278536" y="30924"/>
                  </a:lnTo>
                  <a:lnTo>
                    <a:pt x="295706" y="30924"/>
                  </a:lnTo>
                  <a:lnTo>
                    <a:pt x="302615" y="24003"/>
                  </a:lnTo>
                  <a:lnTo>
                    <a:pt x="302615" y="6921"/>
                  </a:lnTo>
                  <a:close/>
                </a:path>
                <a:path w="304800" h="100964">
                  <a:moveTo>
                    <a:pt x="304482" y="76530"/>
                  </a:moveTo>
                  <a:lnTo>
                    <a:pt x="297395" y="69596"/>
                  </a:lnTo>
                  <a:lnTo>
                    <a:pt x="280212" y="69596"/>
                  </a:lnTo>
                  <a:lnTo>
                    <a:pt x="273304" y="76530"/>
                  </a:lnTo>
                  <a:lnTo>
                    <a:pt x="273304" y="93611"/>
                  </a:lnTo>
                  <a:lnTo>
                    <a:pt x="280212" y="100533"/>
                  </a:lnTo>
                  <a:lnTo>
                    <a:pt x="297395" y="100533"/>
                  </a:lnTo>
                  <a:lnTo>
                    <a:pt x="304482" y="93611"/>
                  </a:lnTo>
                  <a:lnTo>
                    <a:pt x="304482" y="765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/>
          <p:nvPr/>
        </p:nvSpPr>
        <p:spPr>
          <a:xfrm>
            <a:off x="4777592" y="1679878"/>
            <a:ext cx="673367" cy="245649"/>
          </a:xfrm>
          <a:prstGeom prst="rect">
            <a:avLst/>
          </a:prstGeom>
          <a:blipFill>
            <a:blip r:embed="rId2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5623069" y="2445994"/>
            <a:ext cx="169009" cy="143728"/>
          </a:xfrm>
          <a:prstGeom prst="rect">
            <a:avLst/>
          </a:prstGeom>
          <a:blipFill>
            <a:blip r:embed="rId2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7" name="object 47"/>
          <p:cNvGrpSpPr/>
          <p:nvPr/>
        </p:nvGrpSpPr>
        <p:grpSpPr>
          <a:xfrm>
            <a:off x="5843604" y="2459658"/>
            <a:ext cx="490855" cy="132715"/>
            <a:chOff x="5843604" y="2459658"/>
            <a:chExt cx="490855" cy="132715"/>
          </a:xfrm>
        </p:grpSpPr>
        <p:sp>
          <p:nvSpPr>
            <p:cNvPr id="48" name="object 48"/>
            <p:cNvSpPr/>
            <p:nvPr/>
          </p:nvSpPr>
          <p:spPr>
            <a:xfrm>
              <a:off x="5843604" y="2493373"/>
              <a:ext cx="87183" cy="98478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5952630" y="2493373"/>
              <a:ext cx="128441" cy="96349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107760" y="2459659"/>
              <a:ext cx="16510" cy="130175"/>
            </a:xfrm>
            <a:custGeom>
              <a:avLst/>
              <a:gdLst/>
              <a:ahLst/>
              <a:cxnLst/>
              <a:rect l="l" t="t" r="r" b="b"/>
              <a:pathLst>
                <a:path w="16510" h="130175">
                  <a:moveTo>
                    <a:pt x="16052" y="35852"/>
                  </a:moveTo>
                  <a:lnTo>
                    <a:pt x="0" y="35852"/>
                  </a:lnTo>
                  <a:lnTo>
                    <a:pt x="0" y="130073"/>
                  </a:lnTo>
                  <a:lnTo>
                    <a:pt x="16052" y="130073"/>
                  </a:lnTo>
                  <a:lnTo>
                    <a:pt x="16052" y="35852"/>
                  </a:lnTo>
                  <a:close/>
                </a:path>
                <a:path w="16510" h="130175">
                  <a:moveTo>
                    <a:pt x="16052" y="0"/>
                  </a:moveTo>
                  <a:lnTo>
                    <a:pt x="0" y="0"/>
                  </a:lnTo>
                  <a:lnTo>
                    <a:pt x="0" y="18364"/>
                  </a:lnTo>
                  <a:lnTo>
                    <a:pt x="16052" y="18364"/>
                  </a:lnTo>
                  <a:lnTo>
                    <a:pt x="1605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6148653" y="2493373"/>
              <a:ext cx="77102" cy="96349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247038" y="2493373"/>
              <a:ext cx="87183" cy="98478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3" name="object 53"/>
          <p:cNvGrpSpPr/>
          <p:nvPr/>
        </p:nvGrpSpPr>
        <p:grpSpPr>
          <a:xfrm>
            <a:off x="813806" y="3313507"/>
            <a:ext cx="631825" cy="571500"/>
            <a:chOff x="813806" y="3313507"/>
            <a:chExt cx="631825" cy="571500"/>
          </a:xfrm>
        </p:grpSpPr>
        <p:sp>
          <p:nvSpPr>
            <p:cNvPr id="54" name="object 54"/>
            <p:cNvSpPr/>
            <p:nvPr/>
          </p:nvSpPr>
          <p:spPr>
            <a:xfrm>
              <a:off x="1277452" y="3537836"/>
              <a:ext cx="99422" cy="124805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1148431" y="3760009"/>
              <a:ext cx="98990" cy="124823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1245674" y="3689188"/>
              <a:ext cx="31115" cy="44450"/>
            </a:xfrm>
            <a:custGeom>
              <a:avLst/>
              <a:gdLst/>
              <a:ahLst/>
              <a:cxnLst/>
              <a:rect l="l" t="t" r="r" b="b"/>
              <a:pathLst>
                <a:path w="31115" h="44450">
                  <a:moveTo>
                    <a:pt x="25058" y="0"/>
                  </a:moveTo>
                  <a:lnTo>
                    <a:pt x="21761" y="890"/>
                  </a:lnTo>
                  <a:lnTo>
                    <a:pt x="0" y="38163"/>
                  </a:lnTo>
                  <a:lnTo>
                    <a:pt x="882" y="41423"/>
                  </a:lnTo>
                  <a:lnTo>
                    <a:pt x="6052" y="44381"/>
                  </a:lnTo>
                  <a:lnTo>
                    <a:pt x="9349" y="43508"/>
                  </a:lnTo>
                  <a:lnTo>
                    <a:pt x="31111" y="6235"/>
                  </a:lnTo>
                  <a:lnTo>
                    <a:pt x="30228" y="295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943515" y="3315645"/>
              <a:ext cx="98990" cy="124805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1064627" y="3313507"/>
              <a:ext cx="217616" cy="197978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813806" y="3537836"/>
              <a:ext cx="98995" cy="124805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934924" y="3535698"/>
              <a:ext cx="189800" cy="168331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1151724" y="3543401"/>
              <a:ext cx="294005" cy="96520"/>
            </a:xfrm>
            <a:custGeom>
              <a:avLst/>
              <a:gdLst/>
              <a:ahLst/>
              <a:cxnLst/>
              <a:rect l="l" t="t" r="r" b="b"/>
              <a:pathLst>
                <a:path w="294005" h="96520">
                  <a:moveTo>
                    <a:pt x="101866" y="49314"/>
                  </a:moveTo>
                  <a:lnTo>
                    <a:pt x="99441" y="46926"/>
                  </a:lnTo>
                  <a:lnTo>
                    <a:pt x="2413" y="46926"/>
                  </a:lnTo>
                  <a:lnTo>
                    <a:pt x="0" y="49314"/>
                  </a:lnTo>
                  <a:lnTo>
                    <a:pt x="0" y="55219"/>
                  </a:lnTo>
                  <a:lnTo>
                    <a:pt x="2413" y="57619"/>
                  </a:lnTo>
                  <a:lnTo>
                    <a:pt x="99441" y="57619"/>
                  </a:lnTo>
                  <a:lnTo>
                    <a:pt x="101866" y="55219"/>
                  </a:lnTo>
                  <a:lnTo>
                    <a:pt x="101866" y="49314"/>
                  </a:lnTo>
                  <a:close/>
                </a:path>
                <a:path w="294005" h="96520">
                  <a:moveTo>
                    <a:pt x="292049" y="6642"/>
                  </a:moveTo>
                  <a:lnTo>
                    <a:pt x="285330" y="0"/>
                  </a:lnTo>
                  <a:lnTo>
                    <a:pt x="268744" y="0"/>
                  </a:lnTo>
                  <a:lnTo>
                    <a:pt x="262013" y="6642"/>
                  </a:lnTo>
                  <a:lnTo>
                    <a:pt x="262013" y="23050"/>
                  </a:lnTo>
                  <a:lnTo>
                    <a:pt x="268744" y="29705"/>
                  </a:lnTo>
                  <a:lnTo>
                    <a:pt x="285330" y="29705"/>
                  </a:lnTo>
                  <a:lnTo>
                    <a:pt x="292049" y="23050"/>
                  </a:lnTo>
                  <a:lnTo>
                    <a:pt x="292049" y="6642"/>
                  </a:lnTo>
                  <a:close/>
                </a:path>
                <a:path w="294005" h="96520">
                  <a:moveTo>
                    <a:pt x="293738" y="73444"/>
                  </a:moveTo>
                  <a:lnTo>
                    <a:pt x="287007" y="66789"/>
                  </a:lnTo>
                  <a:lnTo>
                    <a:pt x="270433" y="66789"/>
                  </a:lnTo>
                  <a:lnTo>
                    <a:pt x="263715" y="73444"/>
                  </a:lnTo>
                  <a:lnTo>
                    <a:pt x="263715" y="89852"/>
                  </a:lnTo>
                  <a:lnTo>
                    <a:pt x="270433" y="96494"/>
                  </a:lnTo>
                  <a:lnTo>
                    <a:pt x="287007" y="96494"/>
                  </a:lnTo>
                  <a:lnTo>
                    <a:pt x="293738" y="89852"/>
                  </a:lnTo>
                  <a:lnTo>
                    <a:pt x="293738" y="734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2" name="object 62"/>
          <p:cNvGrpSpPr/>
          <p:nvPr/>
        </p:nvGrpSpPr>
        <p:grpSpPr>
          <a:xfrm>
            <a:off x="1530683" y="3329007"/>
            <a:ext cx="1084580" cy="581660"/>
            <a:chOff x="1530683" y="3329007"/>
            <a:chExt cx="1084580" cy="581660"/>
          </a:xfrm>
        </p:grpSpPr>
        <p:sp>
          <p:nvSpPr>
            <p:cNvPr id="63" name="object 63"/>
            <p:cNvSpPr/>
            <p:nvPr/>
          </p:nvSpPr>
          <p:spPr>
            <a:xfrm>
              <a:off x="2345539" y="3603686"/>
              <a:ext cx="98425" cy="10795"/>
            </a:xfrm>
            <a:custGeom>
              <a:avLst/>
              <a:gdLst/>
              <a:ahLst/>
              <a:cxnLst/>
              <a:rect l="l" t="t" r="r" b="b"/>
              <a:pathLst>
                <a:path w="98425" h="10795">
                  <a:moveTo>
                    <a:pt x="95567" y="0"/>
                  </a:moveTo>
                  <a:lnTo>
                    <a:pt x="2413" y="0"/>
                  </a:lnTo>
                  <a:lnTo>
                    <a:pt x="0" y="2387"/>
                  </a:lnTo>
                  <a:lnTo>
                    <a:pt x="0" y="8284"/>
                  </a:lnTo>
                  <a:lnTo>
                    <a:pt x="2413" y="10689"/>
                  </a:lnTo>
                  <a:lnTo>
                    <a:pt x="95567" y="10689"/>
                  </a:lnTo>
                  <a:lnTo>
                    <a:pt x="97999" y="8284"/>
                  </a:lnTo>
                  <a:lnTo>
                    <a:pt x="97999" y="23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1530683" y="3329007"/>
              <a:ext cx="1084122" cy="581427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5" name="object 65"/>
          <p:cNvGrpSpPr/>
          <p:nvPr/>
        </p:nvGrpSpPr>
        <p:grpSpPr>
          <a:xfrm>
            <a:off x="2847372" y="3348623"/>
            <a:ext cx="568960" cy="264795"/>
            <a:chOff x="2847372" y="3348623"/>
            <a:chExt cx="568960" cy="264795"/>
          </a:xfrm>
        </p:grpSpPr>
        <p:sp>
          <p:nvSpPr>
            <p:cNvPr id="66" name="object 66"/>
            <p:cNvSpPr/>
            <p:nvPr/>
          </p:nvSpPr>
          <p:spPr>
            <a:xfrm>
              <a:off x="2847365" y="3554729"/>
              <a:ext cx="568960" cy="59055"/>
            </a:xfrm>
            <a:custGeom>
              <a:avLst/>
              <a:gdLst/>
              <a:ahLst/>
              <a:cxnLst/>
              <a:rect l="l" t="t" r="r" b="b"/>
              <a:pathLst>
                <a:path w="568960" h="59054">
                  <a:moveTo>
                    <a:pt x="568718" y="29972"/>
                  </a:moveTo>
                  <a:lnTo>
                    <a:pt x="568363" y="29400"/>
                  </a:lnTo>
                  <a:lnTo>
                    <a:pt x="568121" y="29349"/>
                  </a:lnTo>
                  <a:lnTo>
                    <a:pt x="567817" y="29146"/>
                  </a:lnTo>
                  <a:lnTo>
                    <a:pt x="567512" y="29222"/>
                  </a:lnTo>
                  <a:lnTo>
                    <a:pt x="566496" y="29006"/>
                  </a:lnTo>
                  <a:lnTo>
                    <a:pt x="493966" y="9232"/>
                  </a:lnTo>
                  <a:lnTo>
                    <a:pt x="484771" y="6832"/>
                  </a:lnTo>
                  <a:lnTo>
                    <a:pt x="476338" y="4470"/>
                  </a:lnTo>
                  <a:lnTo>
                    <a:pt x="464299" y="1231"/>
                  </a:lnTo>
                  <a:lnTo>
                    <a:pt x="464172" y="1219"/>
                  </a:lnTo>
                  <a:lnTo>
                    <a:pt x="461302" y="381"/>
                  </a:lnTo>
                  <a:lnTo>
                    <a:pt x="460997" y="292"/>
                  </a:lnTo>
                  <a:lnTo>
                    <a:pt x="460819" y="266"/>
                  </a:lnTo>
                  <a:lnTo>
                    <a:pt x="459740" y="0"/>
                  </a:lnTo>
                  <a:lnTo>
                    <a:pt x="458647" y="1714"/>
                  </a:lnTo>
                  <a:lnTo>
                    <a:pt x="459155" y="2349"/>
                  </a:lnTo>
                  <a:lnTo>
                    <a:pt x="460273" y="2349"/>
                  </a:lnTo>
                  <a:lnTo>
                    <a:pt x="459193" y="2387"/>
                  </a:lnTo>
                  <a:lnTo>
                    <a:pt x="459041" y="2387"/>
                  </a:lnTo>
                  <a:lnTo>
                    <a:pt x="460629" y="4495"/>
                  </a:lnTo>
                  <a:lnTo>
                    <a:pt x="462800" y="7543"/>
                  </a:lnTo>
                  <a:lnTo>
                    <a:pt x="465251" y="11404"/>
                  </a:lnTo>
                  <a:lnTo>
                    <a:pt x="466369" y="11404"/>
                  </a:lnTo>
                  <a:lnTo>
                    <a:pt x="465315" y="11493"/>
                  </a:lnTo>
                  <a:lnTo>
                    <a:pt x="465188" y="11493"/>
                  </a:lnTo>
                  <a:lnTo>
                    <a:pt x="469823" y="20764"/>
                  </a:lnTo>
                  <a:lnTo>
                    <a:pt x="469823" y="20612"/>
                  </a:lnTo>
                  <a:lnTo>
                    <a:pt x="471195" y="24904"/>
                  </a:lnTo>
                  <a:lnTo>
                    <a:pt x="0" y="24904"/>
                  </a:lnTo>
                  <a:lnTo>
                    <a:pt x="0" y="35598"/>
                  </a:lnTo>
                  <a:lnTo>
                    <a:pt x="471068" y="35598"/>
                  </a:lnTo>
                  <a:lnTo>
                    <a:pt x="469823" y="39179"/>
                  </a:lnTo>
                  <a:lnTo>
                    <a:pt x="469823" y="39039"/>
                  </a:lnTo>
                  <a:lnTo>
                    <a:pt x="469747" y="39179"/>
                  </a:lnTo>
                  <a:lnTo>
                    <a:pt x="465137" y="47853"/>
                  </a:lnTo>
                  <a:lnTo>
                    <a:pt x="465315" y="47764"/>
                  </a:lnTo>
                  <a:lnTo>
                    <a:pt x="462800" y="51371"/>
                  </a:lnTo>
                  <a:lnTo>
                    <a:pt x="460629" y="54267"/>
                  </a:lnTo>
                  <a:lnTo>
                    <a:pt x="460819" y="54203"/>
                  </a:lnTo>
                  <a:lnTo>
                    <a:pt x="459193" y="56070"/>
                  </a:lnTo>
                  <a:lnTo>
                    <a:pt x="458647" y="56769"/>
                  </a:lnTo>
                  <a:lnTo>
                    <a:pt x="459740" y="58470"/>
                  </a:lnTo>
                  <a:lnTo>
                    <a:pt x="460819" y="58204"/>
                  </a:lnTo>
                  <a:lnTo>
                    <a:pt x="460997" y="58204"/>
                  </a:lnTo>
                  <a:lnTo>
                    <a:pt x="461365" y="58102"/>
                  </a:lnTo>
                  <a:lnTo>
                    <a:pt x="464235" y="57264"/>
                  </a:lnTo>
                  <a:lnTo>
                    <a:pt x="476491" y="54203"/>
                  </a:lnTo>
                  <a:lnTo>
                    <a:pt x="484771" y="52209"/>
                  </a:lnTo>
                  <a:lnTo>
                    <a:pt x="493776" y="49923"/>
                  </a:lnTo>
                  <a:lnTo>
                    <a:pt x="493966" y="49923"/>
                  </a:lnTo>
                  <a:lnTo>
                    <a:pt x="542594" y="37630"/>
                  </a:lnTo>
                  <a:lnTo>
                    <a:pt x="550887" y="35636"/>
                  </a:lnTo>
                  <a:lnTo>
                    <a:pt x="563143" y="32550"/>
                  </a:lnTo>
                  <a:lnTo>
                    <a:pt x="566559" y="31610"/>
                  </a:lnTo>
                  <a:lnTo>
                    <a:pt x="567524" y="31419"/>
                  </a:lnTo>
                  <a:lnTo>
                    <a:pt x="567817" y="31483"/>
                  </a:lnTo>
                  <a:lnTo>
                    <a:pt x="568109" y="31292"/>
                  </a:lnTo>
                  <a:lnTo>
                    <a:pt x="568363" y="31229"/>
                  </a:lnTo>
                  <a:lnTo>
                    <a:pt x="568718" y="30670"/>
                  </a:lnTo>
                  <a:lnTo>
                    <a:pt x="568617" y="30314"/>
                  </a:lnTo>
                  <a:lnTo>
                    <a:pt x="568502" y="30670"/>
                  </a:lnTo>
                  <a:lnTo>
                    <a:pt x="568502" y="29972"/>
                  </a:lnTo>
                  <a:lnTo>
                    <a:pt x="568617" y="30314"/>
                  </a:lnTo>
                  <a:lnTo>
                    <a:pt x="568718" y="299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2967890" y="3348623"/>
              <a:ext cx="310031" cy="167921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8" name="object 68"/>
          <p:cNvGrpSpPr/>
          <p:nvPr/>
        </p:nvGrpSpPr>
        <p:grpSpPr>
          <a:xfrm>
            <a:off x="3653706" y="3281276"/>
            <a:ext cx="1036319" cy="679450"/>
            <a:chOff x="3653706" y="3281276"/>
            <a:chExt cx="1036319" cy="679450"/>
          </a:xfrm>
        </p:grpSpPr>
        <p:sp>
          <p:nvSpPr>
            <p:cNvPr id="69" name="object 69"/>
            <p:cNvSpPr/>
            <p:nvPr/>
          </p:nvSpPr>
          <p:spPr>
            <a:xfrm>
              <a:off x="4372129" y="3535697"/>
              <a:ext cx="111510" cy="129063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4507059" y="3537835"/>
              <a:ext cx="99080" cy="124805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4326191" y="3590327"/>
              <a:ext cx="363855" cy="114300"/>
            </a:xfrm>
            <a:custGeom>
              <a:avLst/>
              <a:gdLst/>
              <a:ahLst/>
              <a:cxnLst/>
              <a:rect l="l" t="t" r="r" b="b"/>
              <a:pathLst>
                <a:path w="363854" h="114300">
                  <a:moveTo>
                    <a:pt x="22326" y="2387"/>
                  </a:moveTo>
                  <a:lnTo>
                    <a:pt x="19989" y="0"/>
                  </a:lnTo>
                  <a:lnTo>
                    <a:pt x="2514" y="0"/>
                  </a:lnTo>
                  <a:lnTo>
                    <a:pt x="0" y="2387"/>
                  </a:lnTo>
                  <a:lnTo>
                    <a:pt x="0" y="8293"/>
                  </a:lnTo>
                  <a:lnTo>
                    <a:pt x="2514" y="10693"/>
                  </a:lnTo>
                  <a:lnTo>
                    <a:pt x="19989" y="10693"/>
                  </a:lnTo>
                  <a:lnTo>
                    <a:pt x="22326" y="8293"/>
                  </a:lnTo>
                  <a:lnTo>
                    <a:pt x="22326" y="2387"/>
                  </a:lnTo>
                  <a:close/>
                </a:path>
                <a:path w="363854" h="114300">
                  <a:moveTo>
                    <a:pt x="363715" y="78536"/>
                  </a:moveTo>
                  <a:lnTo>
                    <a:pt x="362089" y="73533"/>
                  </a:lnTo>
                  <a:lnTo>
                    <a:pt x="355968" y="65532"/>
                  </a:lnTo>
                  <a:lnTo>
                    <a:pt x="351637" y="62890"/>
                  </a:lnTo>
                  <a:lnTo>
                    <a:pt x="346049" y="61607"/>
                  </a:lnTo>
                  <a:lnTo>
                    <a:pt x="350380" y="59664"/>
                  </a:lnTo>
                  <a:lnTo>
                    <a:pt x="353618" y="57048"/>
                  </a:lnTo>
                  <a:lnTo>
                    <a:pt x="357949" y="50444"/>
                  </a:lnTo>
                  <a:lnTo>
                    <a:pt x="359029" y="46774"/>
                  </a:lnTo>
                  <a:lnTo>
                    <a:pt x="359029" y="38519"/>
                  </a:lnTo>
                  <a:lnTo>
                    <a:pt x="336689" y="18554"/>
                  </a:lnTo>
                  <a:lnTo>
                    <a:pt x="324078" y="18554"/>
                  </a:lnTo>
                  <a:lnTo>
                    <a:pt x="317766" y="20675"/>
                  </a:lnTo>
                  <a:lnTo>
                    <a:pt x="307860" y="29083"/>
                  </a:lnTo>
                  <a:lnTo>
                    <a:pt x="304622" y="35026"/>
                  </a:lnTo>
                  <a:lnTo>
                    <a:pt x="303174" y="42684"/>
                  </a:lnTo>
                  <a:lnTo>
                    <a:pt x="314706" y="44716"/>
                  </a:lnTo>
                  <a:lnTo>
                    <a:pt x="315607" y="39128"/>
                  </a:lnTo>
                  <a:lnTo>
                    <a:pt x="317588" y="34937"/>
                  </a:lnTo>
                  <a:lnTo>
                    <a:pt x="323532" y="29349"/>
                  </a:lnTo>
                  <a:lnTo>
                    <a:pt x="327317" y="27952"/>
                  </a:lnTo>
                  <a:lnTo>
                    <a:pt x="336321" y="27952"/>
                  </a:lnTo>
                  <a:lnTo>
                    <a:pt x="340106" y="29324"/>
                  </a:lnTo>
                  <a:lnTo>
                    <a:pt x="345694" y="34836"/>
                  </a:lnTo>
                  <a:lnTo>
                    <a:pt x="347141" y="38303"/>
                  </a:lnTo>
                  <a:lnTo>
                    <a:pt x="347141" y="47790"/>
                  </a:lnTo>
                  <a:lnTo>
                    <a:pt x="345160" y="51701"/>
                  </a:lnTo>
                  <a:lnTo>
                    <a:pt x="337413" y="56781"/>
                  </a:lnTo>
                  <a:lnTo>
                    <a:pt x="332905" y="58064"/>
                  </a:lnTo>
                  <a:lnTo>
                    <a:pt x="326059" y="57937"/>
                  </a:lnTo>
                  <a:lnTo>
                    <a:pt x="324802" y="67970"/>
                  </a:lnTo>
                  <a:lnTo>
                    <a:pt x="330746" y="66713"/>
                  </a:lnTo>
                  <a:lnTo>
                    <a:pt x="338315" y="66713"/>
                  </a:lnTo>
                  <a:lnTo>
                    <a:pt x="342811" y="68402"/>
                  </a:lnTo>
                  <a:lnTo>
                    <a:pt x="349656" y="75222"/>
                  </a:lnTo>
                  <a:lnTo>
                    <a:pt x="351459" y="79552"/>
                  </a:lnTo>
                  <a:lnTo>
                    <a:pt x="351459" y="90309"/>
                  </a:lnTo>
                  <a:lnTo>
                    <a:pt x="349656" y="94932"/>
                  </a:lnTo>
                  <a:lnTo>
                    <a:pt x="342087" y="102374"/>
                  </a:lnTo>
                  <a:lnTo>
                    <a:pt x="337413" y="104228"/>
                  </a:lnTo>
                  <a:lnTo>
                    <a:pt x="327494" y="104228"/>
                  </a:lnTo>
                  <a:lnTo>
                    <a:pt x="323532" y="102806"/>
                  </a:lnTo>
                  <a:lnTo>
                    <a:pt x="317233" y="97078"/>
                  </a:lnTo>
                  <a:lnTo>
                    <a:pt x="314896" y="92417"/>
                  </a:lnTo>
                  <a:lnTo>
                    <a:pt x="313626" y="85953"/>
                  </a:lnTo>
                  <a:lnTo>
                    <a:pt x="302094" y="87464"/>
                  </a:lnTo>
                  <a:lnTo>
                    <a:pt x="302818" y="95211"/>
                  </a:lnTo>
                  <a:lnTo>
                    <a:pt x="305879" y="101523"/>
                  </a:lnTo>
                  <a:lnTo>
                    <a:pt x="316877" y="111264"/>
                  </a:lnTo>
                  <a:lnTo>
                    <a:pt x="323723" y="113703"/>
                  </a:lnTo>
                  <a:lnTo>
                    <a:pt x="341185" y="113703"/>
                  </a:lnTo>
                  <a:lnTo>
                    <a:pt x="348754" y="110871"/>
                  </a:lnTo>
                  <a:lnTo>
                    <a:pt x="360641" y="99555"/>
                  </a:lnTo>
                  <a:lnTo>
                    <a:pt x="363715" y="92684"/>
                  </a:lnTo>
                  <a:lnTo>
                    <a:pt x="363715" y="7853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3653706" y="3281276"/>
              <a:ext cx="649427" cy="422752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4112718" y="3792257"/>
              <a:ext cx="111510" cy="129063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4247648" y="3794395"/>
              <a:ext cx="99080" cy="124805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3991660" y="3590327"/>
              <a:ext cx="439420" cy="370840"/>
            </a:xfrm>
            <a:custGeom>
              <a:avLst/>
              <a:gdLst/>
              <a:ahLst/>
              <a:cxnLst/>
              <a:rect l="l" t="t" r="r" b="b"/>
              <a:pathLst>
                <a:path w="439420" h="370839">
                  <a:moveTo>
                    <a:pt x="101777" y="2387"/>
                  </a:moveTo>
                  <a:lnTo>
                    <a:pt x="99428" y="0"/>
                  </a:lnTo>
                  <a:lnTo>
                    <a:pt x="2336" y="0"/>
                  </a:lnTo>
                  <a:lnTo>
                    <a:pt x="0" y="2387"/>
                  </a:lnTo>
                  <a:lnTo>
                    <a:pt x="0" y="8293"/>
                  </a:lnTo>
                  <a:lnTo>
                    <a:pt x="2336" y="10693"/>
                  </a:lnTo>
                  <a:lnTo>
                    <a:pt x="99428" y="10693"/>
                  </a:lnTo>
                  <a:lnTo>
                    <a:pt x="101777" y="8293"/>
                  </a:lnTo>
                  <a:lnTo>
                    <a:pt x="101777" y="2387"/>
                  </a:lnTo>
                  <a:close/>
                </a:path>
                <a:path w="439420" h="370839">
                  <a:moveTo>
                    <a:pt x="182486" y="99580"/>
                  </a:moveTo>
                  <a:lnTo>
                    <a:pt x="179959" y="97193"/>
                  </a:lnTo>
                  <a:lnTo>
                    <a:pt x="174015" y="97193"/>
                  </a:lnTo>
                  <a:lnTo>
                    <a:pt x="171678" y="99580"/>
                  </a:lnTo>
                  <a:lnTo>
                    <a:pt x="171678" y="176657"/>
                  </a:lnTo>
                  <a:lnTo>
                    <a:pt x="174015" y="179057"/>
                  </a:lnTo>
                  <a:lnTo>
                    <a:pt x="179959" y="179057"/>
                  </a:lnTo>
                  <a:lnTo>
                    <a:pt x="182486" y="176657"/>
                  </a:lnTo>
                  <a:lnTo>
                    <a:pt x="182486" y="99580"/>
                  </a:lnTo>
                  <a:close/>
                </a:path>
                <a:path w="439420" h="370839">
                  <a:moveTo>
                    <a:pt x="438835" y="335102"/>
                  </a:moveTo>
                  <a:lnTo>
                    <a:pt x="437210" y="330085"/>
                  </a:lnTo>
                  <a:lnTo>
                    <a:pt x="431088" y="322097"/>
                  </a:lnTo>
                  <a:lnTo>
                    <a:pt x="426758" y="319455"/>
                  </a:lnTo>
                  <a:lnTo>
                    <a:pt x="421170" y="318173"/>
                  </a:lnTo>
                  <a:lnTo>
                    <a:pt x="425500" y="316230"/>
                  </a:lnTo>
                  <a:lnTo>
                    <a:pt x="428739" y="313613"/>
                  </a:lnTo>
                  <a:lnTo>
                    <a:pt x="433070" y="306997"/>
                  </a:lnTo>
                  <a:lnTo>
                    <a:pt x="434149" y="303326"/>
                  </a:lnTo>
                  <a:lnTo>
                    <a:pt x="434149" y="295084"/>
                  </a:lnTo>
                  <a:lnTo>
                    <a:pt x="411810" y="275107"/>
                  </a:lnTo>
                  <a:lnTo>
                    <a:pt x="399199" y="275107"/>
                  </a:lnTo>
                  <a:lnTo>
                    <a:pt x="392887" y="277228"/>
                  </a:lnTo>
                  <a:lnTo>
                    <a:pt x="382981" y="285661"/>
                  </a:lnTo>
                  <a:lnTo>
                    <a:pt x="379742" y="291592"/>
                  </a:lnTo>
                  <a:lnTo>
                    <a:pt x="378294" y="299250"/>
                  </a:lnTo>
                  <a:lnTo>
                    <a:pt x="389826" y="301282"/>
                  </a:lnTo>
                  <a:lnTo>
                    <a:pt x="390728" y="295681"/>
                  </a:lnTo>
                  <a:lnTo>
                    <a:pt x="392709" y="291503"/>
                  </a:lnTo>
                  <a:lnTo>
                    <a:pt x="398653" y="285902"/>
                  </a:lnTo>
                  <a:lnTo>
                    <a:pt x="402437" y="284518"/>
                  </a:lnTo>
                  <a:lnTo>
                    <a:pt x="411441" y="284518"/>
                  </a:lnTo>
                  <a:lnTo>
                    <a:pt x="415226" y="285889"/>
                  </a:lnTo>
                  <a:lnTo>
                    <a:pt x="420814" y="291388"/>
                  </a:lnTo>
                  <a:lnTo>
                    <a:pt x="422262" y="294868"/>
                  </a:lnTo>
                  <a:lnTo>
                    <a:pt x="422262" y="304342"/>
                  </a:lnTo>
                  <a:lnTo>
                    <a:pt x="420281" y="308267"/>
                  </a:lnTo>
                  <a:lnTo>
                    <a:pt x="412534" y="313347"/>
                  </a:lnTo>
                  <a:lnTo>
                    <a:pt x="408025" y="314629"/>
                  </a:lnTo>
                  <a:lnTo>
                    <a:pt x="401180" y="314502"/>
                  </a:lnTo>
                  <a:lnTo>
                    <a:pt x="399923" y="324535"/>
                  </a:lnTo>
                  <a:lnTo>
                    <a:pt x="405866" y="323265"/>
                  </a:lnTo>
                  <a:lnTo>
                    <a:pt x="413423" y="323265"/>
                  </a:lnTo>
                  <a:lnTo>
                    <a:pt x="417931" y="324954"/>
                  </a:lnTo>
                  <a:lnTo>
                    <a:pt x="424776" y="331787"/>
                  </a:lnTo>
                  <a:lnTo>
                    <a:pt x="426580" y="336118"/>
                  </a:lnTo>
                  <a:lnTo>
                    <a:pt x="426580" y="346862"/>
                  </a:lnTo>
                  <a:lnTo>
                    <a:pt x="424776" y="351485"/>
                  </a:lnTo>
                  <a:lnTo>
                    <a:pt x="417207" y="358940"/>
                  </a:lnTo>
                  <a:lnTo>
                    <a:pt x="412534" y="360794"/>
                  </a:lnTo>
                  <a:lnTo>
                    <a:pt x="402615" y="360794"/>
                  </a:lnTo>
                  <a:lnTo>
                    <a:pt x="398653" y="359359"/>
                  </a:lnTo>
                  <a:lnTo>
                    <a:pt x="392353" y="353644"/>
                  </a:lnTo>
                  <a:lnTo>
                    <a:pt x="390004" y="348970"/>
                  </a:lnTo>
                  <a:lnTo>
                    <a:pt x="388747" y="342506"/>
                  </a:lnTo>
                  <a:lnTo>
                    <a:pt x="377215" y="344017"/>
                  </a:lnTo>
                  <a:lnTo>
                    <a:pt x="377939" y="351777"/>
                  </a:lnTo>
                  <a:lnTo>
                    <a:pt x="381000" y="358076"/>
                  </a:lnTo>
                  <a:lnTo>
                    <a:pt x="391998" y="367830"/>
                  </a:lnTo>
                  <a:lnTo>
                    <a:pt x="398843" y="370268"/>
                  </a:lnTo>
                  <a:lnTo>
                    <a:pt x="416306" y="370268"/>
                  </a:lnTo>
                  <a:lnTo>
                    <a:pt x="423875" y="367436"/>
                  </a:lnTo>
                  <a:lnTo>
                    <a:pt x="435762" y="356120"/>
                  </a:lnTo>
                  <a:lnTo>
                    <a:pt x="438835" y="349237"/>
                  </a:lnTo>
                  <a:lnTo>
                    <a:pt x="438835" y="3351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6" name="object 76"/>
          <p:cNvGrpSpPr/>
          <p:nvPr/>
        </p:nvGrpSpPr>
        <p:grpSpPr>
          <a:xfrm>
            <a:off x="5664318" y="3300144"/>
            <a:ext cx="631825" cy="612775"/>
            <a:chOff x="5664318" y="3300144"/>
            <a:chExt cx="631825" cy="612775"/>
          </a:xfrm>
        </p:grpSpPr>
        <p:sp>
          <p:nvSpPr>
            <p:cNvPr id="77" name="object 77"/>
            <p:cNvSpPr/>
            <p:nvPr/>
          </p:nvSpPr>
          <p:spPr>
            <a:xfrm>
              <a:off x="6127834" y="3524473"/>
              <a:ext cx="99440" cy="124805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5794023" y="3746646"/>
              <a:ext cx="98900" cy="124823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5915081" y="3675825"/>
              <a:ext cx="212212" cy="237014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5794023" y="3302282"/>
              <a:ext cx="98900" cy="124805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5915081" y="3300144"/>
              <a:ext cx="218517" cy="199581"/>
            </a:xfrm>
            <a:prstGeom prst="rect">
              <a:avLst/>
            </a:prstGeom>
            <a:blipFill>
              <a:blip r:embed="rId4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5664318" y="3524473"/>
              <a:ext cx="98900" cy="124805"/>
            </a:xfrm>
            <a:prstGeom prst="rect">
              <a:avLst/>
            </a:prstGeom>
            <a:blipFill>
              <a:blip r:embed="rId4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5785376" y="3522335"/>
              <a:ext cx="189693" cy="168331"/>
            </a:xfrm>
            <a:prstGeom prst="rect">
              <a:avLst/>
            </a:prstGeom>
            <a:blipFill>
              <a:blip r:embed="rId4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6002083" y="3530040"/>
              <a:ext cx="294005" cy="96520"/>
            </a:xfrm>
            <a:custGeom>
              <a:avLst/>
              <a:gdLst/>
              <a:ahLst/>
              <a:cxnLst/>
              <a:rect l="l" t="t" r="r" b="b"/>
              <a:pathLst>
                <a:path w="294004" h="96520">
                  <a:moveTo>
                    <a:pt x="101968" y="49314"/>
                  </a:moveTo>
                  <a:lnTo>
                    <a:pt x="99441" y="46926"/>
                  </a:lnTo>
                  <a:lnTo>
                    <a:pt x="2527" y="46926"/>
                  </a:lnTo>
                  <a:lnTo>
                    <a:pt x="0" y="49314"/>
                  </a:lnTo>
                  <a:lnTo>
                    <a:pt x="0" y="55206"/>
                  </a:lnTo>
                  <a:lnTo>
                    <a:pt x="2527" y="57619"/>
                  </a:lnTo>
                  <a:lnTo>
                    <a:pt x="99441" y="57619"/>
                  </a:lnTo>
                  <a:lnTo>
                    <a:pt x="101968" y="55206"/>
                  </a:lnTo>
                  <a:lnTo>
                    <a:pt x="101968" y="49314"/>
                  </a:lnTo>
                  <a:close/>
                </a:path>
                <a:path w="294004" h="96520">
                  <a:moveTo>
                    <a:pt x="292201" y="6642"/>
                  </a:moveTo>
                  <a:lnTo>
                    <a:pt x="285356" y="0"/>
                  </a:lnTo>
                  <a:lnTo>
                    <a:pt x="268782" y="0"/>
                  </a:lnTo>
                  <a:lnTo>
                    <a:pt x="262115" y="6642"/>
                  </a:lnTo>
                  <a:lnTo>
                    <a:pt x="262115" y="23050"/>
                  </a:lnTo>
                  <a:lnTo>
                    <a:pt x="268782" y="29692"/>
                  </a:lnTo>
                  <a:lnTo>
                    <a:pt x="285356" y="29692"/>
                  </a:lnTo>
                  <a:lnTo>
                    <a:pt x="292201" y="23050"/>
                  </a:lnTo>
                  <a:lnTo>
                    <a:pt x="292201" y="6642"/>
                  </a:lnTo>
                  <a:close/>
                </a:path>
                <a:path w="294004" h="96520">
                  <a:moveTo>
                    <a:pt x="293827" y="73431"/>
                  </a:moveTo>
                  <a:lnTo>
                    <a:pt x="287159" y="66789"/>
                  </a:lnTo>
                  <a:lnTo>
                    <a:pt x="270586" y="66789"/>
                  </a:lnTo>
                  <a:lnTo>
                    <a:pt x="263740" y="73431"/>
                  </a:lnTo>
                  <a:lnTo>
                    <a:pt x="263740" y="89852"/>
                  </a:lnTo>
                  <a:lnTo>
                    <a:pt x="270586" y="96494"/>
                  </a:lnTo>
                  <a:lnTo>
                    <a:pt x="287159" y="96494"/>
                  </a:lnTo>
                  <a:lnTo>
                    <a:pt x="293827" y="89852"/>
                  </a:lnTo>
                  <a:lnTo>
                    <a:pt x="293827" y="734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5" name="object 85"/>
          <p:cNvSpPr/>
          <p:nvPr/>
        </p:nvSpPr>
        <p:spPr>
          <a:xfrm>
            <a:off x="4833484" y="3377486"/>
            <a:ext cx="649787" cy="235713"/>
          </a:xfrm>
          <a:prstGeom prst="rect">
            <a:avLst/>
          </a:prstGeom>
          <a:blipFill>
            <a:blip r:embed="rId4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86"/>
          <p:cNvSpPr/>
          <p:nvPr/>
        </p:nvSpPr>
        <p:spPr>
          <a:xfrm>
            <a:off x="5651527" y="4112654"/>
            <a:ext cx="160870" cy="140147"/>
          </a:xfrm>
          <a:prstGeom prst="rect">
            <a:avLst/>
          </a:prstGeom>
          <a:blipFill>
            <a:blip r:embed="rId4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7" name="object 87"/>
          <p:cNvGrpSpPr/>
          <p:nvPr/>
        </p:nvGrpSpPr>
        <p:grpSpPr>
          <a:xfrm>
            <a:off x="5862118" y="4125784"/>
            <a:ext cx="473709" cy="127000"/>
            <a:chOff x="5862118" y="4125784"/>
            <a:chExt cx="473709" cy="127000"/>
          </a:xfrm>
        </p:grpSpPr>
        <p:sp>
          <p:nvSpPr>
            <p:cNvPr id="88" name="object 88"/>
            <p:cNvSpPr/>
            <p:nvPr/>
          </p:nvSpPr>
          <p:spPr>
            <a:xfrm>
              <a:off x="5862118" y="4158121"/>
              <a:ext cx="84308" cy="94510"/>
            </a:xfrm>
            <a:prstGeom prst="rect">
              <a:avLst/>
            </a:prstGeom>
            <a:blipFill>
              <a:blip r:embed="rId4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5967504" y="4158121"/>
              <a:ext cx="123760" cy="92466"/>
            </a:xfrm>
            <a:prstGeom prst="rect">
              <a:avLst/>
            </a:prstGeom>
            <a:blipFill>
              <a:blip r:embed="rId4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6117018" y="4125785"/>
              <a:ext cx="15875" cy="125095"/>
            </a:xfrm>
            <a:custGeom>
              <a:avLst/>
              <a:gdLst/>
              <a:ahLst/>
              <a:cxnLst/>
              <a:rect l="l" t="t" r="r" b="b"/>
              <a:pathLst>
                <a:path w="15875" h="125095">
                  <a:moveTo>
                    <a:pt x="15494" y="34391"/>
                  </a:moveTo>
                  <a:lnTo>
                    <a:pt x="0" y="34391"/>
                  </a:lnTo>
                  <a:lnTo>
                    <a:pt x="0" y="124815"/>
                  </a:lnTo>
                  <a:lnTo>
                    <a:pt x="15494" y="124815"/>
                  </a:lnTo>
                  <a:lnTo>
                    <a:pt x="15494" y="34391"/>
                  </a:lnTo>
                  <a:close/>
                </a:path>
                <a:path w="15875" h="125095">
                  <a:moveTo>
                    <a:pt x="15494" y="0"/>
                  </a:moveTo>
                  <a:lnTo>
                    <a:pt x="0" y="0"/>
                  </a:lnTo>
                  <a:lnTo>
                    <a:pt x="0" y="17627"/>
                  </a:lnTo>
                  <a:lnTo>
                    <a:pt x="15494" y="17627"/>
                  </a:lnTo>
                  <a:lnTo>
                    <a:pt x="154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6156657" y="4158121"/>
              <a:ext cx="74220" cy="92466"/>
            </a:xfrm>
            <a:prstGeom prst="rect">
              <a:avLst/>
            </a:prstGeom>
            <a:blipFill>
              <a:blip r:embed="rId4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6251479" y="4158121"/>
              <a:ext cx="84243" cy="94510"/>
            </a:xfrm>
            <a:prstGeom prst="rect">
              <a:avLst/>
            </a:prstGeom>
            <a:blipFill>
              <a:blip r:embed="rId5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3" name="object 93"/>
          <p:cNvSpPr/>
          <p:nvPr/>
        </p:nvSpPr>
        <p:spPr>
          <a:xfrm>
            <a:off x="1258320" y="4179466"/>
            <a:ext cx="163032" cy="137934"/>
          </a:xfrm>
          <a:prstGeom prst="rect">
            <a:avLst/>
          </a:prstGeom>
          <a:blipFill>
            <a:blip r:embed="rId5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4" name="object 94"/>
          <p:cNvGrpSpPr/>
          <p:nvPr/>
        </p:nvGrpSpPr>
        <p:grpSpPr>
          <a:xfrm>
            <a:off x="1471145" y="4192597"/>
            <a:ext cx="473709" cy="127000"/>
            <a:chOff x="1471145" y="4192597"/>
            <a:chExt cx="473709" cy="127000"/>
          </a:xfrm>
        </p:grpSpPr>
        <p:sp>
          <p:nvSpPr>
            <p:cNvPr id="95" name="object 95"/>
            <p:cNvSpPr/>
            <p:nvPr/>
          </p:nvSpPr>
          <p:spPr>
            <a:xfrm>
              <a:off x="1471145" y="4224941"/>
              <a:ext cx="84182" cy="94502"/>
            </a:xfrm>
            <a:prstGeom prst="rect">
              <a:avLst/>
            </a:prstGeom>
            <a:blipFill>
              <a:blip r:embed="rId5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1576368" y="4224941"/>
              <a:ext cx="123868" cy="92459"/>
            </a:xfrm>
            <a:prstGeom prst="rect">
              <a:avLst/>
            </a:prstGeom>
            <a:blipFill>
              <a:blip r:embed="rId5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7"/>
            <p:cNvSpPr/>
            <p:nvPr/>
          </p:nvSpPr>
          <p:spPr>
            <a:xfrm>
              <a:off x="1725968" y="4192600"/>
              <a:ext cx="15875" cy="125095"/>
            </a:xfrm>
            <a:custGeom>
              <a:avLst/>
              <a:gdLst/>
              <a:ahLst/>
              <a:cxnLst/>
              <a:rect l="l" t="t" r="r" b="b"/>
              <a:pathLst>
                <a:path w="15875" h="125095">
                  <a:moveTo>
                    <a:pt x="15494" y="34391"/>
                  </a:moveTo>
                  <a:lnTo>
                    <a:pt x="0" y="34391"/>
                  </a:lnTo>
                  <a:lnTo>
                    <a:pt x="0" y="124802"/>
                  </a:lnTo>
                  <a:lnTo>
                    <a:pt x="15494" y="124802"/>
                  </a:lnTo>
                  <a:lnTo>
                    <a:pt x="15494" y="34391"/>
                  </a:lnTo>
                  <a:close/>
                </a:path>
                <a:path w="15875" h="125095">
                  <a:moveTo>
                    <a:pt x="15494" y="0"/>
                  </a:moveTo>
                  <a:lnTo>
                    <a:pt x="0" y="0"/>
                  </a:lnTo>
                  <a:lnTo>
                    <a:pt x="0" y="17627"/>
                  </a:lnTo>
                  <a:lnTo>
                    <a:pt x="15494" y="17627"/>
                  </a:lnTo>
                  <a:lnTo>
                    <a:pt x="1549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1765522" y="4224941"/>
              <a:ext cx="74292" cy="92459"/>
            </a:xfrm>
            <a:prstGeom prst="rect">
              <a:avLst/>
            </a:prstGeom>
            <a:blipFill>
              <a:blip r:embed="rId5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1860397" y="4224941"/>
              <a:ext cx="84207" cy="94502"/>
            </a:xfrm>
            <a:prstGeom prst="rect">
              <a:avLst/>
            </a:prstGeom>
            <a:blipFill>
              <a:blip r:embed="rId5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0" name="object 100"/>
          <p:cNvGrpSpPr/>
          <p:nvPr/>
        </p:nvGrpSpPr>
        <p:grpSpPr>
          <a:xfrm>
            <a:off x="810334" y="4961430"/>
            <a:ext cx="605155" cy="589280"/>
            <a:chOff x="810334" y="4961430"/>
            <a:chExt cx="605155" cy="589280"/>
          </a:xfrm>
        </p:grpSpPr>
        <p:sp>
          <p:nvSpPr>
            <p:cNvPr id="101" name="object 101"/>
            <p:cNvSpPr/>
            <p:nvPr/>
          </p:nvSpPr>
          <p:spPr>
            <a:xfrm>
              <a:off x="1254489" y="5177084"/>
              <a:ext cx="95243" cy="119979"/>
            </a:xfrm>
            <a:prstGeom prst="rect">
              <a:avLst/>
            </a:prstGeom>
            <a:blipFill>
              <a:blip r:embed="rId5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102"/>
            <p:cNvSpPr/>
            <p:nvPr/>
          </p:nvSpPr>
          <p:spPr>
            <a:xfrm>
              <a:off x="934590" y="5390666"/>
              <a:ext cx="94828" cy="119996"/>
            </a:xfrm>
            <a:prstGeom prst="rect">
              <a:avLst/>
            </a:prstGeom>
            <a:blipFill>
              <a:blip r:embed="rId5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103"/>
            <p:cNvSpPr/>
            <p:nvPr/>
          </p:nvSpPr>
          <p:spPr>
            <a:xfrm>
              <a:off x="1050611" y="5322584"/>
              <a:ext cx="203239" cy="227848"/>
            </a:xfrm>
            <a:prstGeom prst="rect">
              <a:avLst/>
            </a:prstGeom>
            <a:blipFill>
              <a:blip r:embed="rId5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934590" y="4963486"/>
              <a:ext cx="94828" cy="119979"/>
            </a:xfrm>
            <a:prstGeom prst="rect">
              <a:avLst/>
            </a:prstGeom>
            <a:blipFill>
              <a:blip r:embed="rId5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1050611" y="4961430"/>
              <a:ext cx="209365" cy="191863"/>
            </a:xfrm>
            <a:prstGeom prst="rect">
              <a:avLst/>
            </a:prstGeom>
            <a:blipFill>
              <a:blip r:embed="rId6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810334" y="5177084"/>
              <a:ext cx="94834" cy="119979"/>
            </a:xfrm>
            <a:prstGeom prst="rect">
              <a:avLst/>
            </a:prstGeom>
            <a:blipFill>
              <a:blip r:embed="rId6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107"/>
            <p:cNvSpPr/>
            <p:nvPr/>
          </p:nvSpPr>
          <p:spPr>
            <a:xfrm>
              <a:off x="926360" y="5175029"/>
              <a:ext cx="181821" cy="161821"/>
            </a:xfrm>
            <a:prstGeom prst="rect">
              <a:avLst/>
            </a:prstGeom>
            <a:blipFill>
              <a:blip r:embed="rId6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08"/>
            <p:cNvSpPr/>
            <p:nvPr/>
          </p:nvSpPr>
          <p:spPr>
            <a:xfrm>
              <a:off x="1134046" y="5182438"/>
              <a:ext cx="281940" cy="93345"/>
            </a:xfrm>
            <a:custGeom>
              <a:avLst/>
              <a:gdLst/>
              <a:ahLst/>
              <a:cxnLst/>
              <a:rect l="l" t="t" r="r" b="b"/>
              <a:pathLst>
                <a:path w="281940" h="93345">
                  <a:moveTo>
                    <a:pt x="97586" y="47409"/>
                  </a:moveTo>
                  <a:lnTo>
                    <a:pt x="95262" y="45110"/>
                  </a:lnTo>
                  <a:lnTo>
                    <a:pt x="2311" y="45110"/>
                  </a:lnTo>
                  <a:lnTo>
                    <a:pt x="0" y="47409"/>
                  </a:lnTo>
                  <a:lnTo>
                    <a:pt x="0" y="53073"/>
                  </a:lnTo>
                  <a:lnTo>
                    <a:pt x="2311" y="55384"/>
                  </a:lnTo>
                  <a:lnTo>
                    <a:pt x="95262" y="55384"/>
                  </a:lnTo>
                  <a:lnTo>
                    <a:pt x="97586" y="53073"/>
                  </a:lnTo>
                  <a:lnTo>
                    <a:pt x="97586" y="47409"/>
                  </a:lnTo>
                  <a:close/>
                </a:path>
                <a:path w="281940" h="93345">
                  <a:moveTo>
                    <a:pt x="279768" y="6388"/>
                  </a:moveTo>
                  <a:lnTo>
                    <a:pt x="273342" y="0"/>
                  </a:lnTo>
                  <a:lnTo>
                    <a:pt x="257441" y="0"/>
                  </a:lnTo>
                  <a:lnTo>
                    <a:pt x="251002" y="6388"/>
                  </a:lnTo>
                  <a:lnTo>
                    <a:pt x="251002" y="22161"/>
                  </a:lnTo>
                  <a:lnTo>
                    <a:pt x="257441" y="28549"/>
                  </a:lnTo>
                  <a:lnTo>
                    <a:pt x="273342" y="28549"/>
                  </a:lnTo>
                  <a:lnTo>
                    <a:pt x="279768" y="22161"/>
                  </a:lnTo>
                  <a:lnTo>
                    <a:pt x="279768" y="6388"/>
                  </a:lnTo>
                  <a:close/>
                </a:path>
                <a:path w="281940" h="93345">
                  <a:moveTo>
                    <a:pt x="281393" y="70599"/>
                  </a:moveTo>
                  <a:lnTo>
                    <a:pt x="274942" y="64211"/>
                  </a:lnTo>
                  <a:lnTo>
                    <a:pt x="259067" y="64211"/>
                  </a:lnTo>
                  <a:lnTo>
                    <a:pt x="252628" y="70599"/>
                  </a:lnTo>
                  <a:lnTo>
                    <a:pt x="252628" y="86372"/>
                  </a:lnTo>
                  <a:lnTo>
                    <a:pt x="259067" y="92760"/>
                  </a:lnTo>
                  <a:lnTo>
                    <a:pt x="274942" y="92760"/>
                  </a:lnTo>
                  <a:lnTo>
                    <a:pt x="281393" y="86372"/>
                  </a:lnTo>
                  <a:lnTo>
                    <a:pt x="281393" y="705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9" name="object 109"/>
          <p:cNvGrpSpPr/>
          <p:nvPr/>
        </p:nvGrpSpPr>
        <p:grpSpPr>
          <a:xfrm>
            <a:off x="1497075" y="4976331"/>
            <a:ext cx="1038860" cy="559435"/>
            <a:chOff x="1497075" y="4976331"/>
            <a:chExt cx="1038860" cy="559435"/>
          </a:xfrm>
        </p:grpSpPr>
        <p:sp>
          <p:nvSpPr>
            <p:cNvPr id="110" name="object 110"/>
            <p:cNvSpPr/>
            <p:nvPr/>
          </p:nvSpPr>
          <p:spPr>
            <a:xfrm>
              <a:off x="2277675" y="5240388"/>
              <a:ext cx="93980" cy="10795"/>
            </a:xfrm>
            <a:custGeom>
              <a:avLst/>
              <a:gdLst/>
              <a:ahLst/>
              <a:cxnLst/>
              <a:rect l="l" t="t" r="r" b="b"/>
              <a:pathLst>
                <a:path w="93980" h="10795">
                  <a:moveTo>
                    <a:pt x="91550" y="0"/>
                  </a:moveTo>
                  <a:lnTo>
                    <a:pt x="2312" y="0"/>
                  </a:lnTo>
                  <a:lnTo>
                    <a:pt x="0" y="2295"/>
                  </a:lnTo>
                  <a:lnTo>
                    <a:pt x="0" y="7964"/>
                  </a:lnTo>
                  <a:lnTo>
                    <a:pt x="2312" y="10276"/>
                  </a:lnTo>
                  <a:lnTo>
                    <a:pt x="91550" y="10276"/>
                  </a:lnTo>
                  <a:lnTo>
                    <a:pt x="93879" y="7964"/>
                  </a:lnTo>
                  <a:lnTo>
                    <a:pt x="93879" y="229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/>
            <p:cNvSpPr/>
            <p:nvPr/>
          </p:nvSpPr>
          <p:spPr>
            <a:xfrm>
              <a:off x="1497075" y="4976331"/>
              <a:ext cx="1038461" cy="558943"/>
            </a:xfrm>
            <a:prstGeom prst="rect">
              <a:avLst/>
            </a:prstGeom>
            <a:blipFill>
              <a:blip r:embed="rId6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2" name="object 112"/>
          <p:cNvGrpSpPr/>
          <p:nvPr/>
        </p:nvGrpSpPr>
        <p:grpSpPr>
          <a:xfrm>
            <a:off x="2758498" y="4995189"/>
            <a:ext cx="544830" cy="254635"/>
            <a:chOff x="2758498" y="4995189"/>
            <a:chExt cx="544830" cy="254635"/>
          </a:xfrm>
        </p:grpSpPr>
        <p:sp>
          <p:nvSpPr>
            <p:cNvPr id="113" name="object 113"/>
            <p:cNvSpPr/>
            <p:nvPr/>
          </p:nvSpPr>
          <p:spPr>
            <a:xfrm>
              <a:off x="2758490" y="5193398"/>
              <a:ext cx="544830" cy="56515"/>
            </a:xfrm>
            <a:custGeom>
              <a:avLst/>
              <a:gdLst/>
              <a:ahLst/>
              <a:cxnLst/>
              <a:rect l="l" t="t" r="r" b="b"/>
              <a:pathLst>
                <a:path w="544829" h="56514">
                  <a:moveTo>
                    <a:pt x="544576" y="28562"/>
                  </a:moveTo>
                  <a:lnTo>
                    <a:pt x="544474" y="28219"/>
                  </a:lnTo>
                  <a:lnTo>
                    <a:pt x="544296" y="28117"/>
                  </a:lnTo>
                  <a:lnTo>
                    <a:pt x="543953" y="27876"/>
                  </a:lnTo>
                  <a:lnTo>
                    <a:pt x="543534" y="27952"/>
                  </a:lnTo>
                  <a:lnTo>
                    <a:pt x="542645" y="27762"/>
                  </a:lnTo>
                  <a:lnTo>
                    <a:pt x="441756" y="355"/>
                  </a:lnTo>
                  <a:lnTo>
                    <a:pt x="441439" y="266"/>
                  </a:lnTo>
                  <a:lnTo>
                    <a:pt x="440232" y="0"/>
                  </a:lnTo>
                  <a:lnTo>
                    <a:pt x="439204" y="1638"/>
                  </a:lnTo>
                  <a:lnTo>
                    <a:pt x="439712" y="2298"/>
                  </a:lnTo>
                  <a:lnTo>
                    <a:pt x="441274" y="4318"/>
                  </a:lnTo>
                  <a:lnTo>
                    <a:pt x="443344" y="7239"/>
                  </a:lnTo>
                  <a:lnTo>
                    <a:pt x="445579" y="10922"/>
                  </a:lnTo>
                  <a:lnTo>
                    <a:pt x="449897" y="19951"/>
                  </a:lnTo>
                  <a:lnTo>
                    <a:pt x="449897" y="19812"/>
                  </a:lnTo>
                  <a:lnTo>
                    <a:pt x="451218" y="23876"/>
                  </a:lnTo>
                  <a:lnTo>
                    <a:pt x="0" y="23876"/>
                  </a:lnTo>
                  <a:lnTo>
                    <a:pt x="0" y="34150"/>
                  </a:lnTo>
                  <a:lnTo>
                    <a:pt x="451053" y="34150"/>
                  </a:lnTo>
                  <a:lnTo>
                    <a:pt x="449897" y="37541"/>
                  </a:lnTo>
                  <a:lnTo>
                    <a:pt x="449897" y="37401"/>
                  </a:lnTo>
                  <a:lnTo>
                    <a:pt x="449834" y="37541"/>
                  </a:lnTo>
                  <a:lnTo>
                    <a:pt x="445579" y="45885"/>
                  </a:lnTo>
                  <a:lnTo>
                    <a:pt x="443344" y="49237"/>
                  </a:lnTo>
                  <a:lnTo>
                    <a:pt x="441274" y="52031"/>
                  </a:lnTo>
                  <a:lnTo>
                    <a:pt x="439686" y="53835"/>
                  </a:lnTo>
                  <a:lnTo>
                    <a:pt x="439204" y="54444"/>
                  </a:lnTo>
                  <a:lnTo>
                    <a:pt x="440232" y="56095"/>
                  </a:lnTo>
                  <a:lnTo>
                    <a:pt x="441439" y="55829"/>
                  </a:lnTo>
                  <a:lnTo>
                    <a:pt x="441756" y="55727"/>
                  </a:lnTo>
                  <a:lnTo>
                    <a:pt x="444728" y="54914"/>
                  </a:lnTo>
                  <a:lnTo>
                    <a:pt x="456463" y="51968"/>
                  </a:lnTo>
                  <a:lnTo>
                    <a:pt x="464400" y="50050"/>
                  </a:lnTo>
                  <a:lnTo>
                    <a:pt x="480745" y="45872"/>
                  </a:lnTo>
                  <a:lnTo>
                    <a:pt x="511060" y="38214"/>
                  </a:lnTo>
                  <a:lnTo>
                    <a:pt x="539470" y="31153"/>
                  </a:lnTo>
                  <a:lnTo>
                    <a:pt x="542683" y="30264"/>
                  </a:lnTo>
                  <a:lnTo>
                    <a:pt x="543547" y="30060"/>
                  </a:lnTo>
                  <a:lnTo>
                    <a:pt x="543953" y="30124"/>
                  </a:lnTo>
                  <a:lnTo>
                    <a:pt x="544474" y="29781"/>
                  </a:lnTo>
                  <a:lnTo>
                    <a:pt x="544576" y="29438"/>
                  </a:lnTo>
                  <a:lnTo>
                    <a:pt x="544576" y="285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4" name="object 114"/>
            <p:cNvSpPr/>
            <p:nvPr/>
          </p:nvSpPr>
          <p:spPr>
            <a:xfrm>
              <a:off x="2873777" y="4995189"/>
              <a:ext cx="297170" cy="161427"/>
            </a:xfrm>
            <a:prstGeom prst="rect">
              <a:avLst/>
            </a:prstGeom>
            <a:blipFill>
              <a:blip r:embed="rId6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5" name="object 115"/>
          <p:cNvGrpSpPr/>
          <p:nvPr/>
        </p:nvGrpSpPr>
        <p:grpSpPr>
          <a:xfrm>
            <a:off x="3530763" y="4928391"/>
            <a:ext cx="993140" cy="655320"/>
            <a:chOff x="3530763" y="4928391"/>
            <a:chExt cx="993140" cy="655320"/>
          </a:xfrm>
        </p:grpSpPr>
        <p:sp>
          <p:nvSpPr>
            <p:cNvPr id="116" name="object 116"/>
            <p:cNvSpPr/>
            <p:nvPr/>
          </p:nvSpPr>
          <p:spPr>
            <a:xfrm>
              <a:off x="3974967" y="5177084"/>
              <a:ext cx="95260" cy="119979"/>
            </a:xfrm>
            <a:prstGeom prst="rect">
              <a:avLst/>
            </a:prstGeom>
            <a:blipFill>
              <a:blip r:embed="rId6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object 117"/>
            <p:cNvSpPr/>
            <p:nvPr/>
          </p:nvSpPr>
          <p:spPr>
            <a:xfrm>
              <a:off x="4093352" y="5157148"/>
              <a:ext cx="59690" cy="59690"/>
            </a:xfrm>
            <a:custGeom>
              <a:avLst/>
              <a:gdLst/>
              <a:ahLst/>
              <a:cxnLst/>
              <a:rect l="l" t="t" r="r" b="b"/>
              <a:pathLst>
                <a:path w="59689" h="59689">
                  <a:moveTo>
                    <a:pt x="35032" y="0"/>
                  </a:moveTo>
                  <a:lnTo>
                    <a:pt x="24677" y="0"/>
                  </a:lnTo>
                  <a:lnTo>
                    <a:pt x="24677" y="24355"/>
                  </a:lnTo>
                  <a:lnTo>
                    <a:pt x="0" y="24355"/>
                  </a:lnTo>
                  <a:lnTo>
                    <a:pt x="0" y="34614"/>
                  </a:lnTo>
                  <a:lnTo>
                    <a:pt x="24677" y="34614"/>
                  </a:lnTo>
                  <a:lnTo>
                    <a:pt x="24677" y="59158"/>
                  </a:lnTo>
                  <a:lnTo>
                    <a:pt x="35032" y="59158"/>
                  </a:lnTo>
                  <a:lnTo>
                    <a:pt x="35032" y="34614"/>
                  </a:lnTo>
                  <a:lnTo>
                    <a:pt x="59537" y="34614"/>
                  </a:lnTo>
                  <a:lnTo>
                    <a:pt x="59537" y="24355"/>
                  </a:lnTo>
                  <a:lnTo>
                    <a:pt x="35032" y="24355"/>
                  </a:lnTo>
                  <a:lnTo>
                    <a:pt x="350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8" name="object 118"/>
            <p:cNvSpPr/>
            <p:nvPr/>
          </p:nvSpPr>
          <p:spPr>
            <a:xfrm>
              <a:off x="4218985" y="5175029"/>
              <a:ext cx="106995" cy="124072"/>
            </a:xfrm>
            <a:prstGeom prst="rect">
              <a:avLst/>
            </a:prstGeom>
            <a:blipFill>
              <a:blip r:embed="rId6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9" name="object 119"/>
            <p:cNvSpPr/>
            <p:nvPr/>
          </p:nvSpPr>
          <p:spPr>
            <a:xfrm>
              <a:off x="4348415" y="5177084"/>
              <a:ext cx="94742" cy="119979"/>
            </a:xfrm>
            <a:prstGeom prst="rect">
              <a:avLst/>
            </a:prstGeom>
            <a:blipFill>
              <a:blip r:embed="rId6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0" name="object 120"/>
            <p:cNvSpPr/>
            <p:nvPr/>
          </p:nvSpPr>
          <p:spPr>
            <a:xfrm>
              <a:off x="4175150" y="5227548"/>
              <a:ext cx="348615" cy="109855"/>
            </a:xfrm>
            <a:custGeom>
              <a:avLst/>
              <a:gdLst/>
              <a:ahLst/>
              <a:cxnLst/>
              <a:rect l="l" t="t" r="r" b="b"/>
              <a:pathLst>
                <a:path w="348614" h="109854">
                  <a:moveTo>
                    <a:pt x="21399" y="2298"/>
                  </a:moveTo>
                  <a:lnTo>
                    <a:pt x="18973" y="0"/>
                  </a:lnTo>
                  <a:lnTo>
                    <a:pt x="2235" y="0"/>
                  </a:lnTo>
                  <a:lnTo>
                    <a:pt x="0" y="2298"/>
                  </a:lnTo>
                  <a:lnTo>
                    <a:pt x="0" y="7962"/>
                  </a:lnTo>
                  <a:lnTo>
                    <a:pt x="2235" y="10274"/>
                  </a:lnTo>
                  <a:lnTo>
                    <a:pt x="18973" y="10274"/>
                  </a:lnTo>
                  <a:lnTo>
                    <a:pt x="21399" y="7962"/>
                  </a:lnTo>
                  <a:lnTo>
                    <a:pt x="21399" y="2298"/>
                  </a:lnTo>
                  <a:close/>
                </a:path>
                <a:path w="348614" h="109854">
                  <a:moveTo>
                    <a:pt x="348424" y="75501"/>
                  </a:moveTo>
                  <a:lnTo>
                    <a:pt x="346862" y="70688"/>
                  </a:lnTo>
                  <a:lnTo>
                    <a:pt x="340995" y="62992"/>
                  </a:lnTo>
                  <a:lnTo>
                    <a:pt x="336854" y="60464"/>
                  </a:lnTo>
                  <a:lnTo>
                    <a:pt x="331508" y="59232"/>
                  </a:lnTo>
                  <a:lnTo>
                    <a:pt x="335648" y="57365"/>
                  </a:lnTo>
                  <a:lnTo>
                    <a:pt x="338759" y="54838"/>
                  </a:lnTo>
                  <a:lnTo>
                    <a:pt x="342900" y="48488"/>
                  </a:lnTo>
                  <a:lnTo>
                    <a:pt x="343928" y="44958"/>
                  </a:lnTo>
                  <a:lnTo>
                    <a:pt x="343928" y="37033"/>
                  </a:lnTo>
                  <a:lnTo>
                    <a:pt x="322364" y="17830"/>
                  </a:lnTo>
                  <a:lnTo>
                    <a:pt x="310451" y="17830"/>
                  </a:lnTo>
                  <a:lnTo>
                    <a:pt x="304419" y="19862"/>
                  </a:lnTo>
                  <a:lnTo>
                    <a:pt x="294754" y="27965"/>
                  </a:lnTo>
                  <a:lnTo>
                    <a:pt x="291820" y="33667"/>
                  </a:lnTo>
                  <a:lnTo>
                    <a:pt x="290436" y="41033"/>
                  </a:lnTo>
                  <a:lnTo>
                    <a:pt x="301485" y="42989"/>
                  </a:lnTo>
                  <a:lnTo>
                    <a:pt x="302348" y="37617"/>
                  </a:lnTo>
                  <a:lnTo>
                    <a:pt x="304063" y="33591"/>
                  </a:lnTo>
                  <a:lnTo>
                    <a:pt x="309930" y="28206"/>
                  </a:lnTo>
                  <a:lnTo>
                    <a:pt x="313385" y="26873"/>
                  </a:lnTo>
                  <a:lnTo>
                    <a:pt x="322186" y="26873"/>
                  </a:lnTo>
                  <a:lnTo>
                    <a:pt x="325640" y="28194"/>
                  </a:lnTo>
                  <a:lnTo>
                    <a:pt x="331165" y="33489"/>
                  </a:lnTo>
                  <a:lnTo>
                    <a:pt x="332549" y="36830"/>
                  </a:lnTo>
                  <a:lnTo>
                    <a:pt x="332549" y="45935"/>
                  </a:lnTo>
                  <a:lnTo>
                    <a:pt x="330644" y="49707"/>
                  </a:lnTo>
                  <a:lnTo>
                    <a:pt x="323049" y="54584"/>
                  </a:lnTo>
                  <a:lnTo>
                    <a:pt x="318909" y="55816"/>
                  </a:lnTo>
                  <a:lnTo>
                    <a:pt x="312356" y="55702"/>
                  </a:lnTo>
                  <a:lnTo>
                    <a:pt x="311150" y="65341"/>
                  </a:lnTo>
                  <a:lnTo>
                    <a:pt x="316839" y="64122"/>
                  </a:lnTo>
                  <a:lnTo>
                    <a:pt x="324091" y="64122"/>
                  </a:lnTo>
                  <a:lnTo>
                    <a:pt x="328231" y="65747"/>
                  </a:lnTo>
                  <a:lnTo>
                    <a:pt x="334962" y="72313"/>
                  </a:lnTo>
                  <a:lnTo>
                    <a:pt x="336511" y="76479"/>
                  </a:lnTo>
                  <a:lnTo>
                    <a:pt x="336511" y="86817"/>
                  </a:lnTo>
                  <a:lnTo>
                    <a:pt x="334784" y="91262"/>
                  </a:lnTo>
                  <a:lnTo>
                    <a:pt x="327533" y="98412"/>
                  </a:lnTo>
                  <a:lnTo>
                    <a:pt x="323227" y="100203"/>
                  </a:lnTo>
                  <a:lnTo>
                    <a:pt x="313563" y="100203"/>
                  </a:lnTo>
                  <a:lnTo>
                    <a:pt x="309930" y="98831"/>
                  </a:lnTo>
                  <a:lnTo>
                    <a:pt x="303720" y="93332"/>
                  </a:lnTo>
                  <a:lnTo>
                    <a:pt x="301650" y="88836"/>
                  </a:lnTo>
                  <a:lnTo>
                    <a:pt x="300266" y="82626"/>
                  </a:lnTo>
                  <a:lnTo>
                    <a:pt x="289229" y="84074"/>
                  </a:lnTo>
                  <a:lnTo>
                    <a:pt x="290093" y="91528"/>
                  </a:lnTo>
                  <a:lnTo>
                    <a:pt x="293027" y="97599"/>
                  </a:lnTo>
                  <a:lnTo>
                    <a:pt x="303377" y="106959"/>
                  </a:lnTo>
                  <a:lnTo>
                    <a:pt x="310108" y="109308"/>
                  </a:lnTo>
                  <a:lnTo>
                    <a:pt x="326682" y="109308"/>
                  </a:lnTo>
                  <a:lnTo>
                    <a:pt x="333921" y="106591"/>
                  </a:lnTo>
                  <a:lnTo>
                    <a:pt x="345490" y="95707"/>
                  </a:lnTo>
                  <a:lnTo>
                    <a:pt x="348424" y="89103"/>
                  </a:lnTo>
                  <a:lnTo>
                    <a:pt x="348424" y="7550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1" name="object 121"/>
            <p:cNvSpPr/>
            <p:nvPr/>
          </p:nvSpPr>
          <p:spPr>
            <a:xfrm>
              <a:off x="4099910" y="4930446"/>
              <a:ext cx="94742" cy="119979"/>
            </a:xfrm>
            <a:prstGeom prst="rect">
              <a:avLst/>
            </a:prstGeom>
            <a:blipFill>
              <a:blip r:embed="rId6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2" name="object 122"/>
            <p:cNvSpPr/>
            <p:nvPr/>
          </p:nvSpPr>
          <p:spPr>
            <a:xfrm>
              <a:off x="3970480" y="4928391"/>
              <a:ext cx="106995" cy="124072"/>
            </a:xfrm>
            <a:prstGeom prst="rect">
              <a:avLst/>
            </a:prstGeom>
            <a:blipFill>
              <a:blip r:embed="rId6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3" name="object 123"/>
            <p:cNvSpPr/>
            <p:nvPr/>
          </p:nvSpPr>
          <p:spPr>
            <a:xfrm>
              <a:off x="4018966" y="4998745"/>
              <a:ext cx="256540" cy="156845"/>
            </a:xfrm>
            <a:custGeom>
              <a:avLst/>
              <a:gdLst/>
              <a:ahLst/>
              <a:cxnLst/>
              <a:rect l="l" t="t" r="r" b="b"/>
              <a:pathLst>
                <a:path w="256539" h="156845">
                  <a:moveTo>
                    <a:pt x="10350" y="81915"/>
                  </a:moveTo>
                  <a:lnTo>
                    <a:pt x="8115" y="79616"/>
                  </a:lnTo>
                  <a:lnTo>
                    <a:pt x="2413" y="79616"/>
                  </a:lnTo>
                  <a:lnTo>
                    <a:pt x="0" y="81915"/>
                  </a:lnTo>
                  <a:lnTo>
                    <a:pt x="0" y="154127"/>
                  </a:lnTo>
                  <a:lnTo>
                    <a:pt x="2413" y="156438"/>
                  </a:lnTo>
                  <a:lnTo>
                    <a:pt x="8115" y="156438"/>
                  </a:lnTo>
                  <a:lnTo>
                    <a:pt x="10350" y="154127"/>
                  </a:lnTo>
                  <a:lnTo>
                    <a:pt x="10350" y="81915"/>
                  </a:lnTo>
                  <a:close/>
                </a:path>
                <a:path w="256539" h="156845">
                  <a:moveTo>
                    <a:pt x="256095" y="57670"/>
                  </a:moveTo>
                  <a:lnTo>
                    <a:pt x="254546" y="52857"/>
                  </a:lnTo>
                  <a:lnTo>
                    <a:pt x="248678" y="45161"/>
                  </a:lnTo>
                  <a:lnTo>
                    <a:pt x="244538" y="42621"/>
                  </a:lnTo>
                  <a:lnTo>
                    <a:pt x="239191" y="41389"/>
                  </a:lnTo>
                  <a:lnTo>
                    <a:pt x="243332" y="39522"/>
                  </a:lnTo>
                  <a:lnTo>
                    <a:pt x="246430" y="37007"/>
                  </a:lnTo>
                  <a:lnTo>
                    <a:pt x="250571" y="30657"/>
                  </a:lnTo>
                  <a:lnTo>
                    <a:pt x="251612" y="27127"/>
                  </a:lnTo>
                  <a:lnTo>
                    <a:pt x="251612" y="19189"/>
                  </a:lnTo>
                  <a:lnTo>
                    <a:pt x="230035" y="0"/>
                  </a:lnTo>
                  <a:lnTo>
                    <a:pt x="218135" y="0"/>
                  </a:lnTo>
                  <a:lnTo>
                    <a:pt x="212090" y="2032"/>
                  </a:lnTo>
                  <a:lnTo>
                    <a:pt x="202425" y="10134"/>
                  </a:lnTo>
                  <a:lnTo>
                    <a:pt x="199491" y="15836"/>
                  </a:lnTo>
                  <a:lnTo>
                    <a:pt x="198120" y="23202"/>
                  </a:lnTo>
                  <a:lnTo>
                    <a:pt x="209156" y="25158"/>
                  </a:lnTo>
                  <a:lnTo>
                    <a:pt x="210019" y="19773"/>
                  </a:lnTo>
                  <a:lnTo>
                    <a:pt x="211747" y="15748"/>
                  </a:lnTo>
                  <a:lnTo>
                    <a:pt x="217614" y="10375"/>
                  </a:lnTo>
                  <a:lnTo>
                    <a:pt x="221068" y="9042"/>
                  </a:lnTo>
                  <a:lnTo>
                    <a:pt x="229870" y="9042"/>
                  </a:lnTo>
                  <a:lnTo>
                    <a:pt x="233324" y="10363"/>
                  </a:lnTo>
                  <a:lnTo>
                    <a:pt x="238836" y="15646"/>
                  </a:lnTo>
                  <a:lnTo>
                    <a:pt x="240220" y="18986"/>
                  </a:lnTo>
                  <a:lnTo>
                    <a:pt x="240220" y="28105"/>
                  </a:lnTo>
                  <a:lnTo>
                    <a:pt x="238328" y="31864"/>
                  </a:lnTo>
                  <a:lnTo>
                    <a:pt x="230733" y="36753"/>
                  </a:lnTo>
                  <a:lnTo>
                    <a:pt x="226593" y="37985"/>
                  </a:lnTo>
                  <a:lnTo>
                    <a:pt x="220027" y="37858"/>
                  </a:lnTo>
                  <a:lnTo>
                    <a:pt x="218821" y="47510"/>
                  </a:lnTo>
                  <a:lnTo>
                    <a:pt x="224523" y="46291"/>
                  </a:lnTo>
                  <a:lnTo>
                    <a:pt x="231762" y="46291"/>
                  </a:lnTo>
                  <a:lnTo>
                    <a:pt x="235902" y="47917"/>
                  </a:lnTo>
                  <a:lnTo>
                    <a:pt x="242633" y="54483"/>
                  </a:lnTo>
                  <a:lnTo>
                    <a:pt x="244195" y="58635"/>
                  </a:lnTo>
                  <a:lnTo>
                    <a:pt x="244195" y="68986"/>
                  </a:lnTo>
                  <a:lnTo>
                    <a:pt x="242468" y="73418"/>
                  </a:lnTo>
                  <a:lnTo>
                    <a:pt x="235216" y="80581"/>
                  </a:lnTo>
                  <a:lnTo>
                    <a:pt x="230898" y="82359"/>
                  </a:lnTo>
                  <a:lnTo>
                    <a:pt x="221234" y="82359"/>
                  </a:lnTo>
                  <a:lnTo>
                    <a:pt x="217614" y="80987"/>
                  </a:lnTo>
                  <a:lnTo>
                    <a:pt x="211404" y="75488"/>
                  </a:lnTo>
                  <a:lnTo>
                    <a:pt x="209334" y="71005"/>
                  </a:lnTo>
                  <a:lnTo>
                    <a:pt x="207949" y="64795"/>
                  </a:lnTo>
                  <a:lnTo>
                    <a:pt x="196900" y="66243"/>
                  </a:lnTo>
                  <a:lnTo>
                    <a:pt x="197764" y="73698"/>
                  </a:lnTo>
                  <a:lnTo>
                    <a:pt x="200698" y="79756"/>
                  </a:lnTo>
                  <a:lnTo>
                    <a:pt x="211061" y="89128"/>
                  </a:lnTo>
                  <a:lnTo>
                    <a:pt x="217792" y="91478"/>
                  </a:lnTo>
                  <a:lnTo>
                    <a:pt x="234353" y="91478"/>
                  </a:lnTo>
                  <a:lnTo>
                    <a:pt x="241604" y="88747"/>
                  </a:lnTo>
                  <a:lnTo>
                    <a:pt x="253161" y="77876"/>
                  </a:lnTo>
                  <a:lnTo>
                    <a:pt x="256095" y="71259"/>
                  </a:lnTo>
                  <a:lnTo>
                    <a:pt x="256095" y="5767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4" name="object 124"/>
            <p:cNvSpPr/>
            <p:nvPr/>
          </p:nvSpPr>
          <p:spPr>
            <a:xfrm>
              <a:off x="4099910" y="5423722"/>
              <a:ext cx="94742" cy="119979"/>
            </a:xfrm>
            <a:prstGeom prst="rect">
              <a:avLst/>
            </a:prstGeom>
            <a:blipFill>
              <a:blip r:embed="rId6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5" name="object 125"/>
            <p:cNvSpPr/>
            <p:nvPr/>
          </p:nvSpPr>
          <p:spPr>
            <a:xfrm>
              <a:off x="3970480" y="5421667"/>
              <a:ext cx="106995" cy="124072"/>
            </a:xfrm>
            <a:prstGeom prst="rect">
              <a:avLst/>
            </a:prstGeom>
            <a:blipFill>
              <a:blip r:embed="rId6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6" name="object 126"/>
            <p:cNvSpPr/>
            <p:nvPr/>
          </p:nvSpPr>
          <p:spPr>
            <a:xfrm>
              <a:off x="4018966" y="5320982"/>
              <a:ext cx="256540" cy="262890"/>
            </a:xfrm>
            <a:custGeom>
              <a:avLst/>
              <a:gdLst/>
              <a:ahLst/>
              <a:cxnLst/>
              <a:rect l="l" t="t" r="r" b="b"/>
              <a:pathLst>
                <a:path w="256539" h="262889">
                  <a:moveTo>
                    <a:pt x="10350" y="2298"/>
                  </a:moveTo>
                  <a:lnTo>
                    <a:pt x="8115" y="0"/>
                  </a:lnTo>
                  <a:lnTo>
                    <a:pt x="2413" y="0"/>
                  </a:lnTo>
                  <a:lnTo>
                    <a:pt x="0" y="2298"/>
                  </a:lnTo>
                  <a:lnTo>
                    <a:pt x="0" y="76390"/>
                  </a:lnTo>
                  <a:lnTo>
                    <a:pt x="2413" y="78701"/>
                  </a:lnTo>
                  <a:lnTo>
                    <a:pt x="8115" y="78701"/>
                  </a:lnTo>
                  <a:lnTo>
                    <a:pt x="10350" y="76390"/>
                  </a:lnTo>
                  <a:lnTo>
                    <a:pt x="10350" y="2298"/>
                  </a:lnTo>
                  <a:close/>
                </a:path>
                <a:path w="256539" h="262889">
                  <a:moveTo>
                    <a:pt x="256095" y="228701"/>
                  </a:moveTo>
                  <a:lnTo>
                    <a:pt x="254546" y="223888"/>
                  </a:lnTo>
                  <a:lnTo>
                    <a:pt x="248678" y="216204"/>
                  </a:lnTo>
                  <a:lnTo>
                    <a:pt x="244538" y="213664"/>
                  </a:lnTo>
                  <a:lnTo>
                    <a:pt x="239191" y="212432"/>
                  </a:lnTo>
                  <a:lnTo>
                    <a:pt x="243332" y="210566"/>
                  </a:lnTo>
                  <a:lnTo>
                    <a:pt x="246430" y="208051"/>
                  </a:lnTo>
                  <a:lnTo>
                    <a:pt x="250571" y="201688"/>
                  </a:lnTo>
                  <a:lnTo>
                    <a:pt x="251612" y="198170"/>
                  </a:lnTo>
                  <a:lnTo>
                    <a:pt x="251612" y="190233"/>
                  </a:lnTo>
                  <a:lnTo>
                    <a:pt x="230035" y="171030"/>
                  </a:lnTo>
                  <a:lnTo>
                    <a:pt x="218135" y="171030"/>
                  </a:lnTo>
                  <a:lnTo>
                    <a:pt x="212090" y="173075"/>
                  </a:lnTo>
                  <a:lnTo>
                    <a:pt x="202425" y="181178"/>
                  </a:lnTo>
                  <a:lnTo>
                    <a:pt x="199491" y="186880"/>
                  </a:lnTo>
                  <a:lnTo>
                    <a:pt x="198120" y="194246"/>
                  </a:lnTo>
                  <a:lnTo>
                    <a:pt x="209156" y="196189"/>
                  </a:lnTo>
                  <a:lnTo>
                    <a:pt x="210019" y="190817"/>
                  </a:lnTo>
                  <a:lnTo>
                    <a:pt x="211747" y="186791"/>
                  </a:lnTo>
                  <a:lnTo>
                    <a:pt x="217614" y="181419"/>
                  </a:lnTo>
                  <a:lnTo>
                    <a:pt x="221068" y="180073"/>
                  </a:lnTo>
                  <a:lnTo>
                    <a:pt x="229870" y="180073"/>
                  </a:lnTo>
                  <a:lnTo>
                    <a:pt x="233324" y="181394"/>
                  </a:lnTo>
                  <a:lnTo>
                    <a:pt x="238836" y="186690"/>
                  </a:lnTo>
                  <a:lnTo>
                    <a:pt x="240220" y="190030"/>
                  </a:lnTo>
                  <a:lnTo>
                    <a:pt x="240220" y="199136"/>
                  </a:lnTo>
                  <a:lnTo>
                    <a:pt x="238328" y="202907"/>
                  </a:lnTo>
                  <a:lnTo>
                    <a:pt x="230733" y="207784"/>
                  </a:lnTo>
                  <a:lnTo>
                    <a:pt x="226593" y="209029"/>
                  </a:lnTo>
                  <a:lnTo>
                    <a:pt x="220027" y="208902"/>
                  </a:lnTo>
                  <a:lnTo>
                    <a:pt x="218821" y="218541"/>
                  </a:lnTo>
                  <a:lnTo>
                    <a:pt x="224523" y="217335"/>
                  </a:lnTo>
                  <a:lnTo>
                    <a:pt x="231762" y="217335"/>
                  </a:lnTo>
                  <a:lnTo>
                    <a:pt x="235902" y="218960"/>
                  </a:lnTo>
                  <a:lnTo>
                    <a:pt x="242633" y="225513"/>
                  </a:lnTo>
                  <a:lnTo>
                    <a:pt x="244195" y="229679"/>
                  </a:lnTo>
                  <a:lnTo>
                    <a:pt x="244195" y="240030"/>
                  </a:lnTo>
                  <a:lnTo>
                    <a:pt x="242468" y="244462"/>
                  </a:lnTo>
                  <a:lnTo>
                    <a:pt x="235216" y="251625"/>
                  </a:lnTo>
                  <a:lnTo>
                    <a:pt x="230898" y="253403"/>
                  </a:lnTo>
                  <a:lnTo>
                    <a:pt x="221234" y="253403"/>
                  </a:lnTo>
                  <a:lnTo>
                    <a:pt x="217614" y="252031"/>
                  </a:lnTo>
                  <a:lnTo>
                    <a:pt x="211404" y="246532"/>
                  </a:lnTo>
                  <a:lnTo>
                    <a:pt x="209334" y="242049"/>
                  </a:lnTo>
                  <a:lnTo>
                    <a:pt x="207949" y="235826"/>
                  </a:lnTo>
                  <a:lnTo>
                    <a:pt x="196900" y="237286"/>
                  </a:lnTo>
                  <a:lnTo>
                    <a:pt x="197764" y="244729"/>
                  </a:lnTo>
                  <a:lnTo>
                    <a:pt x="200698" y="250799"/>
                  </a:lnTo>
                  <a:lnTo>
                    <a:pt x="211061" y="260172"/>
                  </a:lnTo>
                  <a:lnTo>
                    <a:pt x="217792" y="262509"/>
                  </a:lnTo>
                  <a:lnTo>
                    <a:pt x="234353" y="262509"/>
                  </a:lnTo>
                  <a:lnTo>
                    <a:pt x="241604" y="259791"/>
                  </a:lnTo>
                  <a:lnTo>
                    <a:pt x="253161" y="248920"/>
                  </a:lnTo>
                  <a:lnTo>
                    <a:pt x="256095" y="242303"/>
                  </a:lnTo>
                  <a:lnTo>
                    <a:pt x="256095" y="22870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127"/>
            <p:cNvSpPr/>
            <p:nvPr/>
          </p:nvSpPr>
          <p:spPr>
            <a:xfrm>
              <a:off x="3530763" y="5177084"/>
              <a:ext cx="94915" cy="119979"/>
            </a:xfrm>
            <a:prstGeom prst="rect">
              <a:avLst/>
            </a:prstGeom>
            <a:blipFill>
              <a:blip r:embed="rId6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object 128"/>
            <p:cNvSpPr/>
            <p:nvPr/>
          </p:nvSpPr>
          <p:spPr>
            <a:xfrm>
              <a:off x="3646905" y="5175029"/>
              <a:ext cx="181719" cy="161821"/>
            </a:xfrm>
            <a:prstGeom prst="rect">
              <a:avLst/>
            </a:prstGeom>
            <a:blipFill>
              <a:blip r:embed="rId7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9" name="object 129"/>
            <p:cNvSpPr/>
            <p:nvPr/>
          </p:nvSpPr>
          <p:spPr>
            <a:xfrm>
              <a:off x="3854511" y="5227542"/>
              <a:ext cx="97790" cy="10795"/>
            </a:xfrm>
            <a:custGeom>
              <a:avLst/>
              <a:gdLst/>
              <a:ahLst/>
              <a:cxnLst/>
              <a:rect l="l" t="t" r="r" b="b"/>
              <a:pathLst>
                <a:path w="97789" h="10795">
                  <a:moveTo>
                    <a:pt x="95260" y="0"/>
                  </a:moveTo>
                  <a:lnTo>
                    <a:pt x="2416" y="0"/>
                  </a:lnTo>
                  <a:lnTo>
                    <a:pt x="0" y="2295"/>
                  </a:lnTo>
                  <a:lnTo>
                    <a:pt x="0" y="7964"/>
                  </a:lnTo>
                  <a:lnTo>
                    <a:pt x="2416" y="10276"/>
                  </a:lnTo>
                  <a:lnTo>
                    <a:pt x="95260" y="10276"/>
                  </a:lnTo>
                  <a:lnTo>
                    <a:pt x="97676" y="7964"/>
                  </a:lnTo>
                  <a:lnTo>
                    <a:pt x="97676" y="229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0" name="object 130"/>
          <p:cNvSpPr/>
          <p:nvPr/>
        </p:nvSpPr>
        <p:spPr>
          <a:xfrm>
            <a:off x="1160592" y="5793902"/>
            <a:ext cx="154090" cy="134729"/>
          </a:xfrm>
          <a:prstGeom prst="rect">
            <a:avLst/>
          </a:prstGeom>
          <a:blipFill>
            <a:blip r:embed="rId7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1" name="object 131"/>
          <p:cNvGrpSpPr/>
          <p:nvPr/>
        </p:nvGrpSpPr>
        <p:grpSpPr>
          <a:xfrm>
            <a:off x="1362382" y="5806525"/>
            <a:ext cx="454025" cy="122555"/>
            <a:chOff x="1362382" y="5806525"/>
            <a:chExt cx="454025" cy="122555"/>
          </a:xfrm>
        </p:grpSpPr>
        <p:sp>
          <p:nvSpPr>
            <p:cNvPr id="132" name="object 132"/>
            <p:cNvSpPr/>
            <p:nvPr/>
          </p:nvSpPr>
          <p:spPr>
            <a:xfrm>
              <a:off x="1362382" y="5837612"/>
              <a:ext cx="80643" cy="90855"/>
            </a:xfrm>
            <a:prstGeom prst="rect">
              <a:avLst/>
            </a:prstGeom>
            <a:blipFill>
              <a:blip r:embed="rId7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3" name="object 133"/>
            <p:cNvSpPr/>
            <p:nvPr/>
          </p:nvSpPr>
          <p:spPr>
            <a:xfrm>
              <a:off x="1463182" y="5837612"/>
              <a:ext cx="118661" cy="88890"/>
            </a:xfrm>
            <a:prstGeom prst="rect">
              <a:avLst/>
            </a:prstGeom>
            <a:blipFill>
              <a:blip r:embed="rId7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4" name="object 134"/>
            <p:cNvSpPr/>
            <p:nvPr/>
          </p:nvSpPr>
          <p:spPr>
            <a:xfrm>
              <a:off x="1606499" y="5806529"/>
              <a:ext cx="15240" cy="120014"/>
            </a:xfrm>
            <a:custGeom>
              <a:avLst/>
              <a:gdLst/>
              <a:ahLst/>
              <a:cxnLst/>
              <a:rect l="l" t="t" r="r" b="b"/>
              <a:pathLst>
                <a:path w="15240" h="120014">
                  <a:moveTo>
                    <a:pt x="14833" y="33058"/>
                  </a:moveTo>
                  <a:lnTo>
                    <a:pt x="0" y="33058"/>
                  </a:lnTo>
                  <a:lnTo>
                    <a:pt x="0" y="119976"/>
                  </a:lnTo>
                  <a:lnTo>
                    <a:pt x="14833" y="119976"/>
                  </a:lnTo>
                  <a:lnTo>
                    <a:pt x="14833" y="33058"/>
                  </a:lnTo>
                  <a:close/>
                </a:path>
                <a:path w="15240" h="120014">
                  <a:moveTo>
                    <a:pt x="14833" y="0"/>
                  </a:moveTo>
                  <a:lnTo>
                    <a:pt x="0" y="0"/>
                  </a:lnTo>
                  <a:lnTo>
                    <a:pt x="0" y="16941"/>
                  </a:lnTo>
                  <a:lnTo>
                    <a:pt x="14833" y="16941"/>
                  </a:lnTo>
                  <a:lnTo>
                    <a:pt x="1483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5" name="object 135"/>
            <p:cNvSpPr/>
            <p:nvPr/>
          </p:nvSpPr>
          <p:spPr>
            <a:xfrm>
              <a:off x="1644383" y="5837612"/>
              <a:ext cx="71169" cy="88890"/>
            </a:xfrm>
            <a:prstGeom prst="rect">
              <a:avLst/>
            </a:prstGeom>
            <a:blipFill>
              <a:blip r:embed="rId7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6" name="object 136"/>
            <p:cNvSpPr/>
            <p:nvPr/>
          </p:nvSpPr>
          <p:spPr>
            <a:xfrm>
              <a:off x="1735270" y="5837612"/>
              <a:ext cx="80667" cy="90855"/>
            </a:xfrm>
            <a:prstGeom prst="rect">
              <a:avLst/>
            </a:prstGeom>
            <a:blipFill>
              <a:blip r:embed="rId7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7" name="object 137"/>
          <p:cNvSpPr/>
          <p:nvPr/>
        </p:nvSpPr>
        <p:spPr>
          <a:xfrm>
            <a:off x="3566831" y="5832209"/>
            <a:ext cx="1134668" cy="155260"/>
          </a:xfrm>
          <a:prstGeom prst="rect">
            <a:avLst/>
          </a:prstGeom>
          <a:blipFill>
            <a:blip r:embed="rId7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object 138"/>
          <p:cNvSpPr txBox="1"/>
          <p:nvPr/>
        </p:nvSpPr>
        <p:spPr>
          <a:xfrm>
            <a:off x="11125200" y="6431812"/>
            <a:ext cx="17589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z="1400" dirty="0">
                <a:latin typeface="Arial"/>
                <a:cs typeface="Arial"/>
              </a:rPr>
              <a:t>7</a:t>
            </a:fld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805554" y="5384393"/>
            <a:ext cx="457835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i="1" spc="-15" dirty="0">
                <a:solidFill>
                  <a:srgbClr val="FF9900"/>
                </a:solidFill>
                <a:latin typeface="Carlito"/>
                <a:cs typeface="Carlito"/>
              </a:rPr>
              <a:t>Carboxylic </a:t>
            </a:r>
            <a:r>
              <a:rPr sz="2800" i="1" spc="-5" dirty="0">
                <a:solidFill>
                  <a:srgbClr val="FF9900"/>
                </a:solidFill>
                <a:latin typeface="Carlito"/>
                <a:cs typeface="Carlito"/>
              </a:rPr>
              <a:t>acids </a:t>
            </a:r>
            <a:r>
              <a:rPr sz="2800" i="1" spc="-10" dirty="0">
                <a:solidFill>
                  <a:srgbClr val="FF9900"/>
                </a:solidFill>
                <a:latin typeface="Carlito"/>
                <a:cs typeface="Carlito"/>
              </a:rPr>
              <a:t>and</a:t>
            </a:r>
            <a:r>
              <a:rPr sz="2800" i="1" spc="10" dirty="0">
                <a:solidFill>
                  <a:srgbClr val="FF9900"/>
                </a:solidFill>
                <a:latin typeface="Carlito"/>
                <a:cs typeface="Carlito"/>
              </a:rPr>
              <a:t> </a:t>
            </a:r>
            <a:r>
              <a:rPr sz="2800" i="1" spc="-10" dirty="0">
                <a:solidFill>
                  <a:srgbClr val="FF9900"/>
                </a:solidFill>
                <a:latin typeface="Carlito"/>
                <a:cs typeface="Carlito"/>
              </a:rPr>
              <a:t>derivatives</a:t>
            </a:r>
            <a:endParaRPr sz="2800">
              <a:latin typeface="Carlito"/>
              <a:cs typeface="Carlito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591080" y="2660896"/>
            <a:ext cx="4770962" cy="212330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125200" y="6431812"/>
            <a:ext cx="175895" cy="2247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sz="1400" dirty="0">
                <a:latin typeface="Arial"/>
                <a:cs typeface="Arial"/>
              </a:rPr>
              <a:t>8</a:t>
            </a:fld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150600" y="6414922"/>
            <a:ext cx="12509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Arial"/>
                <a:cs typeface="Arial"/>
              </a:rPr>
              <a:t>9</a:t>
            </a:r>
            <a:endParaRPr sz="1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56361" y="153415"/>
            <a:ext cx="10297795" cy="106807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2700" marR="5080">
              <a:lnSpc>
                <a:spcPts val="3890"/>
              </a:lnSpc>
              <a:spcBef>
                <a:spcPts val="585"/>
              </a:spcBef>
            </a:pPr>
            <a:r>
              <a:rPr sz="3600" spc="-204" dirty="0"/>
              <a:t>Functional</a:t>
            </a:r>
            <a:r>
              <a:rPr sz="3600" spc="-345" dirty="0"/>
              <a:t> </a:t>
            </a:r>
            <a:r>
              <a:rPr sz="3600" spc="-185" dirty="0"/>
              <a:t>groups:</a:t>
            </a:r>
            <a:r>
              <a:rPr sz="3600" spc="-335" dirty="0"/>
              <a:t> </a:t>
            </a:r>
            <a:r>
              <a:rPr sz="3600" spc="-240" dirty="0">
                <a:solidFill>
                  <a:srgbClr val="FF0000"/>
                </a:solidFill>
              </a:rPr>
              <a:t>carboxylic</a:t>
            </a:r>
            <a:r>
              <a:rPr sz="3600" spc="-350" dirty="0">
                <a:solidFill>
                  <a:srgbClr val="FF0000"/>
                </a:solidFill>
              </a:rPr>
              <a:t> </a:t>
            </a:r>
            <a:r>
              <a:rPr sz="3600" spc="-240" dirty="0">
                <a:solidFill>
                  <a:srgbClr val="FF0000"/>
                </a:solidFill>
              </a:rPr>
              <a:t>acids</a:t>
            </a:r>
            <a:r>
              <a:rPr sz="3600" spc="-240" dirty="0"/>
              <a:t>,</a:t>
            </a:r>
            <a:r>
              <a:rPr sz="3600" spc="-340" dirty="0"/>
              <a:t> </a:t>
            </a:r>
            <a:r>
              <a:rPr sz="3600" spc="-235" dirty="0">
                <a:solidFill>
                  <a:srgbClr val="006FC0"/>
                </a:solidFill>
              </a:rPr>
              <a:t>esters</a:t>
            </a:r>
            <a:r>
              <a:rPr sz="3600" spc="-235" dirty="0"/>
              <a:t>,</a:t>
            </a:r>
            <a:r>
              <a:rPr sz="3600" spc="-350" dirty="0"/>
              <a:t> </a:t>
            </a:r>
            <a:r>
              <a:rPr sz="3600" spc="-245" dirty="0">
                <a:solidFill>
                  <a:srgbClr val="008000"/>
                </a:solidFill>
              </a:rPr>
              <a:t>acyl</a:t>
            </a:r>
            <a:r>
              <a:rPr sz="3600" spc="-335" dirty="0">
                <a:solidFill>
                  <a:srgbClr val="008000"/>
                </a:solidFill>
              </a:rPr>
              <a:t> </a:t>
            </a:r>
            <a:r>
              <a:rPr sz="3600" spc="-215" dirty="0">
                <a:solidFill>
                  <a:srgbClr val="008000"/>
                </a:solidFill>
              </a:rPr>
              <a:t>chlorides</a:t>
            </a:r>
            <a:r>
              <a:rPr sz="3600" spc="-215" dirty="0"/>
              <a:t>,  </a:t>
            </a:r>
            <a:r>
              <a:rPr sz="3600" spc="-185" dirty="0">
                <a:solidFill>
                  <a:srgbClr val="FF33CC"/>
                </a:solidFill>
              </a:rPr>
              <a:t>amides</a:t>
            </a:r>
            <a:endParaRPr sz="3600"/>
          </a:p>
        </p:txBody>
      </p:sp>
      <p:grpSp>
        <p:nvGrpSpPr>
          <p:cNvPr id="4" name="object 4"/>
          <p:cNvGrpSpPr/>
          <p:nvPr/>
        </p:nvGrpSpPr>
        <p:grpSpPr>
          <a:xfrm>
            <a:off x="1599541" y="2438290"/>
            <a:ext cx="1016635" cy="622300"/>
            <a:chOff x="1599541" y="2438290"/>
            <a:chExt cx="1016635" cy="622300"/>
          </a:xfrm>
        </p:grpSpPr>
        <p:sp>
          <p:nvSpPr>
            <p:cNvPr id="5" name="object 5"/>
            <p:cNvSpPr/>
            <p:nvPr/>
          </p:nvSpPr>
          <p:spPr>
            <a:xfrm>
              <a:off x="1599541" y="2667607"/>
              <a:ext cx="139794" cy="163314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768749" y="2670310"/>
              <a:ext cx="124063" cy="157908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20532" y="2760189"/>
              <a:ext cx="77245" cy="120289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025942" y="2438298"/>
              <a:ext cx="435609" cy="622300"/>
            </a:xfrm>
            <a:custGeom>
              <a:avLst/>
              <a:gdLst/>
              <a:ahLst/>
              <a:cxnLst/>
              <a:rect l="l" t="t" r="r" b="b"/>
              <a:pathLst>
                <a:path w="435610" h="622300">
                  <a:moveTo>
                    <a:pt x="30086" y="306133"/>
                  </a:moveTo>
                  <a:lnTo>
                    <a:pt x="27178" y="299148"/>
                  </a:lnTo>
                  <a:lnTo>
                    <a:pt x="23202" y="297573"/>
                  </a:lnTo>
                  <a:lnTo>
                    <a:pt x="1625" y="306578"/>
                  </a:lnTo>
                  <a:lnTo>
                    <a:pt x="0" y="310629"/>
                  </a:lnTo>
                  <a:lnTo>
                    <a:pt x="2908" y="317398"/>
                  </a:lnTo>
                  <a:lnTo>
                    <a:pt x="6883" y="319189"/>
                  </a:lnTo>
                  <a:lnTo>
                    <a:pt x="28460" y="309956"/>
                  </a:lnTo>
                  <a:lnTo>
                    <a:pt x="30086" y="306133"/>
                  </a:lnTo>
                  <a:close/>
                </a:path>
                <a:path w="435610" h="622300">
                  <a:moveTo>
                    <a:pt x="258013" y="143040"/>
                  </a:moveTo>
                  <a:lnTo>
                    <a:pt x="252730" y="137629"/>
                  </a:lnTo>
                  <a:lnTo>
                    <a:pt x="248437" y="137629"/>
                  </a:lnTo>
                  <a:lnTo>
                    <a:pt x="155740" y="230212"/>
                  </a:lnTo>
                  <a:lnTo>
                    <a:pt x="155740" y="231914"/>
                  </a:lnTo>
                  <a:lnTo>
                    <a:pt x="147358" y="230073"/>
                  </a:lnTo>
                  <a:lnTo>
                    <a:pt x="135966" y="229311"/>
                  </a:lnTo>
                  <a:lnTo>
                    <a:pt x="125717" y="229946"/>
                  </a:lnTo>
                  <a:lnTo>
                    <a:pt x="115912" y="231787"/>
                  </a:lnTo>
                  <a:lnTo>
                    <a:pt x="82194" y="250685"/>
                  </a:lnTo>
                  <a:lnTo>
                    <a:pt x="63677" y="286727"/>
                  </a:lnTo>
                  <a:lnTo>
                    <a:pt x="61315" y="309727"/>
                  </a:lnTo>
                  <a:lnTo>
                    <a:pt x="61836" y="320878"/>
                  </a:lnTo>
                  <a:lnTo>
                    <a:pt x="74345" y="361429"/>
                  </a:lnTo>
                  <a:lnTo>
                    <a:pt x="112471" y="390067"/>
                  </a:lnTo>
                  <a:lnTo>
                    <a:pt x="135648" y="392633"/>
                  </a:lnTo>
                  <a:lnTo>
                    <a:pt x="147510" y="391782"/>
                  </a:lnTo>
                  <a:lnTo>
                    <a:pt x="185318" y="371602"/>
                  </a:lnTo>
                  <a:lnTo>
                    <a:pt x="201104" y="339915"/>
                  </a:lnTo>
                  <a:lnTo>
                    <a:pt x="180187" y="334518"/>
                  </a:lnTo>
                  <a:lnTo>
                    <a:pt x="177533" y="343890"/>
                  </a:lnTo>
                  <a:lnTo>
                    <a:pt x="173901" y="352056"/>
                  </a:lnTo>
                  <a:lnTo>
                    <a:pt x="142367" y="374205"/>
                  </a:lnTo>
                  <a:lnTo>
                    <a:pt x="133908" y="374827"/>
                  </a:lnTo>
                  <a:lnTo>
                    <a:pt x="126809" y="374370"/>
                  </a:lnTo>
                  <a:lnTo>
                    <a:pt x="92113" y="351878"/>
                  </a:lnTo>
                  <a:lnTo>
                    <a:pt x="82892" y="309727"/>
                  </a:lnTo>
                  <a:lnTo>
                    <a:pt x="83197" y="302006"/>
                  </a:lnTo>
                  <a:lnTo>
                    <a:pt x="99390" y="260667"/>
                  </a:lnTo>
                  <a:lnTo>
                    <a:pt x="135534" y="247332"/>
                  </a:lnTo>
                  <a:lnTo>
                    <a:pt x="143116" y="247802"/>
                  </a:lnTo>
                  <a:lnTo>
                    <a:pt x="174752" y="272199"/>
                  </a:lnTo>
                  <a:lnTo>
                    <a:pt x="177812" y="280225"/>
                  </a:lnTo>
                  <a:lnTo>
                    <a:pt x="198424" y="275488"/>
                  </a:lnTo>
                  <a:lnTo>
                    <a:pt x="175869" y="241477"/>
                  </a:lnTo>
                  <a:lnTo>
                    <a:pt x="168262" y="236753"/>
                  </a:lnTo>
                  <a:lnTo>
                    <a:pt x="258013" y="147320"/>
                  </a:lnTo>
                  <a:lnTo>
                    <a:pt x="258013" y="143040"/>
                  </a:lnTo>
                  <a:close/>
                </a:path>
                <a:path w="435610" h="622300">
                  <a:moveTo>
                    <a:pt x="299389" y="184264"/>
                  </a:moveTo>
                  <a:lnTo>
                    <a:pt x="294081" y="178854"/>
                  </a:lnTo>
                  <a:lnTo>
                    <a:pt x="289826" y="178854"/>
                  </a:lnTo>
                  <a:lnTo>
                    <a:pt x="220929" y="247789"/>
                  </a:lnTo>
                  <a:lnTo>
                    <a:pt x="220929" y="252069"/>
                  </a:lnTo>
                  <a:lnTo>
                    <a:pt x="226212" y="257251"/>
                  </a:lnTo>
                  <a:lnTo>
                    <a:pt x="230492" y="257251"/>
                  </a:lnTo>
                  <a:lnTo>
                    <a:pt x="299389" y="188544"/>
                  </a:lnTo>
                  <a:lnTo>
                    <a:pt x="299389" y="184264"/>
                  </a:lnTo>
                  <a:close/>
                </a:path>
                <a:path w="435610" h="622300">
                  <a:moveTo>
                    <a:pt x="435000" y="540397"/>
                  </a:moveTo>
                  <a:lnTo>
                    <a:pt x="425805" y="498271"/>
                  </a:lnTo>
                  <a:lnTo>
                    <a:pt x="413448" y="480669"/>
                  </a:lnTo>
                  <a:lnTo>
                    <a:pt x="413448" y="540397"/>
                  </a:lnTo>
                  <a:lnTo>
                    <a:pt x="412496" y="554850"/>
                  </a:lnTo>
                  <a:lnTo>
                    <a:pt x="390029" y="594741"/>
                  </a:lnTo>
                  <a:lnTo>
                    <a:pt x="359295" y="604151"/>
                  </a:lnTo>
                  <a:lnTo>
                    <a:pt x="348195" y="603135"/>
                  </a:lnTo>
                  <a:lnTo>
                    <a:pt x="314007" y="578700"/>
                  </a:lnTo>
                  <a:lnTo>
                    <a:pt x="305371" y="542658"/>
                  </a:lnTo>
                  <a:lnTo>
                    <a:pt x="306374" y="526186"/>
                  </a:lnTo>
                  <a:lnTo>
                    <a:pt x="329780" y="485305"/>
                  </a:lnTo>
                  <a:lnTo>
                    <a:pt x="359613" y="476656"/>
                  </a:lnTo>
                  <a:lnTo>
                    <a:pt x="367245" y="477151"/>
                  </a:lnTo>
                  <a:lnTo>
                    <a:pt x="403275" y="500126"/>
                  </a:lnTo>
                  <a:lnTo>
                    <a:pt x="413448" y="540397"/>
                  </a:lnTo>
                  <a:lnTo>
                    <a:pt x="413448" y="480669"/>
                  </a:lnTo>
                  <a:lnTo>
                    <a:pt x="409168" y="476656"/>
                  </a:lnTo>
                  <a:lnTo>
                    <a:pt x="407263" y="474865"/>
                  </a:lnTo>
                  <a:lnTo>
                    <a:pt x="398983" y="469214"/>
                  </a:lnTo>
                  <a:lnTo>
                    <a:pt x="389928" y="464616"/>
                  </a:lnTo>
                  <a:lnTo>
                    <a:pt x="380326" y="461302"/>
                  </a:lnTo>
                  <a:lnTo>
                    <a:pt x="370192" y="459308"/>
                  </a:lnTo>
                  <a:lnTo>
                    <a:pt x="359498" y="458635"/>
                  </a:lnTo>
                  <a:lnTo>
                    <a:pt x="343560" y="460019"/>
                  </a:lnTo>
                  <a:lnTo>
                    <a:pt x="304927" y="480936"/>
                  </a:lnTo>
                  <a:lnTo>
                    <a:pt x="285115" y="523887"/>
                  </a:lnTo>
                  <a:lnTo>
                    <a:pt x="283806" y="542658"/>
                  </a:lnTo>
                  <a:lnTo>
                    <a:pt x="284365" y="552640"/>
                  </a:lnTo>
                  <a:lnTo>
                    <a:pt x="297916" y="590638"/>
                  </a:lnTo>
                  <a:lnTo>
                    <a:pt x="328574" y="615861"/>
                  </a:lnTo>
                  <a:lnTo>
                    <a:pt x="359410" y="621944"/>
                  </a:lnTo>
                  <a:lnTo>
                    <a:pt x="369531" y="621347"/>
                  </a:lnTo>
                  <a:lnTo>
                    <a:pt x="406196" y="606806"/>
                  </a:lnTo>
                  <a:lnTo>
                    <a:pt x="429552" y="573760"/>
                  </a:lnTo>
                  <a:lnTo>
                    <a:pt x="434911" y="542658"/>
                  </a:lnTo>
                  <a:lnTo>
                    <a:pt x="435000" y="540397"/>
                  </a:lnTo>
                  <a:close/>
                </a:path>
                <a:path w="435610" h="622300">
                  <a:moveTo>
                    <a:pt x="435013" y="81762"/>
                  </a:moveTo>
                  <a:lnTo>
                    <a:pt x="425805" y="39420"/>
                  </a:lnTo>
                  <a:lnTo>
                    <a:pt x="413448" y="21894"/>
                  </a:lnTo>
                  <a:lnTo>
                    <a:pt x="413448" y="81762"/>
                  </a:lnTo>
                  <a:lnTo>
                    <a:pt x="412496" y="96126"/>
                  </a:lnTo>
                  <a:lnTo>
                    <a:pt x="390029" y="136067"/>
                  </a:lnTo>
                  <a:lnTo>
                    <a:pt x="359295" y="145288"/>
                  </a:lnTo>
                  <a:lnTo>
                    <a:pt x="348195" y="144272"/>
                  </a:lnTo>
                  <a:lnTo>
                    <a:pt x="314007" y="119938"/>
                  </a:lnTo>
                  <a:lnTo>
                    <a:pt x="305371" y="84023"/>
                  </a:lnTo>
                  <a:lnTo>
                    <a:pt x="306374" y="67513"/>
                  </a:lnTo>
                  <a:lnTo>
                    <a:pt x="329780" y="26479"/>
                  </a:lnTo>
                  <a:lnTo>
                    <a:pt x="359613" y="18021"/>
                  </a:lnTo>
                  <a:lnTo>
                    <a:pt x="367245" y="18491"/>
                  </a:lnTo>
                  <a:lnTo>
                    <a:pt x="403275" y="41363"/>
                  </a:lnTo>
                  <a:lnTo>
                    <a:pt x="413448" y="81762"/>
                  </a:lnTo>
                  <a:lnTo>
                    <a:pt x="413448" y="21894"/>
                  </a:lnTo>
                  <a:lnTo>
                    <a:pt x="409308" y="18021"/>
                  </a:lnTo>
                  <a:lnTo>
                    <a:pt x="407263" y="16103"/>
                  </a:lnTo>
                  <a:lnTo>
                    <a:pt x="398983" y="10363"/>
                  </a:lnTo>
                  <a:lnTo>
                    <a:pt x="389928" y="5791"/>
                  </a:lnTo>
                  <a:lnTo>
                    <a:pt x="380326" y="2565"/>
                  </a:lnTo>
                  <a:lnTo>
                    <a:pt x="370192" y="635"/>
                  </a:lnTo>
                  <a:lnTo>
                    <a:pt x="359498" y="0"/>
                  </a:lnTo>
                  <a:lnTo>
                    <a:pt x="343560" y="1384"/>
                  </a:lnTo>
                  <a:lnTo>
                    <a:pt x="304927" y="22072"/>
                  </a:lnTo>
                  <a:lnTo>
                    <a:pt x="285115" y="65125"/>
                  </a:lnTo>
                  <a:lnTo>
                    <a:pt x="283794" y="83794"/>
                  </a:lnTo>
                  <a:lnTo>
                    <a:pt x="284365" y="93980"/>
                  </a:lnTo>
                  <a:lnTo>
                    <a:pt x="297916" y="131914"/>
                  </a:lnTo>
                  <a:lnTo>
                    <a:pt x="328574" y="157226"/>
                  </a:lnTo>
                  <a:lnTo>
                    <a:pt x="359410" y="163309"/>
                  </a:lnTo>
                  <a:lnTo>
                    <a:pt x="369531" y="162687"/>
                  </a:lnTo>
                  <a:lnTo>
                    <a:pt x="406196" y="148043"/>
                  </a:lnTo>
                  <a:lnTo>
                    <a:pt x="409282" y="145288"/>
                  </a:lnTo>
                  <a:lnTo>
                    <a:pt x="413575" y="141465"/>
                  </a:lnTo>
                  <a:lnTo>
                    <a:pt x="432587" y="104546"/>
                  </a:lnTo>
                  <a:lnTo>
                    <a:pt x="434403" y="93459"/>
                  </a:lnTo>
                  <a:lnTo>
                    <a:pt x="435013" y="81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491682" y="2899852"/>
              <a:ext cx="124063" cy="157683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242067" y="2827993"/>
              <a:ext cx="72390" cy="72390"/>
            </a:xfrm>
            <a:custGeom>
              <a:avLst/>
              <a:gdLst/>
              <a:ahLst/>
              <a:cxnLst/>
              <a:rect l="l" t="t" r="r" b="b"/>
              <a:pathLst>
                <a:path w="72389" h="72389">
                  <a:moveTo>
                    <a:pt x="9593" y="0"/>
                  </a:moveTo>
                  <a:lnTo>
                    <a:pt x="5304" y="0"/>
                  </a:lnTo>
                  <a:lnTo>
                    <a:pt x="0" y="5181"/>
                  </a:lnTo>
                  <a:lnTo>
                    <a:pt x="0" y="9460"/>
                  </a:lnTo>
                  <a:lnTo>
                    <a:pt x="62708" y="72083"/>
                  </a:lnTo>
                  <a:lnTo>
                    <a:pt x="66997" y="72083"/>
                  </a:lnTo>
                  <a:lnTo>
                    <a:pt x="72279" y="66902"/>
                  </a:lnTo>
                  <a:lnTo>
                    <a:pt x="72279" y="6262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511977" y="3312306"/>
            <a:ext cx="838835" cy="160655"/>
            <a:chOff x="1511977" y="3312306"/>
            <a:chExt cx="838835" cy="160655"/>
          </a:xfrm>
        </p:grpSpPr>
        <p:sp>
          <p:nvSpPr>
            <p:cNvPr id="12" name="object 12"/>
            <p:cNvSpPr/>
            <p:nvPr/>
          </p:nvSpPr>
          <p:spPr>
            <a:xfrm>
              <a:off x="1511977" y="3312306"/>
              <a:ext cx="287132" cy="160386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824505" y="3353304"/>
              <a:ext cx="105507" cy="119388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956378" y="3353304"/>
              <a:ext cx="93092" cy="116910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074437" y="3353304"/>
              <a:ext cx="107313" cy="11938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207044" y="3312312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5" h="158114">
                  <a:moveTo>
                    <a:pt x="19418" y="43472"/>
                  </a:moveTo>
                  <a:lnTo>
                    <a:pt x="0" y="43472"/>
                  </a:lnTo>
                  <a:lnTo>
                    <a:pt x="0" y="157911"/>
                  </a:lnTo>
                  <a:lnTo>
                    <a:pt x="19418" y="157911"/>
                  </a:lnTo>
                  <a:lnTo>
                    <a:pt x="19418" y="43472"/>
                  </a:lnTo>
                  <a:close/>
                </a:path>
                <a:path w="19685" h="158114">
                  <a:moveTo>
                    <a:pt x="19418" y="0"/>
                  </a:moveTo>
                  <a:lnTo>
                    <a:pt x="0" y="0"/>
                  </a:lnTo>
                  <a:lnTo>
                    <a:pt x="0" y="22301"/>
                  </a:lnTo>
                  <a:lnTo>
                    <a:pt x="19418" y="22301"/>
                  </a:lnTo>
                  <a:lnTo>
                    <a:pt x="194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250667" y="3353304"/>
              <a:ext cx="99774" cy="119388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424956" y="3312306"/>
            <a:ext cx="387350" cy="160655"/>
            <a:chOff x="2424956" y="3312306"/>
            <a:chExt cx="387350" cy="160655"/>
          </a:xfrm>
        </p:grpSpPr>
        <p:sp>
          <p:nvSpPr>
            <p:cNvPr id="19" name="object 19"/>
            <p:cNvSpPr/>
            <p:nvPr/>
          </p:nvSpPr>
          <p:spPr>
            <a:xfrm>
              <a:off x="2424956" y="3353304"/>
              <a:ext cx="105507" cy="119388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550892" y="3353304"/>
              <a:ext cx="99774" cy="119388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669806" y="3312312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5" h="158114">
                  <a:moveTo>
                    <a:pt x="19405" y="43472"/>
                  </a:moveTo>
                  <a:lnTo>
                    <a:pt x="0" y="43472"/>
                  </a:lnTo>
                  <a:lnTo>
                    <a:pt x="0" y="157911"/>
                  </a:lnTo>
                  <a:lnTo>
                    <a:pt x="19405" y="157911"/>
                  </a:lnTo>
                  <a:lnTo>
                    <a:pt x="19405" y="43472"/>
                  </a:lnTo>
                  <a:close/>
                </a:path>
                <a:path w="19685" h="158114">
                  <a:moveTo>
                    <a:pt x="19405" y="0"/>
                  </a:moveTo>
                  <a:lnTo>
                    <a:pt x="0" y="0"/>
                  </a:lnTo>
                  <a:lnTo>
                    <a:pt x="0" y="22301"/>
                  </a:lnTo>
                  <a:lnTo>
                    <a:pt x="19405" y="22301"/>
                  </a:lnTo>
                  <a:lnTo>
                    <a:pt x="194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712337" y="3312306"/>
              <a:ext cx="99345" cy="160386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1517264" y="3547479"/>
            <a:ext cx="645160" cy="207010"/>
            <a:chOff x="1517264" y="3547479"/>
            <a:chExt cx="645160" cy="207010"/>
          </a:xfrm>
        </p:grpSpPr>
        <p:sp>
          <p:nvSpPr>
            <p:cNvPr id="24" name="object 24"/>
            <p:cNvSpPr/>
            <p:nvPr/>
          </p:nvSpPr>
          <p:spPr>
            <a:xfrm>
              <a:off x="1517264" y="3547479"/>
              <a:ext cx="174600" cy="20701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712293" y="3550183"/>
              <a:ext cx="325688" cy="160386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062180" y="3591180"/>
              <a:ext cx="99774" cy="119388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7" name="object 27"/>
          <p:cNvGrpSpPr/>
          <p:nvPr/>
        </p:nvGrpSpPr>
        <p:grpSpPr>
          <a:xfrm>
            <a:off x="2236468" y="3547479"/>
            <a:ext cx="471170" cy="207010"/>
            <a:chOff x="2236468" y="3547479"/>
            <a:chExt cx="471170" cy="207010"/>
          </a:xfrm>
        </p:grpSpPr>
        <p:sp>
          <p:nvSpPr>
            <p:cNvPr id="28" name="object 28"/>
            <p:cNvSpPr/>
            <p:nvPr/>
          </p:nvSpPr>
          <p:spPr>
            <a:xfrm>
              <a:off x="2236468" y="3591180"/>
              <a:ext cx="105507" cy="119388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362405" y="3591180"/>
              <a:ext cx="99774" cy="119388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481313" y="3550183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5" h="158114">
                  <a:moveTo>
                    <a:pt x="19418" y="43484"/>
                  </a:moveTo>
                  <a:lnTo>
                    <a:pt x="0" y="43484"/>
                  </a:lnTo>
                  <a:lnTo>
                    <a:pt x="0" y="157911"/>
                  </a:lnTo>
                  <a:lnTo>
                    <a:pt x="19418" y="157911"/>
                  </a:lnTo>
                  <a:lnTo>
                    <a:pt x="19418" y="43484"/>
                  </a:lnTo>
                  <a:close/>
                </a:path>
                <a:path w="19685" h="158114">
                  <a:moveTo>
                    <a:pt x="19418" y="0"/>
                  </a:moveTo>
                  <a:lnTo>
                    <a:pt x="0" y="0"/>
                  </a:lnTo>
                  <a:lnTo>
                    <a:pt x="0" y="22301"/>
                  </a:lnTo>
                  <a:lnTo>
                    <a:pt x="19418" y="22301"/>
                  </a:lnTo>
                  <a:lnTo>
                    <a:pt x="194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523849" y="3550183"/>
              <a:ext cx="99345" cy="160386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654955" y="3547479"/>
              <a:ext cx="52705" cy="207010"/>
            </a:xfrm>
            <a:custGeom>
              <a:avLst/>
              <a:gdLst/>
              <a:ahLst/>
              <a:cxnLst/>
              <a:rect l="l" t="t" r="r" b="b"/>
              <a:pathLst>
                <a:path w="52705" h="207010">
                  <a:moveTo>
                    <a:pt x="13927" y="0"/>
                  </a:moveTo>
                  <a:lnTo>
                    <a:pt x="0" y="0"/>
                  </a:lnTo>
                  <a:lnTo>
                    <a:pt x="14710" y="26735"/>
                  </a:lnTo>
                  <a:lnTo>
                    <a:pt x="20483" y="39920"/>
                  </a:lnTo>
                  <a:lnTo>
                    <a:pt x="31091" y="83375"/>
                  </a:lnTo>
                  <a:lnTo>
                    <a:pt x="32257" y="103620"/>
                  </a:lnTo>
                  <a:lnTo>
                    <a:pt x="30242" y="129469"/>
                  </a:lnTo>
                  <a:lnTo>
                    <a:pt x="24195" y="155318"/>
                  </a:lnTo>
                  <a:lnTo>
                    <a:pt x="14115" y="181166"/>
                  </a:lnTo>
                  <a:lnTo>
                    <a:pt x="0" y="207015"/>
                  </a:lnTo>
                  <a:lnTo>
                    <a:pt x="13927" y="207015"/>
                  </a:lnTo>
                  <a:lnTo>
                    <a:pt x="35164" y="172708"/>
                  </a:lnTo>
                  <a:lnTo>
                    <a:pt x="49418" y="131947"/>
                  </a:lnTo>
                  <a:lnTo>
                    <a:pt x="52212" y="103395"/>
                  </a:lnTo>
                  <a:lnTo>
                    <a:pt x="51691" y="90717"/>
                  </a:lnTo>
                  <a:lnTo>
                    <a:pt x="38389" y="40737"/>
                  </a:lnTo>
                  <a:lnTo>
                    <a:pt x="23405" y="13550"/>
                  </a:lnTo>
                  <a:lnTo>
                    <a:pt x="1392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/>
          <p:nvPr/>
        </p:nvSpPr>
        <p:spPr>
          <a:xfrm>
            <a:off x="4071387" y="2472079"/>
            <a:ext cx="1378553" cy="671505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4" name="object 34"/>
          <p:cNvGrpSpPr/>
          <p:nvPr/>
        </p:nvGrpSpPr>
        <p:grpSpPr>
          <a:xfrm>
            <a:off x="4051614" y="3346095"/>
            <a:ext cx="525780" cy="442595"/>
            <a:chOff x="4051614" y="3346095"/>
            <a:chExt cx="525780" cy="442595"/>
          </a:xfrm>
        </p:grpSpPr>
        <p:sp>
          <p:nvSpPr>
            <p:cNvPr id="35" name="object 35"/>
            <p:cNvSpPr/>
            <p:nvPr/>
          </p:nvSpPr>
          <p:spPr>
            <a:xfrm>
              <a:off x="4051614" y="3346095"/>
              <a:ext cx="287040" cy="16038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359643" y="3346208"/>
              <a:ext cx="143510" cy="204470"/>
            </a:xfrm>
            <a:custGeom>
              <a:avLst/>
              <a:gdLst/>
              <a:ahLst/>
              <a:cxnLst/>
              <a:rect l="l" t="t" r="r" b="b"/>
              <a:pathLst>
                <a:path w="143510" h="204470">
                  <a:moveTo>
                    <a:pt x="104965" y="43370"/>
                  </a:moveTo>
                  <a:lnTo>
                    <a:pt x="85547" y="43370"/>
                  </a:lnTo>
                  <a:lnTo>
                    <a:pt x="58699" y="116471"/>
                  </a:lnTo>
                  <a:lnTo>
                    <a:pt x="53047" y="136182"/>
                  </a:lnTo>
                  <a:lnTo>
                    <a:pt x="49123" y="122631"/>
                  </a:lnTo>
                  <a:lnTo>
                    <a:pt x="20764" y="43370"/>
                  </a:lnTo>
                  <a:lnTo>
                    <a:pt x="0" y="43370"/>
                  </a:lnTo>
                  <a:lnTo>
                    <a:pt x="43345" y="158026"/>
                  </a:lnTo>
                  <a:lnTo>
                    <a:pt x="37020" y="175145"/>
                  </a:lnTo>
                  <a:lnTo>
                    <a:pt x="34086" y="179654"/>
                  </a:lnTo>
                  <a:lnTo>
                    <a:pt x="32054" y="181673"/>
                  </a:lnTo>
                  <a:lnTo>
                    <a:pt x="26860" y="184607"/>
                  </a:lnTo>
                  <a:lnTo>
                    <a:pt x="23253" y="185280"/>
                  </a:lnTo>
                  <a:lnTo>
                    <a:pt x="12192" y="184835"/>
                  </a:lnTo>
                  <a:lnTo>
                    <a:pt x="7899" y="183705"/>
                  </a:lnTo>
                  <a:lnTo>
                    <a:pt x="10160" y="201726"/>
                  </a:lnTo>
                  <a:lnTo>
                    <a:pt x="14668" y="203301"/>
                  </a:lnTo>
                  <a:lnTo>
                    <a:pt x="18961" y="204203"/>
                  </a:lnTo>
                  <a:lnTo>
                    <a:pt x="28663" y="204203"/>
                  </a:lnTo>
                  <a:lnTo>
                    <a:pt x="34086" y="202628"/>
                  </a:lnTo>
                  <a:lnTo>
                    <a:pt x="43116" y="196773"/>
                  </a:lnTo>
                  <a:lnTo>
                    <a:pt x="46951" y="192036"/>
                  </a:lnTo>
                  <a:lnTo>
                    <a:pt x="55105" y="175653"/>
                  </a:lnTo>
                  <a:lnTo>
                    <a:pt x="104965" y="43370"/>
                  </a:lnTo>
                  <a:close/>
                </a:path>
                <a:path w="143510" h="204470">
                  <a:moveTo>
                    <a:pt x="142887" y="0"/>
                  </a:moveTo>
                  <a:lnTo>
                    <a:pt x="123469" y="0"/>
                  </a:lnTo>
                  <a:lnTo>
                    <a:pt x="123469" y="157797"/>
                  </a:lnTo>
                  <a:lnTo>
                    <a:pt x="142887" y="157797"/>
                  </a:lnTo>
                  <a:lnTo>
                    <a:pt x="1428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056714" y="3581269"/>
              <a:ext cx="356432" cy="207015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434129" y="3584079"/>
              <a:ext cx="143510" cy="204470"/>
            </a:xfrm>
            <a:custGeom>
              <a:avLst/>
              <a:gdLst/>
              <a:ahLst/>
              <a:cxnLst/>
              <a:rect l="l" t="t" r="r" b="b"/>
              <a:pathLst>
                <a:path w="143510" h="204470">
                  <a:moveTo>
                    <a:pt x="104965" y="43370"/>
                  </a:moveTo>
                  <a:lnTo>
                    <a:pt x="85559" y="43370"/>
                  </a:lnTo>
                  <a:lnTo>
                    <a:pt x="58699" y="116484"/>
                  </a:lnTo>
                  <a:lnTo>
                    <a:pt x="53047" y="136182"/>
                  </a:lnTo>
                  <a:lnTo>
                    <a:pt x="49136" y="122555"/>
                  </a:lnTo>
                  <a:lnTo>
                    <a:pt x="20777" y="43370"/>
                  </a:lnTo>
                  <a:lnTo>
                    <a:pt x="0" y="43370"/>
                  </a:lnTo>
                  <a:lnTo>
                    <a:pt x="43345" y="158038"/>
                  </a:lnTo>
                  <a:lnTo>
                    <a:pt x="37020" y="175158"/>
                  </a:lnTo>
                  <a:lnTo>
                    <a:pt x="34086" y="179654"/>
                  </a:lnTo>
                  <a:lnTo>
                    <a:pt x="32054" y="181686"/>
                  </a:lnTo>
                  <a:lnTo>
                    <a:pt x="26873" y="184607"/>
                  </a:lnTo>
                  <a:lnTo>
                    <a:pt x="23253" y="185293"/>
                  </a:lnTo>
                  <a:lnTo>
                    <a:pt x="12192" y="184835"/>
                  </a:lnTo>
                  <a:lnTo>
                    <a:pt x="7912" y="183489"/>
                  </a:lnTo>
                  <a:lnTo>
                    <a:pt x="10160" y="201739"/>
                  </a:lnTo>
                  <a:lnTo>
                    <a:pt x="14681" y="203314"/>
                  </a:lnTo>
                  <a:lnTo>
                    <a:pt x="18961" y="204216"/>
                  </a:lnTo>
                  <a:lnTo>
                    <a:pt x="28676" y="204216"/>
                  </a:lnTo>
                  <a:lnTo>
                    <a:pt x="55118" y="175628"/>
                  </a:lnTo>
                  <a:lnTo>
                    <a:pt x="104965" y="43370"/>
                  </a:lnTo>
                  <a:close/>
                </a:path>
                <a:path w="143510" h="204470">
                  <a:moveTo>
                    <a:pt x="142900" y="0"/>
                  </a:moveTo>
                  <a:lnTo>
                    <a:pt x="123482" y="0"/>
                  </a:lnTo>
                  <a:lnTo>
                    <a:pt x="123482" y="157810"/>
                  </a:lnTo>
                  <a:lnTo>
                    <a:pt x="142900" y="157810"/>
                  </a:lnTo>
                  <a:lnTo>
                    <a:pt x="1429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/>
          <p:nvPr/>
        </p:nvSpPr>
        <p:spPr>
          <a:xfrm>
            <a:off x="4588859" y="3346095"/>
            <a:ext cx="981396" cy="160386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4663034" y="3581269"/>
            <a:ext cx="795709" cy="207015"/>
          </a:xfrm>
          <a:prstGeom prst="rect">
            <a:avLst/>
          </a:prstGeom>
          <a:blipFill>
            <a:blip r:embed="rId2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1" name="object 41"/>
          <p:cNvGrpSpPr/>
          <p:nvPr/>
        </p:nvGrpSpPr>
        <p:grpSpPr>
          <a:xfrm>
            <a:off x="6549035" y="3556940"/>
            <a:ext cx="633095" cy="207010"/>
            <a:chOff x="6549035" y="3556940"/>
            <a:chExt cx="633095" cy="207010"/>
          </a:xfrm>
        </p:grpSpPr>
        <p:sp>
          <p:nvSpPr>
            <p:cNvPr id="42" name="object 42"/>
            <p:cNvSpPr/>
            <p:nvPr/>
          </p:nvSpPr>
          <p:spPr>
            <a:xfrm>
              <a:off x="6549035" y="3556940"/>
              <a:ext cx="174491" cy="207015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744069" y="3559749"/>
              <a:ext cx="437926" cy="204206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4" name="object 44"/>
          <p:cNvGrpSpPr/>
          <p:nvPr/>
        </p:nvGrpSpPr>
        <p:grpSpPr>
          <a:xfrm>
            <a:off x="7268899" y="3556940"/>
            <a:ext cx="848360" cy="207010"/>
            <a:chOff x="7268899" y="3556940"/>
            <a:chExt cx="848360" cy="207010"/>
          </a:xfrm>
        </p:grpSpPr>
        <p:sp>
          <p:nvSpPr>
            <p:cNvPr id="45" name="object 45"/>
            <p:cNvSpPr/>
            <p:nvPr/>
          </p:nvSpPr>
          <p:spPr>
            <a:xfrm>
              <a:off x="7268899" y="3559643"/>
              <a:ext cx="212189" cy="160386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512465" y="3559749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4" h="158114">
                  <a:moveTo>
                    <a:pt x="19416" y="0"/>
                  </a:moveTo>
                  <a:lnTo>
                    <a:pt x="0" y="0"/>
                  </a:lnTo>
                  <a:lnTo>
                    <a:pt x="0" y="157802"/>
                  </a:lnTo>
                  <a:lnTo>
                    <a:pt x="19416" y="157802"/>
                  </a:lnTo>
                  <a:lnTo>
                    <a:pt x="1941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555355" y="3600641"/>
              <a:ext cx="107449" cy="119388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687635" y="3559643"/>
              <a:ext cx="97742" cy="157908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808402" y="3559643"/>
              <a:ext cx="99322" cy="160386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934361" y="3600641"/>
              <a:ext cx="105417" cy="119388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8064835" y="3556940"/>
              <a:ext cx="52705" cy="207010"/>
            </a:xfrm>
            <a:custGeom>
              <a:avLst/>
              <a:gdLst/>
              <a:ahLst/>
              <a:cxnLst/>
              <a:rect l="l" t="t" r="r" b="b"/>
              <a:pathLst>
                <a:path w="52704" h="207010">
                  <a:moveTo>
                    <a:pt x="13995" y="0"/>
                  </a:moveTo>
                  <a:lnTo>
                    <a:pt x="0" y="0"/>
                  </a:lnTo>
                  <a:lnTo>
                    <a:pt x="14665" y="26735"/>
                  </a:lnTo>
                  <a:lnTo>
                    <a:pt x="20428" y="39952"/>
                  </a:lnTo>
                  <a:lnTo>
                    <a:pt x="31094" y="83375"/>
                  </a:lnTo>
                  <a:lnTo>
                    <a:pt x="32279" y="103620"/>
                  </a:lnTo>
                  <a:lnTo>
                    <a:pt x="30251" y="129469"/>
                  </a:lnTo>
                  <a:lnTo>
                    <a:pt x="24181" y="155318"/>
                  </a:lnTo>
                  <a:lnTo>
                    <a:pt x="14090" y="181166"/>
                  </a:lnTo>
                  <a:lnTo>
                    <a:pt x="0" y="207015"/>
                  </a:lnTo>
                  <a:lnTo>
                    <a:pt x="13995" y="207015"/>
                  </a:lnTo>
                  <a:lnTo>
                    <a:pt x="35200" y="172803"/>
                  </a:lnTo>
                  <a:lnTo>
                    <a:pt x="49407" y="131975"/>
                  </a:lnTo>
                  <a:lnTo>
                    <a:pt x="52144" y="103395"/>
                  </a:lnTo>
                  <a:lnTo>
                    <a:pt x="51632" y="90717"/>
                  </a:lnTo>
                  <a:lnTo>
                    <a:pt x="38374" y="40737"/>
                  </a:lnTo>
                  <a:lnTo>
                    <a:pt x="23476" y="13550"/>
                  </a:lnTo>
                  <a:lnTo>
                    <a:pt x="139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2" name="object 52"/>
          <p:cNvGrpSpPr/>
          <p:nvPr/>
        </p:nvGrpSpPr>
        <p:grpSpPr>
          <a:xfrm>
            <a:off x="7007952" y="4417260"/>
            <a:ext cx="1193800" cy="1094740"/>
            <a:chOff x="7007952" y="4417260"/>
            <a:chExt cx="1193800" cy="1094740"/>
          </a:xfrm>
        </p:grpSpPr>
        <p:sp>
          <p:nvSpPr>
            <p:cNvPr id="53" name="object 53"/>
            <p:cNvSpPr/>
            <p:nvPr/>
          </p:nvSpPr>
          <p:spPr>
            <a:xfrm>
              <a:off x="7484249" y="4977194"/>
              <a:ext cx="124604" cy="157795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7326224" y="4417263"/>
              <a:ext cx="306070" cy="448309"/>
            </a:xfrm>
            <a:custGeom>
              <a:avLst/>
              <a:gdLst/>
              <a:ahLst/>
              <a:cxnLst/>
              <a:rect l="l" t="t" r="r" b="b"/>
              <a:pathLst>
                <a:path w="306070" h="448310">
                  <a:moveTo>
                    <a:pt x="139738" y="395312"/>
                  </a:moveTo>
                  <a:lnTo>
                    <a:pt x="118745" y="390017"/>
                  </a:lnTo>
                  <a:lnTo>
                    <a:pt x="116166" y="399376"/>
                  </a:lnTo>
                  <a:lnTo>
                    <a:pt x="112534" y="407492"/>
                  </a:lnTo>
                  <a:lnTo>
                    <a:pt x="80937" y="429552"/>
                  </a:lnTo>
                  <a:lnTo>
                    <a:pt x="72466" y="430187"/>
                  </a:lnTo>
                  <a:lnTo>
                    <a:pt x="65443" y="429717"/>
                  </a:lnTo>
                  <a:lnTo>
                    <a:pt x="30848" y="407339"/>
                  </a:lnTo>
                  <a:lnTo>
                    <a:pt x="21450" y="365175"/>
                  </a:lnTo>
                  <a:lnTo>
                    <a:pt x="21780" y="357428"/>
                  </a:lnTo>
                  <a:lnTo>
                    <a:pt x="38125" y="316179"/>
                  </a:lnTo>
                  <a:lnTo>
                    <a:pt x="74269" y="302729"/>
                  </a:lnTo>
                  <a:lnTo>
                    <a:pt x="81762" y="303225"/>
                  </a:lnTo>
                  <a:lnTo>
                    <a:pt x="113436" y="327647"/>
                  </a:lnTo>
                  <a:lnTo>
                    <a:pt x="116484" y="335661"/>
                  </a:lnTo>
                  <a:lnTo>
                    <a:pt x="137020" y="330822"/>
                  </a:lnTo>
                  <a:lnTo>
                    <a:pt x="114452" y="296926"/>
                  </a:lnTo>
                  <a:lnTo>
                    <a:pt x="74726" y="284873"/>
                  </a:lnTo>
                  <a:lnTo>
                    <a:pt x="64439" y="285470"/>
                  </a:lnTo>
                  <a:lnTo>
                    <a:pt x="28092" y="299707"/>
                  </a:lnTo>
                  <a:lnTo>
                    <a:pt x="5334" y="331838"/>
                  </a:lnTo>
                  <a:lnTo>
                    <a:pt x="0" y="365264"/>
                  </a:lnTo>
                  <a:lnTo>
                    <a:pt x="520" y="376389"/>
                  </a:lnTo>
                  <a:lnTo>
                    <a:pt x="13055" y="416839"/>
                  </a:lnTo>
                  <a:lnTo>
                    <a:pt x="51130" y="445452"/>
                  </a:lnTo>
                  <a:lnTo>
                    <a:pt x="74269" y="448056"/>
                  </a:lnTo>
                  <a:lnTo>
                    <a:pt x="86156" y="447205"/>
                  </a:lnTo>
                  <a:lnTo>
                    <a:pt x="123990" y="427024"/>
                  </a:lnTo>
                  <a:lnTo>
                    <a:pt x="139738" y="395312"/>
                  </a:lnTo>
                  <a:close/>
                </a:path>
                <a:path w="306070" h="448310">
                  <a:moveTo>
                    <a:pt x="305866" y="81800"/>
                  </a:moveTo>
                  <a:lnTo>
                    <a:pt x="296621" y="39560"/>
                  </a:lnTo>
                  <a:lnTo>
                    <a:pt x="284416" y="21996"/>
                  </a:lnTo>
                  <a:lnTo>
                    <a:pt x="284416" y="81915"/>
                  </a:lnTo>
                  <a:lnTo>
                    <a:pt x="283464" y="96164"/>
                  </a:lnTo>
                  <a:lnTo>
                    <a:pt x="260946" y="136105"/>
                  </a:lnTo>
                  <a:lnTo>
                    <a:pt x="230251" y="145427"/>
                  </a:lnTo>
                  <a:lnTo>
                    <a:pt x="219036" y="144399"/>
                  </a:lnTo>
                  <a:lnTo>
                    <a:pt x="184975" y="120040"/>
                  </a:lnTo>
                  <a:lnTo>
                    <a:pt x="176301" y="84074"/>
                  </a:lnTo>
                  <a:lnTo>
                    <a:pt x="177317" y="67525"/>
                  </a:lnTo>
                  <a:lnTo>
                    <a:pt x="200698" y="26543"/>
                  </a:lnTo>
                  <a:lnTo>
                    <a:pt x="230479" y="17983"/>
                  </a:lnTo>
                  <a:lnTo>
                    <a:pt x="238188" y="18478"/>
                  </a:lnTo>
                  <a:lnTo>
                    <a:pt x="274256" y="41389"/>
                  </a:lnTo>
                  <a:lnTo>
                    <a:pt x="284416" y="81915"/>
                  </a:lnTo>
                  <a:lnTo>
                    <a:pt x="284416" y="21996"/>
                  </a:lnTo>
                  <a:lnTo>
                    <a:pt x="280162" y="17983"/>
                  </a:lnTo>
                  <a:lnTo>
                    <a:pt x="278244" y="16167"/>
                  </a:lnTo>
                  <a:lnTo>
                    <a:pt x="269989" y="10439"/>
                  </a:lnTo>
                  <a:lnTo>
                    <a:pt x="260896" y="5867"/>
                  </a:lnTo>
                  <a:lnTo>
                    <a:pt x="251244" y="2603"/>
                  </a:lnTo>
                  <a:lnTo>
                    <a:pt x="241096" y="660"/>
                  </a:lnTo>
                  <a:lnTo>
                    <a:pt x="230479" y="0"/>
                  </a:lnTo>
                  <a:lnTo>
                    <a:pt x="214490" y="1397"/>
                  </a:lnTo>
                  <a:lnTo>
                    <a:pt x="175856" y="22237"/>
                  </a:lnTo>
                  <a:lnTo>
                    <a:pt x="155981" y="65163"/>
                  </a:lnTo>
                  <a:lnTo>
                    <a:pt x="154647" y="84074"/>
                  </a:lnTo>
                  <a:lnTo>
                    <a:pt x="155219" y="93992"/>
                  </a:lnTo>
                  <a:lnTo>
                    <a:pt x="168871" y="131965"/>
                  </a:lnTo>
                  <a:lnTo>
                    <a:pt x="199491" y="157238"/>
                  </a:lnTo>
                  <a:lnTo>
                    <a:pt x="230251" y="163296"/>
                  </a:lnTo>
                  <a:lnTo>
                    <a:pt x="240411" y="162687"/>
                  </a:lnTo>
                  <a:lnTo>
                    <a:pt x="277088" y="148107"/>
                  </a:lnTo>
                  <a:lnTo>
                    <a:pt x="280098" y="145427"/>
                  </a:lnTo>
                  <a:lnTo>
                    <a:pt x="284518" y="141516"/>
                  </a:lnTo>
                  <a:lnTo>
                    <a:pt x="303479" y="104660"/>
                  </a:lnTo>
                  <a:lnTo>
                    <a:pt x="305282" y="93599"/>
                  </a:lnTo>
                  <a:lnTo>
                    <a:pt x="305866" y="818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7007952" y="4704807"/>
              <a:ext cx="123927" cy="157818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7163029" y="4584407"/>
              <a:ext cx="364490" cy="361315"/>
            </a:xfrm>
            <a:custGeom>
              <a:avLst/>
              <a:gdLst/>
              <a:ahLst/>
              <a:cxnLst/>
              <a:rect l="l" t="t" r="r" b="b"/>
              <a:pathLst>
                <a:path w="364490" h="361314">
                  <a:moveTo>
                    <a:pt x="130924" y="189814"/>
                  </a:moveTo>
                  <a:lnTo>
                    <a:pt x="127990" y="186766"/>
                  </a:lnTo>
                  <a:lnTo>
                    <a:pt x="3162" y="186766"/>
                  </a:lnTo>
                  <a:lnTo>
                    <a:pt x="0" y="189814"/>
                  </a:lnTo>
                  <a:lnTo>
                    <a:pt x="0" y="197269"/>
                  </a:lnTo>
                  <a:lnTo>
                    <a:pt x="3162" y="200279"/>
                  </a:lnTo>
                  <a:lnTo>
                    <a:pt x="127990" y="200279"/>
                  </a:lnTo>
                  <a:lnTo>
                    <a:pt x="130924" y="197269"/>
                  </a:lnTo>
                  <a:lnTo>
                    <a:pt x="130924" y="189814"/>
                  </a:lnTo>
                  <a:close/>
                </a:path>
                <a:path w="364490" h="361314">
                  <a:moveTo>
                    <a:pt x="312864" y="7823"/>
                  </a:moveTo>
                  <a:lnTo>
                    <a:pt x="311734" y="3695"/>
                  </a:lnTo>
                  <a:lnTo>
                    <a:pt x="305193" y="0"/>
                  </a:lnTo>
                  <a:lnTo>
                    <a:pt x="301129" y="1155"/>
                  </a:lnTo>
                  <a:lnTo>
                    <a:pt x="258013" y="76822"/>
                  </a:lnTo>
                  <a:lnTo>
                    <a:pt x="259143" y="80937"/>
                  </a:lnTo>
                  <a:lnTo>
                    <a:pt x="265684" y="84632"/>
                  </a:lnTo>
                  <a:lnTo>
                    <a:pt x="269748" y="83502"/>
                  </a:lnTo>
                  <a:lnTo>
                    <a:pt x="312864" y="7823"/>
                  </a:lnTo>
                  <a:close/>
                </a:path>
                <a:path w="364490" h="361314">
                  <a:moveTo>
                    <a:pt x="330238" y="353072"/>
                  </a:moveTo>
                  <a:lnTo>
                    <a:pt x="302247" y="302844"/>
                  </a:lnTo>
                  <a:lnTo>
                    <a:pt x="297967" y="301675"/>
                  </a:lnTo>
                  <a:lnTo>
                    <a:pt x="291414" y="305295"/>
                  </a:lnTo>
                  <a:lnTo>
                    <a:pt x="290283" y="309422"/>
                  </a:lnTo>
                  <a:lnTo>
                    <a:pt x="318503" y="359651"/>
                  </a:lnTo>
                  <a:lnTo>
                    <a:pt x="322567" y="360832"/>
                  </a:lnTo>
                  <a:lnTo>
                    <a:pt x="329120" y="357200"/>
                  </a:lnTo>
                  <a:lnTo>
                    <a:pt x="330238" y="353072"/>
                  </a:lnTo>
                  <a:close/>
                </a:path>
                <a:path w="364490" h="361314">
                  <a:moveTo>
                    <a:pt x="364324" y="36944"/>
                  </a:moveTo>
                  <a:lnTo>
                    <a:pt x="363194" y="32829"/>
                  </a:lnTo>
                  <a:lnTo>
                    <a:pt x="356654" y="29133"/>
                  </a:lnTo>
                  <a:lnTo>
                    <a:pt x="352361" y="30251"/>
                  </a:lnTo>
                  <a:lnTo>
                    <a:pt x="309473" y="105943"/>
                  </a:lnTo>
                  <a:lnTo>
                    <a:pt x="310603" y="110070"/>
                  </a:lnTo>
                  <a:lnTo>
                    <a:pt x="316928" y="113766"/>
                  </a:lnTo>
                  <a:lnTo>
                    <a:pt x="321208" y="112610"/>
                  </a:lnTo>
                  <a:lnTo>
                    <a:pt x="364324" y="369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803436" y="4974491"/>
              <a:ext cx="139728" cy="163202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7972736" y="4977194"/>
              <a:ext cx="123927" cy="157795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8124429" y="5067028"/>
              <a:ext cx="77200" cy="120289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7640456" y="5043556"/>
              <a:ext cx="133985" cy="13970"/>
            </a:xfrm>
            <a:custGeom>
              <a:avLst/>
              <a:gdLst/>
              <a:ahLst/>
              <a:cxnLst/>
              <a:rect l="l" t="t" r="r" b="b"/>
              <a:pathLst>
                <a:path w="133984" h="13970">
                  <a:moveTo>
                    <a:pt x="130473" y="0"/>
                  </a:moveTo>
                  <a:lnTo>
                    <a:pt x="2934" y="0"/>
                  </a:lnTo>
                  <a:lnTo>
                    <a:pt x="0" y="3018"/>
                  </a:lnTo>
                  <a:lnTo>
                    <a:pt x="0" y="10474"/>
                  </a:lnTo>
                  <a:lnTo>
                    <a:pt x="2934" y="13515"/>
                  </a:lnTo>
                  <a:lnTo>
                    <a:pt x="130473" y="13515"/>
                  </a:lnTo>
                  <a:lnTo>
                    <a:pt x="133634" y="10474"/>
                  </a:lnTo>
                  <a:lnTo>
                    <a:pt x="133634" y="301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7478380" y="5298868"/>
              <a:ext cx="139728" cy="163202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7647680" y="5301571"/>
              <a:ext cx="123927" cy="157795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7799373" y="5391405"/>
              <a:ext cx="77200" cy="120289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7541811" y="5168576"/>
              <a:ext cx="13970" cy="101600"/>
            </a:xfrm>
            <a:custGeom>
              <a:avLst/>
              <a:gdLst/>
              <a:ahLst/>
              <a:cxnLst/>
              <a:rect l="l" t="t" r="r" b="b"/>
              <a:pathLst>
                <a:path w="13970" h="101600">
                  <a:moveTo>
                    <a:pt x="10383" y="0"/>
                  </a:moveTo>
                  <a:lnTo>
                    <a:pt x="2934" y="0"/>
                  </a:lnTo>
                  <a:lnTo>
                    <a:pt x="0" y="3018"/>
                  </a:lnTo>
                  <a:lnTo>
                    <a:pt x="0" y="98326"/>
                  </a:lnTo>
                  <a:lnTo>
                    <a:pt x="2934" y="101367"/>
                  </a:lnTo>
                  <a:lnTo>
                    <a:pt x="10383" y="101367"/>
                  </a:lnTo>
                  <a:lnTo>
                    <a:pt x="13543" y="98326"/>
                  </a:lnTo>
                  <a:lnTo>
                    <a:pt x="13543" y="301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5" name="object 65"/>
          <p:cNvGrpSpPr/>
          <p:nvPr/>
        </p:nvGrpSpPr>
        <p:grpSpPr>
          <a:xfrm>
            <a:off x="7017432" y="5952577"/>
            <a:ext cx="2520950" cy="207010"/>
            <a:chOff x="7017432" y="5952577"/>
            <a:chExt cx="2520950" cy="207010"/>
          </a:xfrm>
        </p:grpSpPr>
        <p:sp>
          <p:nvSpPr>
            <p:cNvPr id="66" name="object 66"/>
            <p:cNvSpPr/>
            <p:nvPr/>
          </p:nvSpPr>
          <p:spPr>
            <a:xfrm>
              <a:off x="7017432" y="5952577"/>
              <a:ext cx="52705" cy="207010"/>
            </a:xfrm>
            <a:custGeom>
              <a:avLst/>
              <a:gdLst/>
              <a:ahLst/>
              <a:cxnLst/>
              <a:rect l="l" t="t" r="r" b="b"/>
              <a:pathLst>
                <a:path w="52704" h="207010">
                  <a:moveTo>
                    <a:pt x="52370" y="0"/>
                  </a:moveTo>
                  <a:lnTo>
                    <a:pt x="38374" y="0"/>
                  </a:lnTo>
                  <a:lnTo>
                    <a:pt x="28890" y="13526"/>
                  </a:lnTo>
                  <a:lnTo>
                    <a:pt x="8352" y="54256"/>
                  </a:lnTo>
                  <a:lnTo>
                    <a:pt x="0" y="103341"/>
                  </a:lnTo>
                  <a:lnTo>
                    <a:pt x="715" y="117751"/>
                  </a:lnTo>
                  <a:lnTo>
                    <a:pt x="11286" y="159530"/>
                  </a:lnTo>
                  <a:lnTo>
                    <a:pt x="30682" y="196345"/>
                  </a:lnTo>
                  <a:lnTo>
                    <a:pt x="38374" y="206893"/>
                  </a:lnTo>
                  <a:lnTo>
                    <a:pt x="52370" y="206893"/>
                  </a:lnTo>
                  <a:lnTo>
                    <a:pt x="38184" y="181052"/>
                  </a:lnTo>
                  <a:lnTo>
                    <a:pt x="28103" y="155197"/>
                  </a:lnTo>
                  <a:lnTo>
                    <a:pt x="22086" y="129330"/>
                  </a:lnTo>
                  <a:lnTo>
                    <a:pt x="20090" y="103449"/>
                  </a:lnTo>
                  <a:lnTo>
                    <a:pt x="20383" y="93290"/>
                  </a:lnTo>
                  <a:lnTo>
                    <a:pt x="26671" y="54983"/>
                  </a:lnTo>
                  <a:lnTo>
                    <a:pt x="37704" y="26380"/>
                  </a:lnTo>
                  <a:lnTo>
                    <a:pt x="5237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7089441" y="5955280"/>
              <a:ext cx="200676" cy="189656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7324204" y="5955280"/>
              <a:ext cx="343340" cy="160379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7700502" y="5952577"/>
              <a:ext cx="1454173" cy="206893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9186952" y="5955283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4" h="158114">
                  <a:moveTo>
                    <a:pt x="19405" y="43484"/>
                  </a:moveTo>
                  <a:lnTo>
                    <a:pt x="0" y="43484"/>
                  </a:lnTo>
                  <a:lnTo>
                    <a:pt x="0" y="157797"/>
                  </a:lnTo>
                  <a:lnTo>
                    <a:pt x="19405" y="157797"/>
                  </a:lnTo>
                  <a:lnTo>
                    <a:pt x="19405" y="43484"/>
                  </a:lnTo>
                  <a:close/>
                </a:path>
                <a:path w="19684" h="158114">
                  <a:moveTo>
                    <a:pt x="19405" y="0"/>
                  </a:moveTo>
                  <a:lnTo>
                    <a:pt x="0" y="0"/>
                  </a:lnTo>
                  <a:lnTo>
                    <a:pt x="0" y="22275"/>
                  </a:lnTo>
                  <a:lnTo>
                    <a:pt x="19405" y="22275"/>
                  </a:lnTo>
                  <a:lnTo>
                    <a:pt x="194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9355433" y="5996179"/>
              <a:ext cx="105562" cy="119481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9229619" y="5955280"/>
              <a:ext cx="99322" cy="160379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9485826" y="5952577"/>
              <a:ext cx="52705" cy="207010"/>
            </a:xfrm>
            <a:custGeom>
              <a:avLst/>
              <a:gdLst/>
              <a:ahLst/>
              <a:cxnLst/>
              <a:rect l="l" t="t" r="r" b="b"/>
              <a:pathLst>
                <a:path w="52704" h="207010">
                  <a:moveTo>
                    <a:pt x="13995" y="0"/>
                  </a:moveTo>
                  <a:lnTo>
                    <a:pt x="0" y="0"/>
                  </a:lnTo>
                  <a:lnTo>
                    <a:pt x="10976" y="19378"/>
                  </a:lnTo>
                  <a:lnTo>
                    <a:pt x="17381" y="32302"/>
                  </a:lnTo>
                  <a:lnTo>
                    <a:pt x="29708" y="73276"/>
                  </a:lnTo>
                  <a:lnTo>
                    <a:pt x="32279" y="103449"/>
                  </a:lnTo>
                  <a:lnTo>
                    <a:pt x="30283" y="129330"/>
                  </a:lnTo>
                  <a:lnTo>
                    <a:pt x="24266" y="155197"/>
                  </a:lnTo>
                  <a:lnTo>
                    <a:pt x="14185" y="181052"/>
                  </a:lnTo>
                  <a:lnTo>
                    <a:pt x="0" y="206893"/>
                  </a:lnTo>
                  <a:lnTo>
                    <a:pt x="13995" y="206893"/>
                  </a:lnTo>
                  <a:lnTo>
                    <a:pt x="35200" y="172663"/>
                  </a:lnTo>
                  <a:lnTo>
                    <a:pt x="49520" y="131919"/>
                  </a:lnTo>
                  <a:lnTo>
                    <a:pt x="52370" y="103341"/>
                  </a:lnTo>
                  <a:lnTo>
                    <a:pt x="51826" y="90666"/>
                  </a:lnTo>
                  <a:lnTo>
                    <a:pt x="38469" y="40653"/>
                  </a:lnTo>
                  <a:lnTo>
                    <a:pt x="23479" y="13526"/>
                  </a:lnTo>
                  <a:lnTo>
                    <a:pt x="1399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4" name="object 74"/>
          <p:cNvGrpSpPr/>
          <p:nvPr/>
        </p:nvGrpSpPr>
        <p:grpSpPr>
          <a:xfrm>
            <a:off x="6529925" y="3291913"/>
            <a:ext cx="827405" cy="204470"/>
            <a:chOff x="6529925" y="3291913"/>
            <a:chExt cx="827405" cy="204470"/>
          </a:xfrm>
        </p:grpSpPr>
        <p:sp>
          <p:nvSpPr>
            <p:cNvPr id="75" name="object 75"/>
            <p:cNvSpPr/>
            <p:nvPr/>
          </p:nvSpPr>
          <p:spPr>
            <a:xfrm>
              <a:off x="6529925" y="3292032"/>
              <a:ext cx="287056" cy="160386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6842263" y="3332805"/>
              <a:ext cx="105643" cy="119614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6974317" y="3332805"/>
              <a:ext cx="93002" cy="116910"/>
            </a:xfrm>
            <a:prstGeom prst="rect">
              <a:avLst/>
            </a:prstGeom>
            <a:blipFill>
              <a:blip r:embed="rId4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7092376" y="3291913"/>
              <a:ext cx="264336" cy="204206"/>
            </a:xfrm>
            <a:prstGeom prst="rect">
              <a:avLst/>
            </a:prstGeom>
            <a:blipFill>
              <a:blip r:embed="rId4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9" name="object 79"/>
          <p:cNvGrpSpPr/>
          <p:nvPr/>
        </p:nvGrpSpPr>
        <p:grpSpPr>
          <a:xfrm>
            <a:off x="7443391" y="3291913"/>
            <a:ext cx="771525" cy="160655"/>
            <a:chOff x="7443391" y="3291913"/>
            <a:chExt cx="771525" cy="160655"/>
          </a:xfrm>
        </p:grpSpPr>
        <p:sp>
          <p:nvSpPr>
            <p:cNvPr id="80" name="object 80"/>
            <p:cNvSpPr/>
            <p:nvPr/>
          </p:nvSpPr>
          <p:spPr>
            <a:xfrm>
              <a:off x="7443391" y="3332805"/>
              <a:ext cx="99774" cy="119614"/>
            </a:xfrm>
            <a:prstGeom prst="rect">
              <a:avLst/>
            </a:prstGeom>
            <a:blipFill>
              <a:blip r:embed="rId4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7562352" y="3292032"/>
              <a:ext cx="93227" cy="157683"/>
            </a:xfrm>
            <a:prstGeom prst="rect">
              <a:avLst/>
            </a:prstGeom>
            <a:blipFill>
              <a:blip r:embed="rId4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7687183" y="3291913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4" h="158114">
                  <a:moveTo>
                    <a:pt x="19416" y="0"/>
                  </a:moveTo>
                  <a:lnTo>
                    <a:pt x="0" y="0"/>
                  </a:lnTo>
                  <a:lnTo>
                    <a:pt x="0" y="157802"/>
                  </a:lnTo>
                  <a:lnTo>
                    <a:pt x="19416" y="157802"/>
                  </a:lnTo>
                  <a:lnTo>
                    <a:pt x="1941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7730072" y="3332805"/>
              <a:ext cx="107223" cy="119614"/>
            </a:xfrm>
            <a:prstGeom prst="rect">
              <a:avLst/>
            </a:prstGeom>
            <a:blipFill>
              <a:blip r:embed="rId4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7862352" y="3292032"/>
              <a:ext cx="97516" cy="157683"/>
            </a:xfrm>
            <a:prstGeom prst="rect">
              <a:avLst/>
            </a:prstGeom>
            <a:blipFill>
              <a:blip r:embed="rId4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7983119" y="3292032"/>
              <a:ext cx="99322" cy="160386"/>
            </a:xfrm>
            <a:prstGeom prst="rect">
              <a:avLst/>
            </a:prstGeom>
            <a:blipFill>
              <a:blip r:embed="rId4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8108929" y="3332805"/>
              <a:ext cx="105566" cy="119614"/>
            </a:xfrm>
            <a:prstGeom prst="rect">
              <a:avLst/>
            </a:prstGeom>
            <a:blipFill>
              <a:blip r:embed="rId4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7" name="object 87"/>
          <p:cNvGrpSpPr/>
          <p:nvPr/>
        </p:nvGrpSpPr>
        <p:grpSpPr>
          <a:xfrm>
            <a:off x="6976123" y="5656944"/>
            <a:ext cx="2660650" cy="204470"/>
            <a:chOff x="6976123" y="5656944"/>
            <a:chExt cx="2660650" cy="204470"/>
          </a:xfrm>
        </p:grpSpPr>
        <p:sp>
          <p:nvSpPr>
            <p:cNvPr id="88" name="object 88"/>
            <p:cNvSpPr/>
            <p:nvPr/>
          </p:nvSpPr>
          <p:spPr>
            <a:xfrm>
              <a:off x="6976123" y="5656944"/>
              <a:ext cx="200902" cy="189670"/>
            </a:xfrm>
            <a:prstGeom prst="rect">
              <a:avLst/>
            </a:prstGeom>
            <a:blipFill>
              <a:blip r:embed="rId5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7210886" y="5656944"/>
              <a:ext cx="343340" cy="160386"/>
            </a:xfrm>
            <a:prstGeom prst="rect">
              <a:avLst/>
            </a:prstGeom>
            <a:blipFill>
              <a:blip r:embed="rId5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7587399" y="5656948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4" h="158114">
                  <a:moveTo>
                    <a:pt x="19418" y="43497"/>
                  </a:moveTo>
                  <a:lnTo>
                    <a:pt x="0" y="43497"/>
                  </a:lnTo>
                  <a:lnTo>
                    <a:pt x="0" y="157822"/>
                  </a:lnTo>
                  <a:lnTo>
                    <a:pt x="19418" y="157822"/>
                  </a:lnTo>
                  <a:lnTo>
                    <a:pt x="19418" y="43497"/>
                  </a:lnTo>
                  <a:close/>
                </a:path>
                <a:path w="19684" h="158114">
                  <a:moveTo>
                    <a:pt x="19418" y="0"/>
                  </a:moveTo>
                  <a:lnTo>
                    <a:pt x="0" y="0"/>
                  </a:lnTo>
                  <a:lnTo>
                    <a:pt x="0" y="22275"/>
                  </a:lnTo>
                  <a:lnTo>
                    <a:pt x="19418" y="22275"/>
                  </a:lnTo>
                  <a:lnTo>
                    <a:pt x="194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7636845" y="5697851"/>
              <a:ext cx="155304" cy="116910"/>
            </a:xfrm>
            <a:prstGeom prst="rect">
              <a:avLst/>
            </a:prstGeom>
            <a:blipFill>
              <a:blip r:embed="rId5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7817657" y="5656944"/>
              <a:ext cx="287132" cy="160386"/>
            </a:xfrm>
            <a:prstGeom prst="rect">
              <a:avLst/>
            </a:prstGeom>
            <a:blipFill>
              <a:blip r:embed="rId5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8125778" y="5656960"/>
              <a:ext cx="143510" cy="204470"/>
            </a:xfrm>
            <a:custGeom>
              <a:avLst/>
              <a:gdLst/>
              <a:ahLst/>
              <a:cxnLst/>
              <a:rect l="l" t="t" r="r" b="b"/>
              <a:pathLst>
                <a:path w="143509" h="204470">
                  <a:moveTo>
                    <a:pt x="104965" y="43484"/>
                  </a:moveTo>
                  <a:lnTo>
                    <a:pt x="85547" y="43484"/>
                  </a:lnTo>
                  <a:lnTo>
                    <a:pt x="58889" y="116509"/>
                  </a:lnTo>
                  <a:lnTo>
                    <a:pt x="53047" y="136156"/>
                  </a:lnTo>
                  <a:lnTo>
                    <a:pt x="49237" y="122593"/>
                  </a:lnTo>
                  <a:lnTo>
                    <a:pt x="20993" y="43484"/>
                  </a:lnTo>
                  <a:lnTo>
                    <a:pt x="0" y="43484"/>
                  </a:lnTo>
                  <a:lnTo>
                    <a:pt x="43561" y="158013"/>
                  </a:lnTo>
                  <a:lnTo>
                    <a:pt x="37020" y="175247"/>
                  </a:lnTo>
                  <a:lnTo>
                    <a:pt x="34315" y="179743"/>
                  </a:lnTo>
                  <a:lnTo>
                    <a:pt x="32054" y="181775"/>
                  </a:lnTo>
                  <a:lnTo>
                    <a:pt x="26860" y="184632"/>
                  </a:lnTo>
                  <a:lnTo>
                    <a:pt x="23482" y="185356"/>
                  </a:lnTo>
                  <a:lnTo>
                    <a:pt x="16027" y="185356"/>
                  </a:lnTo>
                  <a:lnTo>
                    <a:pt x="12192" y="184772"/>
                  </a:lnTo>
                  <a:lnTo>
                    <a:pt x="8128" y="183629"/>
                  </a:lnTo>
                  <a:lnTo>
                    <a:pt x="10160" y="201828"/>
                  </a:lnTo>
                  <a:lnTo>
                    <a:pt x="14897" y="203403"/>
                  </a:lnTo>
                  <a:lnTo>
                    <a:pt x="18961" y="204190"/>
                  </a:lnTo>
                  <a:lnTo>
                    <a:pt x="28892" y="204190"/>
                  </a:lnTo>
                  <a:lnTo>
                    <a:pt x="55130" y="175641"/>
                  </a:lnTo>
                  <a:lnTo>
                    <a:pt x="104965" y="43484"/>
                  </a:lnTo>
                  <a:close/>
                </a:path>
                <a:path w="143509" h="204470">
                  <a:moveTo>
                    <a:pt x="142887" y="0"/>
                  </a:moveTo>
                  <a:lnTo>
                    <a:pt x="123482" y="0"/>
                  </a:lnTo>
                  <a:lnTo>
                    <a:pt x="123482" y="157810"/>
                  </a:lnTo>
                  <a:lnTo>
                    <a:pt x="142887" y="157810"/>
                  </a:lnTo>
                  <a:lnTo>
                    <a:pt x="1428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8299372" y="5697851"/>
              <a:ext cx="155304" cy="116910"/>
            </a:xfrm>
            <a:prstGeom prst="rect">
              <a:avLst/>
            </a:prstGeom>
            <a:blipFill>
              <a:blip r:embed="rId5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8480184" y="5656944"/>
              <a:ext cx="287132" cy="160386"/>
            </a:xfrm>
            <a:prstGeom prst="rect">
              <a:avLst/>
            </a:prstGeom>
            <a:blipFill>
              <a:blip r:embed="rId5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8792825" y="5697851"/>
              <a:ext cx="105417" cy="119478"/>
            </a:xfrm>
            <a:prstGeom prst="rect">
              <a:avLst/>
            </a:prstGeom>
            <a:blipFill>
              <a:blip r:embed="rId5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7"/>
            <p:cNvSpPr/>
            <p:nvPr/>
          </p:nvSpPr>
          <p:spPr>
            <a:xfrm>
              <a:off x="8924653" y="5697851"/>
              <a:ext cx="93002" cy="116910"/>
            </a:xfrm>
            <a:prstGeom prst="rect">
              <a:avLst/>
            </a:prstGeom>
            <a:blipFill>
              <a:blip r:embed="rId5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9043389" y="5697851"/>
              <a:ext cx="105417" cy="119478"/>
            </a:xfrm>
            <a:prstGeom prst="rect">
              <a:avLst/>
            </a:prstGeom>
            <a:blipFill>
              <a:blip r:embed="rId5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9175217" y="5697851"/>
              <a:ext cx="155304" cy="116910"/>
            </a:xfrm>
            <a:prstGeom prst="rect">
              <a:avLst/>
            </a:prstGeom>
            <a:blipFill>
              <a:blip r:embed="rId5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9362796" y="5656948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4" h="158114">
                  <a:moveTo>
                    <a:pt x="19418" y="43497"/>
                  </a:moveTo>
                  <a:lnTo>
                    <a:pt x="0" y="43497"/>
                  </a:lnTo>
                  <a:lnTo>
                    <a:pt x="0" y="157822"/>
                  </a:lnTo>
                  <a:lnTo>
                    <a:pt x="19418" y="157822"/>
                  </a:lnTo>
                  <a:lnTo>
                    <a:pt x="19418" y="43497"/>
                  </a:lnTo>
                  <a:close/>
                </a:path>
                <a:path w="19684" h="158114">
                  <a:moveTo>
                    <a:pt x="19418" y="0"/>
                  </a:moveTo>
                  <a:lnTo>
                    <a:pt x="0" y="0"/>
                  </a:lnTo>
                  <a:lnTo>
                    <a:pt x="0" y="22275"/>
                  </a:lnTo>
                  <a:lnTo>
                    <a:pt x="19418" y="22275"/>
                  </a:lnTo>
                  <a:lnTo>
                    <a:pt x="194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101"/>
            <p:cNvSpPr/>
            <p:nvPr/>
          </p:nvSpPr>
          <p:spPr>
            <a:xfrm>
              <a:off x="9405240" y="5656944"/>
              <a:ext cx="99322" cy="160386"/>
            </a:xfrm>
            <a:prstGeom prst="rect">
              <a:avLst/>
            </a:prstGeom>
            <a:blipFill>
              <a:blip r:embed="rId5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102"/>
            <p:cNvSpPr/>
            <p:nvPr/>
          </p:nvSpPr>
          <p:spPr>
            <a:xfrm>
              <a:off x="9530973" y="5697851"/>
              <a:ext cx="105643" cy="119478"/>
            </a:xfrm>
            <a:prstGeom prst="rect">
              <a:avLst/>
            </a:prstGeom>
            <a:blipFill>
              <a:blip r:embed="rId5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3" name="object 103"/>
          <p:cNvGrpSpPr/>
          <p:nvPr/>
        </p:nvGrpSpPr>
        <p:grpSpPr>
          <a:xfrm>
            <a:off x="6445198" y="2312369"/>
            <a:ext cx="955675" cy="720725"/>
            <a:chOff x="6445198" y="2312369"/>
            <a:chExt cx="955675" cy="720725"/>
          </a:xfrm>
        </p:grpSpPr>
        <p:sp>
          <p:nvSpPr>
            <p:cNvPr id="104" name="object 104"/>
            <p:cNvSpPr/>
            <p:nvPr/>
          </p:nvSpPr>
          <p:spPr>
            <a:xfrm>
              <a:off x="7002081" y="2312377"/>
              <a:ext cx="398780" cy="720725"/>
            </a:xfrm>
            <a:custGeom>
              <a:avLst/>
              <a:gdLst/>
              <a:ahLst/>
              <a:cxnLst/>
              <a:rect l="l" t="t" r="r" b="b"/>
              <a:pathLst>
                <a:path w="398779" h="720725">
                  <a:moveTo>
                    <a:pt x="139725" y="382714"/>
                  </a:moveTo>
                  <a:lnTo>
                    <a:pt x="118960" y="377532"/>
                  </a:lnTo>
                  <a:lnTo>
                    <a:pt x="116281" y="386880"/>
                  </a:lnTo>
                  <a:lnTo>
                    <a:pt x="112661" y="394970"/>
                  </a:lnTo>
                  <a:lnTo>
                    <a:pt x="81140" y="417004"/>
                  </a:lnTo>
                  <a:lnTo>
                    <a:pt x="72682" y="417626"/>
                  </a:lnTo>
                  <a:lnTo>
                    <a:pt x="65532" y="417169"/>
                  </a:lnTo>
                  <a:lnTo>
                    <a:pt x="30835" y="394868"/>
                  </a:lnTo>
                  <a:lnTo>
                    <a:pt x="21666" y="352755"/>
                  </a:lnTo>
                  <a:lnTo>
                    <a:pt x="21971" y="344932"/>
                  </a:lnTo>
                  <a:lnTo>
                    <a:pt x="38125" y="303695"/>
                  </a:lnTo>
                  <a:lnTo>
                    <a:pt x="74256" y="290131"/>
                  </a:lnTo>
                  <a:lnTo>
                    <a:pt x="81876" y="290639"/>
                  </a:lnTo>
                  <a:lnTo>
                    <a:pt x="113423" y="315214"/>
                  </a:lnTo>
                  <a:lnTo>
                    <a:pt x="116471" y="323253"/>
                  </a:lnTo>
                  <a:lnTo>
                    <a:pt x="137020" y="318287"/>
                  </a:lnTo>
                  <a:lnTo>
                    <a:pt x="114668" y="284505"/>
                  </a:lnTo>
                  <a:lnTo>
                    <a:pt x="74714" y="272338"/>
                  </a:lnTo>
                  <a:lnTo>
                    <a:pt x="64427" y="272935"/>
                  </a:lnTo>
                  <a:lnTo>
                    <a:pt x="28079" y="287210"/>
                  </a:lnTo>
                  <a:lnTo>
                    <a:pt x="5334" y="319366"/>
                  </a:lnTo>
                  <a:lnTo>
                    <a:pt x="0" y="352755"/>
                  </a:lnTo>
                  <a:lnTo>
                    <a:pt x="508" y="363905"/>
                  </a:lnTo>
                  <a:lnTo>
                    <a:pt x="13042" y="404355"/>
                  </a:lnTo>
                  <a:lnTo>
                    <a:pt x="51117" y="432981"/>
                  </a:lnTo>
                  <a:lnTo>
                    <a:pt x="74256" y="435648"/>
                  </a:lnTo>
                  <a:lnTo>
                    <a:pt x="86156" y="434809"/>
                  </a:lnTo>
                  <a:lnTo>
                    <a:pt x="124079" y="414616"/>
                  </a:lnTo>
                  <a:lnTo>
                    <a:pt x="139725" y="382714"/>
                  </a:lnTo>
                  <a:close/>
                </a:path>
                <a:path w="398779" h="720725">
                  <a:moveTo>
                    <a:pt x="307670" y="81762"/>
                  </a:moveTo>
                  <a:lnTo>
                    <a:pt x="298411" y="39420"/>
                  </a:lnTo>
                  <a:lnTo>
                    <a:pt x="286004" y="21844"/>
                  </a:lnTo>
                  <a:lnTo>
                    <a:pt x="286004" y="81762"/>
                  </a:lnTo>
                  <a:lnTo>
                    <a:pt x="285064" y="96088"/>
                  </a:lnTo>
                  <a:lnTo>
                    <a:pt x="262712" y="136067"/>
                  </a:lnTo>
                  <a:lnTo>
                    <a:pt x="231825" y="145288"/>
                  </a:lnTo>
                  <a:lnTo>
                    <a:pt x="220776" y="144272"/>
                  </a:lnTo>
                  <a:lnTo>
                    <a:pt x="186664" y="119938"/>
                  </a:lnTo>
                  <a:lnTo>
                    <a:pt x="178104" y="84023"/>
                  </a:lnTo>
                  <a:lnTo>
                    <a:pt x="179070" y="67411"/>
                  </a:lnTo>
                  <a:lnTo>
                    <a:pt x="202374" y="26441"/>
                  </a:lnTo>
                  <a:lnTo>
                    <a:pt x="232270" y="17792"/>
                  </a:lnTo>
                  <a:lnTo>
                    <a:pt x="239890" y="18300"/>
                  </a:lnTo>
                  <a:lnTo>
                    <a:pt x="275856" y="41262"/>
                  </a:lnTo>
                  <a:lnTo>
                    <a:pt x="286004" y="81762"/>
                  </a:lnTo>
                  <a:lnTo>
                    <a:pt x="286004" y="21844"/>
                  </a:lnTo>
                  <a:lnTo>
                    <a:pt x="252895" y="2565"/>
                  </a:lnTo>
                  <a:lnTo>
                    <a:pt x="232054" y="0"/>
                  </a:lnTo>
                  <a:lnTo>
                    <a:pt x="216179" y="1358"/>
                  </a:lnTo>
                  <a:lnTo>
                    <a:pt x="177647" y="22072"/>
                  </a:lnTo>
                  <a:lnTo>
                    <a:pt x="157746" y="65024"/>
                  </a:lnTo>
                  <a:lnTo>
                    <a:pt x="156451" y="84023"/>
                  </a:lnTo>
                  <a:lnTo>
                    <a:pt x="156984" y="93878"/>
                  </a:lnTo>
                  <a:lnTo>
                    <a:pt x="170535" y="131813"/>
                  </a:lnTo>
                  <a:lnTo>
                    <a:pt x="201193" y="157099"/>
                  </a:lnTo>
                  <a:lnTo>
                    <a:pt x="232054" y="163080"/>
                  </a:lnTo>
                  <a:lnTo>
                    <a:pt x="242176" y="162496"/>
                  </a:lnTo>
                  <a:lnTo>
                    <a:pt x="278853" y="147955"/>
                  </a:lnTo>
                  <a:lnTo>
                    <a:pt x="281838" y="145288"/>
                  </a:lnTo>
                  <a:lnTo>
                    <a:pt x="286219" y="141376"/>
                  </a:lnTo>
                  <a:lnTo>
                    <a:pt x="305269" y="104546"/>
                  </a:lnTo>
                  <a:lnTo>
                    <a:pt x="307073" y="93459"/>
                  </a:lnTo>
                  <a:lnTo>
                    <a:pt x="307670" y="81762"/>
                  </a:lnTo>
                  <a:close/>
                </a:path>
                <a:path w="398779" h="720725">
                  <a:moveTo>
                    <a:pt x="353263" y="667677"/>
                  </a:moveTo>
                  <a:lnTo>
                    <a:pt x="332270" y="662266"/>
                  </a:lnTo>
                  <a:lnTo>
                    <a:pt x="329603" y="671639"/>
                  </a:lnTo>
                  <a:lnTo>
                    <a:pt x="325983" y="679780"/>
                  </a:lnTo>
                  <a:lnTo>
                    <a:pt x="294462" y="701725"/>
                  </a:lnTo>
                  <a:lnTo>
                    <a:pt x="286004" y="702360"/>
                  </a:lnTo>
                  <a:lnTo>
                    <a:pt x="278879" y="701903"/>
                  </a:lnTo>
                  <a:lnTo>
                    <a:pt x="244157" y="679602"/>
                  </a:lnTo>
                  <a:lnTo>
                    <a:pt x="234988" y="637489"/>
                  </a:lnTo>
                  <a:lnTo>
                    <a:pt x="235280" y="629754"/>
                  </a:lnTo>
                  <a:lnTo>
                    <a:pt x="251472" y="588416"/>
                  </a:lnTo>
                  <a:lnTo>
                    <a:pt x="287578" y="575094"/>
                  </a:lnTo>
                  <a:lnTo>
                    <a:pt x="295198" y="575564"/>
                  </a:lnTo>
                  <a:lnTo>
                    <a:pt x="326872" y="599948"/>
                  </a:lnTo>
                  <a:lnTo>
                    <a:pt x="330022" y="607974"/>
                  </a:lnTo>
                  <a:lnTo>
                    <a:pt x="350558" y="603021"/>
                  </a:lnTo>
                  <a:lnTo>
                    <a:pt x="327990" y="569239"/>
                  </a:lnTo>
                  <a:lnTo>
                    <a:pt x="288036" y="557072"/>
                  </a:lnTo>
                  <a:lnTo>
                    <a:pt x="277787" y="557669"/>
                  </a:lnTo>
                  <a:lnTo>
                    <a:pt x="241490" y="572033"/>
                  </a:lnTo>
                  <a:lnTo>
                    <a:pt x="218643" y="604100"/>
                  </a:lnTo>
                  <a:lnTo>
                    <a:pt x="213309" y="637489"/>
                  </a:lnTo>
                  <a:lnTo>
                    <a:pt x="213855" y="648639"/>
                  </a:lnTo>
                  <a:lnTo>
                    <a:pt x="226453" y="689089"/>
                  </a:lnTo>
                  <a:lnTo>
                    <a:pt x="264553" y="717740"/>
                  </a:lnTo>
                  <a:lnTo>
                    <a:pt x="287807" y="720382"/>
                  </a:lnTo>
                  <a:lnTo>
                    <a:pt x="299669" y="719543"/>
                  </a:lnTo>
                  <a:lnTo>
                    <a:pt x="337400" y="699350"/>
                  </a:lnTo>
                  <a:lnTo>
                    <a:pt x="353263" y="667677"/>
                  </a:lnTo>
                  <a:close/>
                </a:path>
                <a:path w="398779" h="720725">
                  <a:moveTo>
                    <a:pt x="398411" y="559879"/>
                  </a:moveTo>
                  <a:lnTo>
                    <a:pt x="379006" y="559879"/>
                  </a:lnTo>
                  <a:lnTo>
                    <a:pt x="379006" y="717677"/>
                  </a:lnTo>
                  <a:lnTo>
                    <a:pt x="398411" y="717677"/>
                  </a:lnTo>
                  <a:lnTo>
                    <a:pt x="398411" y="55987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6445198" y="2587413"/>
              <a:ext cx="123927" cy="157908"/>
            </a:xfrm>
            <a:prstGeom prst="rect">
              <a:avLst/>
            </a:prstGeom>
            <a:blipFill>
              <a:blip r:embed="rId5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6596891" y="2677293"/>
              <a:ext cx="77200" cy="120289"/>
            </a:xfrm>
            <a:prstGeom prst="rect">
              <a:avLst/>
            </a:prstGeom>
            <a:blipFill>
              <a:blip r:embed="rId5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107"/>
            <p:cNvSpPr/>
            <p:nvPr/>
          </p:nvSpPr>
          <p:spPr>
            <a:xfrm>
              <a:off x="6694859" y="2584710"/>
              <a:ext cx="139954" cy="163314"/>
            </a:xfrm>
            <a:prstGeom prst="rect">
              <a:avLst/>
            </a:prstGeom>
            <a:blipFill>
              <a:blip r:embed="rId6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08"/>
            <p:cNvSpPr/>
            <p:nvPr/>
          </p:nvSpPr>
          <p:spPr>
            <a:xfrm>
              <a:off x="6868668" y="2477490"/>
              <a:ext cx="358775" cy="387985"/>
            </a:xfrm>
            <a:custGeom>
              <a:avLst/>
              <a:gdLst/>
              <a:ahLst/>
              <a:cxnLst/>
              <a:rect l="l" t="t" r="r" b="b"/>
              <a:pathLst>
                <a:path w="358775" h="387985">
                  <a:moveTo>
                    <a:pt x="101358" y="179311"/>
                  </a:moveTo>
                  <a:lnTo>
                    <a:pt x="98196" y="176377"/>
                  </a:lnTo>
                  <a:lnTo>
                    <a:pt x="2933" y="176377"/>
                  </a:lnTo>
                  <a:lnTo>
                    <a:pt x="0" y="179311"/>
                  </a:lnTo>
                  <a:lnTo>
                    <a:pt x="0" y="186740"/>
                  </a:lnTo>
                  <a:lnTo>
                    <a:pt x="2933" y="189903"/>
                  </a:lnTo>
                  <a:lnTo>
                    <a:pt x="98196" y="189903"/>
                  </a:lnTo>
                  <a:lnTo>
                    <a:pt x="101358" y="186740"/>
                  </a:lnTo>
                  <a:lnTo>
                    <a:pt x="101358" y="179311"/>
                  </a:lnTo>
                  <a:close/>
                </a:path>
                <a:path w="358775" h="387985">
                  <a:moveTo>
                    <a:pt x="283527" y="7886"/>
                  </a:moveTo>
                  <a:lnTo>
                    <a:pt x="282397" y="3835"/>
                  </a:lnTo>
                  <a:lnTo>
                    <a:pt x="275844" y="0"/>
                  </a:lnTo>
                  <a:lnTo>
                    <a:pt x="271780" y="901"/>
                  </a:lnTo>
                  <a:lnTo>
                    <a:pt x="231825" y="67360"/>
                  </a:lnTo>
                  <a:lnTo>
                    <a:pt x="232956" y="71412"/>
                  </a:lnTo>
                  <a:lnTo>
                    <a:pt x="239280" y="75234"/>
                  </a:lnTo>
                  <a:lnTo>
                    <a:pt x="243560" y="74333"/>
                  </a:lnTo>
                  <a:lnTo>
                    <a:pt x="283527" y="7886"/>
                  </a:lnTo>
                  <a:close/>
                </a:path>
                <a:path w="358775" h="387985">
                  <a:moveTo>
                    <a:pt x="332511" y="37388"/>
                  </a:moveTo>
                  <a:lnTo>
                    <a:pt x="331597" y="33108"/>
                  </a:lnTo>
                  <a:lnTo>
                    <a:pt x="325056" y="29286"/>
                  </a:lnTo>
                  <a:lnTo>
                    <a:pt x="320992" y="30416"/>
                  </a:lnTo>
                  <a:lnTo>
                    <a:pt x="281038" y="96634"/>
                  </a:lnTo>
                  <a:lnTo>
                    <a:pt x="282168" y="100914"/>
                  </a:lnTo>
                  <a:lnTo>
                    <a:pt x="288493" y="104749"/>
                  </a:lnTo>
                  <a:lnTo>
                    <a:pt x="292544" y="103619"/>
                  </a:lnTo>
                  <a:lnTo>
                    <a:pt x="332511" y="37388"/>
                  </a:lnTo>
                  <a:close/>
                </a:path>
                <a:path w="358775" h="387985">
                  <a:moveTo>
                    <a:pt x="358686" y="378891"/>
                  </a:moveTo>
                  <a:lnTo>
                    <a:pt x="286004" y="281800"/>
                  </a:lnTo>
                  <a:lnTo>
                    <a:pt x="281711" y="281127"/>
                  </a:lnTo>
                  <a:lnTo>
                    <a:pt x="275844" y="285635"/>
                  </a:lnTo>
                  <a:lnTo>
                    <a:pt x="275170" y="289915"/>
                  </a:lnTo>
                  <a:lnTo>
                    <a:pt x="347853" y="387007"/>
                  </a:lnTo>
                  <a:lnTo>
                    <a:pt x="352145" y="387451"/>
                  </a:lnTo>
                  <a:lnTo>
                    <a:pt x="358013" y="382943"/>
                  </a:lnTo>
                  <a:lnTo>
                    <a:pt x="358686" y="37889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9" name="object 109"/>
          <p:cNvGrpSpPr/>
          <p:nvPr/>
        </p:nvGrpSpPr>
        <p:grpSpPr>
          <a:xfrm>
            <a:off x="1578496" y="4790181"/>
            <a:ext cx="1907539" cy="305435"/>
            <a:chOff x="1578496" y="4790181"/>
            <a:chExt cx="1907539" cy="305435"/>
          </a:xfrm>
        </p:grpSpPr>
        <p:sp>
          <p:nvSpPr>
            <p:cNvPr id="110" name="object 110"/>
            <p:cNvSpPr/>
            <p:nvPr/>
          </p:nvSpPr>
          <p:spPr>
            <a:xfrm>
              <a:off x="2923601" y="4884296"/>
              <a:ext cx="140335" cy="163195"/>
            </a:xfrm>
            <a:custGeom>
              <a:avLst/>
              <a:gdLst/>
              <a:ahLst/>
              <a:cxnLst/>
              <a:rect l="l" t="t" r="r" b="b"/>
              <a:pathLst>
                <a:path w="140335" h="163195">
                  <a:moveTo>
                    <a:pt x="74650" y="0"/>
                  </a:moveTo>
                  <a:lnTo>
                    <a:pt x="36297" y="9528"/>
                  </a:lnTo>
                  <a:lnTo>
                    <a:pt x="9435" y="37393"/>
                  </a:lnTo>
                  <a:lnTo>
                    <a:pt x="0" y="80395"/>
                  </a:lnTo>
                  <a:lnTo>
                    <a:pt x="524" y="91516"/>
                  </a:lnTo>
                  <a:lnTo>
                    <a:pt x="13034" y="131967"/>
                  </a:lnTo>
                  <a:lnTo>
                    <a:pt x="51156" y="160580"/>
                  </a:lnTo>
                  <a:lnTo>
                    <a:pt x="74333" y="163179"/>
                  </a:lnTo>
                  <a:lnTo>
                    <a:pt x="86201" y="162334"/>
                  </a:lnTo>
                  <a:lnTo>
                    <a:pt x="124010" y="142145"/>
                  </a:lnTo>
                  <a:lnTo>
                    <a:pt x="139796" y="110423"/>
                  </a:lnTo>
                  <a:lnTo>
                    <a:pt x="118871" y="105152"/>
                  </a:lnTo>
                  <a:lnTo>
                    <a:pt x="116226" y="114503"/>
                  </a:lnTo>
                  <a:lnTo>
                    <a:pt x="112592" y="122624"/>
                  </a:lnTo>
                  <a:lnTo>
                    <a:pt x="81057" y="144682"/>
                  </a:lnTo>
                  <a:lnTo>
                    <a:pt x="72595" y="145316"/>
                  </a:lnTo>
                  <a:lnTo>
                    <a:pt x="65497" y="144851"/>
                  </a:lnTo>
                  <a:lnTo>
                    <a:pt x="30801" y="122474"/>
                  </a:lnTo>
                  <a:lnTo>
                    <a:pt x="21580" y="80283"/>
                  </a:lnTo>
                  <a:lnTo>
                    <a:pt x="21889" y="72536"/>
                  </a:lnTo>
                  <a:lnTo>
                    <a:pt x="38075" y="31311"/>
                  </a:lnTo>
                  <a:lnTo>
                    <a:pt x="74221" y="17863"/>
                  </a:lnTo>
                  <a:lnTo>
                    <a:pt x="81809" y="18353"/>
                  </a:lnTo>
                  <a:lnTo>
                    <a:pt x="113445" y="42767"/>
                  </a:lnTo>
                  <a:lnTo>
                    <a:pt x="116500" y="50796"/>
                  </a:lnTo>
                  <a:lnTo>
                    <a:pt x="137110" y="45953"/>
                  </a:lnTo>
                  <a:lnTo>
                    <a:pt x="114559" y="12051"/>
                  </a:lnTo>
                  <a:lnTo>
                    <a:pt x="86044" y="752"/>
                  </a:lnTo>
                  <a:lnTo>
                    <a:pt x="7465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/>
            <p:cNvSpPr/>
            <p:nvPr/>
          </p:nvSpPr>
          <p:spPr>
            <a:xfrm>
              <a:off x="3085830" y="4884183"/>
              <a:ext cx="247228" cy="210822"/>
            </a:xfrm>
            <a:prstGeom prst="rect">
              <a:avLst/>
            </a:prstGeom>
            <a:blipFill>
              <a:blip r:embed="rId6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112"/>
            <p:cNvSpPr/>
            <p:nvPr/>
          </p:nvSpPr>
          <p:spPr>
            <a:xfrm>
              <a:off x="3361726" y="4886976"/>
              <a:ext cx="124040" cy="157795"/>
            </a:xfrm>
            <a:prstGeom prst="rect">
              <a:avLst/>
            </a:prstGeom>
            <a:blipFill>
              <a:blip r:embed="rId6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113"/>
            <p:cNvSpPr/>
            <p:nvPr/>
          </p:nvSpPr>
          <p:spPr>
            <a:xfrm>
              <a:off x="1578495" y="4790185"/>
              <a:ext cx="1329690" cy="177800"/>
            </a:xfrm>
            <a:custGeom>
              <a:avLst/>
              <a:gdLst/>
              <a:ahLst/>
              <a:cxnLst/>
              <a:rect l="l" t="t" r="r" b="b"/>
              <a:pathLst>
                <a:path w="1329689" h="177800">
                  <a:moveTo>
                    <a:pt x="1329639" y="116281"/>
                  </a:moveTo>
                  <a:lnTo>
                    <a:pt x="1328534" y="112141"/>
                  </a:lnTo>
                  <a:lnTo>
                    <a:pt x="1138669" y="2755"/>
                  </a:lnTo>
                  <a:lnTo>
                    <a:pt x="1137742" y="1130"/>
                  </a:lnTo>
                  <a:lnTo>
                    <a:pt x="1134160" y="165"/>
                  </a:lnTo>
                  <a:lnTo>
                    <a:pt x="1133906" y="0"/>
                  </a:lnTo>
                  <a:lnTo>
                    <a:pt x="1133754" y="50"/>
                  </a:lnTo>
                  <a:lnTo>
                    <a:pt x="1133614" y="0"/>
                  </a:lnTo>
                  <a:lnTo>
                    <a:pt x="1133348" y="152"/>
                  </a:lnTo>
                  <a:lnTo>
                    <a:pt x="1129766" y="1130"/>
                  </a:lnTo>
                  <a:lnTo>
                    <a:pt x="1128814" y="2768"/>
                  </a:lnTo>
                  <a:lnTo>
                    <a:pt x="852246" y="162115"/>
                  </a:lnTo>
                  <a:lnTo>
                    <a:pt x="575678" y="2781"/>
                  </a:lnTo>
                  <a:lnTo>
                    <a:pt x="574738" y="1130"/>
                  </a:lnTo>
                  <a:lnTo>
                    <a:pt x="571131" y="152"/>
                  </a:lnTo>
                  <a:lnTo>
                    <a:pt x="570877" y="0"/>
                  </a:lnTo>
                  <a:lnTo>
                    <a:pt x="570725" y="50"/>
                  </a:lnTo>
                  <a:lnTo>
                    <a:pt x="570585" y="0"/>
                  </a:lnTo>
                  <a:lnTo>
                    <a:pt x="570318" y="165"/>
                  </a:lnTo>
                  <a:lnTo>
                    <a:pt x="566750" y="1130"/>
                  </a:lnTo>
                  <a:lnTo>
                    <a:pt x="565810" y="2755"/>
                  </a:lnTo>
                  <a:lnTo>
                    <a:pt x="289229" y="162115"/>
                  </a:lnTo>
                  <a:lnTo>
                    <a:pt x="7874" y="0"/>
                  </a:lnTo>
                  <a:lnTo>
                    <a:pt x="3733" y="1130"/>
                  </a:lnTo>
                  <a:lnTo>
                    <a:pt x="0" y="7594"/>
                  </a:lnTo>
                  <a:lnTo>
                    <a:pt x="1104" y="11709"/>
                  </a:lnTo>
                  <a:lnTo>
                    <a:pt x="284276" y="174879"/>
                  </a:lnTo>
                  <a:lnTo>
                    <a:pt x="285242" y="176542"/>
                  </a:lnTo>
                  <a:lnTo>
                    <a:pt x="288823" y="177507"/>
                  </a:lnTo>
                  <a:lnTo>
                    <a:pt x="289090" y="177647"/>
                  </a:lnTo>
                  <a:lnTo>
                    <a:pt x="289229" y="177609"/>
                  </a:lnTo>
                  <a:lnTo>
                    <a:pt x="289394" y="177647"/>
                  </a:lnTo>
                  <a:lnTo>
                    <a:pt x="289648" y="177507"/>
                  </a:lnTo>
                  <a:lnTo>
                    <a:pt x="293230" y="176542"/>
                  </a:lnTo>
                  <a:lnTo>
                    <a:pt x="294182" y="174891"/>
                  </a:lnTo>
                  <a:lnTo>
                    <a:pt x="570725" y="15532"/>
                  </a:lnTo>
                  <a:lnTo>
                    <a:pt x="847293" y="174891"/>
                  </a:lnTo>
                  <a:lnTo>
                    <a:pt x="848258" y="176542"/>
                  </a:lnTo>
                  <a:lnTo>
                    <a:pt x="851839" y="177507"/>
                  </a:lnTo>
                  <a:lnTo>
                    <a:pt x="852093" y="177647"/>
                  </a:lnTo>
                  <a:lnTo>
                    <a:pt x="852233" y="177609"/>
                  </a:lnTo>
                  <a:lnTo>
                    <a:pt x="852385" y="177647"/>
                  </a:lnTo>
                  <a:lnTo>
                    <a:pt x="852627" y="177507"/>
                  </a:lnTo>
                  <a:lnTo>
                    <a:pt x="856246" y="176542"/>
                  </a:lnTo>
                  <a:lnTo>
                    <a:pt x="857211" y="174866"/>
                  </a:lnTo>
                  <a:lnTo>
                    <a:pt x="1133741" y="15532"/>
                  </a:lnTo>
                  <a:lnTo>
                    <a:pt x="1321752" y="123850"/>
                  </a:lnTo>
                  <a:lnTo>
                    <a:pt x="1325892" y="122745"/>
                  </a:lnTo>
                  <a:lnTo>
                    <a:pt x="1329639" y="11628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4" name="object 114"/>
          <p:cNvGrpSpPr/>
          <p:nvPr/>
        </p:nvGrpSpPr>
        <p:grpSpPr>
          <a:xfrm>
            <a:off x="1789336" y="5390436"/>
            <a:ext cx="883285" cy="160655"/>
            <a:chOff x="1789336" y="5390436"/>
            <a:chExt cx="883285" cy="160655"/>
          </a:xfrm>
        </p:grpSpPr>
        <p:sp>
          <p:nvSpPr>
            <p:cNvPr id="115" name="object 115"/>
            <p:cNvSpPr/>
            <p:nvPr/>
          </p:nvSpPr>
          <p:spPr>
            <a:xfrm>
              <a:off x="1789336" y="5390436"/>
              <a:ext cx="93295" cy="157795"/>
            </a:xfrm>
            <a:prstGeom prst="rect">
              <a:avLst/>
            </a:prstGeom>
            <a:blipFill>
              <a:blip r:embed="rId6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6" name="object 116"/>
            <p:cNvSpPr/>
            <p:nvPr/>
          </p:nvSpPr>
          <p:spPr>
            <a:xfrm>
              <a:off x="1908221" y="5431344"/>
              <a:ext cx="343461" cy="119478"/>
            </a:xfrm>
            <a:prstGeom prst="rect">
              <a:avLst/>
            </a:prstGeom>
            <a:blipFill>
              <a:blip r:embed="rId6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object 117"/>
            <p:cNvSpPr/>
            <p:nvPr/>
          </p:nvSpPr>
          <p:spPr>
            <a:xfrm>
              <a:off x="2278048" y="5431344"/>
              <a:ext cx="93092" cy="116888"/>
            </a:xfrm>
            <a:prstGeom prst="rect">
              <a:avLst/>
            </a:prstGeom>
            <a:blipFill>
              <a:blip r:embed="rId6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8" name="object 118"/>
            <p:cNvSpPr/>
            <p:nvPr/>
          </p:nvSpPr>
          <p:spPr>
            <a:xfrm>
              <a:off x="2396107" y="5431344"/>
              <a:ext cx="107313" cy="119478"/>
            </a:xfrm>
            <a:prstGeom prst="rect">
              <a:avLst/>
            </a:prstGeom>
            <a:blipFill>
              <a:blip r:embed="rId6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9" name="object 119"/>
            <p:cNvSpPr/>
            <p:nvPr/>
          </p:nvSpPr>
          <p:spPr>
            <a:xfrm>
              <a:off x="2528722" y="5390438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5" h="158114">
                  <a:moveTo>
                    <a:pt x="19405" y="43497"/>
                  </a:moveTo>
                  <a:lnTo>
                    <a:pt x="0" y="43497"/>
                  </a:lnTo>
                  <a:lnTo>
                    <a:pt x="0" y="157797"/>
                  </a:lnTo>
                  <a:lnTo>
                    <a:pt x="19405" y="157797"/>
                  </a:lnTo>
                  <a:lnTo>
                    <a:pt x="19405" y="43497"/>
                  </a:lnTo>
                  <a:close/>
                </a:path>
                <a:path w="19685" h="158114">
                  <a:moveTo>
                    <a:pt x="19405" y="0"/>
                  </a:moveTo>
                  <a:lnTo>
                    <a:pt x="0" y="0"/>
                  </a:lnTo>
                  <a:lnTo>
                    <a:pt x="0" y="22288"/>
                  </a:lnTo>
                  <a:lnTo>
                    <a:pt x="19405" y="22288"/>
                  </a:lnTo>
                  <a:lnTo>
                    <a:pt x="194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0" name="object 120"/>
            <p:cNvSpPr/>
            <p:nvPr/>
          </p:nvSpPr>
          <p:spPr>
            <a:xfrm>
              <a:off x="2572337" y="5431344"/>
              <a:ext cx="99774" cy="119478"/>
            </a:xfrm>
            <a:prstGeom prst="rect">
              <a:avLst/>
            </a:prstGeom>
            <a:blipFill>
              <a:blip r:embed="rId6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1" name="object 121"/>
          <p:cNvGrpSpPr/>
          <p:nvPr/>
        </p:nvGrpSpPr>
        <p:grpSpPr>
          <a:xfrm>
            <a:off x="2746626" y="5390436"/>
            <a:ext cx="387350" cy="160655"/>
            <a:chOff x="2746626" y="5390436"/>
            <a:chExt cx="387350" cy="160655"/>
          </a:xfrm>
        </p:grpSpPr>
        <p:sp>
          <p:nvSpPr>
            <p:cNvPr id="122" name="object 122"/>
            <p:cNvSpPr/>
            <p:nvPr/>
          </p:nvSpPr>
          <p:spPr>
            <a:xfrm>
              <a:off x="2746626" y="5431344"/>
              <a:ext cx="105507" cy="119478"/>
            </a:xfrm>
            <a:prstGeom prst="rect">
              <a:avLst/>
            </a:prstGeom>
            <a:blipFill>
              <a:blip r:embed="rId6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3" name="object 123"/>
            <p:cNvSpPr/>
            <p:nvPr/>
          </p:nvSpPr>
          <p:spPr>
            <a:xfrm>
              <a:off x="2872562" y="5431344"/>
              <a:ext cx="99774" cy="119478"/>
            </a:xfrm>
            <a:prstGeom prst="rect">
              <a:avLst/>
            </a:prstGeom>
            <a:blipFill>
              <a:blip r:embed="rId6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4" name="object 124"/>
            <p:cNvSpPr/>
            <p:nvPr/>
          </p:nvSpPr>
          <p:spPr>
            <a:xfrm>
              <a:off x="2991472" y="5390438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5" h="158114">
                  <a:moveTo>
                    <a:pt x="19418" y="43497"/>
                  </a:moveTo>
                  <a:lnTo>
                    <a:pt x="0" y="43497"/>
                  </a:lnTo>
                  <a:lnTo>
                    <a:pt x="0" y="157797"/>
                  </a:lnTo>
                  <a:lnTo>
                    <a:pt x="19418" y="157797"/>
                  </a:lnTo>
                  <a:lnTo>
                    <a:pt x="19418" y="43497"/>
                  </a:lnTo>
                  <a:close/>
                </a:path>
                <a:path w="19685" h="158114">
                  <a:moveTo>
                    <a:pt x="19418" y="0"/>
                  </a:moveTo>
                  <a:lnTo>
                    <a:pt x="0" y="0"/>
                  </a:lnTo>
                  <a:lnTo>
                    <a:pt x="0" y="22288"/>
                  </a:lnTo>
                  <a:lnTo>
                    <a:pt x="19418" y="22288"/>
                  </a:lnTo>
                  <a:lnTo>
                    <a:pt x="194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5" name="object 125"/>
            <p:cNvSpPr/>
            <p:nvPr/>
          </p:nvSpPr>
          <p:spPr>
            <a:xfrm>
              <a:off x="3034007" y="5390436"/>
              <a:ext cx="99345" cy="160386"/>
            </a:xfrm>
            <a:prstGeom prst="rect">
              <a:avLst/>
            </a:prstGeom>
            <a:blipFill>
              <a:blip r:embed="rId6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6" name="object 126"/>
          <p:cNvGrpSpPr/>
          <p:nvPr/>
        </p:nvGrpSpPr>
        <p:grpSpPr>
          <a:xfrm>
            <a:off x="1788139" y="5625588"/>
            <a:ext cx="786130" cy="207010"/>
            <a:chOff x="1788139" y="5625588"/>
            <a:chExt cx="786130" cy="207010"/>
          </a:xfrm>
        </p:grpSpPr>
        <p:sp>
          <p:nvSpPr>
            <p:cNvPr id="127" name="object 127"/>
            <p:cNvSpPr/>
            <p:nvPr/>
          </p:nvSpPr>
          <p:spPr>
            <a:xfrm>
              <a:off x="1788139" y="5625588"/>
              <a:ext cx="287471" cy="206880"/>
            </a:xfrm>
            <a:prstGeom prst="rect">
              <a:avLst/>
            </a:prstGeom>
            <a:blipFill>
              <a:blip r:embed="rId7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object 128"/>
            <p:cNvSpPr/>
            <p:nvPr/>
          </p:nvSpPr>
          <p:spPr>
            <a:xfrm>
              <a:off x="2101976" y="5669176"/>
              <a:ext cx="99453" cy="160724"/>
            </a:xfrm>
            <a:prstGeom prst="rect">
              <a:avLst/>
            </a:prstGeom>
            <a:blipFill>
              <a:blip r:embed="rId7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9" name="object 129"/>
            <p:cNvSpPr/>
            <p:nvPr/>
          </p:nvSpPr>
          <p:spPr>
            <a:xfrm>
              <a:off x="2227033" y="5669176"/>
              <a:ext cx="178193" cy="119478"/>
            </a:xfrm>
            <a:prstGeom prst="rect">
              <a:avLst/>
            </a:prstGeom>
            <a:blipFill>
              <a:blip r:embed="rId7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0" name="object 130"/>
            <p:cNvSpPr/>
            <p:nvPr/>
          </p:nvSpPr>
          <p:spPr>
            <a:xfrm>
              <a:off x="2430526" y="5628271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5" h="158114">
                  <a:moveTo>
                    <a:pt x="19418" y="43497"/>
                  </a:moveTo>
                  <a:lnTo>
                    <a:pt x="0" y="43497"/>
                  </a:lnTo>
                  <a:lnTo>
                    <a:pt x="0" y="157822"/>
                  </a:lnTo>
                  <a:lnTo>
                    <a:pt x="19418" y="157822"/>
                  </a:lnTo>
                  <a:lnTo>
                    <a:pt x="19418" y="43497"/>
                  </a:lnTo>
                  <a:close/>
                </a:path>
                <a:path w="19685" h="158114">
                  <a:moveTo>
                    <a:pt x="19418" y="0"/>
                  </a:moveTo>
                  <a:lnTo>
                    <a:pt x="0" y="0"/>
                  </a:lnTo>
                  <a:lnTo>
                    <a:pt x="0" y="22301"/>
                  </a:lnTo>
                  <a:lnTo>
                    <a:pt x="19418" y="22301"/>
                  </a:lnTo>
                  <a:lnTo>
                    <a:pt x="194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1" name="object 131"/>
            <p:cNvSpPr/>
            <p:nvPr/>
          </p:nvSpPr>
          <p:spPr>
            <a:xfrm>
              <a:off x="2474143" y="5669176"/>
              <a:ext cx="99774" cy="119478"/>
            </a:xfrm>
            <a:prstGeom prst="rect">
              <a:avLst/>
            </a:prstGeom>
            <a:blipFill>
              <a:blip r:embed="rId7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32" name="object 132"/>
          <p:cNvGrpSpPr/>
          <p:nvPr/>
        </p:nvGrpSpPr>
        <p:grpSpPr>
          <a:xfrm>
            <a:off x="2648432" y="5625588"/>
            <a:ext cx="471170" cy="207010"/>
            <a:chOff x="2648432" y="5625588"/>
            <a:chExt cx="471170" cy="207010"/>
          </a:xfrm>
        </p:grpSpPr>
        <p:sp>
          <p:nvSpPr>
            <p:cNvPr id="133" name="object 133"/>
            <p:cNvSpPr/>
            <p:nvPr/>
          </p:nvSpPr>
          <p:spPr>
            <a:xfrm>
              <a:off x="2648432" y="5669176"/>
              <a:ext cx="105507" cy="119478"/>
            </a:xfrm>
            <a:prstGeom prst="rect">
              <a:avLst/>
            </a:prstGeom>
            <a:blipFill>
              <a:blip r:embed="rId7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4" name="object 134"/>
            <p:cNvSpPr/>
            <p:nvPr/>
          </p:nvSpPr>
          <p:spPr>
            <a:xfrm>
              <a:off x="2774368" y="5669176"/>
              <a:ext cx="99774" cy="119478"/>
            </a:xfrm>
            <a:prstGeom prst="rect">
              <a:avLst/>
            </a:prstGeom>
            <a:blipFill>
              <a:blip r:embed="rId7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5" name="object 135"/>
            <p:cNvSpPr/>
            <p:nvPr/>
          </p:nvSpPr>
          <p:spPr>
            <a:xfrm>
              <a:off x="2893276" y="5628271"/>
              <a:ext cx="19685" cy="158115"/>
            </a:xfrm>
            <a:custGeom>
              <a:avLst/>
              <a:gdLst/>
              <a:ahLst/>
              <a:cxnLst/>
              <a:rect l="l" t="t" r="r" b="b"/>
              <a:pathLst>
                <a:path w="19685" h="158114">
                  <a:moveTo>
                    <a:pt x="19418" y="43497"/>
                  </a:moveTo>
                  <a:lnTo>
                    <a:pt x="0" y="43497"/>
                  </a:lnTo>
                  <a:lnTo>
                    <a:pt x="0" y="157822"/>
                  </a:lnTo>
                  <a:lnTo>
                    <a:pt x="19418" y="157822"/>
                  </a:lnTo>
                  <a:lnTo>
                    <a:pt x="19418" y="43497"/>
                  </a:lnTo>
                  <a:close/>
                </a:path>
                <a:path w="19685" h="158114">
                  <a:moveTo>
                    <a:pt x="19418" y="0"/>
                  </a:moveTo>
                  <a:lnTo>
                    <a:pt x="0" y="0"/>
                  </a:lnTo>
                  <a:lnTo>
                    <a:pt x="0" y="22301"/>
                  </a:lnTo>
                  <a:lnTo>
                    <a:pt x="19418" y="22301"/>
                  </a:lnTo>
                  <a:lnTo>
                    <a:pt x="194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6" name="object 136"/>
            <p:cNvSpPr/>
            <p:nvPr/>
          </p:nvSpPr>
          <p:spPr>
            <a:xfrm>
              <a:off x="2935813" y="5628268"/>
              <a:ext cx="99345" cy="160386"/>
            </a:xfrm>
            <a:prstGeom prst="rect">
              <a:avLst/>
            </a:prstGeom>
            <a:blipFill>
              <a:blip r:embed="rId7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7" name="object 137"/>
            <p:cNvSpPr/>
            <p:nvPr/>
          </p:nvSpPr>
          <p:spPr>
            <a:xfrm>
              <a:off x="3066919" y="5625588"/>
              <a:ext cx="52705" cy="207010"/>
            </a:xfrm>
            <a:custGeom>
              <a:avLst/>
              <a:gdLst/>
              <a:ahLst/>
              <a:cxnLst/>
              <a:rect l="l" t="t" r="r" b="b"/>
              <a:pathLst>
                <a:path w="52705" h="207010">
                  <a:moveTo>
                    <a:pt x="13927" y="0"/>
                  </a:moveTo>
                  <a:lnTo>
                    <a:pt x="0" y="0"/>
                  </a:lnTo>
                  <a:lnTo>
                    <a:pt x="14710" y="26647"/>
                  </a:lnTo>
                  <a:lnTo>
                    <a:pt x="20483" y="39803"/>
                  </a:lnTo>
                  <a:lnTo>
                    <a:pt x="31091" y="83284"/>
                  </a:lnTo>
                  <a:lnTo>
                    <a:pt x="32257" y="103440"/>
                  </a:lnTo>
                  <a:lnTo>
                    <a:pt x="30242" y="129318"/>
                  </a:lnTo>
                  <a:lnTo>
                    <a:pt x="24195" y="155185"/>
                  </a:lnTo>
                  <a:lnTo>
                    <a:pt x="14115" y="181040"/>
                  </a:lnTo>
                  <a:lnTo>
                    <a:pt x="0" y="206880"/>
                  </a:lnTo>
                  <a:lnTo>
                    <a:pt x="13927" y="206880"/>
                  </a:lnTo>
                  <a:lnTo>
                    <a:pt x="35164" y="172662"/>
                  </a:lnTo>
                  <a:lnTo>
                    <a:pt x="49418" y="131910"/>
                  </a:lnTo>
                  <a:lnTo>
                    <a:pt x="52212" y="103327"/>
                  </a:lnTo>
                  <a:lnTo>
                    <a:pt x="51691" y="90656"/>
                  </a:lnTo>
                  <a:lnTo>
                    <a:pt x="38389" y="40642"/>
                  </a:lnTo>
                  <a:lnTo>
                    <a:pt x="23405" y="13524"/>
                  </a:lnTo>
                  <a:lnTo>
                    <a:pt x="1392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38" name="object 138"/>
          <p:cNvGrpSpPr/>
          <p:nvPr/>
        </p:nvGrpSpPr>
        <p:grpSpPr>
          <a:xfrm>
            <a:off x="4558068" y="4526017"/>
            <a:ext cx="1423035" cy="650240"/>
            <a:chOff x="4558068" y="4526017"/>
            <a:chExt cx="1423035" cy="650240"/>
          </a:xfrm>
        </p:grpSpPr>
        <p:sp>
          <p:nvSpPr>
            <p:cNvPr id="139" name="object 139"/>
            <p:cNvSpPr/>
            <p:nvPr/>
          </p:nvSpPr>
          <p:spPr>
            <a:xfrm>
              <a:off x="4558068" y="4918582"/>
              <a:ext cx="1423035" cy="257810"/>
            </a:xfrm>
            <a:custGeom>
              <a:avLst/>
              <a:gdLst/>
              <a:ahLst/>
              <a:cxnLst/>
              <a:rect l="l" t="t" r="r" b="b"/>
              <a:pathLst>
                <a:path w="1423035" h="257810">
                  <a:moveTo>
                    <a:pt x="1042885" y="113220"/>
                  </a:moveTo>
                  <a:lnTo>
                    <a:pt x="1041755" y="109093"/>
                  </a:lnTo>
                  <a:lnTo>
                    <a:pt x="857313" y="2730"/>
                  </a:lnTo>
                  <a:lnTo>
                    <a:pt x="856424" y="1130"/>
                  </a:lnTo>
                  <a:lnTo>
                    <a:pt x="852970" y="228"/>
                  </a:lnTo>
                  <a:lnTo>
                    <a:pt x="852589" y="0"/>
                  </a:lnTo>
                  <a:lnTo>
                    <a:pt x="852360" y="63"/>
                  </a:lnTo>
                  <a:lnTo>
                    <a:pt x="852131" y="0"/>
                  </a:lnTo>
                  <a:lnTo>
                    <a:pt x="851738" y="228"/>
                  </a:lnTo>
                  <a:lnTo>
                    <a:pt x="848296" y="1130"/>
                  </a:lnTo>
                  <a:lnTo>
                    <a:pt x="847394" y="2730"/>
                  </a:lnTo>
                  <a:lnTo>
                    <a:pt x="570865" y="162166"/>
                  </a:lnTo>
                  <a:lnTo>
                    <a:pt x="294436" y="2921"/>
                  </a:lnTo>
                  <a:lnTo>
                    <a:pt x="293446" y="1130"/>
                  </a:lnTo>
                  <a:lnTo>
                    <a:pt x="289572" y="114"/>
                  </a:lnTo>
                  <a:lnTo>
                    <a:pt x="289382" y="0"/>
                  </a:lnTo>
                  <a:lnTo>
                    <a:pt x="289153" y="0"/>
                  </a:lnTo>
                  <a:lnTo>
                    <a:pt x="288937" y="127"/>
                  </a:lnTo>
                  <a:lnTo>
                    <a:pt x="285318" y="1130"/>
                  </a:lnTo>
                  <a:lnTo>
                    <a:pt x="284429" y="2730"/>
                  </a:lnTo>
                  <a:lnTo>
                    <a:pt x="1117" y="165938"/>
                  </a:lnTo>
                  <a:lnTo>
                    <a:pt x="0" y="170078"/>
                  </a:lnTo>
                  <a:lnTo>
                    <a:pt x="3835" y="176542"/>
                  </a:lnTo>
                  <a:lnTo>
                    <a:pt x="7899" y="177647"/>
                  </a:lnTo>
                  <a:lnTo>
                    <a:pt x="289267" y="15570"/>
                  </a:lnTo>
                  <a:lnTo>
                    <a:pt x="565899" y="174917"/>
                  </a:lnTo>
                  <a:lnTo>
                    <a:pt x="566813" y="176542"/>
                  </a:lnTo>
                  <a:lnTo>
                    <a:pt x="570280" y="177444"/>
                  </a:lnTo>
                  <a:lnTo>
                    <a:pt x="570649" y="177647"/>
                  </a:lnTo>
                  <a:lnTo>
                    <a:pt x="570865" y="177596"/>
                  </a:lnTo>
                  <a:lnTo>
                    <a:pt x="571093" y="177647"/>
                  </a:lnTo>
                  <a:lnTo>
                    <a:pt x="571449" y="177444"/>
                  </a:lnTo>
                  <a:lnTo>
                    <a:pt x="574941" y="176542"/>
                  </a:lnTo>
                  <a:lnTo>
                    <a:pt x="575856" y="174904"/>
                  </a:lnTo>
                  <a:lnTo>
                    <a:pt x="852360" y="15506"/>
                  </a:lnTo>
                  <a:lnTo>
                    <a:pt x="1034986" y="120789"/>
                  </a:lnTo>
                  <a:lnTo>
                    <a:pt x="1039266" y="119684"/>
                  </a:lnTo>
                  <a:lnTo>
                    <a:pt x="1042885" y="113220"/>
                  </a:lnTo>
                  <a:close/>
                </a:path>
                <a:path w="1423035" h="257810">
                  <a:moveTo>
                    <a:pt x="1207668" y="175818"/>
                  </a:moveTo>
                  <a:lnTo>
                    <a:pt x="1198410" y="133565"/>
                  </a:lnTo>
                  <a:lnTo>
                    <a:pt x="1185989" y="115976"/>
                  </a:lnTo>
                  <a:lnTo>
                    <a:pt x="1185989" y="175907"/>
                  </a:lnTo>
                  <a:lnTo>
                    <a:pt x="1185024" y="190182"/>
                  </a:lnTo>
                  <a:lnTo>
                    <a:pt x="1162519" y="230098"/>
                  </a:lnTo>
                  <a:lnTo>
                    <a:pt x="1131824" y="239433"/>
                  </a:lnTo>
                  <a:lnTo>
                    <a:pt x="1120736" y="238391"/>
                  </a:lnTo>
                  <a:lnTo>
                    <a:pt x="1086535" y="214045"/>
                  </a:lnTo>
                  <a:lnTo>
                    <a:pt x="1077874" y="178079"/>
                  </a:lnTo>
                  <a:lnTo>
                    <a:pt x="1078877" y="161531"/>
                  </a:lnTo>
                  <a:lnTo>
                    <a:pt x="1102271" y="120548"/>
                  </a:lnTo>
                  <a:lnTo>
                    <a:pt x="1132268" y="111975"/>
                  </a:lnTo>
                  <a:lnTo>
                    <a:pt x="1139850" y="112471"/>
                  </a:lnTo>
                  <a:lnTo>
                    <a:pt x="1175854" y="135394"/>
                  </a:lnTo>
                  <a:lnTo>
                    <a:pt x="1185989" y="175907"/>
                  </a:lnTo>
                  <a:lnTo>
                    <a:pt x="1185989" y="115976"/>
                  </a:lnTo>
                  <a:lnTo>
                    <a:pt x="1152893" y="96608"/>
                  </a:lnTo>
                  <a:lnTo>
                    <a:pt x="1132052" y="94005"/>
                  </a:lnTo>
                  <a:lnTo>
                    <a:pt x="1116088" y="95389"/>
                  </a:lnTo>
                  <a:lnTo>
                    <a:pt x="1077417" y="116243"/>
                  </a:lnTo>
                  <a:lnTo>
                    <a:pt x="1057732" y="159169"/>
                  </a:lnTo>
                  <a:lnTo>
                    <a:pt x="1056436" y="178079"/>
                  </a:lnTo>
                  <a:lnTo>
                    <a:pt x="1056982" y="187998"/>
                  </a:lnTo>
                  <a:lnTo>
                    <a:pt x="1070444" y="225958"/>
                  </a:lnTo>
                  <a:lnTo>
                    <a:pt x="1101191" y="251244"/>
                  </a:lnTo>
                  <a:lnTo>
                    <a:pt x="1132052" y="257302"/>
                  </a:lnTo>
                  <a:lnTo>
                    <a:pt x="1142072" y="256692"/>
                  </a:lnTo>
                  <a:lnTo>
                    <a:pt x="1178750" y="242100"/>
                  </a:lnTo>
                  <a:lnTo>
                    <a:pt x="1202143" y="209080"/>
                  </a:lnTo>
                  <a:lnTo>
                    <a:pt x="1207033" y="187604"/>
                  </a:lnTo>
                  <a:lnTo>
                    <a:pt x="1207668" y="175818"/>
                  </a:lnTo>
                  <a:close/>
                </a:path>
                <a:path w="1423035" h="257810">
                  <a:moveTo>
                    <a:pt x="1423022" y="7594"/>
                  </a:moveTo>
                  <a:lnTo>
                    <a:pt x="1419402" y="1130"/>
                  </a:lnTo>
                  <a:lnTo>
                    <a:pt x="1415110" y="0"/>
                  </a:lnTo>
                  <a:lnTo>
                    <a:pt x="1227302" y="108216"/>
                  </a:lnTo>
                  <a:lnTo>
                    <a:pt x="1226172" y="112369"/>
                  </a:lnTo>
                  <a:lnTo>
                    <a:pt x="1230020" y="118833"/>
                  </a:lnTo>
                  <a:lnTo>
                    <a:pt x="1234071" y="119938"/>
                  </a:lnTo>
                  <a:lnTo>
                    <a:pt x="1421892" y="11722"/>
                  </a:lnTo>
                  <a:lnTo>
                    <a:pt x="1423022" y="75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0" name="object 140"/>
            <p:cNvSpPr/>
            <p:nvPr/>
          </p:nvSpPr>
          <p:spPr>
            <a:xfrm>
              <a:off x="5332803" y="4526017"/>
              <a:ext cx="151218" cy="163292"/>
            </a:xfrm>
            <a:prstGeom prst="rect">
              <a:avLst/>
            </a:prstGeom>
            <a:blipFill>
              <a:blip r:embed="rId7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1" name="object 141"/>
            <p:cNvSpPr/>
            <p:nvPr/>
          </p:nvSpPr>
          <p:spPr>
            <a:xfrm>
              <a:off x="5374310" y="4720653"/>
              <a:ext cx="72390" cy="229870"/>
            </a:xfrm>
            <a:custGeom>
              <a:avLst/>
              <a:gdLst/>
              <a:ahLst/>
              <a:cxnLst/>
              <a:rect l="l" t="t" r="r" b="b"/>
              <a:pathLst>
                <a:path w="72389" h="229870">
                  <a:moveTo>
                    <a:pt x="13550" y="3009"/>
                  </a:moveTo>
                  <a:lnTo>
                    <a:pt x="10617" y="0"/>
                  </a:lnTo>
                  <a:lnTo>
                    <a:pt x="3162" y="0"/>
                  </a:lnTo>
                  <a:lnTo>
                    <a:pt x="0" y="3009"/>
                  </a:lnTo>
                  <a:lnTo>
                    <a:pt x="0" y="226250"/>
                  </a:lnTo>
                  <a:lnTo>
                    <a:pt x="3162" y="229273"/>
                  </a:lnTo>
                  <a:lnTo>
                    <a:pt x="10617" y="229273"/>
                  </a:lnTo>
                  <a:lnTo>
                    <a:pt x="13550" y="226250"/>
                  </a:lnTo>
                  <a:lnTo>
                    <a:pt x="13550" y="3009"/>
                  </a:lnTo>
                  <a:close/>
                </a:path>
                <a:path w="72389" h="229870">
                  <a:moveTo>
                    <a:pt x="72237" y="3009"/>
                  </a:moveTo>
                  <a:lnTo>
                    <a:pt x="69075" y="0"/>
                  </a:lnTo>
                  <a:lnTo>
                    <a:pt x="61633" y="0"/>
                  </a:lnTo>
                  <a:lnTo>
                    <a:pt x="58699" y="3009"/>
                  </a:lnTo>
                  <a:lnTo>
                    <a:pt x="58699" y="226250"/>
                  </a:lnTo>
                  <a:lnTo>
                    <a:pt x="61633" y="229273"/>
                  </a:lnTo>
                  <a:lnTo>
                    <a:pt x="69075" y="229273"/>
                  </a:lnTo>
                  <a:lnTo>
                    <a:pt x="72237" y="226250"/>
                  </a:lnTo>
                  <a:lnTo>
                    <a:pt x="72237" y="30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2" name="object 142"/>
          <p:cNvGrpSpPr/>
          <p:nvPr/>
        </p:nvGrpSpPr>
        <p:grpSpPr>
          <a:xfrm>
            <a:off x="4463034" y="5390430"/>
            <a:ext cx="708025" cy="442595"/>
            <a:chOff x="4463034" y="5390430"/>
            <a:chExt cx="708025" cy="442595"/>
          </a:xfrm>
        </p:grpSpPr>
        <p:sp>
          <p:nvSpPr>
            <p:cNvPr id="143" name="object 143"/>
            <p:cNvSpPr/>
            <p:nvPr/>
          </p:nvSpPr>
          <p:spPr>
            <a:xfrm>
              <a:off x="4464163" y="5431344"/>
              <a:ext cx="155304" cy="116888"/>
            </a:xfrm>
            <a:prstGeom prst="rect">
              <a:avLst/>
            </a:prstGeom>
            <a:blipFill>
              <a:blip r:embed="rId7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4" name="object 144"/>
            <p:cNvSpPr/>
            <p:nvPr/>
          </p:nvSpPr>
          <p:spPr>
            <a:xfrm>
              <a:off x="4645283" y="5390437"/>
              <a:ext cx="287051" cy="160386"/>
            </a:xfrm>
            <a:prstGeom prst="rect">
              <a:avLst/>
            </a:prstGeom>
            <a:blipFill>
              <a:blip r:embed="rId7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5" name="object 145"/>
            <p:cNvSpPr/>
            <p:nvPr/>
          </p:nvSpPr>
          <p:spPr>
            <a:xfrm>
              <a:off x="4463034" y="5390438"/>
              <a:ext cx="633730" cy="442595"/>
            </a:xfrm>
            <a:custGeom>
              <a:avLst/>
              <a:gdLst/>
              <a:ahLst/>
              <a:cxnLst/>
              <a:rect l="l" t="t" r="r" b="b"/>
              <a:pathLst>
                <a:path w="633729" h="442595">
                  <a:moveTo>
                    <a:pt x="52133" y="235153"/>
                  </a:moveTo>
                  <a:lnTo>
                    <a:pt x="38366" y="235153"/>
                  </a:lnTo>
                  <a:lnTo>
                    <a:pt x="28879" y="248678"/>
                  </a:lnTo>
                  <a:lnTo>
                    <a:pt x="8343" y="289394"/>
                  </a:lnTo>
                  <a:lnTo>
                    <a:pt x="0" y="338480"/>
                  </a:lnTo>
                  <a:lnTo>
                    <a:pt x="711" y="352894"/>
                  </a:lnTo>
                  <a:lnTo>
                    <a:pt x="11049" y="394690"/>
                  </a:lnTo>
                  <a:lnTo>
                    <a:pt x="30581" y="431482"/>
                  </a:lnTo>
                  <a:lnTo>
                    <a:pt x="38366" y="442036"/>
                  </a:lnTo>
                  <a:lnTo>
                    <a:pt x="52133" y="442036"/>
                  </a:lnTo>
                  <a:lnTo>
                    <a:pt x="38087" y="416191"/>
                  </a:lnTo>
                  <a:lnTo>
                    <a:pt x="28067" y="390347"/>
                  </a:lnTo>
                  <a:lnTo>
                    <a:pt x="22072" y="364477"/>
                  </a:lnTo>
                  <a:lnTo>
                    <a:pt x="20078" y="338594"/>
                  </a:lnTo>
                  <a:lnTo>
                    <a:pt x="20345" y="328434"/>
                  </a:lnTo>
                  <a:lnTo>
                    <a:pt x="26670" y="290131"/>
                  </a:lnTo>
                  <a:lnTo>
                    <a:pt x="37604" y="261531"/>
                  </a:lnTo>
                  <a:lnTo>
                    <a:pt x="52133" y="235153"/>
                  </a:lnTo>
                  <a:close/>
                </a:path>
                <a:path w="633729" h="442595">
                  <a:moveTo>
                    <a:pt x="595249" y="43497"/>
                  </a:moveTo>
                  <a:lnTo>
                    <a:pt x="575843" y="43497"/>
                  </a:lnTo>
                  <a:lnTo>
                    <a:pt x="548982" y="116522"/>
                  </a:lnTo>
                  <a:lnTo>
                    <a:pt x="543331" y="136169"/>
                  </a:lnTo>
                  <a:lnTo>
                    <a:pt x="539407" y="122605"/>
                  </a:lnTo>
                  <a:lnTo>
                    <a:pt x="511060" y="43497"/>
                  </a:lnTo>
                  <a:lnTo>
                    <a:pt x="490283" y="43497"/>
                  </a:lnTo>
                  <a:lnTo>
                    <a:pt x="533628" y="158026"/>
                  </a:lnTo>
                  <a:lnTo>
                    <a:pt x="527304" y="175260"/>
                  </a:lnTo>
                  <a:lnTo>
                    <a:pt x="524370" y="179768"/>
                  </a:lnTo>
                  <a:lnTo>
                    <a:pt x="522338" y="181762"/>
                  </a:lnTo>
                  <a:lnTo>
                    <a:pt x="517144" y="184658"/>
                  </a:lnTo>
                  <a:lnTo>
                    <a:pt x="513537" y="185369"/>
                  </a:lnTo>
                  <a:lnTo>
                    <a:pt x="506082" y="185369"/>
                  </a:lnTo>
                  <a:lnTo>
                    <a:pt x="498182" y="183642"/>
                  </a:lnTo>
                  <a:lnTo>
                    <a:pt x="500443" y="201841"/>
                  </a:lnTo>
                  <a:lnTo>
                    <a:pt x="504964" y="203415"/>
                  </a:lnTo>
                  <a:lnTo>
                    <a:pt x="509244" y="204203"/>
                  </a:lnTo>
                  <a:lnTo>
                    <a:pt x="518960" y="204203"/>
                  </a:lnTo>
                  <a:lnTo>
                    <a:pt x="524370" y="202717"/>
                  </a:lnTo>
                  <a:lnTo>
                    <a:pt x="533400" y="196748"/>
                  </a:lnTo>
                  <a:lnTo>
                    <a:pt x="537235" y="192087"/>
                  </a:lnTo>
                  <a:lnTo>
                    <a:pt x="545388" y="175653"/>
                  </a:lnTo>
                  <a:lnTo>
                    <a:pt x="595249" y="43497"/>
                  </a:lnTo>
                  <a:close/>
                </a:path>
                <a:path w="633729" h="442595">
                  <a:moveTo>
                    <a:pt x="633183" y="0"/>
                  </a:moveTo>
                  <a:lnTo>
                    <a:pt x="613765" y="0"/>
                  </a:lnTo>
                  <a:lnTo>
                    <a:pt x="613765" y="157797"/>
                  </a:lnTo>
                  <a:lnTo>
                    <a:pt x="633183" y="157797"/>
                  </a:lnTo>
                  <a:lnTo>
                    <a:pt x="63318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6" name="object 146"/>
            <p:cNvSpPr/>
            <p:nvPr/>
          </p:nvSpPr>
          <p:spPr>
            <a:xfrm>
              <a:off x="4538655" y="5669176"/>
              <a:ext cx="155304" cy="116910"/>
            </a:xfrm>
            <a:prstGeom prst="rect">
              <a:avLst/>
            </a:prstGeom>
            <a:blipFill>
              <a:blip r:embed="rId7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7" name="object 147"/>
            <p:cNvSpPr/>
            <p:nvPr/>
          </p:nvSpPr>
          <p:spPr>
            <a:xfrm>
              <a:off x="4719773" y="5628268"/>
              <a:ext cx="287052" cy="160386"/>
            </a:xfrm>
            <a:prstGeom prst="rect">
              <a:avLst/>
            </a:prstGeom>
            <a:blipFill>
              <a:blip r:embed="rId8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8" name="object 148"/>
            <p:cNvSpPr/>
            <p:nvPr/>
          </p:nvSpPr>
          <p:spPr>
            <a:xfrm>
              <a:off x="5027815" y="5628284"/>
              <a:ext cx="143510" cy="204470"/>
            </a:xfrm>
            <a:custGeom>
              <a:avLst/>
              <a:gdLst/>
              <a:ahLst/>
              <a:cxnLst/>
              <a:rect l="l" t="t" r="r" b="b"/>
              <a:pathLst>
                <a:path w="143510" h="204470">
                  <a:moveTo>
                    <a:pt x="104965" y="43484"/>
                  </a:moveTo>
                  <a:lnTo>
                    <a:pt x="85547" y="43484"/>
                  </a:lnTo>
                  <a:lnTo>
                    <a:pt x="60947" y="110121"/>
                  </a:lnTo>
                  <a:lnTo>
                    <a:pt x="53047" y="136156"/>
                  </a:lnTo>
                  <a:lnTo>
                    <a:pt x="49123" y="122593"/>
                  </a:lnTo>
                  <a:lnTo>
                    <a:pt x="20764" y="43484"/>
                  </a:lnTo>
                  <a:lnTo>
                    <a:pt x="0" y="43484"/>
                  </a:lnTo>
                  <a:lnTo>
                    <a:pt x="43332" y="158013"/>
                  </a:lnTo>
                  <a:lnTo>
                    <a:pt x="37020" y="175247"/>
                  </a:lnTo>
                  <a:lnTo>
                    <a:pt x="34086" y="179768"/>
                  </a:lnTo>
                  <a:lnTo>
                    <a:pt x="32054" y="181775"/>
                  </a:lnTo>
                  <a:lnTo>
                    <a:pt x="26860" y="184632"/>
                  </a:lnTo>
                  <a:lnTo>
                    <a:pt x="23253" y="185356"/>
                  </a:lnTo>
                  <a:lnTo>
                    <a:pt x="15798" y="185356"/>
                  </a:lnTo>
                  <a:lnTo>
                    <a:pt x="7899" y="183642"/>
                  </a:lnTo>
                  <a:lnTo>
                    <a:pt x="10160" y="201828"/>
                  </a:lnTo>
                  <a:lnTo>
                    <a:pt x="14668" y="203403"/>
                  </a:lnTo>
                  <a:lnTo>
                    <a:pt x="18961" y="204190"/>
                  </a:lnTo>
                  <a:lnTo>
                    <a:pt x="28663" y="204190"/>
                  </a:lnTo>
                  <a:lnTo>
                    <a:pt x="34086" y="202704"/>
                  </a:lnTo>
                  <a:lnTo>
                    <a:pt x="43116" y="196761"/>
                  </a:lnTo>
                  <a:lnTo>
                    <a:pt x="46951" y="192074"/>
                  </a:lnTo>
                  <a:lnTo>
                    <a:pt x="55105" y="175641"/>
                  </a:lnTo>
                  <a:lnTo>
                    <a:pt x="104965" y="43484"/>
                  </a:lnTo>
                  <a:close/>
                </a:path>
                <a:path w="143510" h="204470">
                  <a:moveTo>
                    <a:pt x="142887" y="0"/>
                  </a:moveTo>
                  <a:lnTo>
                    <a:pt x="123469" y="0"/>
                  </a:lnTo>
                  <a:lnTo>
                    <a:pt x="123469" y="157810"/>
                  </a:lnTo>
                  <a:lnTo>
                    <a:pt x="142887" y="157810"/>
                  </a:lnTo>
                  <a:lnTo>
                    <a:pt x="14288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9" name="object 149"/>
          <p:cNvSpPr/>
          <p:nvPr/>
        </p:nvSpPr>
        <p:spPr>
          <a:xfrm>
            <a:off x="5188767" y="5390436"/>
            <a:ext cx="975167" cy="160386"/>
          </a:xfrm>
          <a:prstGeom prst="rect">
            <a:avLst/>
          </a:prstGeom>
          <a:blipFill>
            <a:blip r:embed="rId8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50" name="object 150"/>
          <p:cNvGrpSpPr/>
          <p:nvPr/>
        </p:nvGrpSpPr>
        <p:grpSpPr>
          <a:xfrm>
            <a:off x="5263259" y="5625588"/>
            <a:ext cx="867410" cy="207010"/>
            <a:chOff x="5263259" y="5625588"/>
            <a:chExt cx="867410" cy="207010"/>
          </a:xfrm>
        </p:grpSpPr>
        <p:sp>
          <p:nvSpPr>
            <p:cNvPr id="151" name="object 151"/>
            <p:cNvSpPr/>
            <p:nvPr/>
          </p:nvSpPr>
          <p:spPr>
            <a:xfrm>
              <a:off x="5263259" y="5628268"/>
              <a:ext cx="99218" cy="160386"/>
            </a:xfrm>
            <a:prstGeom prst="rect">
              <a:avLst/>
            </a:prstGeom>
            <a:blipFill>
              <a:blip r:embed="rId8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2" name="object 152"/>
            <p:cNvSpPr/>
            <p:nvPr/>
          </p:nvSpPr>
          <p:spPr>
            <a:xfrm>
              <a:off x="5388315" y="5671766"/>
              <a:ext cx="92776" cy="116888"/>
            </a:xfrm>
            <a:prstGeom prst="rect">
              <a:avLst/>
            </a:prstGeom>
            <a:blipFill>
              <a:blip r:embed="rId8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3" name="object 153"/>
            <p:cNvSpPr/>
            <p:nvPr/>
          </p:nvSpPr>
          <p:spPr>
            <a:xfrm>
              <a:off x="5503202" y="5625592"/>
              <a:ext cx="627380" cy="207010"/>
            </a:xfrm>
            <a:custGeom>
              <a:avLst/>
              <a:gdLst/>
              <a:ahLst/>
              <a:cxnLst/>
              <a:rect l="l" t="t" r="r" b="b"/>
              <a:pathLst>
                <a:path w="627379" h="207010">
                  <a:moveTo>
                    <a:pt x="55981" y="160274"/>
                  </a:moveTo>
                  <a:lnTo>
                    <a:pt x="53047" y="143154"/>
                  </a:lnTo>
                  <a:lnTo>
                    <a:pt x="49669" y="143675"/>
                  </a:lnTo>
                  <a:lnTo>
                    <a:pt x="41770" y="143916"/>
                  </a:lnTo>
                  <a:lnTo>
                    <a:pt x="33642" y="61252"/>
                  </a:lnTo>
                  <a:lnTo>
                    <a:pt x="53047" y="61252"/>
                  </a:lnTo>
                  <a:lnTo>
                    <a:pt x="53047" y="46177"/>
                  </a:lnTo>
                  <a:lnTo>
                    <a:pt x="33642" y="46177"/>
                  </a:lnTo>
                  <a:lnTo>
                    <a:pt x="33642" y="6235"/>
                  </a:lnTo>
                  <a:lnTo>
                    <a:pt x="14224" y="17868"/>
                  </a:lnTo>
                  <a:lnTo>
                    <a:pt x="14224" y="46177"/>
                  </a:lnTo>
                  <a:lnTo>
                    <a:pt x="0" y="46177"/>
                  </a:lnTo>
                  <a:lnTo>
                    <a:pt x="0" y="61252"/>
                  </a:lnTo>
                  <a:lnTo>
                    <a:pt x="14224" y="61252"/>
                  </a:lnTo>
                  <a:lnTo>
                    <a:pt x="14224" y="138645"/>
                  </a:lnTo>
                  <a:lnTo>
                    <a:pt x="15125" y="146265"/>
                  </a:lnTo>
                  <a:lnTo>
                    <a:pt x="18288" y="153517"/>
                  </a:lnTo>
                  <a:lnTo>
                    <a:pt x="20993" y="156451"/>
                  </a:lnTo>
                  <a:lnTo>
                    <a:pt x="28676" y="160883"/>
                  </a:lnTo>
                  <a:lnTo>
                    <a:pt x="34086" y="162013"/>
                  </a:lnTo>
                  <a:lnTo>
                    <a:pt x="45605" y="162013"/>
                  </a:lnTo>
                  <a:lnTo>
                    <a:pt x="55981" y="160274"/>
                  </a:lnTo>
                  <a:close/>
                </a:path>
                <a:path w="627379" h="207010">
                  <a:moveTo>
                    <a:pt x="166827" y="46177"/>
                  </a:moveTo>
                  <a:lnTo>
                    <a:pt x="147408" y="46177"/>
                  </a:lnTo>
                  <a:lnTo>
                    <a:pt x="120548" y="119202"/>
                  </a:lnTo>
                  <a:lnTo>
                    <a:pt x="114909" y="138849"/>
                  </a:lnTo>
                  <a:lnTo>
                    <a:pt x="110985" y="125285"/>
                  </a:lnTo>
                  <a:lnTo>
                    <a:pt x="82626" y="46177"/>
                  </a:lnTo>
                  <a:lnTo>
                    <a:pt x="61861" y="46177"/>
                  </a:lnTo>
                  <a:lnTo>
                    <a:pt x="105194" y="160705"/>
                  </a:lnTo>
                  <a:lnTo>
                    <a:pt x="98882" y="177939"/>
                  </a:lnTo>
                  <a:lnTo>
                    <a:pt x="95935" y="182460"/>
                  </a:lnTo>
                  <a:lnTo>
                    <a:pt x="93916" y="184467"/>
                  </a:lnTo>
                  <a:lnTo>
                    <a:pt x="88722" y="187325"/>
                  </a:lnTo>
                  <a:lnTo>
                    <a:pt x="85102" y="188048"/>
                  </a:lnTo>
                  <a:lnTo>
                    <a:pt x="77660" y="188048"/>
                  </a:lnTo>
                  <a:lnTo>
                    <a:pt x="69761" y="186334"/>
                  </a:lnTo>
                  <a:lnTo>
                    <a:pt x="72009" y="204520"/>
                  </a:lnTo>
                  <a:lnTo>
                    <a:pt x="76530" y="206095"/>
                  </a:lnTo>
                  <a:lnTo>
                    <a:pt x="80822" y="206883"/>
                  </a:lnTo>
                  <a:lnTo>
                    <a:pt x="90525" y="206883"/>
                  </a:lnTo>
                  <a:lnTo>
                    <a:pt x="95935" y="205397"/>
                  </a:lnTo>
                  <a:lnTo>
                    <a:pt x="104965" y="199453"/>
                  </a:lnTo>
                  <a:lnTo>
                    <a:pt x="108813" y="194767"/>
                  </a:lnTo>
                  <a:lnTo>
                    <a:pt x="116967" y="178333"/>
                  </a:lnTo>
                  <a:lnTo>
                    <a:pt x="166827" y="46177"/>
                  </a:lnTo>
                  <a:close/>
                </a:path>
                <a:path w="627379" h="207010">
                  <a:moveTo>
                    <a:pt x="247637" y="49834"/>
                  </a:moveTo>
                  <a:lnTo>
                    <a:pt x="240868" y="45681"/>
                  </a:lnTo>
                  <a:lnTo>
                    <a:pt x="234315" y="43586"/>
                  </a:lnTo>
                  <a:lnTo>
                    <a:pt x="223253" y="43586"/>
                  </a:lnTo>
                  <a:lnTo>
                    <a:pt x="218960" y="44894"/>
                  </a:lnTo>
                  <a:lnTo>
                    <a:pt x="211518" y="50050"/>
                  </a:lnTo>
                  <a:lnTo>
                    <a:pt x="207454" y="55397"/>
                  </a:lnTo>
                  <a:lnTo>
                    <a:pt x="202933" y="63500"/>
                  </a:lnTo>
                  <a:lnTo>
                    <a:pt x="202933" y="46177"/>
                  </a:lnTo>
                  <a:lnTo>
                    <a:pt x="185559" y="46177"/>
                  </a:lnTo>
                  <a:lnTo>
                    <a:pt x="185559" y="160502"/>
                  </a:lnTo>
                  <a:lnTo>
                    <a:pt x="204965" y="160502"/>
                  </a:lnTo>
                  <a:lnTo>
                    <a:pt x="204965" y="92468"/>
                  </a:lnTo>
                  <a:lnTo>
                    <a:pt x="205879" y="84924"/>
                  </a:lnTo>
                  <a:lnTo>
                    <a:pt x="209486" y="73533"/>
                  </a:lnTo>
                  <a:lnTo>
                    <a:pt x="211963" y="69989"/>
                  </a:lnTo>
                  <a:lnTo>
                    <a:pt x="218744" y="64897"/>
                  </a:lnTo>
                  <a:lnTo>
                    <a:pt x="222580" y="63614"/>
                  </a:lnTo>
                  <a:lnTo>
                    <a:pt x="231609" y="63614"/>
                  </a:lnTo>
                  <a:lnTo>
                    <a:pt x="236347" y="65011"/>
                  </a:lnTo>
                  <a:lnTo>
                    <a:pt x="241084" y="67805"/>
                  </a:lnTo>
                  <a:lnTo>
                    <a:pt x="247637" y="49834"/>
                  </a:lnTo>
                  <a:close/>
                </a:path>
                <a:path w="627379" h="207010">
                  <a:moveTo>
                    <a:pt x="362534" y="160502"/>
                  </a:moveTo>
                  <a:lnTo>
                    <a:pt x="356209" y="103124"/>
                  </a:lnTo>
                  <a:lnTo>
                    <a:pt x="356095" y="74993"/>
                  </a:lnTo>
                  <a:lnTo>
                    <a:pt x="355981" y="72199"/>
                  </a:lnTo>
                  <a:lnTo>
                    <a:pt x="349211" y="55714"/>
                  </a:lnTo>
                  <a:lnTo>
                    <a:pt x="346506" y="52222"/>
                  </a:lnTo>
                  <a:lnTo>
                    <a:pt x="341985" y="49339"/>
                  </a:lnTo>
                  <a:lnTo>
                    <a:pt x="329806" y="44742"/>
                  </a:lnTo>
                  <a:lnTo>
                    <a:pt x="321678" y="43586"/>
                  </a:lnTo>
                  <a:lnTo>
                    <a:pt x="311962" y="43586"/>
                  </a:lnTo>
                  <a:lnTo>
                    <a:pt x="272694" y="54152"/>
                  </a:lnTo>
                  <a:lnTo>
                    <a:pt x="268833" y="59182"/>
                  </a:lnTo>
                  <a:lnTo>
                    <a:pt x="264795" y="64135"/>
                  </a:lnTo>
                  <a:lnTo>
                    <a:pt x="262077" y="70688"/>
                  </a:lnTo>
                  <a:lnTo>
                    <a:pt x="260273" y="78803"/>
                  </a:lnTo>
                  <a:lnTo>
                    <a:pt x="279234" y="81394"/>
                  </a:lnTo>
                  <a:lnTo>
                    <a:pt x="281266" y="73279"/>
                  </a:lnTo>
                  <a:lnTo>
                    <a:pt x="284657" y="67627"/>
                  </a:lnTo>
                  <a:lnTo>
                    <a:pt x="293230" y="61226"/>
                  </a:lnTo>
                  <a:lnTo>
                    <a:pt x="299999" y="59626"/>
                  </a:lnTo>
                  <a:lnTo>
                    <a:pt x="318960" y="59626"/>
                  </a:lnTo>
                  <a:lnTo>
                    <a:pt x="326415" y="61810"/>
                  </a:lnTo>
                  <a:lnTo>
                    <a:pt x="334987" y="69430"/>
                  </a:lnTo>
                  <a:lnTo>
                    <a:pt x="336804" y="74993"/>
                  </a:lnTo>
                  <a:lnTo>
                    <a:pt x="336804" y="85280"/>
                  </a:lnTo>
                  <a:lnTo>
                    <a:pt x="336575" y="87947"/>
                  </a:lnTo>
                  <a:lnTo>
                    <a:pt x="336575" y="103124"/>
                  </a:lnTo>
                  <a:lnTo>
                    <a:pt x="314909" y="146265"/>
                  </a:lnTo>
                  <a:lnTo>
                    <a:pt x="308127" y="147904"/>
                  </a:lnTo>
                  <a:lnTo>
                    <a:pt x="293230" y="147904"/>
                  </a:lnTo>
                  <a:lnTo>
                    <a:pt x="287362" y="146177"/>
                  </a:lnTo>
                  <a:lnTo>
                    <a:pt x="279692" y="139280"/>
                  </a:lnTo>
                  <a:lnTo>
                    <a:pt x="277660" y="134975"/>
                  </a:lnTo>
                  <a:lnTo>
                    <a:pt x="277660" y="126441"/>
                  </a:lnTo>
                  <a:lnTo>
                    <a:pt x="304965" y="110451"/>
                  </a:lnTo>
                  <a:lnTo>
                    <a:pt x="314833" y="108864"/>
                  </a:lnTo>
                  <a:lnTo>
                    <a:pt x="323392" y="107111"/>
                  </a:lnTo>
                  <a:lnTo>
                    <a:pt x="330657" y="105194"/>
                  </a:lnTo>
                  <a:lnTo>
                    <a:pt x="336575" y="103124"/>
                  </a:lnTo>
                  <a:lnTo>
                    <a:pt x="336575" y="87947"/>
                  </a:lnTo>
                  <a:lnTo>
                    <a:pt x="330352" y="89814"/>
                  </a:lnTo>
                  <a:lnTo>
                    <a:pt x="322516" y="91554"/>
                  </a:lnTo>
                  <a:lnTo>
                    <a:pt x="313080" y="93141"/>
                  </a:lnTo>
                  <a:lnTo>
                    <a:pt x="294360" y="95554"/>
                  </a:lnTo>
                  <a:lnTo>
                    <a:pt x="288493" y="96532"/>
                  </a:lnTo>
                  <a:lnTo>
                    <a:pt x="279692" y="98958"/>
                  </a:lnTo>
                  <a:lnTo>
                    <a:pt x="274942" y="101079"/>
                  </a:lnTo>
                  <a:lnTo>
                    <a:pt x="270891" y="103873"/>
                  </a:lnTo>
                  <a:lnTo>
                    <a:pt x="266598" y="106667"/>
                  </a:lnTo>
                  <a:lnTo>
                    <a:pt x="263436" y="110375"/>
                  </a:lnTo>
                  <a:lnTo>
                    <a:pt x="260731" y="115023"/>
                  </a:lnTo>
                  <a:lnTo>
                    <a:pt x="258241" y="119634"/>
                  </a:lnTo>
                  <a:lnTo>
                    <a:pt x="256895" y="124752"/>
                  </a:lnTo>
                  <a:lnTo>
                    <a:pt x="256895" y="130365"/>
                  </a:lnTo>
                  <a:lnTo>
                    <a:pt x="287235" y="162496"/>
                  </a:lnTo>
                  <a:lnTo>
                    <a:pt x="296164" y="163068"/>
                  </a:lnTo>
                  <a:lnTo>
                    <a:pt x="303847" y="163068"/>
                  </a:lnTo>
                  <a:lnTo>
                    <a:pt x="310845" y="161836"/>
                  </a:lnTo>
                  <a:lnTo>
                    <a:pt x="324154" y="156806"/>
                  </a:lnTo>
                  <a:lnTo>
                    <a:pt x="331152" y="152501"/>
                  </a:lnTo>
                  <a:lnTo>
                    <a:pt x="336588" y="147904"/>
                  </a:lnTo>
                  <a:lnTo>
                    <a:pt x="338378" y="146405"/>
                  </a:lnTo>
                  <a:lnTo>
                    <a:pt x="338836" y="151777"/>
                  </a:lnTo>
                  <a:lnTo>
                    <a:pt x="340182" y="156464"/>
                  </a:lnTo>
                  <a:lnTo>
                    <a:pt x="342214" y="160502"/>
                  </a:lnTo>
                  <a:lnTo>
                    <a:pt x="362534" y="160502"/>
                  </a:lnTo>
                  <a:close/>
                </a:path>
                <a:path w="627379" h="207010">
                  <a:moveTo>
                    <a:pt x="434086" y="160274"/>
                  </a:moveTo>
                  <a:lnTo>
                    <a:pt x="431152" y="143154"/>
                  </a:lnTo>
                  <a:lnTo>
                    <a:pt x="427774" y="143675"/>
                  </a:lnTo>
                  <a:lnTo>
                    <a:pt x="419874" y="143916"/>
                  </a:lnTo>
                  <a:lnTo>
                    <a:pt x="411746" y="61252"/>
                  </a:lnTo>
                  <a:lnTo>
                    <a:pt x="431152" y="61252"/>
                  </a:lnTo>
                  <a:lnTo>
                    <a:pt x="431152" y="46177"/>
                  </a:lnTo>
                  <a:lnTo>
                    <a:pt x="411746" y="46177"/>
                  </a:lnTo>
                  <a:lnTo>
                    <a:pt x="411746" y="6235"/>
                  </a:lnTo>
                  <a:lnTo>
                    <a:pt x="392328" y="17868"/>
                  </a:lnTo>
                  <a:lnTo>
                    <a:pt x="392328" y="46177"/>
                  </a:lnTo>
                  <a:lnTo>
                    <a:pt x="378104" y="46177"/>
                  </a:lnTo>
                  <a:lnTo>
                    <a:pt x="378104" y="61252"/>
                  </a:lnTo>
                  <a:lnTo>
                    <a:pt x="392328" y="61252"/>
                  </a:lnTo>
                  <a:lnTo>
                    <a:pt x="392328" y="138645"/>
                  </a:lnTo>
                  <a:lnTo>
                    <a:pt x="393230" y="146265"/>
                  </a:lnTo>
                  <a:lnTo>
                    <a:pt x="396392" y="153517"/>
                  </a:lnTo>
                  <a:lnTo>
                    <a:pt x="399097" y="156451"/>
                  </a:lnTo>
                  <a:lnTo>
                    <a:pt x="406781" y="160883"/>
                  </a:lnTo>
                  <a:lnTo>
                    <a:pt x="412191" y="162013"/>
                  </a:lnTo>
                  <a:lnTo>
                    <a:pt x="423710" y="162013"/>
                  </a:lnTo>
                  <a:lnTo>
                    <a:pt x="434086" y="160274"/>
                  </a:lnTo>
                  <a:close/>
                </a:path>
                <a:path w="627379" h="207010">
                  <a:moveTo>
                    <a:pt x="550113" y="103124"/>
                  </a:moveTo>
                  <a:lnTo>
                    <a:pt x="549363" y="92354"/>
                  </a:lnTo>
                  <a:lnTo>
                    <a:pt x="549186" y="89763"/>
                  </a:lnTo>
                  <a:lnTo>
                    <a:pt x="546417" y="77990"/>
                  </a:lnTo>
                  <a:lnTo>
                    <a:pt x="541832" y="67805"/>
                  </a:lnTo>
                  <a:lnTo>
                    <a:pt x="535673" y="59512"/>
                  </a:lnTo>
                  <a:lnTo>
                    <a:pt x="535444" y="59194"/>
                  </a:lnTo>
                  <a:lnTo>
                    <a:pt x="529577" y="54063"/>
                  </a:lnTo>
                  <a:lnTo>
                    <a:pt x="529577" y="92354"/>
                  </a:lnTo>
                  <a:lnTo>
                    <a:pt x="465467" y="92354"/>
                  </a:lnTo>
                  <a:lnTo>
                    <a:pt x="489165" y="59512"/>
                  </a:lnTo>
                  <a:lnTo>
                    <a:pt x="498195" y="59512"/>
                  </a:lnTo>
                  <a:lnTo>
                    <a:pt x="528675" y="82740"/>
                  </a:lnTo>
                  <a:lnTo>
                    <a:pt x="529577" y="92354"/>
                  </a:lnTo>
                  <a:lnTo>
                    <a:pt x="529577" y="54063"/>
                  </a:lnTo>
                  <a:lnTo>
                    <a:pt x="527659" y="52374"/>
                  </a:lnTo>
                  <a:lnTo>
                    <a:pt x="518820" y="47498"/>
                  </a:lnTo>
                  <a:lnTo>
                    <a:pt x="508939" y="44564"/>
                  </a:lnTo>
                  <a:lnTo>
                    <a:pt x="497967" y="43586"/>
                  </a:lnTo>
                  <a:lnTo>
                    <a:pt x="486676" y="44589"/>
                  </a:lnTo>
                  <a:lnTo>
                    <a:pt x="452856" y="68300"/>
                  </a:lnTo>
                  <a:lnTo>
                    <a:pt x="444550" y="103124"/>
                  </a:lnTo>
                  <a:lnTo>
                    <a:pt x="444588" y="105994"/>
                  </a:lnTo>
                  <a:lnTo>
                    <a:pt x="459143" y="147637"/>
                  </a:lnTo>
                  <a:lnTo>
                    <a:pt x="499097" y="163068"/>
                  </a:lnTo>
                  <a:lnTo>
                    <a:pt x="508622" y="162471"/>
                  </a:lnTo>
                  <a:lnTo>
                    <a:pt x="538467" y="147142"/>
                  </a:lnTo>
                  <a:lnTo>
                    <a:pt x="542671" y="141744"/>
                  </a:lnTo>
                  <a:lnTo>
                    <a:pt x="546557" y="134442"/>
                  </a:lnTo>
                  <a:lnTo>
                    <a:pt x="549440" y="126149"/>
                  </a:lnTo>
                  <a:lnTo>
                    <a:pt x="529348" y="123672"/>
                  </a:lnTo>
                  <a:lnTo>
                    <a:pt x="526415" y="131876"/>
                  </a:lnTo>
                  <a:lnTo>
                    <a:pt x="522351" y="137820"/>
                  </a:lnTo>
                  <a:lnTo>
                    <a:pt x="512419" y="145275"/>
                  </a:lnTo>
                  <a:lnTo>
                    <a:pt x="506323" y="147142"/>
                  </a:lnTo>
                  <a:lnTo>
                    <a:pt x="499097" y="147142"/>
                  </a:lnTo>
                  <a:lnTo>
                    <a:pt x="467753" y="124929"/>
                  </a:lnTo>
                  <a:lnTo>
                    <a:pt x="464566" y="108280"/>
                  </a:lnTo>
                  <a:lnTo>
                    <a:pt x="549897" y="108280"/>
                  </a:lnTo>
                  <a:lnTo>
                    <a:pt x="549897" y="105994"/>
                  </a:lnTo>
                  <a:lnTo>
                    <a:pt x="550113" y="104292"/>
                  </a:lnTo>
                  <a:lnTo>
                    <a:pt x="550113" y="103124"/>
                  </a:lnTo>
                  <a:close/>
                </a:path>
                <a:path w="627379" h="207010">
                  <a:moveTo>
                    <a:pt x="627087" y="103327"/>
                  </a:moveTo>
                  <a:lnTo>
                    <a:pt x="618959" y="54241"/>
                  </a:lnTo>
                  <a:lnTo>
                    <a:pt x="598424" y="13525"/>
                  </a:lnTo>
                  <a:lnTo>
                    <a:pt x="588949" y="0"/>
                  </a:lnTo>
                  <a:lnTo>
                    <a:pt x="574954" y="0"/>
                  </a:lnTo>
                  <a:lnTo>
                    <a:pt x="585927" y="19380"/>
                  </a:lnTo>
                  <a:lnTo>
                    <a:pt x="592328" y="32308"/>
                  </a:lnTo>
                  <a:lnTo>
                    <a:pt x="604659" y="73279"/>
                  </a:lnTo>
                  <a:lnTo>
                    <a:pt x="607225" y="103441"/>
                  </a:lnTo>
                  <a:lnTo>
                    <a:pt x="605205" y="129324"/>
                  </a:lnTo>
                  <a:lnTo>
                    <a:pt x="599135" y="155194"/>
                  </a:lnTo>
                  <a:lnTo>
                    <a:pt x="589038" y="181038"/>
                  </a:lnTo>
                  <a:lnTo>
                    <a:pt x="574954" y="206883"/>
                  </a:lnTo>
                  <a:lnTo>
                    <a:pt x="588949" y="206883"/>
                  </a:lnTo>
                  <a:lnTo>
                    <a:pt x="610146" y="172669"/>
                  </a:lnTo>
                  <a:lnTo>
                    <a:pt x="624357" y="131914"/>
                  </a:lnTo>
                  <a:lnTo>
                    <a:pt x="626414" y="117741"/>
                  </a:lnTo>
                  <a:lnTo>
                    <a:pt x="627087" y="10332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4" name="object 154"/>
          <p:cNvSpPr txBox="1"/>
          <p:nvPr/>
        </p:nvSpPr>
        <p:spPr>
          <a:xfrm>
            <a:off x="1403096" y="3942333"/>
            <a:ext cx="14376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FF0000"/>
                </a:solidFill>
                <a:latin typeface="Carlito"/>
                <a:cs typeface="Carlito"/>
              </a:rPr>
              <a:t>Carboxylic</a:t>
            </a:r>
            <a:r>
              <a:rPr sz="1800" b="1" spc="-90" dirty="0">
                <a:solidFill>
                  <a:srgbClr val="FF000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FF0000"/>
                </a:solidFill>
                <a:latin typeface="Carlito"/>
                <a:cs typeface="Carlito"/>
              </a:rPr>
              <a:t>acid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55" name="object 155"/>
          <p:cNvSpPr txBox="1"/>
          <p:nvPr/>
        </p:nvSpPr>
        <p:spPr>
          <a:xfrm>
            <a:off x="1518666" y="5987288"/>
            <a:ext cx="14376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FF0000"/>
                </a:solidFill>
                <a:latin typeface="Carlito"/>
                <a:cs typeface="Carlito"/>
              </a:rPr>
              <a:t>Carboxylic</a:t>
            </a:r>
            <a:r>
              <a:rPr sz="1800" b="1" spc="-90" dirty="0">
                <a:solidFill>
                  <a:srgbClr val="FF0000"/>
                </a:solidFill>
                <a:latin typeface="Carlito"/>
                <a:cs typeface="Carlito"/>
              </a:rPr>
              <a:t> </a:t>
            </a:r>
            <a:r>
              <a:rPr sz="1800" b="1" dirty="0">
                <a:solidFill>
                  <a:srgbClr val="FF0000"/>
                </a:solidFill>
                <a:latin typeface="Carlito"/>
                <a:cs typeface="Carlito"/>
              </a:rPr>
              <a:t>acid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56" name="object 156"/>
          <p:cNvSpPr txBox="1"/>
          <p:nvPr/>
        </p:nvSpPr>
        <p:spPr>
          <a:xfrm>
            <a:off x="4385817" y="3924427"/>
            <a:ext cx="4984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E</a:t>
            </a:r>
            <a:r>
              <a:rPr sz="1800" b="1" spc="-25" dirty="0">
                <a:solidFill>
                  <a:srgbClr val="006FC0"/>
                </a:solidFill>
                <a:latin typeface="Carlito"/>
                <a:cs typeface="Carlito"/>
              </a:rPr>
              <a:t>st</a:t>
            </a: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er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57" name="object 157"/>
          <p:cNvSpPr txBox="1"/>
          <p:nvPr/>
        </p:nvSpPr>
        <p:spPr>
          <a:xfrm>
            <a:off x="4887848" y="6004356"/>
            <a:ext cx="49784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6FC0"/>
                </a:solidFill>
                <a:latin typeface="Carlito"/>
                <a:cs typeface="Carlito"/>
              </a:rPr>
              <a:t>E</a:t>
            </a:r>
            <a:r>
              <a:rPr sz="1800" b="1" spc="-30" dirty="0">
                <a:solidFill>
                  <a:srgbClr val="006FC0"/>
                </a:solidFill>
                <a:latin typeface="Carlito"/>
                <a:cs typeface="Carlito"/>
              </a:rPr>
              <a:t>s</a:t>
            </a:r>
            <a:r>
              <a:rPr sz="1800" b="1" spc="-25" dirty="0">
                <a:solidFill>
                  <a:srgbClr val="006FC0"/>
                </a:solidFill>
                <a:latin typeface="Carlito"/>
                <a:cs typeface="Carlito"/>
              </a:rPr>
              <a:t>t</a:t>
            </a:r>
            <a:r>
              <a:rPr sz="1800" b="1" spc="-5" dirty="0">
                <a:solidFill>
                  <a:srgbClr val="006FC0"/>
                </a:solidFill>
                <a:latin typeface="Carlito"/>
                <a:cs typeface="Carlito"/>
              </a:rPr>
              <a:t>er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58" name="object 158"/>
          <p:cNvSpPr txBox="1"/>
          <p:nvPr/>
        </p:nvSpPr>
        <p:spPr>
          <a:xfrm>
            <a:off x="6025641" y="3853433"/>
            <a:ext cx="29089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008000"/>
                </a:solidFill>
                <a:latin typeface="Carlito"/>
                <a:cs typeface="Carlito"/>
              </a:rPr>
              <a:t>Acyl </a:t>
            </a:r>
            <a:r>
              <a:rPr sz="1800" b="1" spc="-5" dirty="0">
                <a:solidFill>
                  <a:srgbClr val="008000"/>
                </a:solidFill>
                <a:latin typeface="Carlito"/>
                <a:cs typeface="Carlito"/>
              </a:rPr>
              <a:t>chloride </a:t>
            </a:r>
            <a:r>
              <a:rPr sz="1800" b="1" dirty="0">
                <a:solidFill>
                  <a:srgbClr val="008000"/>
                </a:solidFill>
                <a:latin typeface="Carlito"/>
                <a:cs typeface="Carlito"/>
              </a:rPr>
              <a:t>(or acid</a:t>
            </a:r>
            <a:r>
              <a:rPr sz="1800" b="1" spc="-85" dirty="0">
                <a:solidFill>
                  <a:srgbClr val="008000"/>
                </a:solidFill>
                <a:latin typeface="Carlito"/>
                <a:cs typeface="Carlito"/>
              </a:rPr>
              <a:t> </a:t>
            </a:r>
            <a:r>
              <a:rPr sz="1800" b="1" spc="-5" dirty="0">
                <a:solidFill>
                  <a:srgbClr val="008000"/>
                </a:solidFill>
                <a:latin typeface="Carlito"/>
                <a:cs typeface="Carlito"/>
              </a:rPr>
              <a:t>chloride)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59" name="object 159"/>
          <p:cNvSpPr txBox="1"/>
          <p:nvPr/>
        </p:nvSpPr>
        <p:spPr>
          <a:xfrm>
            <a:off x="7483856" y="6239357"/>
            <a:ext cx="6451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F33CC"/>
                </a:solidFill>
                <a:latin typeface="Carlito"/>
                <a:cs typeface="Carlito"/>
              </a:rPr>
              <a:t>Ami</a:t>
            </a:r>
            <a:r>
              <a:rPr sz="1800" b="1" spc="5" dirty="0">
                <a:solidFill>
                  <a:srgbClr val="FF33CC"/>
                </a:solidFill>
                <a:latin typeface="Carlito"/>
                <a:cs typeface="Carlito"/>
              </a:rPr>
              <a:t>d</a:t>
            </a:r>
            <a:r>
              <a:rPr sz="1800" b="1" dirty="0">
                <a:solidFill>
                  <a:srgbClr val="FF33CC"/>
                </a:solidFill>
                <a:latin typeface="Carlito"/>
                <a:cs typeface="Carlito"/>
              </a:rPr>
              <a:t>e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60" name="object 160"/>
          <p:cNvSpPr txBox="1"/>
          <p:nvPr/>
        </p:nvSpPr>
        <p:spPr>
          <a:xfrm>
            <a:off x="556361" y="1357121"/>
            <a:ext cx="1001014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95" dirty="0">
                <a:solidFill>
                  <a:srgbClr val="006FC0"/>
                </a:solidFill>
                <a:latin typeface="Trebuchet MS"/>
                <a:cs typeface="Trebuchet MS"/>
              </a:rPr>
              <a:t>Esters</a:t>
            </a:r>
            <a:r>
              <a:rPr sz="3600" spc="-355" dirty="0">
                <a:solidFill>
                  <a:srgbClr val="006FC0"/>
                </a:solidFill>
                <a:latin typeface="Trebuchet MS"/>
                <a:cs typeface="Trebuchet MS"/>
              </a:rPr>
              <a:t> </a:t>
            </a:r>
            <a:r>
              <a:rPr sz="3600" spc="-155" dirty="0">
                <a:latin typeface="Trebuchet MS"/>
                <a:cs typeface="Trebuchet MS"/>
              </a:rPr>
              <a:t>and</a:t>
            </a:r>
            <a:r>
              <a:rPr sz="3600" spc="-355" dirty="0">
                <a:latin typeface="Trebuchet MS"/>
                <a:cs typeface="Trebuchet MS"/>
              </a:rPr>
              <a:t> </a:t>
            </a:r>
            <a:r>
              <a:rPr sz="3600" spc="-185" dirty="0">
                <a:solidFill>
                  <a:srgbClr val="FF33CC"/>
                </a:solidFill>
                <a:latin typeface="Trebuchet MS"/>
                <a:cs typeface="Trebuchet MS"/>
              </a:rPr>
              <a:t>amides</a:t>
            </a:r>
            <a:r>
              <a:rPr sz="3600" spc="-355" dirty="0">
                <a:solidFill>
                  <a:srgbClr val="FF33CC"/>
                </a:solidFill>
                <a:latin typeface="Trebuchet MS"/>
                <a:cs typeface="Trebuchet MS"/>
              </a:rPr>
              <a:t> </a:t>
            </a:r>
            <a:r>
              <a:rPr sz="3600" spc="-210" dirty="0">
                <a:latin typeface="Trebuchet MS"/>
                <a:cs typeface="Trebuchet MS"/>
              </a:rPr>
              <a:t>are</a:t>
            </a:r>
            <a:r>
              <a:rPr sz="3600" spc="-345" dirty="0">
                <a:latin typeface="Trebuchet MS"/>
                <a:cs typeface="Trebuchet MS"/>
              </a:rPr>
              <a:t> </a:t>
            </a:r>
            <a:r>
              <a:rPr sz="3600" spc="-245" dirty="0">
                <a:latin typeface="Trebuchet MS"/>
                <a:cs typeface="Trebuchet MS"/>
              </a:rPr>
              <a:t>VERY</a:t>
            </a:r>
            <a:r>
              <a:rPr sz="3600" spc="-345" dirty="0">
                <a:latin typeface="Trebuchet MS"/>
                <a:cs typeface="Trebuchet MS"/>
              </a:rPr>
              <a:t> </a:t>
            </a:r>
            <a:r>
              <a:rPr sz="3600" spc="-204" dirty="0">
                <a:latin typeface="Trebuchet MS"/>
                <a:cs typeface="Trebuchet MS"/>
              </a:rPr>
              <a:t>important</a:t>
            </a:r>
            <a:r>
              <a:rPr sz="3600" spc="-335" dirty="0">
                <a:latin typeface="Trebuchet MS"/>
                <a:cs typeface="Trebuchet MS"/>
              </a:rPr>
              <a:t> </a:t>
            </a:r>
            <a:r>
              <a:rPr sz="3600" spc="-204" dirty="0">
                <a:latin typeface="Trebuchet MS"/>
                <a:cs typeface="Trebuchet MS"/>
              </a:rPr>
              <a:t>type</a:t>
            </a:r>
            <a:r>
              <a:rPr sz="3600" spc="-355" dirty="0">
                <a:latin typeface="Trebuchet MS"/>
                <a:cs typeface="Trebuchet MS"/>
              </a:rPr>
              <a:t> </a:t>
            </a:r>
            <a:r>
              <a:rPr sz="3600" spc="-165" dirty="0">
                <a:latin typeface="Trebuchet MS"/>
                <a:cs typeface="Trebuchet MS"/>
              </a:rPr>
              <a:t>of</a:t>
            </a:r>
            <a:r>
              <a:rPr sz="3600" spc="-310" dirty="0">
                <a:latin typeface="Trebuchet MS"/>
                <a:cs typeface="Trebuchet MS"/>
              </a:rPr>
              <a:t> </a:t>
            </a:r>
            <a:r>
              <a:rPr sz="3600" spc="-190" dirty="0">
                <a:latin typeface="Trebuchet MS"/>
                <a:cs typeface="Trebuchet MS"/>
              </a:rPr>
              <a:t>polymers</a:t>
            </a:r>
            <a:endParaRPr sz="36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287527"/>
            <a:ext cx="11191240" cy="55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spc="-204" dirty="0"/>
              <a:t>Polyesters</a:t>
            </a:r>
            <a:r>
              <a:rPr sz="3500" spc="-350" dirty="0"/>
              <a:t> </a:t>
            </a:r>
            <a:r>
              <a:rPr sz="3500" spc="-155" dirty="0"/>
              <a:t>and</a:t>
            </a:r>
            <a:r>
              <a:rPr sz="3500" spc="-345" dirty="0"/>
              <a:t> </a:t>
            </a:r>
            <a:r>
              <a:rPr sz="3500" spc="-190" dirty="0"/>
              <a:t>polyamides</a:t>
            </a:r>
            <a:r>
              <a:rPr sz="3500" spc="-345" dirty="0"/>
              <a:t> </a:t>
            </a:r>
            <a:r>
              <a:rPr sz="3500" spc="-200" dirty="0"/>
              <a:t>are</a:t>
            </a:r>
            <a:r>
              <a:rPr sz="3500" spc="-345" dirty="0"/>
              <a:t> </a:t>
            </a:r>
            <a:r>
              <a:rPr sz="3500" spc="-235" dirty="0"/>
              <a:t>VERY</a:t>
            </a:r>
            <a:r>
              <a:rPr sz="3500" spc="-350" dirty="0"/>
              <a:t> </a:t>
            </a:r>
            <a:r>
              <a:rPr sz="3500" spc="-200" dirty="0"/>
              <a:t>important</a:t>
            </a:r>
            <a:r>
              <a:rPr sz="3500" spc="-330" dirty="0"/>
              <a:t> </a:t>
            </a:r>
            <a:r>
              <a:rPr sz="3500" spc="-200" dirty="0"/>
              <a:t>type</a:t>
            </a:r>
            <a:r>
              <a:rPr sz="3500" spc="-355" dirty="0"/>
              <a:t> </a:t>
            </a:r>
            <a:r>
              <a:rPr sz="3500" spc="-160" dirty="0"/>
              <a:t>of</a:t>
            </a:r>
            <a:r>
              <a:rPr sz="3500" spc="-325" dirty="0"/>
              <a:t> </a:t>
            </a:r>
            <a:r>
              <a:rPr sz="3500" spc="-180" dirty="0"/>
              <a:t>polymers</a:t>
            </a:r>
            <a:endParaRPr sz="3500"/>
          </a:p>
        </p:txBody>
      </p:sp>
      <p:sp>
        <p:nvSpPr>
          <p:cNvPr id="3" name="object 3"/>
          <p:cNvSpPr/>
          <p:nvPr/>
        </p:nvSpPr>
        <p:spPr>
          <a:xfrm>
            <a:off x="2037649" y="1008997"/>
            <a:ext cx="8165693" cy="548653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10</a:t>
            </a:fld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287527"/>
            <a:ext cx="11191240" cy="55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spc="-204" dirty="0"/>
              <a:t>Polyesters</a:t>
            </a:r>
            <a:r>
              <a:rPr sz="3500" spc="-350" dirty="0"/>
              <a:t> </a:t>
            </a:r>
            <a:r>
              <a:rPr sz="3500" spc="-155" dirty="0"/>
              <a:t>and</a:t>
            </a:r>
            <a:r>
              <a:rPr sz="3500" spc="-345" dirty="0"/>
              <a:t> </a:t>
            </a:r>
            <a:r>
              <a:rPr sz="3500" spc="-190" dirty="0"/>
              <a:t>polyamides</a:t>
            </a:r>
            <a:r>
              <a:rPr sz="3500" spc="-345" dirty="0"/>
              <a:t> </a:t>
            </a:r>
            <a:r>
              <a:rPr sz="3500" spc="-200" dirty="0"/>
              <a:t>are</a:t>
            </a:r>
            <a:r>
              <a:rPr sz="3500" spc="-345" dirty="0"/>
              <a:t> </a:t>
            </a:r>
            <a:r>
              <a:rPr sz="3500" spc="-235" dirty="0"/>
              <a:t>VERY</a:t>
            </a:r>
            <a:r>
              <a:rPr sz="3500" spc="-350" dirty="0"/>
              <a:t> </a:t>
            </a:r>
            <a:r>
              <a:rPr sz="3500" spc="-200" dirty="0"/>
              <a:t>important</a:t>
            </a:r>
            <a:r>
              <a:rPr sz="3500" spc="-330" dirty="0"/>
              <a:t> </a:t>
            </a:r>
            <a:r>
              <a:rPr sz="3500" spc="-200" dirty="0"/>
              <a:t>type</a:t>
            </a:r>
            <a:r>
              <a:rPr sz="3500" spc="-355" dirty="0"/>
              <a:t> </a:t>
            </a:r>
            <a:r>
              <a:rPr sz="3500" spc="-160" dirty="0"/>
              <a:t>of</a:t>
            </a:r>
            <a:r>
              <a:rPr sz="3500" spc="-325" dirty="0"/>
              <a:t> </a:t>
            </a:r>
            <a:r>
              <a:rPr sz="3500" spc="-180" dirty="0"/>
              <a:t>polymers</a:t>
            </a:r>
            <a:endParaRPr sz="3500"/>
          </a:p>
        </p:txBody>
      </p:sp>
      <p:sp>
        <p:nvSpPr>
          <p:cNvPr id="3" name="object 3"/>
          <p:cNvSpPr/>
          <p:nvPr/>
        </p:nvSpPr>
        <p:spPr>
          <a:xfrm>
            <a:off x="2081707" y="1027313"/>
            <a:ext cx="7452633" cy="559962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11</a:t>
            </a:fld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287527"/>
            <a:ext cx="11191240" cy="55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spc="-204" dirty="0"/>
              <a:t>Polyesters</a:t>
            </a:r>
            <a:r>
              <a:rPr sz="3500" spc="-350" dirty="0"/>
              <a:t> </a:t>
            </a:r>
            <a:r>
              <a:rPr sz="3500" spc="-155" dirty="0"/>
              <a:t>and</a:t>
            </a:r>
            <a:r>
              <a:rPr sz="3500" spc="-345" dirty="0"/>
              <a:t> </a:t>
            </a:r>
            <a:r>
              <a:rPr sz="3500" spc="-190" dirty="0"/>
              <a:t>polyamides</a:t>
            </a:r>
            <a:r>
              <a:rPr sz="3500" spc="-345" dirty="0"/>
              <a:t> </a:t>
            </a:r>
            <a:r>
              <a:rPr sz="3500" spc="-200" dirty="0"/>
              <a:t>are</a:t>
            </a:r>
            <a:r>
              <a:rPr sz="3500" spc="-345" dirty="0"/>
              <a:t> </a:t>
            </a:r>
            <a:r>
              <a:rPr sz="3500" spc="-235" dirty="0"/>
              <a:t>VERY</a:t>
            </a:r>
            <a:r>
              <a:rPr sz="3500" spc="-350" dirty="0"/>
              <a:t> </a:t>
            </a:r>
            <a:r>
              <a:rPr sz="3500" spc="-200" dirty="0"/>
              <a:t>important</a:t>
            </a:r>
            <a:r>
              <a:rPr sz="3500" spc="-330" dirty="0"/>
              <a:t> </a:t>
            </a:r>
            <a:r>
              <a:rPr sz="3500" spc="-200" dirty="0"/>
              <a:t>type</a:t>
            </a:r>
            <a:r>
              <a:rPr sz="3500" spc="-355" dirty="0"/>
              <a:t> </a:t>
            </a:r>
            <a:r>
              <a:rPr sz="3500" spc="-160" dirty="0"/>
              <a:t>of</a:t>
            </a:r>
            <a:r>
              <a:rPr sz="3500" spc="-325" dirty="0"/>
              <a:t> </a:t>
            </a:r>
            <a:r>
              <a:rPr sz="3500" spc="-180" dirty="0"/>
              <a:t>polymers</a:t>
            </a:r>
            <a:endParaRPr sz="3500"/>
          </a:p>
        </p:txBody>
      </p:sp>
      <p:sp>
        <p:nvSpPr>
          <p:cNvPr id="3" name="object 3"/>
          <p:cNvSpPr/>
          <p:nvPr/>
        </p:nvSpPr>
        <p:spPr>
          <a:xfrm>
            <a:off x="269747" y="1039627"/>
            <a:ext cx="8581430" cy="552576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297673" y="3951808"/>
            <a:ext cx="9893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5" dirty="0">
                <a:solidFill>
                  <a:srgbClr val="FF0000"/>
                </a:solidFill>
                <a:latin typeface="Carlito"/>
                <a:cs typeface="Carlito"/>
              </a:rPr>
              <a:t>Polyamide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51423" y="6310833"/>
            <a:ext cx="1752600" cy="254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spc="-10" dirty="0">
                <a:solidFill>
                  <a:srgbClr val="FF0000"/>
                </a:solidFill>
                <a:latin typeface="Carlito"/>
                <a:cs typeface="Carlito"/>
              </a:rPr>
              <a:t>Polyamide</a:t>
            </a:r>
            <a:r>
              <a:rPr sz="1800" spc="-50" dirty="0">
                <a:solidFill>
                  <a:srgbClr val="FF0000"/>
                </a:solidFill>
                <a:latin typeface="Carlito"/>
                <a:cs typeface="Carlito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Carlito"/>
                <a:cs typeface="Carlito"/>
              </a:rPr>
              <a:t>(Kevlar)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61084" y="6349542"/>
            <a:ext cx="1592580" cy="254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spc="-15" dirty="0">
                <a:solidFill>
                  <a:srgbClr val="FF0000"/>
                </a:solidFill>
                <a:latin typeface="Carlito"/>
                <a:cs typeface="Carlito"/>
              </a:rPr>
              <a:t>Polyester</a:t>
            </a:r>
            <a:r>
              <a:rPr sz="1800" spc="-45" dirty="0">
                <a:solidFill>
                  <a:srgbClr val="FF0000"/>
                </a:solidFill>
                <a:latin typeface="Carlito"/>
                <a:cs typeface="Carlito"/>
              </a:rPr>
              <a:t> </a:t>
            </a:r>
            <a:r>
              <a:rPr sz="1800" spc="-10" dirty="0">
                <a:solidFill>
                  <a:srgbClr val="FF0000"/>
                </a:solidFill>
                <a:latin typeface="Carlito"/>
                <a:cs typeface="Carlito"/>
              </a:rPr>
              <a:t>(fibres)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12</a:t>
            </a:fld>
            <a:endParaRPr dirty="0"/>
          </a:p>
        </p:txBody>
      </p:sp>
      <p:sp>
        <p:nvSpPr>
          <p:cNvPr id="5" name="object 5"/>
          <p:cNvSpPr txBox="1"/>
          <p:nvPr/>
        </p:nvSpPr>
        <p:spPr>
          <a:xfrm>
            <a:off x="9056878" y="2165984"/>
            <a:ext cx="3041650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0000"/>
                </a:solidFill>
                <a:latin typeface="Carlito"/>
                <a:cs typeface="Carlito"/>
              </a:rPr>
              <a:t>Polymeric fibres: commonly </a:t>
            </a:r>
            <a:r>
              <a:rPr sz="1800" spc="-5" dirty="0">
                <a:solidFill>
                  <a:srgbClr val="FF0000"/>
                </a:solidFill>
                <a:latin typeface="Carlito"/>
                <a:cs typeface="Carlito"/>
              </a:rPr>
              <a:t>(but  not </a:t>
            </a:r>
            <a:r>
              <a:rPr sz="1800" spc="-15" dirty="0">
                <a:solidFill>
                  <a:srgbClr val="FF0000"/>
                </a:solidFill>
                <a:latin typeface="Carlito"/>
                <a:cs typeface="Carlito"/>
              </a:rPr>
              <a:t>always) polyesters </a:t>
            </a:r>
            <a:r>
              <a:rPr sz="1800" spc="-5" dirty="0">
                <a:solidFill>
                  <a:srgbClr val="FF0000"/>
                </a:solidFill>
                <a:latin typeface="Carlito"/>
                <a:cs typeface="Carlito"/>
              </a:rPr>
              <a:t>or  </a:t>
            </a:r>
            <a:r>
              <a:rPr sz="1800" spc="-10" dirty="0">
                <a:solidFill>
                  <a:srgbClr val="FF0000"/>
                </a:solidFill>
                <a:latin typeface="Carlito"/>
                <a:cs typeface="Carlito"/>
              </a:rPr>
              <a:t>polyamides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030092" y="4036821"/>
            <a:ext cx="23368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5" dirty="0">
                <a:solidFill>
                  <a:srgbClr val="FF0000"/>
                </a:solidFill>
                <a:latin typeface="Carlito"/>
                <a:cs typeface="Carlito"/>
              </a:rPr>
              <a:t>polyesters </a:t>
            </a:r>
            <a:r>
              <a:rPr sz="1800" spc="-5" dirty="0">
                <a:solidFill>
                  <a:srgbClr val="FF0000"/>
                </a:solidFill>
                <a:latin typeface="Carlito"/>
                <a:cs typeface="Carlito"/>
              </a:rPr>
              <a:t>or</a:t>
            </a:r>
            <a:r>
              <a:rPr sz="1800" spc="-40" dirty="0">
                <a:solidFill>
                  <a:srgbClr val="FF0000"/>
                </a:solidFill>
                <a:latin typeface="Carlito"/>
                <a:cs typeface="Carlito"/>
              </a:rPr>
              <a:t> </a:t>
            </a:r>
            <a:r>
              <a:rPr sz="1800" spc="-5" dirty="0">
                <a:solidFill>
                  <a:srgbClr val="FF0000"/>
                </a:solidFill>
                <a:latin typeface="Carlito"/>
                <a:cs typeface="Carlito"/>
              </a:rPr>
              <a:t>polyamides</a:t>
            </a:r>
            <a:endParaRPr sz="18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13</a:t>
            </a:fld>
            <a:endParaRPr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07229" y="306070"/>
            <a:ext cx="318389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240" dirty="0"/>
              <a:t>Nomenclature</a:t>
            </a:r>
            <a:endParaRPr sz="4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4804E3-5B27-AA86-588C-F34E8C738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1" y="1165088"/>
            <a:ext cx="10263884" cy="43563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406730"/>
            <a:ext cx="416432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280" dirty="0"/>
              <a:t>Physical</a:t>
            </a:r>
            <a:r>
              <a:rPr sz="4400" spc="-465" dirty="0"/>
              <a:t> </a:t>
            </a:r>
            <a:r>
              <a:rPr sz="4400" spc="-229" dirty="0"/>
              <a:t>properties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482904" y="4139260"/>
            <a:ext cx="10580370" cy="1943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ts val="2595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rlito"/>
                <a:cs typeface="Carlito"/>
              </a:rPr>
              <a:t>The </a:t>
            </a:r>
            <a:r>
              <a:rPr sz="2400" dirty="0">
                <a:latin typeface="Carlito"/>
                <a:cs typeface="Carlito"/>
              </a:rPr>
              <a:t>acids </a:t>
            </a:r>
            <a:r>
              <a:rPr sz="2400" spc="-10" dirty="0">
                <a:latin typeface="Carlito"/>
                <a:cs typeface="Carlito"/>
              </a:rPr>
              <a:t>can </a:t>
            </a:r>
            <a:r>
              <a:rPr sz="2400" spc="-20" dirty="0">
                <a:latin typeface="Carlito"/>
                <a:cs typeface="Carlito"/>
              </a:rPr>
              <a:t>hydrogen </a:t>
            </a:r>
            <a:r>
              <a:rPr sz="2400" spc="-5" dirty="0">
                <a:latin typeface="Carlito"/>
                <a:cs typeface="Carlito"/>
              </a:rPr>
              <a:t>bond </a:t>
            </a:r>
            <a:r>
              <a:rPr sz="2400" spc="-20" dirty="0">
                <a:latin typeface="Carlito"/>
                <a:cs typeface="Carlito"/>
              </a:rPr>
              <a:t>to </a:t>
            </a:r>
            <a:r>
              <a:rPr sz="2400" spc="-5" dirty="0">
                <a:latin typeface="Carlito"/>
                <a:cs typeface="Carlito"/>
              </a:rPr>
              <a:t>one-another </a:t>
            </a:r>
            <a:r>
              <a:rPr sz="2400" dirty="0">
                <a:latin typeface="Carlito"/>
                <a:cs typeface="Carlito"/>
              </a:rPr>
              <a:t>and </a:t>
            </a:r>
            <a:r>
              <a:rPr sz="2400" spc="-5" dirty="0">
                <a:latin typeface="Carlito"/>
                <a:cs typeface="Carlito"/>
              </a:rPr>
              <a:t>so </a:t>
            </a:r>
            <a:r>
              <a:rPr sz="2400" spc="-10" dirty="0">
                <a:latin typeface="Carlito"/>
                <a:cs typeface="Carlito"/>
              </a:rPr>
              <a:t>tend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spc="-5" dirty="0">
                <a:latin typeface="Carlito"/>
                <a:cs typeface="Carlito"/>
              </a:rPr>
              <a:t>be </a:t>
            </a:r>
            <a:r>
              <a:rPr sz="2400" spc="-10" dirty="0">
                <a:latin typeface="Carlito"/>
                <a:cs typeface="Carlito"/>
              </a:rPr>
              <a:t>relatively </a:t>
            </a:r>
            <a:r>
              <a:rPr sz="2400" spc="-5" dirty="0">
                <a:latin typeface="Carlito"/>
                <a:cs typeface="Carlito"/>
              </a:rPr>
              <a:t>polar</a:t>
            </a:r>
            <a:r>
              <a:rPr sz="2400" spc="10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high</a:t>
            </a:r>
            <a:endParaRPr sz="2400">
              <a:latin typeface="Carlito"/>
              <a:cs typeface="Carlito"/>
            </a:endParaRPr>
          </a:p>
          <a:p>
            <a:pPr marL="241300">
              <a:lnSpc>
                <a:spcPts val="2595"/>
              </a:lnSpc>
            </a:pPr>
            <a:r>
              <a:rPr sz="2400" spc="-5" dirty="0">
                <a:latin typeface="Carlito"/>
                <a:cs typeface="Carlito"/>
              </a:rPr>
              <a:t>boiling</a:t>
            </a:r>
            <a:r>
              <a:rPr sz="2400" spc="-1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liquids</a:t>
            </a:r>
            <a:endParaRPr sz="2400">
              <a:latin typeface="Carlito"/>
              <a:cs typeface="Carlito"/>
            </a:endParaRPr>
          </a:p>
          <a:p>
            <a:pPr marL="241300" indent="-228600">
              <a:lnSpc>
                <a:spcPct val="100000"/>
              </a:lnSpc>
              <a:spcBef>
                <a:spcPts val="42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rlito"/>
                <a:cs typeface="Carlito"/>
              </a:rPr>
              <a:t>The </a:t>
            </a:r>
            <a:r>
              <a:rPr sz="2400" spc="-25" dirty="0">
                <a:latin typeface="Carlito"/>
                <a:cs typeface="Carlito"/>
              </a:rPr>
              <a:t>polarity, </a:t>
            </a:r>
            <a:r>
              <a:rPr sz="2400" dirty="0">
                <a:latin typeface="Carlito"/>
                <a:cs typeface="Carlito"/>
              </a:rPr>
              <a:t>and the </a:t>
            </a:r>
            <a:r>
              <a:rPr sz="2400" spc="-15" dirty="0">
                <a:latin typeface="Carlito"/>
                <a:cs typeface="Carlito"/>
              </a:rPr>
              <a:t>hydrophilicity </a:t>
            </a:r>
            <a:r>
              <a:rPr sz="2400" spc="-5" dirty="0">
                <a:latin typeface="Carlito"/>
                <a:cs typeface="Carlito"/>
              </a:rPr>
              <a:t>decreases </a:t>
            </a:r>
            <a:r>
              <a:rPr sz="2400" dirty="0">
                <a:latin typeface="Carlito"/>
                <a:cs typeface="Carlito"/>
              </a:rPr>
              <a:t>as the alkyl chain</a:t>
            </a:r>
            <a:r>
              <a:rPr sz="2400" spc="-5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increases.</a:t>
            </a:r>
            <a:endParaRPr sz="2400">
              <a:latin typeface="Carlito"/>
              <a:cs typeface="Carlito"/>
            </a:endParaRPr>
          </a:p>
          <a:p>
            <a:pPr marL="241300" indent="-228600">
              <a:lnSpc>
                <a:spcPct val="100000"/>
              </a:lnSpc>
              <a:spcBef>
                <a:spcPts val="430"/>
              </a:spcBef>
              <a:buFont typeface="Arial"/>
              <a:buChar char="•"/>
              <a:tabLst>
                <a:tab pos="241300" algn="l"/>
              </a:tabLst>
            </a:pPr>
            <a:r>
              <a:rPr sz="2400" dirty="0">
                <a:latin typeface="Carlito"/>
                <a:cs typeface="Carlito"/>
              </a:rPr>
              <a:t>Amides </a:t>
            </a:r>
            <a:r>
              <a:rPr sz="2400" spc="-10" dirty="0">
                <a:latin typeface="Carlito"/>
                <a:cs typeface="Carlito"/>
              </a:rPr>
              <a:t>can </a:t>
            </a:r>
            <a:r>
              <a:rPr sz="2400" dirty="0">
                <a:latin typeface="Carlito"/>
                <a:cs typeface="Carlito"/>
              </a:rPr>
              <a:t>also </a:t>
            </a:r>
            <a:r>
              <a:rPr sz="2400" spc="-20" dirty="0">
                <a:latin typeface="Carlito"/>
                <a:cs typeface="Carlito"/>
              </a:rPr>
              <a:t>hydrogen </a:t>
            </a:r>
            <a:r>
              <a:rPr sz="2400" spc="-5" dirty="0">
                <a:latin typeface="Carlito"/>
                <a:cs typeface="Carlito"/>
              </a:rPr>
              <a:t>bond </a:t>
            </a:r>
            <a:r>
              <a:rPr sz="2400" dirty="0">
                <a:latin typeface="Carlito"/>
                <a:cs typeface="Carlito"/>
              </a:rPr>
              <a:t>and </a:t>
            </a:r>
            <a:r>
              <a:rPr sz="2400" spc="-15" dirty="0">
                <a:latin typeface="Carlito"/>
                <a:cs typeface="Carlito"/>
              </a:rPr>
              <a:t>are </a:t>
            </a:r>
            <a:r>
              <a:rPr sz="2400" spc="-10" dirty="0">
                <a:latin typeface="Carlito"/>
                <a:cs typeface="Carlito"/>
              </a:rPr>
              <a:t>relatively </a:t>
            </a:r>
            <a:r>
              <a:rPr sz="2400" spc="-5" dirty="0">
                <a:latin typeface="Carlito"/>
                <a:cs typeface="Carlito"/>
              </a:rPr>
              <a:t>polar high boiling </a:t>
            </a:r>
            <a:r>
              <a:rPr sz="2400" dirty="0">
                <a:latin typeface="Carlito"/>
                <a:cs typeface="Carlito"/>
              </a:rPr>
              <a:t>liquids </a:t>
            </a:r>
            <a:r>
              <a:rPr sz="2400" spc="-5" dirty="0">
                <a:latin typeface="Carlito"/>
                <a:cs typeface="Carlito"/>
              </a:rPr>
              <a:t>or</a:t>
            </a:r>
            <a:r>
              <a:rPr sz="2400" spc="-35" dirty="0">
                <a:latin typeface="Carlito"/>
                <a:cs typeface="Carlito"/>
              </a:rPr>
              <a:t> </a:t>
            </a:r>
            <a:r>
              <a:rPr sz="2400" spc="-10" dirty="0">
                <a:latin typeface="Carlito"/>
                <a:cs typeface="Carlito"/>
              </a:rPr>
              <a:t>solids</a:t>
            </a:r>
            <a:endParaRPr sz="2400">
              <a:latin typeface="Carlito"/>
              <a:cs typeface="Carlito"/>
            </a:endParaRPr>
          </a:p>
          <a:p>
            <a:pPr marL="241300" indent="-228600">
              <a:lnSpc>
                <a:spcPct val="100000"/>
              </a:lnSpc>
              <a:spcBef>
                <a:spcPts val="42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15" dirty="0">
                <a:latin typeface="Carlito"/>
                <a:cs typeface="Carlito"/>
              </a:rPr>
              <a:t>Esters </a:t>
            </a:r>
            <a:r>
              <a:rPr sz="2400" dirty="0">
                <a:latin typeface="Carlito"/>
                <a:cs typeface="Carlito"/>
              </a:rPr>
              <a:t>and chlorides </a:t>
            </a:r>
            <a:r>
              <a:rPr sz="2400" spc="-15" dirty="0">
                <a:latin typeface="Carlito"/>
                <a:cs typeface="Carlito"/>
              </a:rPr>
              <a:t>are </a:t>
            </a:r>
            <a:r>
              <a:rPr sz="2400" dirty="0">
                <a:latin typeface="Carlito"/>
                <a:cs typeface="Carlito"/>
              </a:rPr>
              <a:t>less </a:t>
            </a:r>
            <a:r>
              <a:rPr sz="2400" spc="-5" dirty="0">
                <a:latin typeface="Carlito"/>
                <a:cs typeface="Carlito"/>
              </a:rPr>
              <a:t>polar </a:t>
            </a:r>
            <a:r>
              <a:rPr sz="2400" dirty="0">
                <a:latin typeface="Carlito"/>
                <a:cs typeface="Carlito"/>
              </a:rPr>
              <a:t>and </a:t>
            </a:r>
            <a:r>
              <a:rPr sz="2400" spc="-15" dirty="0">
                <a:latin typeface="Carlito"/>
                <a:cs typeface="Carlito"/>
              </a:rPr>
              <a:t>are</a:t>
            </a:r>
            <a:r>
              <a:rPr sz="2400" spc="-45" dirty="0">
                <a:latin typeface="Carlito"/>
                <a:cs typeface="Carlito"/>
              </a:rPr>
              <a:t> </a:t>
            </a:r>
            <a:r>
              <a:rPr sz="2400" spc="-15" dirty="0">
                <a:latin typeface="Carlito"/>
                <a:cs typeface="Carlito"/>
              </a:rPr>
              <a:t>hydrophobic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7" name="object 4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14</a:t>
            </a:fld>
            <a:endParaRPr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7426001D-8E1A-1ECC-1E0F-7DAF7C843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732" y="1681370"/>
            <a:ext cx="7232535" cy="2198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213436"/>
            <a:ext cx="563943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265" dirty="0"/>
              <a:t>Acidity </a:t>
            </a:r>
            <a:r>
              <a:rPr sz="4400" spc="-204" dirty="0"/>
              <a:t>of </a:t>
            </a:r>
            <a:r>
              <a:rPr sz="4400" spc="-290" dirty="0"/>
              <a:t>carboxylic</a:t>
            </a:r>
            <a:r>
              <a:rPr sz="4400" spc="-830" dirty="0"/>
              <a:t> </a:t>
            </a:r>
            <a:r>
              <a:rPr sz="4400" spc="-240" dirty="0"/>
              <a:t>acids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7264654" y="1005966"/>
            <a:ext cx="4270375" cy="156210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66700" marR="30480" indent="-228600">
              <a:lnSpc>
                <a:spcPct val="80000"/>
              </a:lnSpc>
              <a:spcBef>
                <a:spcPts val="675"/>
              </a:spcBef>
              <a:buFont typeface="Arial"/>
              <a:buChar char="•"/>
              <a:tabLst>
                <a:tab pos="266700" algn="l"/>
              </a:tabLst>
            </a:pPr>
            <a:r>
              <a:rPr sz="2400" spc="-5" dirty="0">
                <a:latin typeface="Carlito"/>
                <a:cs typeface="Carlito"/>
              </a:rPr>
              <a:t>The acidity </a:t>
            </a:r>
            <a:r>
              <a:rPr sz="2400" dirty="0">
                <a:latin typeface="Carlito"/>
                <a:cs typeface="Carlito"/>
              </a:rPr>
              <a:t>arises </a:t>
            </a:r>
            <a:r>
              <a:rPr sz="2400" spc="-5" dirty="0">
                <a:latin typeface="Carlito"/>
                <a:cs typeface="Carlito"/>
              </a:rPr>
              <a:t>because</a:t>
            </a:r>
            <a:r>
              <a:rPr sz="2400" spc="-90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when  the H</a:t>
            </a:r>
            <a:r>
              <a:rPr sz="2400" baseline="24305" dirty="0">
                <a:latin typeface="Carlito"/>
                <a:cs typeface="Carlito"/>
              </a:rPr>
              <a:t>+ </a:t>
            </a:r>
            <a:r>
              <a:rPr sz="2400" dirty="0">
                <a:latin typeface="Carlito"/>
                <a:cs typeface="Carlito"/>
              </a:rPr>
              <a:t>is </a:t>
            </a:r>
            <a:r>
              <a:rPr sz="2400" spc="5" dirty="0">
                <a:latin typeface="Carlito"/>
                <a:cs typeface="Carlito"/>
              </a:rPr>
              <a:t>‘lost’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remaining  </a:t>
            </a:r>
            <a:r>
              <a:rPr sz="2400" dirty="0">
                <a:latin typeface="Carlito"/>
                <a:cs typeface="Carlito"/>
              </a:rPr>
              <a:t>anion </a:t>
            </a:r>
            <a:r>
              <a:rPr sz="2400" spc="-15" dirty="0">
                <a:latin typeface="Carlito"/>
                <a:cs typeface="Carlito"/>
              </a:rPr>
              <a:t>(conjugate </a:t>
            </a:r>
            <a:r>
              <a:rPr sz="2400" spc="-5" dirty="0">
                <a:latin typeface="Carlito"/>
                <a:cs typeface="Carlito"/>
              </a:rPr>
              <a:t>base) </a:t>
            </a:r>
            <a:r>
              <a:rPr sz="2400" spc="-10" dirty="0">
                <a:latin typeface="Carlito"/>
                <a:cs typeface="Carlito"/>
              </a:rPr>
              <a:t>can  </a:t>
            </a:r>
            <a:r>
              <a:rPr sz="2400" i="1" spc="-10" dirty="0">
                <a:latin typeface="Carlito"/>
                <a:cs typeface="Carlito"/>
              </a:rPr>
              <a:t>stabilise </a:t>
            </a:r>
            <a:r>
              <a:rPr sz="2400" dirty="0">
                <a:latin typeface="Carlito"/>
                <a:cs typeface="Carlito"/>
              </a:rPr>
              <a:t>the anion </a:t>
            </a:r>
            <a:r>
              <a:rPr sz="2400" spc="-10" dirty="0">
                <a:latin typeface="Carlito"/>
                <a:cs typeface="Carlito"/>
              </a:rPr>
              <a:t>by </a:t>
            </a:r>
            <a:r>
              <a:rPr sz="2400" i="1" spc="-5" dirty="0">
                <a:latin typeface="Carlito"/>
                <a:cs typeface="Carlito"/>
              </a:rPr>
              <a:t>resonance  delocalisation</a:t>
            </a:r>
            <a:r>
              <a:rPr sz="2400" b="1" spc="-5" dirty="0">
                <a:latin typeface="Carlito"/>
                <a:cs typeface="Carlito"/>
              </a:rPr>
              <a:t>.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408982" y="5129065"/>
            <a:ext cx="1084580" cy="0"/>
          </a:xfrm>
          <a:custGeom>
            <a:avLst/>
            <a:gdLst/>
            <a:ahLst/>
            <a:cxnLst/>
            <a:rect l="l" t="t" r="r" b="b"/>
            <a:pathLst>
              <a:path w="1084579">
                <a:moveTo>
                  <a:pt x="0" y="0"/>
                </a:moveTo>
                <a:lnTo>
                  <a:pt x="1084211" y="0"/>
                </a:lnTo>
              </a:path>
            </a:pathLst>
          </a:custGeom>
          <a:ln w="115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653779" y="5125477"/>
            <a:ext cx="593090" cy="3625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200" spc="120" dirty="0">
                <a:latin typeface="Times New Roman"/>
                <a:cs typeface="Times New Roman"/>
              </a:rPr>
              <a:t>[</a:t>
            </a:r>
            <a:r>
              <a:rPr sz="2200" i="1" spc="-15" dirty="0">
                <a:latin typeface="Times New Roman"/>
                <a:cs typeface="Times New Roman"/>
              </a:rPr>
              <a:t>H</a:t>
            </a:r>
            <a:r>
              <a:rPr sz="2200" i="1" spc="-60" dirty="0">
                <a:latin typeface="Times New Roman"/>
                <a:cs typeface="Times New Roman"/>
              </a:rPr>
              <a:t>A</a:t>
            </a:r>
            <a:r>
              <a:rPr sz="2200" spc="5" dirty="0">
                <a:latin typeface="Times New Roman"/>
                <a:cs typeface="Times New Roman"/>
              </a:rPr>
              <a:t>]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136566" y="4719863"/>
            <a:ext cx="1409700" cy="371475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566420">
              <a:lnSpc>
                <a:spcPts val="770"/>
              </a:lnSpc>
              <a:spcBef>
                <a:spcPts val="140"/>
              </a:spcBef>
              <a:tabLst>
                <a:tab pos="1138555" algn="l"/>
              </a:tabLst>
            </a:pPr>
            <a:r>
              <a:rPr sz="1250" spc="25" dirty="0">
                <a:latin typeface="Symbol"/>
                <a:cs typeface="Symbol"/>
              </a:rPr>
              <a:t></a:t>
            </a:r>
            <a:r>
              <a:rPr sz="1250" spc="25" dirty="0">
                <a:latin typeface="Times New Roman"/>
                <a:cs typeface="Times New Roman"/>
              </a:rPr>
              <a:t>	</a:t>
            </a:r>
            <a:r>
              <a:rPr sz="1250" spc="25" dirty="0">
                <a:latin typeface="Symbol"/>
                <a:cs typeface="Symbol"/>
              </a:rPr>
              <a:t></a:t>
            </a:r>
            <a:endParaRPr sz="1250">
              <a:latin typeface="Symbol"/>
              <a:cs typeface="Symbol"/>
            </a:endParaRPr>
          </a:p>
          <a:p>
            <a:pPr marL="50800">
              <a:lnSpc>
                <a:spcPts val="1910"/>
              </a:lnSpc>
              <a:tabLst>
                <a:tab pos="1264285" algn="l"/>
              </a:tabLst>
            </a:pPr>
            <a:r>
              <a:rPr sz="3300" spc="15" baseline="-35353" dirty="0">
                <a:latin typeface="Symbol"/>
                <a:cs typeface="Symbol"/>
              </a:rPr>
              <a:t></a:t>
            </a:r>
            <a:r>
              <a:rPr sz="3300" spc="15" baseline="-35353" dirty="0">
                <a:latin typeface="Times New Roman"/>
                <a:cs typeface="Times New Roman"/>
              </a:rPr>
              <a:t> </a:t>
            </a:r>
            <a:r>
              <a:rPr sz="2200" spc="5" dirty="0">
                <a:latin typeface="Times New Roman"/>
                <a:cs typeface="Times New Roman"/>
              </a:rPr>
              <a:t>[</a:t>
            </a:r>
            <a:r>
              <a:rPr sz="2200" spc="-400" dirty="0">
                <a:latin typeface="Times New Roman"/>
                <a:cs typeface="Times New Roman"/>
              </a:rPr>
              <a:t> </a:t>
            </a:r>
            <a:r>
              <a:rPr sz="2200" i="1" spc="10" dirty="0">
                <a:latin typeface="Times New Roman"/>
                <a:cs typeface="Times New Roman"/>
              </a:rPr>
              <a:t>A</a:t>
            </a:r>
            <a:r>
              <a:rPr sz="2200" i="1" spc="445" dirty="0">
                <a:latin typeface="Times New Roman"/>
                <a:cs typeface="Times New Roman"/>
              </a:rPr>
              <a:t> </a:t>
            </a:r>
            <a:r>
              <a:rPr sz="2200" spc="40" dirty="0">
                <a:latin typeface="Times New Roman"/>
                <a:cs typeface="Times New Roman"/>
              </a:rPr>
              <a:t>][</a:t>
            </a:r>
            <a:r>
              <a:rPr sz="2200" i="1" spc="40" dirty="0">
                <a:latin typeface="Times New Roman"/>
                <a:cs typeface="Times New Roman"/>
              </a:rPr>
              <a:t>H	</a:t>
            </a:r>
            <a:r>
              <a:rPr sz="2200" spc="5" dirty="0">
                <a:latin typeface="Times New Roman"/>
                <a:cs typeface="Times New Roman"/>
              </a:rPr>
              <a:t>]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792265" y="4905974"/>
            <a:ext cx="213995" cy="3625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200" i="1" spc="15" dirty="0">
                <a:latin typeface="Times New Roman"/>
                <a:cs typeface="Times New Roman"/>
              </a:rPr>
              <a:t>K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996182" y="5093426"/>
            <a:ext cx="107950" cy="2222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250" i="1" spc="20" dirty="0">
                <a:latin typeface="Times New Roman"/>
                <a:cs typeface="Times New Roman"/>
              </a:rPr>
              <a:t>a</a:t>
            </a:r>
            <a:endParaRPr sz="125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81953" y="5874119"/>
            <a:ext cx="109855" cy="2266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00" i="1" spc="10" dirty="0">
                <a:latin typeface="Times New Roman"/>
                <a:cs typeface="Times New Roman"/>
              </a:rPr>
              <a:t>a</a:t>
            </a:r>
            <a:endParaRPr sz="13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158292" y="5874119"/>
            <a:ext cx="109855" cy="22669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00" i="1" spc="10" dirty="0">
                <a:latin typeface="Times New Roman"/>
                <a:cs typeface="Times New Roman"/>
              </a:rPr>
              <a:t>a</a:t>
            </a:r>
            <a:endParaRPr sz="13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797992" y="5682802"/>
            <a:ext cx="1586230" cy="3695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59435" algn="l"/>
              </a:tabLst>
            </a:pPr>
            <a:r>
              <a:rPr sz="2250" i="1" spc="5" dirty="0">
                <a:latin typeface="Times New Roman"/>
                <a:cs typeface="Times New Roman"/>
              </a:rPr>
              <a:t>pK	</a:t>
            </a:r>
            <a:r>
              <a:rPr sz="2250" spc="10" dirty="0">
                <a:latin typeface="Symbol"/>
                <a:cs typeface="Symbol"/>
              </a:rPr>
              <a:t></a:t>
            </a:r>
            <a:r>
              <a:rPr sz="2250" spc="-100" dirty="0">
                <a:latin typeface="Times New Roman"/>
                <a:cs typeface="Times New Roman"/>
              </a:rPr>
              <a:t> </a:t>
            </a:r>
            <a:r>
              <a:rPr sz="2250" spc="10" dirty="0">
                <a:latin typeface="Symbol"/>
                <a:cs typeface="Symbol"/>
              </a:rPr>
              <a:t></a:t>
            </a:r>
            <a:r>
              <a:rPr sz="2250" spc="-365" dirty="0">
                <a:latin typeface="Times New Roman"/>
                <a:cs typeface="Times New Roman"/>
              </a:rPr>
              <a:t> </a:t>
            </a:r>
            <a:r>
              <a:rPr sz="2250" spc="-35" dirty="0">
                <a:latin typeface="Times New Roman"/>
                <a:cs typeface="Times New Roman"/>
              </a:rPr>
              <a:t>log</a:t>
            </a:r>
            <a:r>
              <a:rPr sz="2250" spc="-130" dirty="0">
                <a:latin typeface="Times New Roman"/>
                <a:cs typeface="Times New Roman"/>
              </a:rPr>
              <a:t> </a:t>
            </a:r>
            <a:r>
              <a:rPr sz="2250" i="1" spc="15" dirty="0">
                <a:latin typeface="Times New Roman"/>
                <a:cs typeface="Times New Roman"/>
              </a:rPr>
              <a:t>K</a:t>
            </a:r>
            <a:endParaRPr sz="225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803566" y="5682802"/>
            <a:ext cx="389255" cy="3695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75920" algn="l"/>
              </a:tabLst>
            </a:pPr>
            <a:r>
              <a:rPr sz="2250" i="1" u="heavy" spc="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	</a:t>
            </a:r>
            <a:endParaRPr sz="225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736078" y="4530344"/>
            <a:ext cx="2607945" cy="1703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Times New Roman"/>
                <a:cs typeface="Times New Roman"/>
              </a:rPr>
              <a:t>Moderate </a:t>
            </a:r>
            <a:r>
              <a:rPr sz="2000" i="1" spc="5" dirty="0">
                <a:latin typeface="Times New Roman"/>
                <a:cs typeface="Times New Roman"/>
              </a:rPr>
              <a:t>K</a:t>
            </a:r>
            <a:r>
              <a:rPr sz="1950" spc="7" baseline="-21367" dirty="0">
                <a:latin typeface="Times New Roman"/>
                <a:cs typeface="Times New Roman"/>
              </a:rPr>
              <a:t>a </a:t>
            </a:r>
            <a:r>
              <a:rPr sz="2000" dirty="0">
                <a:latin typeface="Times New Roman"/>
                <a:cs typeface="Times New Roman"/>
              </a:rPr>
              <a:t>and  </a:t>
            </a:r>
            <a:r>
              <a:rPr sz="2000" spc="-10" dirty="0">
                <a:latin typeface="Carlito"/>
                <a:cs typeface="Carlito"/>
              </a:rPr>
              <a:t>moderate </a:t>
            </a:r>
            <a:r>
              <a:rPr sz="2000" dirty="0">
                <a:latin typeface="Times New Roman"/>
                <a:cs typeface="Times New Roman"/>
              </a:rPr>
              <a:t>(+) </a:t>
            </a:r>
            <a:r>
              <a:rPr sz="2000" spc="5" dirty="0">
                <a:latin typeface="Times New Roman"/>
                <a:cs typeface="Times New Roman"/>
              </a:rPr>
              <a:t>p</a:t>
            </a:r>
            <a:r>
              <a:rPr sz="2000" i="1" spc="5" dirty="0">
                <a:latin typeface="Times New Roman"/>
                <a:cs typeface="Times New Roman"/>
              </a:rPr>
              <a:t>K</a:t>
            </a:r>
            <a:r>
              <a:rPr sz="1950" spc="7" baseline="-21367" dirty="0">
                <a:latin typeface="Times New Roman"/>
                <a:cs typeface="Times New Roman"/>
              </a:rPr>
              <a:t>a </a:t>
            </a:r>
            <a:r>
              <a:rPr sz="2000" spc="-5" dirty="0">
                <a:latin typeface="Times New Roman"/>
                <a:cs typeface="Times New Roman"/>
              </a:rPr>
              <a:t>means  moderate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acid</a:t>
            </a:r>
            <a:endParaRPr sz="2000">
              <a:latin typeface="Times New Roman"/>
              <a:cs typeface="Times New Roman"/>
            </a:endParaRPr>
          </a:p>
          <a:p>
            <a:pPr marL="38100" marR="54610">
              <a:lnSpc>
                <a:spcPct val="100000"/>
              </a:lnSpc>
              <a:spcBef>
                <a:spcPts val="1205"/>
              </a:spcBef>
            </a:pPr>
            <a:r>
              <a:rPr sz="2000" dirty="0">
                <a:latin typeface="Times New Roman"/>
                <a:cs typeface="Times New Roman"/>
              </a:rPr>
              <a:t>Moderate </a:t>
            </a:r>
            <a:r>
              <a:rPr sz="2000" spc="-5" dirty="0">
                <a:latin typeface="Times New Roman"/>
                <a:cs typeface="Times New Roman"/>
              </a:rPr>
              <a:t>acid means  </a:t>
            </a:r>
            <a:r>
              <a:rPr sz="2000" dirty="0">
                <a:latin typeface="Times New Roman"/>
                <a:cs typeface="Times New Roman"/>
              </a:rPr>
              <a:t>moderate conjugate</a:t>
            </a:r>
            <a:r>
              <a:rPr sz="2000" spc="-1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base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23517" y="4412086"/>
            <a:ext cx="3308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40" dirty="0">
                <a:latin typeface="Times New Roman"/>
                <a:cs typeface="Times New Roman"/>
              </a:rPr>
              <a:t>H</a:t>
            </a:r>
            <a:r>
              <a:rPr sz="1400" b="1" spc="-50" dirty="0">
                <a:latin typeface="Times New Roman"/>
                <a:cs typeface="Times New Roman"/>
              </a:rPr>
              <a:t>C</a:t>
            </a:r>
            <a:r>
              <a:rPr sz="1400" b="1" dirty="0">
                <a:latin typeface="Times New Roman"/>
                <a:cs typeface="Times New Roman"/>
              </a:rPr>
              <a:t>l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17604" y="4857189"/>
            <a:ext cx="9271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b="1" dirty="0">
                <a:latin typeface="Times New Roman"/>
                <a:cs typeface="Times New Roman"/>
              </a:rPr>
              <a:t>3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737195" y="4857189"/>
            <a:ext cx="9271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b="1" dirty="0">
                <a:latin typeface="Times New Roman"/>
                <a:cs typeface="Times New Roman"/>
              </a:rPr>
              <a:t>2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950442" y="4779115"/>
            <a:ext cx="10179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543560" algn="l"/>
              </a:tabLst>
            </a:pPr>
            <a:r>
              <a:rPr sz="1400" b="1" spc="-25" dirty="0">
                <a:latin typeface="Times New Roman"/>
                <a:cs typeface="Times New Roman"/>
              </a:rPr>
              <a:t>Cl</a:t>
            </a:r>
            <a:r>
              <a:rPr sz="1400" b="1" spc="13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C	</a:t>
            </a:r>
            <a:r>
              <a:rPr sz="1400" b="1" spc="-25" dirty="0">
                <a:latin typeface="Times New Roman"/>
                <a:cs typeface="Times New Roman"/>
              </a:rPr>
              <a:t>CO</a:t>
            </a:r>
            <a:r>
              <a:rPr sz="1400" b="1" spc="5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H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5330679" y="4913693"/>
            <a:ext cx="153035" cy="0"/>
          </a:xfrm>
          <a:custGeom>
            <a:avLst/>
            <a:gdLst/>
            <a:ahLst/>
            <a:cxnLst/>
            <a:rect l="l" t="t" r="r" b="b"/>
            <a:pathLst>
              <a:path w="153035">
                <a:moveTo>
                  <a:pt x="0" y="0"/>
                </a:moveTo>
                <a:lnTo>
                  <a:pt x="152413" y="0"/>
                </a:lnTo>
              </a:path>
            </a:pathLst>
          </a:custGeom>
          <a:ln w="2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956986" y="5157676"/>
            <a:ext cx="98806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</a:pPr>
            <a:r>
              <a:rPr sz="1400" b="1" spc="-30" dirty="0">
                <a:latin typeface="Times New Roman"/>
                <a:cs typeface="Times New Roman"/>
              </a:rPr>
              <a:t>CH</a:t>
            </a:r>
            <a:r>
              <a:rPr sz="1575" b="1" spc="-44" baseline="-13227" dirty="0">
                <a:latin typeface="Times New Roman"/>
                <a:cs typeface="Times New Roman"/>
              </a:rPr>
              <a:t>3</a:t>
            </a:r>
            <a:r>
              <a:rPr sz="1575" b="1" spc="22" baseline="-13227" dirty="0">
                <a:latin typeface="Times New Roman"/>
                <a:cs typeface="Times New Roman"/>
              </a:rPr>
              <a:t> </a:t>
            </a:r>
            <a:r>
              <a:rPr sz="1400" b="1" spc="-25" dirty="0">
                <a:latin typeface="Times New Roman"/>
                <a:cs typeface="Times New Roman"/>
              </a:rPr>
              <a:t>CO</a:t>
            </a:r>
            <a:r>
              <a:rPr sz="1575" b="1" spc="-37" baseline="-13227" dirty="0">
                <a:latin typeface="Times New Roman"/>
                <a:cs typeface="Times New Roman"/>
              </a:rPr>
              <a:t>2</a:t>
            </a:r>
            <a:r>
              <a:rPr sz="1400" b="1" spc="-25" dirty="0">
                <a:latin typeface="Times New Roman"/>
                <a:cs typeface="Times New Roman"/>
              </a:rPr>
              <a:t>H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5341755" y="5292150"/>
            <a:ext cx="80645" cy="0"/>
          </a:xfrm>
          <a:custGeom>
            <a:avLst/>
            <a:gdLst/>
            <a:ahLst/>
            <a:cxnLst/>
            <a:rect l="l" t="t" r="r" b="b"/>
            <a:pathLst>
              <a:path w="80645">
                <a:moveTo>
                  <a:pt x="0" y="0"/>
                </a:moveTo>
                <a:lnTo>
                  <a:pt x="80079" y="0"/>
                </a:lnTo>
              </a:path>
            </a:pathLst>
          </a:custGeom>
          <a:ln w="2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5449421" y="5638480"/>
            <a:ext cx="53721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latin typeface="Times New Roman"/>
                <a:cs typeface="Times New Roman"/>
              </a:rPr>
              <a:t>CO</a:t>
            </a:r>
            <a:r>
              <a:rPr sz="1575" b="1" spc="-37" baseline="-13227" dirty="0">
                <a:latin typeface="Times New Roman"/>
                <a:cs typeface="Times New Roman"/>
              </a:rPr>
              <a:t>2</a:t>
            </a:r>
            <a:r>
              <a:rPr sz="1400" b="1" spc="-25" dirty="0">
                <a:latin typeface="Times New Roman"/>
                <a:cs typeface="Times New Roman"/>
              </a:rPr>
              <a:t>H</a:t>
            </a:r>
            <a:endParaRPr sz="1400">
              <a:latin typeface="Times New Roman"/>
              <a:cs typeface="Times New Roman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4657217" y="5525893"/>
            <a:ext cx="830580" cy="536575"/>
            <a:chOff x="4657217" y="5525893"/>
            <a:chExt cx="830580" cy="536575"/>
          </a:xfrm>
        </p:grpSpPr>
        <p:sp>
          <p:nvSpPr>
            <p:cNvPr id="23" name="object 23"/>
            <p:cNvSpPr/>
            <p:nvPr/>
          </p:nvSpPr>
          <p:spPr>
            <a:xfrm>
              <a:off x="4668294" y="5536989"/>
              <a:ext cx="593725" cy="514350"/>
            </a:xfrm>
            <a:custGeom>
              <a:avLst/>
              <a:gdLst/>
              <a:ahLst/>
              <a:cxnLst/>
              <a:rect l="l" t="t" r="r" b="b"/>
              <a:pathLst>
                <a:path w="593725" h="514350">
                  <a:moveTo>
                    <a:pt x="593382" y="257009"/>
                  </a:moveTo>
                  <a:lnTo>
                    <a:pt x="445410" y="0"/>
                  </a:lnTo>
                </a:path>
                <a:path w="593725" h="514350">
                  <a:moveTo>
                    <a:pt x="537661" y="250360"/>
                  </a:moveTo>
                  <a:lnTo>
                    <a:pt x="422903" y="50950"/>
                  </a:lnTo>
                </a:path>
                <a:path w="593725" h="514350">
                  <a:moveTo>
                    <a:pt x="445410" y="514033"/>
                  </a:moveTo>
                  <a:lnTo>
                    <a:pt x="593382" y="257009"/>
                  </a:lnTo>
                </a:path>
                <a:path w="593725" h="514350">
                  <a:moveTo>
                    <a:pt x="181555" y="469717"/>
                  </a:moveTo>
                  <a:lnTo>
                    <a:pt x="411827" y="469717"/>
                  </a:lnTo>
                </a:path>
                <a:path w="593725" h="514350">
                  <a:moveTo>
                    <a:pt x="0" y="257009"/>
                  </a:moveTo>
                  <a:lnTo>
                    <a:pt x="147971" y="514033"/>
                  </a:lnTo>
                </a:path>
                <a:path w="593725" h="514350">
                  <a:moveTo>
                    <a:pt x="147971" y="0"/>
                  </a:moveTo>
                  <a:lnTo>
                    <a:pt x="0" y="257009"/>
                  </a:lnTo>
                </a:path>
                <a:path w="593725" h="514350">
                  <a:moveTo>
                    <a:pt x="170479" y="50950"/>
                  </a:moveTo>
                  <a:lnTo>
                    <a:pt x="55720" y="250360"/>
                  </a:lnTo>
                </a:path>
                <a:path w="593725" h="514350">
                  <a:moveTo>
                    <a:pt x="445410" y="0"/>
                  </a:moveTo>
                  <a:lnTo>
                    <a:pt x="147971" y="0"/>
                  </a:lnTo>
                </a:path>
              </a:pathLst>
            </a:custGeom>
            <a:ln w="2216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261676" y="5778490"/>
              <a:ext cx="215265" cy="15875"/>
            </a:xfrm>
            <a:custGeom>
              <a:avLst/>
              <a:gdLst/>
              <a:ahLst/>
              <a:cxnLst/>
              <a:rect l="l" t="t" r="r" b="b"/>
              <a:pathLst>
                <a:path w="215264" h="15875">
                  <a:moveTo>
                    <a:pt x="-11096" y="7754"/>
                  </a:moveTo>
                  <a:lnTo>
                    <a:pt x="225864" y="7754"/>
                  </a:lnTo>
                </a:path>
              </a:pathLst>
            </a:custGeom>
            <a:ln w="3770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181138" y="6192778"/>
            <a:ext cx="67119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400" b="1" spc="-30" dirty="0">
                <a:latin typeface="Times New Roman"/>
                <a:cs typeface="Times New Roman"/>
              </a:rPr>
              <a:t>CH</a:t>
            </a:r>
            <a:r>
              <a:rPr sz="1575" b="1" spc="-44" baseline="-13227" dirty="0">
                <a:latin typeface="Times New Roman"/>
                <a:cs typeface="Times New Roman"/>
              </a:rPr>
              <a:t>3</a:t>
            </a:r>
            <a:r>
              <a:rPr sz="1400" b="1" spc="-30" dirty="0">
                <a:latin typeface="Times New Roman"/>
                <a:cs typeface="Times New Roman"/>
              </a:rPr>
              <a:t>OH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366421" y="3963791"/>
            <a:ext cx="383540" cy="671195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60"/>
              </a:spcBef>
            </a:pPr>
            <a:r>
              <a:rPr sz="1400" b="1" dirty="0">
                <a:latin typeface="Times New Roman"/>
                <a:cs typeface="Times New Roman"/>
              </a:rPr>
              <a:t>p</a:t>
            </a:r>
            <a:r>
              <a:rPr sz="1400" b="1" i="1" dirty="0">
                <a:latin typeface="Times New Roman"/>
                <a:cs typeface="Times New Roman"/>
              </a:rPr>
              <a:t>K</a:t>
            </a:r>
            <a:r>
              <a:rPr sz="2100" b="1" baseline="-9920" dirty="0">
                <a:latin typeface="Times New Roman"/>
                <a:cs typeface="Times New Roman"/>
              </a:rPr>
              <a:t>a</a:t>
            </a:r>
            <a:endParaRPr sz="2100" baseline="-9920">
              <a:latin typeface="Times New Roman"/>
              <a:cs typeface="Times New Roman"/>
            </a:endParaRPr>
          </a:p>
          <a:p>
            <a:pPr marL="59690">
              <a:lnSpc>
                <a:spcPct val="100000"/>
              </a:lnSpc>
              <a:spcBef>
                <a:spcPts val="860"/>
              </a:spcBef>
            </a:pPr>
            <a:r>
              <a:rPr sz="1400" b="1" spc="-30" dirty="0">
                <a:latin typeface="Times New Roman"/>
                <a:cs typeface="Times New Roman"/>
              </a:rPr>
              <a:t>-7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369314" y="4773624"/>
            <a:ext cx="33718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0.64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47250" y="5152140"/>
            <a:ext cx="24828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4.7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336145" y="5653247"/>
            <a:ext cx="24828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4.2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325039" y="6176156"/>
            <a:ext cx="2038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16</a:t>
            </a:r>
            <a:endParaRPr sz="1400">
              <a:latin typeface="Times New Roman"/>
              <a:cs typeface="Times New Roman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817881" y="1455187"/>
            <a:ext cx="974090" cy="935990"/>
            <a:chOff x="817881" y="1455187"/>
            <a:chExt cx="974090" cy="935990"/>
          </a:xfrm>
        </p:grpSpPr>
        <p:sp>
          <p:nvSpPr>
            <p:cNvPr id="32" name="object 32"/>
            <p:cNvSpPr/>
            <p:nvPr/>
          </p:nvSpPr>
          <p:spPr>
            <a:xfrm>
              <a:off x="1153855" y="1935288"/>
              <a:ext cx="144780" cy="167640"/>
            </a:xfrm>
            <a:custGeom>
              <a:avLst/>
              <a:gdLst/>
              <a:ahLst/>
              <a:cxnLst/>
              <a:rect l="l" t="t" r="r" b="b"/>
              <a:pathLst>
                <a:path w="144780" h="167639">
                  <a:moveTo>
                    <a:pt x="76993" y="0"/>
                  </a:moveTo>
                  <a:lnTo>
                    <a:pt x="37437" y="9777"/>
                  </a:lnTo>
                  <a:lnTo>
                    <a:pt x="9731" y="38369"/>
                  </a:lnTo>
                  <a:lnTo>
                    <a:pt x="0" y="82493"/>
                  </a:lnTo>
                  <a:lnTo>
                    <a:pt x="537" y="93904"/>
                  </a:lnTo>
                  <a:lnTo>
                    <a:pt x="13420" y="135410"/>
                  </a:lnTo>
                  <a:lnTo>
                    <a:pt x="42633" y="161440"/>
                  </a:lnTo>
                  <a:lnTo>
                    <a:pt x="76644" y="167437"/>
                  </a:lnTo>
                  <a:lnTo>
                    <a:pt x="88898" y="166571"/>
                  </a:lnTo>
                  <a:lnTo>
                    <a:pt x="127904" y="145854"/>
                  </a:lnTo>
                  <a:lnTo>
                    <a:pt x="144185" y="113304"/>
                  </a:lnTo>
                  <a:lnTo>
                    <a:pt x="122603" y="107896"/>
                  </a:lnTo>
                  <a:lnTo>
                    <a:pt x="119865" y="117492"/>
                  </a:lnTo>
                  <a:lnTo>
                    <a:pt x="116119" y="125826"/>
                  </a:lnTo>
                  <a:lnTo>
                    <a:pt x="83592" y="148458"/>
                  </a:lnTo>
                  <a:lnTo>
                    <a:pt x="74875" y="149108"/>
                  </a:lnTo>
                  <a:lnTo>
                    <a:pt x="67550" y="148631"/>
                  </a:lnTo>
                  <a:lnTo>
                    <a:pt x="31768" y="125670"/>
                  </a:lnTo>
                  <a:lnTo>
                    <a:pt x="22257" y="82378"/>
                  </a:lnTo>
                  <a:lnTo>
                    <a:pt x="22576" y="74439"/>
                  </a:lnTo>
                  <a:lnTo>
                    <a:pt x="34361" y="37748"/>
                  </a:lnTo>
                  <a:lnTo>
                    <a:pt x="67528" y="18888"/>
                  </a:lnTo>
                  <a:lnTo>
                    <a:pt x="76551" y="18329"/>
                  </a:lnTo>
                  <a:lnTo>
                    <a:pt x="84378" y="18832"/>
                  </a:lnTo>
                  <a:lnTo>
                    <a:pt x="116997" y="43883"/>
                  </a:lnTo>
                  <a:lnTo>
                    <a:pt x="120158" y="52122"/>
                  </a:lnTo>
                  <a:lnTo>
                    <a:pt x="141391" y="47152"/>
                  </a:lnTo>
                  <a:lnTo>
                    <a:pt x="118156" y="12365"/>
                  </a:lnTo>
                  <a:lnTo>
                    <a:pt x="88745" y="771"/>
                  </a:lnTo>
                  <a:lnTo>
                    <a:pt x="7699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17881" y="1938038"/>
              <a:ext cx="143738" cy="16193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995118" y="2006132"/>
              <a:ext cx="128905" cy="13970"/>
            </a:xfrm>
            <a:custGeom>
              <a:avLst/>
              <a:gdLst/>
              <a:ahLst/>
              <a:cxnLst/>
              <a:rect l="l" t="t" r="r" b="b"/>
              <a:pathLst>
                <a:path w="128905" h="13969">
                  <a:moveTo>
                    <a:pt x="125210" y="0"/>
                  </a:moveTo>
                  <a:lnTo>
                    <a:pt x="3119" y="0"/>
                  </a:lnTo>
                  <a:lnTo>
                    <a:pt x="0" y="3097"/>
                  </a:lnTo>
                  <a:lnTo>
                    <a:pt x="0" y="10771"/>
                  </a:lnTo>
                  <a:lnTo>
                    <a:pt x="3119" y="13868"/>
                  </a:lnTo>
                  <a:lnTo>
                    <a:pt x="125210" y="13868"/>
                  </a:lnTo>
                  <a:lnTo>
                    <a:pt x="128330" y="10771"/>
                  </a:lnTo>
                  <a:lnTo>
                    <a:pt x="128330" y="30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1313891" y="1646917"/>
              <a:ext cx="156210" cy="167640"/>
            </a:xfrm>
            <a:custGeom>
              <a:avLst/>
              <a:gdLst/>
              <a:ahLst/>
              <a:cxnLst/>
              <a:rect l="l" t="t" r="r" b="b"/>
              <a:pathLst>
                <a:path w="156209" h="167639">
                  <a:moveTo>
                    <a:pt x="78093" y="0"/>
                  </a:moveTo>
                  <a:lnTo>
                    <a:pt x="33487" y="12832"/>
                  </a:lnTo>
                  <a:lnTo>
                    <a:pt x="5432" y="49998"/>
                  </a:lnTo>
                  <a:lnTo>
                    <a:pt x="0" y="86261"/>
                  </a:lnTo>
                  <a:lnTo>
                    <a:pt x="566" y="96460"/>
                  </a:lnTo>
                  <a:lnTo>
                    <a:pt x="14547" y="135413"/>
                  </a:lnTo>
                  <a:lnTo>
                    <a:pt x="46182" y="161341"/>
                  </a:lnTo>
                  <a:lnTo>
                    <a:pt x="77976" y="167553"/>
                  </a:lnTo>
                  <a:lnTo>
                    <a:pt x="88414" y="166929"/>
                  </a:lnTo>
                  <a:lnTo>
                    <a:pt x="126241" y="151972"/>
                  </a:lnTo>
                  <a:lnTo>
                    <a:pt x="129332" y="149223"/>
                  </a:lnTo>
                  <a:lnTo>
                    <a:pt x="77860" y="149223"/>
                  </a:lnTo>
                  <a:lnTo>
                    <a:pt x="66375" y="148161"/>
                  </a:lnTo>
                  <a:lnTo>
                    <a:pt x="31158" y="123173"/>
                  </a:lnTo>
                  <a:lnTo>
                    <a:pt x="22239" y="86261"/>
                  </a:lnTo>
                  <a:lnTo>
                    <a:pt x="23270" y="69294"/>
                  </a:lnTo>
                  <a:lnTo>
                    <a:pt x="38746" y="34070"/>
                  </a:lnTo>
                  <a:lnTo>
                    <a:pt x="78186" y="18444"/>
                  </a:lnTo>
                  <a:lnTo>
                    <a:pt x="129308" y="18444"/>
                  </a:lnTo>
                  <a:lnTo>
                    <a:pt x="127338" y="16609"/>
                  </a:lnTo>
                  <a:lnTo>
                    <a:pt x="118813" y="10724"/>
                  </a:lnTo>
                  <a:lnTo>
                    <a:pt x="109458" y="6036"/>
                  </a:lnTo>
                  <a:lnTo>
                    <a:pt x="99553" y="2684"/>
                  </a:lnTo>
                  <a:lnTo>
                    <a:pt x="89098" y="671"/>
                  </a:lnTo>
                  <a:lnTo>
                    <a:pt x="78093" y="0"/>
                  </a:lnTo>
                  <a:close/>
                </a:path>
                <a:path w="156209" h="167639">
                  <a:moveTo>
                    <a:pt x="129308" y="18444"/>
                  </a:moveTo>
                  <a:lnTo>
                    <a:pt x="78186" y="18444"/>
                  </a:lnTo>
                  <a:lnTo>
                    <a:pt x="86056" y="18952"/>
                  </a:lnTo>
                  <a:lnTo>
                    <a:pt x="93532" y="20473"/>
                  </a:lnTo>
                  <a:lnTo>
                    <a:pt x="126985" y="49440"/>
                  </a:lnTo>
                  <a:lnTo>
                    <a:pt x="133706" y="84065"/>
                  </a:lnTo>
                  <a:lnTo>
                    <a:pt x="132728" y="98680"/>
                  </a:lnTo>
                  <a:lnTo>
                    <a:pt x="109563" y="139658"/>
                  </a:lnTo>
                  <a:lnTo>
                    <a:pt x="77860" y="149223"/>
                  </a:lnTo>
                  <a:lnTo>
                    <a:pt x="129332" y="149223"/>
                  </a:lnTo>
                  <a:lnTo>
                    <a:pt x="153463" y="107393"/>
                  </a:lnTo>
                  <a:lnTo>
                    <a:pt x="155966" y="83950"/>
                  </a:lnTo>
                  <a:lnTo>
                    <a:pt x="155374" y="72234"/>
                  </a:lnTo>
                  <a:lnTo>
                    <a:pt x="141159" y="31543"/>
                  </a:lnTo>
                  <a:lnTo>
                    <a:pt x="134788" y="23550"/>
                  </a:lnTo>
                  <a:lnTo>
                    <a:pt x="129308" y="1844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251559" y="1817293"/>
              <a:ext cx="109855" cy="116839"/>
            </a:xfrm>
            <a:custGeom>
              <a:avLst/>
              <a:gdLst/>
              <a:ahLst/>
              <a:cxnLst/>
              <a:rect l="l" t="t" r="r" b="b"/>
              <a:pathLst>
                <a:path w="109855" h="116839">
                  <a:moveTo>
                    <a:pt x="57023" y="8064"/>
                  </a:moveTo>
                  <a:lnTo>
                    <a:pt x="55880" y="3835"/>
                  </a:lnTo>
                  <a:lnTo>
                    <a:pt x="49199" y="0"/>
                  </a:lnTo>
                  <a:lnTo>
                    <a:pt x="44932" y="1130"/>
                  </a:lnTo>
                  <a:lnTo>
                    <a:pt x="0" y="78384"/>
                  </a:lnTo>
                  <a:lnTo>
                    <a:pt x="1143" y="82638"/>
                  </a:lnTo>
                  <a:lnTo>
                    <a:pt x="7823" y="86474"/>
                  </a:lnTo>
                  <a:lnTo>
                    <a:pt x="12115" y="85318"/>
                  </a:lnTo>
                  <a:lnTo>
                    <a:pt x="57023" y="8064"/>
                  </a:lnTo>
                  <a:close/>
                </a:path>
                <a:path w="109855" h="116839">
                  <a:moveTo>
                    <a:pt x="109296" y="38023"/>
                  </a:moveTo>
                  <a:lnTo>
                    <a:pt x="108153" y="33794"/>
                  </a:lnTo>
                  <a:lnTo>
                    <a:pt x="101473" y="29959"/>
                  </a:lnTo>
                  <a:lnTo>
                    <a:pt x="97205" y="31089"/>
                  </a:lnTo>
                  <a:lnTo>
                    <a:pt x="52273" y="108343"/>
                  </a:lnTo>
                  <a:lnTo>
                    <a:pt x="53416" y="112598"/>
                  </a:lnTo>
                  <a:lnTo>
                    <a:pt x="60096" y="116433"/>
                  </a:lnTo>
                  <a:lnTo>
                    <a:pt x="64376" y="115277"/>
                  </a:lnTo>
                  <a:lnTo>
                    <a:pt x="109296" y="3802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313892" y="2223427"/>
              <a:ext cx="156210" cy="167640"/>
            </a:xfrm>
            <a:custGeom>
              <a:avLst/>
              <a:gdLst/>
              <a:ahLst/>
              <a:cxnLst/>
              <a:rect l="l" t="t" r="r" b="b"/>
              <a:pathLst>
                <a:path w="156209" h="167639">
                  <a:moveTo>
                    <a:pt x="78092" y="0"/>
                  </a:moveTo>
                  <a:lnTo>
                    <a:pt x="33486" y="12822"/>
                  </a:lnTo>
                  <a:lnTo>
                    <a:pt x="5431" y="49984"/>
                  </a:lnTo>
                  <a:lnTo>
                    <a:pt x="0" y="86261"/>
                  </a:lnTo>
                  <a:lnTo>
                    <a:pt x="565" y="96437"/>
                  </a:lnTo>
                  <a:lnTo>
                    <a:pt x="14546" y="135390"/>
                  </a:lnTo>
                  <a:lnTo>
                    <a:pt x="46181" y="161332"/>
                  </a:lnTo>
                  <a:lnTo>
                    <a:pt x="77975" y="167553"/>
                  </a:lnTo>
                  <a:lnTo>
                    <a:pt x="88413" y="166928"/>
                  </a:lnTo>
                  <a:lnTo>
                    <a:pt x="126239" y="151959"/>
                  </a:lnTo>
                  <a:lnTo>
                    <a:pt x="129343" y="149200"/>
                  </a:lnTo>
                  <a:lnTo>
                    <a:pt x="77859" y="149200"/>
                  </a:lnTo>
                  <a:lnTo>
                    <a:pt x="66363" y="148139"/>
                  </a:lnTo>
                  <a:lnTo>
                    <a:pt x="31156" y="123173"/>
                  </a:lnTo>
                  <a:lnTo>
                    <a:pt x="22238" y="86261"/>
                  </a:lnTo>
                  <a:lnTo>
                    <a:pt x="23268" y="69284"/>
                  </a:lnTo>
                  <a:lnTo>
                    <a:pt x="38745" y="34070"/>
                  </a:lnTo>
                  <a:lnTo>
                    <a:pt x="78185" y="18444"/>
                  </a:lnTo>
                  <a:lnTo>
                    <a:pt x="129330" y="18444"/>
                  </a:lnTo>
                  <a:lnTo>
                    <a:pt x="127337" y="16587"/>
                  </a:lnTo>
                  <a:lnTo>
                    <a:pt x="118812" y="10701"/>
                  </a:lnTo>
                  <a:lnTo>
                    <a:pt x="109457" y="6016"/>
                  </a:lnTo>
                  <a:lnTo>
                    <a:pt x="99552" y="2672"/>
                  </a:lnTo>
                  <a:lnTo>
                    <a:pt x="89097" y="667"/>
                  </a:lnTo>
                  <a:lnTo>
                    <a:pt x="78092" y="0"/>
                  </a:lnTo>
                  <a:close/>
                </a:path>
                <a:path w="156209" h="167639">
                  <a:moveTo>
                    <a:pt x="129330" y="18444"/>
                  </a:moveTo>
                  <a:lnTo>
                    <a:pt x="78185" y="18444"/>
                  </a:lnTo>
                  <a:lnTo>
                    <a:pt x="86055" y="18952"/>
                  </a:lnTo>
                  <a:lnTo>
                    <a:pt x="93530" y="20473"/>
                  </a:lnTo>
                  <a:lnTo>
                    <a:pt x="126984" y="49417"/>
                  </a:lnTo>
                  <a:lnTo>
                    <a:pt x="133705" y="84042"/>
                  </a:lnTo>
                  <a:lnTo>
                    <a:pt x="132727" y="98671"/>
                  </a:lnTo>
                  <a:lnTo>
                    <a:pt x="109561" y="139644"/>
                  </a:lnTo>
                  <a:lnTo>
                    <a:pt x="77859" y="149200"/>
                  </a:lnTo>
                  <a:lnTo>
                    <a:pt x="129343" y="149200"/>
                  </a:lnTo>
                  <a:lnTo>
                    <a:pt x="153461" y="107381"/>
                  </a:lnTo>
                  <a:lnTo>
                    <a:pt x="155964" y="83926"/>
                  </a:lnTo>
                  <a:lnTo>
                    <a:pt x="155373" y="72214"/>
                  </a:lnTo>
                  <a:lnTo>
                    <a:pt x="141157" y="31530"/>
                  </a:lnTo>
                  <a:lnTo>
                    <a:pt x="134786" y="23530"/>
                  </a:lnTo>
                  <a:lnTo>
                    <a:pt x="129330" y="1844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1285492" y="2120800"/>
              <a:ext cx="57785" cy="87630"/>
            </a:xfrm>
            <a:custGeom>
              <a:avLst/>
              <a:gdLst/>
              <a:ahLst/>
              <a:cxnLst/>
              <a:rect l="l" t="t" r="r" b="b"/>
              <a:pathLst>
                <a:path w="57784" h="87630">
                  <a:moveTo>
                    <a:pt x="7822" y="0"/>
                  </a:moveTo>
                  <a:lnTo>
                    <a:pt x="1140" y="3813"/>
                  </a:lnTo>
                  <a:lnTo>
                    <a:pt x="0" y="8066"/>
                  </a:lnTo>
                  <a:lnTo>
                    <a:pt x="45493" y="86284"/>
                  </a:lnTo>
                  <a:lnTo>
                    <a:pt x="49753" y="87417"/>
                  </a:lnTo>
                  <a:lnTo>
                    <a:pt x="56435" y="83580"/>
                  </a:lnTo>
                  <a:lnTo>
                    <a:pt x="57576" y="79350"/>
                  </a:lnTo>
                  <a:lnTo>
                    <a:pt x="12106" y="11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1663639" y="2226293"/>
              <a:ext cx="127934" cy="161913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1506392" y="2294387"/>
              <a:ext cx="125730" cy="13970"/>
            </a:xfrm>
            <a:custGeom>
              <a:avLst/>
              <a:gdLst/>
              <a:ahLst/>
              <a:cxnLst/>
              <a:rect l="l" t="t" r="r" b="b"/>
              <a:pathLst>
                <a:path w="125730" h="13969">
                  <a:moveTo>
                    <a:pt x="122417" y="0"/>
                  </a:moveTo>
                  <a:lnTo>
                    <a:pt x="3119" y="0"/>
                  </a:lnTo>
                  <a:lnTo>
                    <a:pt x="0" y="3097"/>
                  </a:lnTo>
                  <a:lnTo>
                    <a:pt x="0" y="10771"/>
                  </a:lnTo>
                  <a:lnTo>
                    <a:pt x="3119" y="13868"/>
                  </a:lnTo>
                  <a:lnTo>
                    <a:pt x="122417" y="13868"/>
                  </a:lnTo>
                  <a:lnTo>
                    <a:pt x="125536" y="10771"/>
                  </a:lnTo>
                  <a:lnTo>
                    <a:pt x="125536" y="30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115250" y="1455191"/>
              <a:ext cx="175260" cy="160655"/>
            </a:xfrm>
            <a:custGeom>
              <a:avLst/>
              <a:gdLst/>
              <a:ahLst/>
              <a:cxnLst/>
              <a:rect l="l" t="t" r="r" b="b"/>
              <a:pathLst>
                <a:path w="175259" h="160655">
                  <a:moveTo>
                    <a:pt x="97243" y="105930"/>
                  </a:moveTo>
                  <a:lnTo>
                    <a:pt x="78384" y="67056"/>
                  </a:lnTo>
                  <a:lnTo>
                    <a:pt x="77838" y="66573"/>
                  </a:lnTo>
                  <a:lnTo>
                    <a:pt x="77838" y="114528"/>
                  </a:lnTo>
                  <a:lnTo>
                    <a:pt x="77393" y="122008"/>
                  </a:lnTo>
                  <a:lnTo>
                    <a:pt x="57848" y="152971"/>
                  </a:lnTo>
                  <a:lnTo>
                    <a:pt x="41160" y="152971"/>
                  </a:lnTo>
                  <a:lnTo>
                    <a:pt x="20015" y="111671"/>
                  </a:lnTo>
                  <a:lnTo>
                    <a:pt x="20561" y="102146"/>
                  </a:lnTo>
                  <a:lnTo>
                    <a:pt x="46710" y="68973"/>
                  </a:lnTo>
                  <a:lnTo>
                    <a:pt x="54851" y="67056"/>
                  </a:lnTo>
                  <a:lnTo>
                    <a:pt x="62280" y="75209"/>
                  </a:lnTo>
                  <a:lnTo>
                    <a:pt x="77838" y="114528"/>
                  </a:lnTo>
                  <a:lnTo>
                    <a:pt x="77838" y="66573"/>
                  </a:lnTo>
                  <a:lnTo>
                    <a:pt x="74853" y="63881"/>
                  </a:lnTo>
                  <a:lnTo>
                    <a:pt x="65100" y="56705"/>
                  </a:lnTo>
                  <a:lnTo>
                    <a:pt x="53289" y="49263"/>
                  </a:lnTo>
                  <a:lnTo>
                    <a:pt x="44056" y="43624"/>
                  </a:lnTo>
                  <a:lnTo>
                    <a:pt x="36626" y="38735"/>
                  </a:lnTo>
                  <a:lnTo>
                    <a:pt x="21259" y="16941"/>
                  </a:lnTo>
                  <a:lnTo>
                    <a:pt x="23025" y="13830"/>
                  </a:lnTo>
                  <a:lnTo>
                    <a:pt x="30048" y="8166"/>
                  </a:lnTo>
                  <a:lnTo>
                    <a:pt x="35128" y="6756"/>
                  </a:lnTo>
                  <a:lnTo>
                    <a:pt x="46469" y="6756"/>
                  </a:lnTo>
                  <a:lnTo>
                    <a:pt x="69469" y="23596"/>
                  </a:lnTo>
                  <a:lnTo>
                    <a:pt x="72682" y="26631"/>
                  </a:lnTo>
                  <a:lnTo>
                    <a:pt x="75806" y="28460"/>
                  </a:lnTo>
                  <a:lnTo>
                    <a:pt x="77241" y="28829"/>
                  </a:lnTo>
                  <a:lnTo>
                    <a:pt x="81622" y="28829"/>
                  </a:lnTo>
                  <a:lnTo>
                    <a:pt x="83908" y="27952"/>
                  </a:lnTo>
                  <a:lnTo>
                    <a:pt x="87541" y="24409"/>
                  </a:lnTo>
                  <a:lnTo>
                    <a:pt x="88442" y="22288"/>
                  </a:lnTo>
                  <a:lnTo>
                    <a:pt x="88442" y="15214"/>
                  </a:lnTo>
                  <a:lnTo>
                    <a:pt x="86004" y="11264"/>
                  </a:lnTo>
                  <a:lnTo>
                    <a:pt x="81114" y="7950"/>
                  </a:lnTo>
                  <a:lnTo>
                    <a:pt x="78867" y="6756"/>
                  </a:lnTo>
                  <a:lnTo>
                    <a:pt x="74637" y="4483"/>
                  </a:lnTo>
                  <a:lnTo>
                    <a:pt x="67005" y="1993"/>
                  </a:lnTo>
                  <a:lnTo>
                    <a:pt x="58216" y="495"/>
                  </a:lnTo>
                  <a:lnTo>
                    <a:pt x="48285" y="0"/>
                  </a:lnTo>
                  <a:lnTo>
                    <a:pt x="39827" y="406"/>
                  </a:lnTo>
                  <a:lnTo>
                    <a:pt x="13449" y="15900"/>
                  </a:lnTo>
                  <a:lnTo>
                    <a:pt x="13449" y="25539"/>
                  </a:lnTo>
                  <a:lnTo>
                    <a:pt x="39395" y="53581"/>
                  </a:lnTo>
                  <a:lnTo>
                    <a:pt x="42786" y="56146"/>
                  </a:lnTo>
                  <a:lnTo>
                    <a:pt x="45974" y="58877"/>
                  </a:lnTo>
                  <a:lnTo>
                    <a:pt x="48958" y="61734"/>
                  </a:lnTo>
                  <a:lnTo>
                    <a:pt x="40601" y="64223"/>
                  </a:lnTo>
                  <a:lnTo>
                    <a:pt x="33070" y="67056"/>
                  </a:lnTo>
                  <a:lnTo>
                    <a:pt x="1739" y="99250"/>
                  </a:lnTo>
                  <a:lnTo>
                    <a:pt x="0" y="106807"/>
                  </a:lnTo>
                  <a:lnTo>
                    <a:pt x="0" y="114528"/>
                  </a:lnTo>
                  <a:lnTo>
                    <a:pt x="19837" y="153035"/>
                  </a:lnTo>
                  <a:lnTo>
                    <a:pt x="45072" y="160477"/>
                  </a:lnTo>
                  <a:lnTo>
                    <a:pt x="55283" y="159486"/>
                  </a:lnTo>
                  <a:lnTo>
                    <a:pt x="88506" y="136131"/>
                  </a:lnTo>
                  <a:lnTo>
                    <a:pt x="96278" y="116840"/>
                  </a:lnTo>
                  <a:lnTo>
                    <a:pt x="97243" y="105930"/>
                  </a:lnTo>
                  <a:close/>
                </a:path>
                <a:path w="175259" h="160655">
                  <a:moveTo>
                    <a:pt x="175158" y="90792"/>
                  </a:moveTo>
                  <a:lnTo>
                    <a:pt x="113639" y="90792"/>
                  </a:lnTo>
                  <a:lnTo>
                    <a:pt x="113639" y="110782"/>
                  </a:lnTo>
                  <a:lnTo>
                    <a:pt x="175158" y="110782"/>
                  </a:lnTo>
                  <a:lnTo>
                    <a:pt x="175158" y="9079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2" name="object 42"/>
          <p:cNvGrpSpPr/>
          <p:nvPr/>
        </p:nvGrpSpPr>
        <p:grpSpPr>
          <a:xfrm>
            <a:off x="1674023" y="2443310"/>
            <a:ext cx="227329" cy="160655"/>
            <a:chOff x="1674023" y="2443310"/>
            <a:chExt cx="227329" cy="160655"/>
          </a:xfrm>
        </p:grpSpPr>
        <p:sp>
          <p:nvSpPr>
            <p:cNvPr id="43" name="object 43"/>
            <p:cNvSpPr/>
            <p:nvPr/>
          </p:nvSpPr>
          <p:spPr>
            <a:xfrm>
              <a:off x="1674023" y="2443310"/>
              <a:ext cx="97249" cy="16048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1793111" y="2469498"/>
              <a:ext cx="107702" cy="107017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/>
          <p:nvPr/>
        </p:nvSpPr>
        <p:spPr>
          <a:xfrm>
            <a:off x="1867878" y="1968969"/>
            <a:ext cx="822325" cy="114935"/>
          </a:xfrm>
          <a:custGeom>
            <a:avLst/>
            <a:gdLst/>
            <a:ahLst/>
            <a:cxnLst/>
            <a:rect l="l" t="t" r="r" b="b"/>
            <a:pathLst>
              <a:path w="822325" h="114935">
                <a:moveTo>
                  <a:pt x="127" y="70764"/>
                </a:moveTo>
                <a:lnTo>
                  <a:pt x="0" y="71399"/>
                </a:lnTo>
                <a:lnTo>
                  <a:pt x="127" y="71653"/>
                </a:lnTo>
                <a:lnTo>
                  <a:pt x="127" y="70764"/>
                </a:lnTo>
                <a:close/>
              </a:path>
              <a:path w="822325" h="114935">
                <a:moveTo>
                  <a:pt x="381" y="69964"/>
                </a:moveTo>
                <a:lnTo>
                  <a:pt x="177" y="70180"/>
                </a:lnTo>
                <a:lnTo>
                  <a:pt x="127" y="70764"/>
                </a:lnTo>
                <a:lnTo>
                  <a:pt x="381" y="69964"/>
                </a:lnTo>
                <a:close/>
              </a:path>
              <a:path w="822325" h="114935">
                <a:moveTo>
                  <a:pt x="590842" y="43484"/>
                </a:moveTo>
                <a:lnTo>
                  <a:pt x="590765" y="43713"/>
                </a:lnTo>
                <a:lnTo>
                  <a:pt x="590677" y="42329"/>
                </a:lnTo>
                <a:lnTo>
                  <a:pt x="590600" y="42189"/>
                </a:lnTo>
                <a:lnTo>
                  <a:pt x="590207" y="41884"/>
                </a:lnTo>
                <a:lnTo>
                  <a:pt x="589699" y="41884"/>
                </a:lnTo>
                <a:lnTo>
                  <a:pt x="588302" y="41427"/>
                </a:lnTo>
                <a:lnTo>
                  <a:pt x="588289" y="44348"/>
                </a:lnTo>
                <a:lnTo>
                  <a:pt x="587425" y="44069"/>
                </a:lnTo>
                <a:lnTo>
                  <a:pt x="588289" y="44348"/>
                </a:lnTo>
                <a:lnTo>
                  <a:pt x="588289" y="41427"/>
                </a:lnTo>
                <a:lnTo>
                  <a:pt x="583882" y="40195"/>
                </a:lnTo>
                <a:lnTo>
                  <a:pt x="576910" y="38112"/>
                </a:lnTo>
                <a:lnTo>
                  <a:pt x="568020" y="35344"/>
                </a:lnTo>
                <a:lnTo>
                  <a:pt x="557352" y="32219"/>
                </a:lnTo>
                <a:lnTo>
                  <a:pt x="554177" y="31229"/>
                </a:lnTo>
                <a:lnTo>
                  <a:pt x="545668" y="28587"/>
                </a:lnTo>
                <a:lnTo>
                  <a:pt x="494334" y="13335"/>
                </a:lnTo>
                <a:lnTo>
                  <a:pt x="482625" y="9690"/>
                </a:lnTo>
                <a:lnTo>
                  <a:pt x="471982" y="6565"/>
                </a:lnTo>
                <a:lnTo>
                  <a:pt x="463067" y="3797"/>
                </a:lnTo>
                <a:lnTo>
                  <a:pt x="456057" y="1714"/>
                </a:lnTo>
                <a:lnTo>
                  <a:pt x="452437" y="698"/>
                </a:lnTo>
                <a:lnTo>
                  <a:pt x="451764" y="508"/>
                </a:lnTo>
                <a:lnTo>
                  <a:pt x="450189" y="0"/>
                </a:lnTo>
                <a:lnTo>
                  <a:pt x="448678" y="1714"/>
                </a:lnTo>
                <a:lnTo>
                  <a:pt x="448576" y="2082"/>
                </a:lnTo>
                <a:lnTo>
                  <a:pt x="449440" y="3797"/>
                </a:lnTo>
                <a:lnTo>
                  <a:pt x="451294" y="7315"/>
                </a:lnTo>
                <a:lnTo>
                  <a:pt x="454075" y="13017"/>
                </a:lnTo>
                <a:lnTo>
                  <a:pt x="457200" y="19697"/>
                </a:lnTo>
                <a:lnTo>
                  <a:pt x="461289" y="29400"/>
                </a:lnTo>
                <a:lnTo>
                  <a:pt x="234251" y="29400"/>
                </a:lnTo>
                <a:lnTo>
                  <a:pt x="234251" y="43268"/>
                </a:lnTo>
                <a:lnTo>
                  <a:pt x="465810" y="43268"/>
                </a:lnTo>
                <a:lnTo>
                  <a:pt x="465848" y="43484"/>
                </a:lnTo>
                <a:lnTo>
                  <a:pt x="467207" y="44653"/>
                </a:lnTo>
                <a:lnTo>
                  <a:pt x="589229" y="44653"/>
                </a:lnTo>
                <a:lnTo>
                  <a:pt x="589724" y="44818"/>
                </a:lnTo>
                <a:lnTo>
                  <a:pt x="590054" y="44653"/>
                </a:lnTo>
                <a:lnTo>
                  <a:pt x="590207" y="44653"/>
                </a:lnTo>
                <a:lnTo>
                  <a:pt x="590372" y="44500"/>
                </a:lnTo>
                <a:lnTo>
                  <a:pt x="590511" y="44424"/>
                </a:lnTo>
                <a:lnTo>
                  <a:pt x="590791" y="44081"/>
                </a:lnTo>
                <a:lnTo>
                  <a:pt x="590842" y="43484"/>
                </a:lnTo>
                <a:close/>
              </a:path>
              <a:path w="822325" h="114935">
                <a:moveTo>
                  <a:pt x="590842" y="42481"/>
                </a:moveTo>
                <a:lnTo>
                  <a:pt x="590677" y="42329"/>
                </a:lnTo>
                <a:lnTo>
                  <a:pt x="590842" y="42646"/>
                </a:lnTo>
                <a:lnTo>
                  <a:pt x="590842" y="42481"/>
                </a:lnTo>
                <a:close/>
              </a:path>
              <a:path w="822325" h="114935">
                <a:moveTo>
                  <a:pt x="590981" y="43040"/>
                </a:moveTo>
                <a:lnTo>
                  <a:pt x="590943" y="42849"/>
                </a:lnTo>
                <a:lnTo>
                  <a:pt x="590842" y="42646"/>
                </a:lnTo>
                <a:lnTo>
                  <a:pt x="590842" y="43484"/>
                </a:lnTo>
                <a:lnTo>
                  <a:pt x="590981" y="43040"/>
                </a:lnTo>
                <a:close/>
              </a:path>
              <a:path w="822325" h="114935">
                <a:moveTo>
                  <a:pt x="822121" y="71005"/>
                </a:moveTo>
                <a:lnTo>
                  <a:pt x="125133" y="71005"/>
                </a:lnTo>
                <a:lnTo>
                  <a:pt x="125133" y="70866"/>
                </a:lnTo>
                <a:lnTo>
                  <a:pt x="124358" y="70180"/>
                </a:lnTo>
                <a:lnTo>
                  <a:pt x="123748" y="69621"/>
                </a:lnTo>
                <a:lnTo>
                  <a:pt x="3517" y="69621"/>
                </a:lnTo>
                <a:lnTo>
                  <a:pt x="3517" y="70192"/>
                </a:lnTo>
                <a:lnTo>
                  <a:pt x="3517" y="69621"/>
                </a:lnTo>
                <a:lnTo>
                  <a:pt x="1752" y="69621"/>
                </a:lnTo>
                <a:lnTo>
                  <a:pt x="1219" y="69430"/>
                </a:lnTo>
                <a:lnTo>
                  <a:pt x="850" y="69621"/>
                </a:lnTo>
                <a:lnTo>
                  <a:pt x="609" y="69735"/>
                </a:lnTo>
                <a:lnTo>
                  <a:pt x="431" y="69824"/>
                </a:lnTo>
                <a:lnTo>
                  <a:pt x="381" y="69964"/>
                </a:lnTo>
                <a:lnTo>
                  <a:pt x="317" y="70180"/>
                </a:lnTo>
                <a:lnTo>
                  <a:pt x="241" y="71894"/>
                </a:lnTo>
                <a:lnTo>
                  <a:pt x="330" y="72072"/>
                </a:lnTo>
                <a:lnTo>
                  <a:pt x="457" y="72110"/>
                </a:lnTo>
                <a:lnTo>
                  <a:pt x="1079" y="72301"/>
                </a:lnTo>
                <a:lnTo>
                  <a:pt x="1257" y="72377"/>
                </a:lnTo>
                <a:lnTo>
                  <a:pt x="457" y="72110"/>
                </a:lnTo>
                <a:lnTo>
                  <a:pt x="736" y="72390"/>
                </a:lnTo>
                <a:lnTo>
                  <a:pt x="1333" y="72390"/>
                </a:lnTo>
                <a:lnTo>
                  <a:pt x="2641" y="72834"/>
                </a:lnTo>
                <a:lnTo>
                  <a:pt x="7035" y="74053"/>
                </a:lnTo>
                <a:lnTo>
                  <a:pt x="14020" y="76136"/>
                </a:lnTo>
                <a:lnTo>
                  <a:pt x="23050" y="78943"/>
                </a:lnTo>
                <a:lnTo>
                  <a:pt x="33578" y="82029"/>
                </a:lnTo>
                <a:lnTo>
                  <a:pt x="45275" y="85661"/>
                </a:lnTo>
                <a:lnTo>
                  <a:pt x="70954" y="93306"/>
                </a:lnTo>
                <a:lnTo>
                  <a:pt x="96608" y="101104"/>
                </a:lnTo>
                <a:lnTo>
                  <a:pt x="108318" y="104736"/>
                </a:lnTo>
                <a:lnTo>
                  <a:pt x="118986" y="107873"/>
                </a:lnTo>
                <a:lnTo>
                  <a:pt x="127876" y="110629"/>
                </a:lnTo>
                <a:lnTo>
                  <a:pt x="134886" y="112725"/>
                </a:lnTo>
                <a:lnTo>
                  <a:pt x="139255" y="113931"/>
                </a:lnTo>
                <a:lnTo>
                  <a:pt x="140766" y="114439"/>
                </a:lnTo>
                <a:lnTo>
                  <a:pt x="141084" y="113995"/>
                </a:lnTo>
                <a:lnTo>
                  <a:pt x="142290" y="112268"/>
                </a:lnTo>
                <a:lnTo>
                  <a:pt x="139547" y="108864"/>
                </a:lnTo>
                <a:lnTo>
                  <a:pt x="136829" y="104965"/>
                </a:lnTo>
                <a:lnTo>
                  <a:pt x="133718" y="99860"/>
                </a:lnTo>
                <a:lnTo>
                  <a:pt x="130632" y="93726"/>
                </a:lnTo>
                <a:lnTo>
                  <a:pt x="127901" y="86588"/>
                </a:lnTo>
                <a:lnTo>
                  <a:pt x="127850" y="86448"/>
                </a:lnTo>
                <a:lnTo>
                  <a:pt x="127876" y="86588"/>
                </a:lnTo>
                <a:lnTo>
                  <a:pt x="127406" y="84874"/>
                </a:lnTo>
                <a:lnTo>
                  <a:pt x="822121" y="84874"/>
                </a:lnTo>
                <a:lnTo>
                  <a:pt x="822121" y="7100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6" name="object 46"/>
          <p:cNvGrpSpPr/>
          <p:nvPr/>
        </p:nvGrpSpPr>
        <p:grpSpPr>
          <a:xfrm>
            <a:off x="3052950" y="1573577"/>
            <a:ext cx="814705" cy="852169"/>
            <a:chOff x="3052950" y="1573577"/>
            <a:chExt cx="814705" cy="852169"/>
          </a:xfrm>
        </p:grpSpPr>
        <p:sp>
          <p:nvSpPr>
            <p:cNvPr id="47" name="object 47"/>
            <p:cNvSpPr/>
            <p:nvPr/>
          </p:nvSpPr>
          <p:spPr>
            <a:xfrm>
              <a:off x="3052950" y="1972709"/>
              <a:ext cx="143696" cy="161936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232967" y="2040803"/>
              <a:ext cx="123189" cy="13970"/>
            </a:xfrm>
            <a:custGeom>
              <a:avLst/>
              <a:gdLst/>
              <a:ahLst/>
              <a:cxnLst/>
              <a:rect l="l" t="t" r="r" b="b"/>
              <a:pathLst>
                <a:path w="123189" h="13969">
                  <a:moveTo>
                    <a:pt x="119669" y="0"/>
                  </a:moveTo>
                  <a:lnTo>
                    <a:pt x="3026" y="0"/>
                  </a:lnTo>
                  <a:lnTo>
                    <a:pt x="0" y="3097"/>
                  </a:lnTo>
                  <a:lnTo>
                    <a:pt x="0" y="10771"/>
                  </a:lnTo>
                  <a:lnTo>
                    <a:pt x="3026" y="13868"/>
                  </a:lnTo>
                  <a:lnTo>
                    <a:pt x="119669" y="13868"/>
                  </a:lnTo>
                  <a:lnTo>
                    <a:pt x="122696" y="10771"/>
                  </a:lnTo>
                  <a:lnTo>
                    <a:pt x="122696" y="30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3339599" y="1573577"/>
              <a:ext cx="527571" cy="852074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0" name="object 50"/>
          <p:cNvGrpSpPr/>
          <p:nvPr/>
        </p:nvGrpSpPr>
        <p:grpSpPr>
          <a:xfrm>
            <a:off x="3980874" y="2021619"/>
            <a:ext cx="719455" cy="78740"/>
            <a:chOff x="3980874" y="2021619"/>
            <a:chExt cx="719455" cy="78740"/>
          </a:xfrm>
        </p:grpSpPr>
        <p:sp>
          <p:nvSpPr>
            <p:cNvPr id="51" name="object 51"/>
            <p:cNvSpPr/>
            <p:nvPr/>
          </p:nvSpPr>
          <p:spPr>
            <a:xfrm>
              <a:off x="4101617" y="2053843"/>
              <a:ext cx="477520" cy="13970"/>
            </a:xfrm>
            <a:custGeom>
              <a:avLst/>
              <a:gdLst/>
              <a:ahLst/>
              <a:cxnLst/>
              <a:rect l="l" t="t" r="r" b="b"/>
              <a:pathLst>
                <a:path w="477520" h="13969">
                  <a:moveTo>
                    <a:pt x="477050" y="0"/>
                  </a:moveTo>
                  <a:lnTo>
                    <a:pt x="0" y="0"/>
                  </a:lnTo>
                  <a:lnTo>
                    <a:pt x="0" y="13868"/>
                  </a:lnTo>
                  <a:lnTo>
                    <a:pt x="477050" y="13868"/>
                  </a:lnTo>
                  <a:lnTo>
                    <a:pt x="47705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4557484" y="2021619"/>
              <a:ext cx="142253" cy="75698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3980874" y="2024392"/>
              <a:ext cx="142166" cy="75698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4" name="object 54"/>
          <p:cNvGrpSpPr/>
          <p:nvPr/>
        </p:nvGrpSpPr>
        <p:grpSpPr>
          <a:xfrm>
            <a:off x="4868998" y="1624173"/>
            <a:ext cx="716915" cy="819150"/>
            <a:chOff x="4868998" y="1624173"/>
            <a:chExt cx="716915" cy="819150"/>
          </a:xfrm>
        </p:grpSpPr>
        <p:sp>
          <p:nvSpPr>
            <p:cNvPr id="55" name="object 55"/>
            <p:cNvSpPr/>
            <p:nvPr/>
          </p:nvSpPr>
          <p:spPr>
            <a:xfrm>
              <a:off x="5204958" y="1987294"/>
              <a:ext cx="144145" cy="167640"/>
            </a:xfrm>
            <a:custGeom>
              <a:avLst/>
              <a:gdLst/>
              <a:ahLst/>
              <a:cxnLst/>
              <a:rect l="l" t="t" r="r" b="b"/>
              <a:pathLst>
                <a:path w="144145" h="167639">
                  <a:moveTo>
                    <a:pt x="77063" y="0"/>
                  </a:moveTo>
                  <a:lnTo>
                    <a:pt x="37484" y="9777"/>
                  </a:lnTo>
                  <a:lnTo>
                    <a:pt x="9778" y="38369"/>
                  </a:lnTo>
                  <a:lnTo>
                    <a:pt x="0" y="82493"/>
                  </a:lnTo>
                  <a:lnTo>
                    <a:pt x="527" y="93904"/>
                  </a:lnTo>
                  <a:lnTo>
                    <a:pt x="13459" y="135410"/>
                  </a:lnTo>
                  <a:lnTo>
                    <a:pt x="42613" y="161440"/>
                  </a:lnTo>
                  <a:lnTo>
                    <a:pt x="76598" y="167437"/>
                  </a:lnTo>
                  <a:lnTo>
                    <a:pt x="88861" y="166571"/>
                  </a:lnTo>
                  <a:lnTo>
                    <a:pt x="127876" y="145854"/>
                  </a:lnTo>
                  <a:lnTo>
                    <a:pt x="144115" y="113304"/>
                  </a:lnTo>
                  <a:lnTo>
                    <a:pt x="122463" y="107896"/>
                  </a:lnTo>
                  <a:lnTo>
                    <a:pt x="119808" y="117492"/>
                  </a:lnTo>
                  <a:lnTo>
                    <a:pt x="116061" y="125826"/>
                  </a:lnTo>
                  <a:lnTo>
                    <a:pt x="83466" y="148458"/>
                  </a:lnTo>
                  <a:lnTo>
                    <a:pt x="74735" y="149108"/>
                  </a:lnTo>
                  <a:lnTo>
                    <a:pt x="67496" y="148631"/>
                  </a:lnTo>
                  <a:lnTo>
                    <a:pt x="31809" y="125670"/>
                  </a:lnTo>
                  <a:lnTo>
                    <a:pt x="22117" y="82378"/>
                  </a:lnTo>
                  <a:lnTo>
                    <a:pt x="22459" y="74439"/>
                  </a:lnTo>
                  <a:lnTo>
                    <a:pt x="34282" y="37748"/>
                  </a:lnTo>
                  <a:lnTo>
                    <a:pt x="67561" y="18888"/>
                  </a:lnTo>
                  <a:lnTo>
                    <a:pt x="76597" y="18329"/>
                  </a:lnTo>
                  <a:lnTo>
                    <a:pt x="84321" y="18832"/>
                  </a:lnTo>
                  <a:lnTo>
                    <a:pt x="116996" y="43883"/>
                  </a:lnTo>
                  <a:lnTo>
                    <a:pt x="120135" y="52122"/>
                  </a:lnTo>
                  <a:lnTo>
                    <a:pt x="141322" y="47152"/>
                  </a:lnTo>
                  <a:lnTo>
                    <a:pt x="118040" y="12365"/>
                  </a:lnTo>
                  <a:lnTo>
                    <a:pt x="88802" y="771"/>
                  </a:lnTo>
                  <a:lnTo>
                    <a:pt x="7706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4868998" y="1990045"/>
              <a:ext cx="143650" cy="161936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5048968" y="2058139"/>
              <a:ext cx="123189" cy="13970"/>
            </a:xfrm>
            <a:custGeom>
              <a:avLst/>
              <a:gdLst/>
              <a:ahLst/>
              <a:cxnLst/>
              <a:rect l="l" t="t" r="r" b="b"/>
              <a:pathLst>
                <a:path w="123189" h="13969">
                  <a:moveTo>
                    <a:pt x="119669" y="0"/>
                  </a:moveTo>
                  <a:lnTo>
                    <a:pt x="3026" y="0"/>
                  </a:lnTo>
                  <a:lnTo>
                    <a:pt x="0" y="3097"/>
                  </a:lnTo>
                  <a:lnTo>
                    <a:pt x="0" y="10771"/>
                  </a:lnTo>
                  <a:lnTo>
                    <a:pt x="3026" y="13868"/>
                  </a:lnTo>
                  <a:lnTo>
                    <a:pt x="119669" y="13868"/>
                  </a:lnTo>
                  <a:lnTo>
                    <a:pt x="122696" y="10771"/>
                  </a:lnTo>
                  <a:lnTo>
                    <a:pt x="122696" y="30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5364924" y="1698929"/>
              <a:ext cx="220979" cy="167640"/>
            </a:xfrm>
            <a:custGeom>
              <a:avLst/>
              <a:gdLst/>
              <a:ahLst/>
              <a:cxnLst/>
              <a:rect l="l" t="t" r="r" b="b"/>
              <a:pathLst>
                <a:path w="220979" h="167639">
                  <a:moveTo>
                    <a:pt x="155956" y="83947"/>
                  </a:moveTo>
                  <a:lnTo>
                    <a:pt x="146418" y="40589"/>
                  </a:lnTo>
                  <a:lnTo>
                    <a:pt x="133845" y="22682"/>
                  </a:lnTo>
                  <a:lnTo>
                    <a:pt x="133845" y="83947"/>
                  </a:lnTo>
                  <a:lnTo>
                    <a:pt x="132842" y="98679"/>
                  </a:lnTo>
                  <a:lnTo>
                    <a:pt x="109601" y="139661"/>
                  </a:lnTo>
                  <a:lnTo>
                    <a:pt x="77965" y="149225"/>
                  </a:lnTo>
                  <a:lnTo>
                    <a:pt x="66421" y="148158"/>
                  </a:lnTo>
                  <a:lnTo>
                    <a:pt x="31165" y="123177"/>
                  </a:lnTo>
                  <a:lnTo>
                    <a:pt x="22326" y="86258"/>
                  </a:lnTo>
                  <a:lnTo>
                    <a:pt x="23342" y="69291"/>
                  </a:lnTo>
                  <a:lnTo>
                    <a:pt x="38862" y="34074"/>
                  </a:lnTo>
                  <a:lnTo>
                    <a:pt x="78206" y="18440"/>
                  </a:lnTo>
                  <a:lnTo>
                    <a:pt x="86055" y="18948"/>
                  </a:lnTo>
                  <a:lnTo>
                    <a:pt x="123253" y="42481"/>
                  </a:lnTo>
                  <a:lnTo>
                    <a:pt x="133845" y="83947"/>
                  </a:lnTo>
                  <a:lnTo>
                    <a:pt x="133845" y="22682"/>
                  </a:lnTo>
                  <a:lnTo>
                    <a:pt x="99618" y="2679"/>
                  </a:lnTo>
                  <a:lnTo>
                    <a:pt x="78206" y="0"/>
                  </a:lnTo>
                  <a:lnTo>
                    <a:pt x="61709" y="1422"/>
                  </a:lnTo>
                  <a:lnTo>
                    <a:pt x="21856" y="22809"/>
                  </a:lnTo>
                  <a:lnTo>
                    <a:pt x="1333" y="66878"/>
                  </a:lnTo>
                  <a:lnTo>
                    <a:pt x="0" y="86258"/>
                  </a:lnTo>
                  <a:lnTo>
                    <a:pt x="584" y="96456"/>
                  </a:lnTo>
                  <a:lnTo>
                    <a:pt x="14528" y="135420"/>
                  </a:lnTo>
                  <a:lnTo>
                    <a:pt x="46151" y="161340"/>
                  </a:lnTo>
                  <a:lnTo>
                    <a:pt x="77965" y="167551"/>
                  </a:lnTo>
                  <a:lnTo>
                    <a:pt x="88442" y="166928"/>
                  </a:lnTo>
                  <a:lnTo>
                    <a:pt x="126238" y="151968"/>
                  </a:lnTo>
                  <a:lnTo>
                    <a:pt x="150368" y="118084"/>
                  </a:lnTo>
                  <a:lnTo>
                    <a:pt x="155346" y="96050"/>
                  </a:lnTo>
                  <a:lnTo>
                    <a:pt x="155956" y="83947"/>
                  </a:lnTo>
                  <a:close/>
                </a:path>
                <a:path w="220979" h="167639">
                  <a:moveTo>
                    <a:pt x="220726" y="24168"/>
                  </a:moveTo>
                  <a:lnTo>
                    <a:pt x="174828" y="24168"/>
                  </a:lnTo>
                  <a:lnTo>
                    <a:pt x="174828" y="39090"/>
                  </a:lnTo>
                  <a:lnTo>
                    <a:pt x="220726" y="39090"/>
                  </a:lnTo>
                  <a:lnTo>
                    <a:pt x="220726" y="2416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5329284" y="1884275"/>
              <a:ext cx="57150" cy="85725"/>
            </a:xfrm>
            <a:custGeom>
              <a:avLst/>
              <a:gdLst/>
              <a:ahLst/>
              <a:cxnLst/>
              <a:rect l="l" t="t" r="r" b="b"/>
              <a:pathLst>
                <a:path w="57150" h="85725">
                  <a:moveTo>
                    <a:pt x="48659" y="0"/>
                  </a:moveTo>
                  <a:lnTo>
                    <a:pt x="44468" y="1132"/>
                  </a:lnTo>
                  <a:lnTo>
                    <a:pt x="0" y="77501"/>
                  </a:lnTo>
                  <a:lnTo>
                    <a:pt x="1164" y="81754"/>
                  </a:lnTo>
                  <a:lnTo>
                    <a:pt x="7915" y="85591"/>
                  </a:lnTo>
                  <a:lnTo>
                    <a:pt x="12106" y="84435"/>
                  </a:lnTo>
                  <a:lnTo>
                    <a:pt x="56575" y="8066"/>
                  </a:lnTo>
                  <a:lnTo>
                    <a:pt x="55411" y="383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5364926" y="2275433"/>
              <a:ext cx="156210" cy="167640"/>
            </a:xfrm>
            <a:custGeom>
              <a:avLst/>
              <a:gdLst/>
              <a:ahLst/>
              <a:cxnLst/>
              <a:rect l="l" t="t" r="r" b="b"/>
              <a:pathLst>
                <a:path w="156210" h="167639">
                  <a:moveTo>
                    <a:pt x="78207" y="0"/>
                  </a:moveTo>
                  <a:lnTo>
                    <a:pt x="33517" y="12822"/>
                  </a:lnTo>
                  <a:lnTo>
                    <a:pt x="5422" y="49984"/>
                  </a:lnTo>
                  <a:lnTo>
                    <a:pt x="0" y="86261"/>
                  </a:lnTo>
                  <a:lnTo>
                    <a:pt x="583" y="96437"/>
                  </a:lnTo>
                  <a:lnTo>
                    <a:pt x="14535" y="135390"/>
                  </a:lnTo>
                  <a:lnTo>
                    <a:pt x="46151" y="161332"/>
                  </a:lnTo>
                  <a:lnTo>
                    <a:pt x="77975" y="167553"/>
                  </a:lnTo>
                  <a:lnTo>
                    <a:pt x="88448" y="166928"/>
                  </a:lnTo>
                  <a:lnTo>
                    <a:pt x="126248" y="151959"/>
                  </a:lnTo>
                  <a:lnTo>
                    <a:pt x="129347" y="149200"/>
                  </a:lnTo>
                  <a:lnTo>
                    <a:pt x="77975" y="149200"/>
                  </a:lnTo>
                  <a:lnTo>
                    <a:pt x="66409" y="148139"/>
                  </a:lnTo>
                  <a:lnTo>
                    <a:pt x="31170" y="123173"/>
                  </a:lnTo>
                  <a:lnTo>
                    <a:pt x="22330" y="86261"/>
                  </a:lnTo>
                  <a:lnTo>
                    <a:pt x="23342" y="69284"/>
                  </a:lnTo>
                  <a:lnTo>
                    <a:pt x="38861" y="34070"/>
                  </a:lnTo>
                  <a:lnTo>
                    <a:pt x="78207" y="18444"/>
                  </a:lnTo>
                  <a:lnTo>
                    <a:pt x="129353" y="18444"/>
                  </a:lnTo>
                  <a:lnTo>
                    <a:pt x="127369" y="16587"/>
                  </a:lnTo>
                  <a:lnTo>
                    <a:pt x="118951" y="10701"/>
                  </a:lnTo>
                  <a:lnTo>
                    <a:pt x="109573" y="6016"/>
                  </a:lnTo>
                  <a:lnTo>
                    <a:pt x="99627" y="2672"/>
                  </a:lnTo>
                  <a:lnTo>
                    <a:pt x="89157" y="667"/>
                  </a:lnTo>
                  <a:lnTo>
                    <a:pt x="78207" y="0"/>
                  </a:lnTo>
                  <a:close/>
                </a:path>
                <a:path w="156210" h="167639">
                  <a:moveTo>
                    <a:pt x="129353" y="18444"/>
                  </a:moveTo>
                  <a:lnTo>
                    <a:pt x="78207" y="18444"/>
                  </a:lnTo>
                  <a:lnTo>
                    <a:pt x="86061" y="18952"/>
                  </a:lnTo>
                  <a:lnTo>
                    <a:pt x="93544" y="20473"/>
                  </a:lnTo>
                  <a:lnTo>
                    <a:pt x="127100" y="49417"/>
                  </a:lnTo>
                  <a:lnTo>
                    <a:pt x="133851" y="83926"/>
                  </a:lnTo>
                  <a:lnTo>
                    <a:pt x="132851" y="98671"/>
                  </a:lnTo>
                  <a:lnTo>
                    <a:pt x="109602" y="139644"/>
                  </a:lnTo>
                  <a:lnTo>
                    <a:pt x="77975" y="149200"/>
                  </a:lnTo>
                  <a:lnTo>
                    <a:pt x="129347" y="149200"/>
                  </a:lnTo>
                  <a:lnTo>
                    <a:pt x="153496" y="107381"/>
                  </a:lnTo>
                  <a:lnTo>
                    <a:pt x="155964" y="83926"/>
                  </a:lnTo>
                  <a:lnTo>
                    <a:pt x="155395" y="72214"/>
                  </a:lnTo>
                  <a:lnTo>
                    <a:pt x="141149" y="31530"/>
                  </a:lnTo>
                  <a:lnTo>
                    <a:pt x="134783" y="23530"/>
                  </a:lnTo>
                  <a:lnTo>
                    <a:pt x="129353" y="1844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5312054" y="1624177"/>
              <a:ext cx="202565" cy="651510"/>
            </a:xfrm>
            <a:custGeom>
              <a:avLst/>
              <a:gdLst/>
              <a:ahLst/>
              <a:cxnLst/>
              <a:rect l="l" t="t" r="r" b="b"/>
              <a:pathLst>
                <a:path w="202564" h="651510">
                  <a:moveTo>
                    <a:pt x="55867" y="642962"/>
                  </a:moveTo>
                  <a:lnTo>
                    <a:pt x="12103" y="567702"/>
                  </a:lnTo>
                  <a:lnTo>
                    <a:pt x="7912" y="566572"/>
                  </a:lnTo>
                  <a:lnTo>
                    <a:pt x="1155" y="570407"/>
                  </a:lnTo>
                  <a:lnTo>
                    <a:pt x="0" y="574636"/>
                  </a:lnTo>
                  <a:lnTo>
                    <a:pt x="43764" y="649897"/>
                  </a:lnTo>
                  <a:lnTo>
                    <a:pt x="48183" y="651027"/>
                  </a:lnTo>
                  <a:lnTo>
                    <a:pt x="54711" y="647192"/>
                  </a:lnTo>
                  <a:lnTo>
                    <a:pt x="55867" y="642962"/>
                  </a:lnTo>
                  <a:close/>
                </a:path>
                <a:path w="202564" h="651510">
                  <a:moveTo>
                    <a:pt x="108254" y="613003"/>
                  </a:moveTo>
                  <a:lnTo>
                    <a:pt x="64490" y="537756"/>
                  </a:lnTo>
                  <a:lnTo>
                    <a:pt x="60299" y="536613"/>
                  </a:lnTo>
                  <a:lnTo>
                    <a:pt x="53543" y="540448"/>
                  </a:lnTo>
                  <a:lnTo>
                    <a:pt x="52374" y="544690"/>
                  </a:lnTo>
                  <a:lnTo>
                    <a:pt x="96151" y="619937"/>
                  </a:lnTo>
                  <a:lnTo>
                    <a:pt x="100342" y="621080"/>
                  </a:lnTo>
                  <a:lnTo>
                    <a:pt x="107086" y="617232"/>
                  </a:lnTo>
                  <a:lnTo>
                    <a:pt x="108254" y="613003"/>
                  </a:lnTo>
                  <a:close/>
                </a:path>
                <a:path w="202564" h="651510">
                  <a:moveTo>
                    <a:pt x="115239" y="20116"/>
                  </a:moveTo>
                  <a:lnTo>
                    <a:pt x="113690" y="12611"/>
                  </a:lnTo>
                  <a:lnTo>
                    <a:pt x="109474" y="6489"/>
                  </a:lnTo>
                  <a:lnTo>
                    <a:pt x="103263" y="2349"/>
                  </a:lnTo>
                  <a:lnTo>
                    <a:pt x="95681" y="838"/>
                  </a:lnTo>
                  <a:lnTo>
                    <a:pt x="88150" y="2349"/>
                  </a:lnTo>
                  <a:lnTo>
                    <a:pt x="82003" y="6489"/>
                  </a:lnTo>
                  <a:lnTo>
                    <a:pt x="77876" y="12611"/>
                  </a:lnTo>
                  <a:lnTo>
                    <a:pt x="76365" y="20116"/>
                  </a:lnTo>
                  <a:lnTo>
                    <a:pt x="77876" y="27609"/>
                  </a:lnTo>
                  <a:lnTo>
                    <a:pt x="82003" y="33731"/>
                  </a:lnTo>
                  <a:lnTo>
                    <a:pt x="88150" y="37858"/>
                  </a:lnTo>
                  <a:lnTo>
                    <a:pt x="95681" y="39370"/>
                  </a:lnTo>
                  <a:lnTo>
                    <a:pt x="103263" y="37858"/>
                  </a:lnTo>
                  <a:lnTo>
                    <a:pt x="109474" y="33731"/>
                  </a:lnTo>
                  <a:lnTo>
                    <a:pt x="113690" y="27609"/>
                  </a:lnTo>
                  <a:lnTo>
                    <a:pt x="115239" y="20116"/>
                  </a:lnTo>
                  <a:close/>
                </a:path>
                <a:path w="202564" h="651510">
                  <a:moveTo>
                    <a:pt x="202552" y="19253"/>
                  </a:moveTo>
                  <a:lnTo>
                    <a:pt x="201002" y="11760"/>
                  </a:lnTo>
                  <a:lnTo>
                    <a:pt x="196786" y="5638"/>
                  </a:lnTo>
                  <a:lnTo>
                    <a:pt x="190563" y="1511"/>
                  </a:lnTo>
                  <a:lnTo>
                    <a:pt x="182994" y="0"/>
                  </a:lnTo>
                  <a:lnTo>
                    <a:pt x="175450" y="1511"/>
                  </a:lnTo>
                  <a:lnTo>
                    <a:pt x="169316" y="5638"/>
                  </a:lnTo>
                  <a:lnTo>
                    <a:pt x="165176" y="11760"/>
                  </a:lnTo>
                  <a:lnTo>
                    <a:pt x="163664" y="19253"/>
                  </a:lnTo>
                  <a:lnTo>
                    <a:pt x="165176" y="26746"/>
                  </a:lnTo>
                  <a:lnTo>
                    <a:pt x="169316" y="32867"/>
                  </a:lnTo>
                  <a:lnTo>
                    <a:pt x="175450" y="36995"/>
                  </a:lnTo>
                  <a:lnTo>
                    <a:pt x="182994" y="38506"/>
                  </a:lnTo>
                  <a:lnTo>
                    <a:pt x="190563" y="36995"/>
                  </a:lnTo>
                  <a:lnTo>
                    <a:pt x="196786" y="32867"/>
                  </a:lnTo>
                  <a:lnTo>
                    <a:pt x="201002" y="26746"/>
                  </a:lnTo>
                  <a:lnTo>
                    <a:pt x="202552" y="192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/>
          <p:nvPr/>
        </p:nvSpPr>
        <p:spPr>
          <a:xfrm>
            <a:off x="5706910" y="1343088"/>
            <a:ext cx="98425" cy="1452880"/>
          </a:xfrm>
          <a:custGeom>
            <a:avLst/>
            <a:gdLst/>
            <a:ahLst/>
            <a:cxnLst/>
            <a:rect l="l" t="t" r="r" b="b"/>
            <a:pathLst>
              <a:path w="98425" h="1452880">
                <a:moveTo>
                  <a:pt x="98247" y="6934"/>
                </a:moveTo>
                <a:lnTo>
                  <a:pt x="91274" y="6934"/>
                </a:lnTo>
                <a:lnTo>
                  <a:pt x="91274" y="0"/>
                </a:lnTo>
                <a:lnTo>
                  <a:pt x="0" y="0"/>
                </a:lnTo>
                <a:lnTo>
                  <a:pt x="0" y="13868"/>
                </a:lnTo>
                <a:lnTo>
                  <a:pt x="84289" y="13868"/>
                </a:lnTo>
                <a:lnTo>
                  <a:pt x="84289" y="1438833"/>
                </a:lnTo>
                <a:lnTo>
                  <a:pt x="0" y="1438833"/>
                </a:lnTo>
                <a:lnTo>
                  <a:pt x="0" y="1452702"/>
                </a:lnTo>
                <a:lnTo>
                  <a:pt x="91274" y="1452702"/>
                </a:lnTo>
                <a:lnTo>
                  <a:pt x="91274" y="1445768"/>
                </a:lnTo>
                <a:lnTo>
                  <a:pt x="98247" y="1445768"/>
                </a:lnTo>
                <a:lnTo>
                  <a:pt x="98247" y="693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2910014" y="1343088"/>
            <a:ext cx="98425" cy="1452880"/>
          </a:xfrm>
          <a:custGeom>
            <a:avLst/>
            <a:gdLst/>
            <a:ahLst/>
            <a:cxnLst/>
            <a:rect l="l" t="t" r="r" b="b"/>
            <a:pathLst>
              <a:path w="98425" h="1452880">
                <a:moveTo>
                  <a:pt x="98132" y="0"/>
                </a:moveTo>
                <a:lnTo>
                  <a:pt x="6985" y="0"/>
                </a:lnTo>
                <a:lnTo>
                  <a:pt x="6985" y="6934"/>
                </a:lnTo>
                <a:lnTo>
                  <a:pt x="0" y="6934"/>
                </a:lnTo>
                <a:lnTo>
                  <a:pt x="0" y="1445768"/>
                </a:lnTo>
                <a:lnTo>
                  <a:pt x="6985" y="1445768"/>
                </a:lnTo>
                <a:lnTo>
                  <a:pt x="6985" y="1452702"/>
                </a:lnTo>
                <a:lnTo>
                  <a:pt x="98132" y="1452702"/>
                </a:lnTo>
                <a:lnTo>
                  <a:pt x="98132" y="1438833"/>
                </a:lnTo>
                <a:lnTo>
                  <a:pt x="13970" y="1438833"/>
                </a:lnTo>
                <a:lnTo>
                  <a:pt x="13970" y="13868"/>
                </a:lnTo>
                <a:lnTo>
                  <a:pt x="98132" y="13868"/>
                </a:lnTo>
                <a:lnTo>
                  <a:pt x="981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3553095" y="2752331"/>
            <a:ext cx="1094955" cy="122601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4730458" y="2707601"/>
            <a:ext cx="622300" cy="167640"/>
          </a:xfrm>
          <a:custGeom>
            <a:avLst/>
            <a:gdLst/>
            <a:ahLst/>
            <a:cxnLst/>
            <a:rect l="l" t="t" r="r" b="b"/>
            <a:pathLst>
              <a:path w="622300" h="167639">
                <a:moveTo>
                  <a:pt x="82651" y="3213"/>
                </a:moveTo>
                <a:lnTo>
                  <a:pt x="72872" y="1066"/>
                </a:lnTo>
                <a:lnTo>
                  <a:pt x="65430" y="0"/>
                </a:lnTo>
                <a:lnTo>
                  <a:pt x="53086" y="0"/>
                </a:lnTo>
                <a:lnTo>
                  <a:pt x="24688" y="47383"/>
                </a:lnTo>
                <a:lnTo>
                  <a:pt x="6756" y="47383"/>
                </a:lnTo>
                <a:lnTo>
                  <a:pt x="3492" y="62852"/>
                </a:lnTo>
                <a:lnTo>
                  <a:pt x="21424" y="62852"/>
                </a:lnTo>
                <a:lnTo>
                  <a:pt x="0" y="164680"/>
                </a:lnTo>
                <a:lnTo>
                  <a:pt x="20256" y="164680"/>
                </a:lnTo>
                <a:lnTo>
                  <a:pt x="41681" y="62852"/>
                </a:lnTo>
                <a:lnTo>
                  <a:pt x="64033" y="62852"/>
                </a:lnTo>
                <a:lnTo>
                  <a:pt x="67284" y="47383"/>
                </a:lnTo>
                <a:lnTo>
                  <a:pt x="44945" y="47383"/>
                </a:lnTo>
                <a:lnTo>
                  <a:pt x="49136" y="27508"/>
                </a:lnTo>
                <a:lnTo>
                  <a:pt x="50761" y="22885"/>
                </a:lnTo>
                <a:lnTo>
                  <a:pt x="54952" y="18973"/>
                </a:lnTo>
                <a:lnTo>
                  <a:pt x="57746" y="18008"/>
                </a:lnTo>
                <a:lnTo>
                  <a:pt x="66357" y="18008"/>
                </a:lnTo>
                <a:lnTo>
                  <a:pt x="72174" y="18884"/>
                </a:lnTo>
                <a:lnTo>
                  <a:pt x="78930" y="20662"/>
                </a:lnTo>
                <a:lnTo>
                  <a:pt x="82651" y="3213"/>
                </a:lnTo>
                <a:close/>
              </a:path>
              <a:path w="622300" h="167639">
                <a:moveTo>
                  <a:pt x="208153" y="93776"/>
                </a:moveTo>
                <a:lnTo>
                  <a:pt x="207352" y="83096"/>
                </a:lnTo>
                <a:lnTo>
                  <a:pt x="204939" y="73558"/>
                </a:lnTo>
                <a:lnTo>
                  <a:pt x="200875" y="65201"/>
                </a:lnTo>
                <a:lnTo>
                  <a:pt x="196875" y="60198"/>
                </a:lnTo>
                <a:lnTo>
                  <a:pt x="195110" y="57988"/>
                </a:lnTo>
                <a:lnTo>
                  <a:pt x="188353" y="52412"/>
                </a:lnTo>
                <a:lnTo>
                  <a:pt x="188353" y="93662"/>
                </a:lnTo>
                <a:lnTo>
                  <a:pt x="188353" y="100368"/>
                </a:lnTo>
                <a:lnTo>
                  <a:pt x="187198" y="107365"/>
                </a:lnTo>
                <a:lnTo>
                  <a:pt x="184861" y="114655"/>
                </a:lnTo>
                <a:lnTo>
                  <a:pt x="183235" y="119875"/>
                </a:lnTo>
                <a:lnTo>
                  <a:pt x="181140" y="124764"/>
                </a:lnTo>
                <a:lnTo>
                  <a:pt x="176022" y="133819"/>
                </a:lnTo>
                <a:lnTo>
                  <a:pt x="172986" y="137845"/>
                </a:lnTo>
                <a:lnTo>
                  <a:pt x="169265" y="141376"/>
                </a:lnTo>
                <a:lnTo>
                  <a:pt x="165773" y="144919"/>
                </a:lnTo>
                <a:lnTo>
                  <a:pt x="161810" y="147548"/>
                </a:lnTo>
                <a:lnTo>
                  <a:pt x="153428" y="151003"/>
                </a:lnTo>
                <a:lnTo>
                  <a:pt x="149009" y="151879"/>
                </a:lnTo>
                <a:lnTo>
                  <a:pt x="136436" y="151879"/>
                </a:lnTo>
                <a:lnTo>
                  <a:pt x="116420" y="112217"/>
                </a:lnTo>
                <a:lnTo>
                  <a:pt x="117348" y="105422"/>
                </a:lnTo>
                <a:lnTo>
                  <a:pt x="119443" y="97802"/>
                </a:lnTo>
                <a:lnTo>
                  <a:pt x="121310" y="90182"/>
                </a:lnTo>
                <a:lnTo>
                  <a:pt x="124333" y="83502"/>
                </a:lnTo>
                <a:lnTo>
                  <a:pt x="132715" y="72021"/>
                </a:lnTo>
                <a:lnTo>
                  <a:pt x="137375" y="67652"/>
                </a:lnTo>
                <a:lnTo>
                  <a:pt x="142722" y="64668"/>
                </a:lnTo>
                <a:lnTo>
                  <a:pt x="147840" y="61683"/>
                </a:lnTo>
                <a:lnTo>
                  <a:pt x="153670" y="60198"/>
                </a:lnTo>
                <a:lnTo>
                  <a:pt x="168097" y="60198"/>
                </a:lnTo>
                <a:lnTo>
                  <a:pt x="188353" y="93662"/>
                </a:lnTo>
                <a:lnTo>
                  <a:pt x="188353" y="52412"/>
                </a:lnTo>
                <a:lnTo>
                  <a:pt x="188087" y="52184"/>
                </a:lnTo>
                <a:lnTo>
                  <a:pt x="179971" y="48044"/>
                </a:lnTo>
                <a:lnTo>
                  <a:pt x="170815" y="45567"/>
                </a:lnTo>
                <a:lnTo>
                  <a:pt x="160655" y="44729"/>
                </a:lnTo>
                <a:lnTo>
                  <a:pt x="147688" y="45897"/>
                </a:lnTo>
                <a:lnTo>
                  <a:pt x="107746" y="75298"/>
                </a:lnTo>
                <a:lnTo>
                  <a:pt x="96164" y="120167"/>
                </a:lnTo>
                <a:lnTo>
                  <a:pt x="96545" y="126974"/>
                </a:lnTo>
                <a:lnTo>
                  <a:pt x="119443" y="161480"/>
                </a:lnTo>
                <a:lnTo>
                  <a:pt x="144589" y="167335"/>
                </a:lnTo>
                <a:lnTo>
                  <a:pt x="152882" y="166751"/>
                </a:lnTo>
                <a:lnTo>
                  <a:pt x="189992" y="146748"/>
                </a:lnTo>
                <a:lnTo>
                  <a:pt x="207632" y="103708"/>
                </a:lnTo>
                <a:lnTo>
                  <a:pt x="208153" y="93776"/>
                </a:lnTo>
                <a:close/>
              </a:path>
              <a:path w="622300" h="167639">
                <a:moveTo>
                  <a:pt x="309892" y="49047"/>
                </a:moveTo>
                <a:lnTo>
                  <a:pt x="304063" y="46177"/>
                </a:lnTo>
                <a:lnTo>
                  <a:pt x="299173" y="44729"/>
                </a:lnTo>
                <a:lnTo>
                  <a:pt x="289166" y="44729"/>
                </a:lnTo>
                <a:lnTo>
                  <a:pt x="259372" y="71348"/>
                </a:lnTo>
                <a:lnTo>
                  <a:pt x="264490" y="47383"/>
                </a:lnTo>
                <a:lnTo>
                  <a:pt x="246557" y="47383"/>
                </a:lnTo>
                <a:lnTo>
                  <a:pt x="221881" y="164680"/>
                </a:lnTo>
                <a:lnTo>
                  <a:pt x="240969" y="164680"/>
                </a:lnTo>
                <a:lnTo>
                  <a:pt x="250990" y="117627"/>
                </a:lnTo>
                <a:lnTo>
                  <a:pt x="254571" y="103606"/>
                </a:lnTo>
                <a:lnTo>
                  <a:pt x="275894" y="67741"/>
                </a:lnTo>
                <a:lnTo>
                  <a:pt x="283121" y="63842"/>
                </a:lnTo>
                <a:lnTo>
                  <a:pt x="294297" y="63842"/>
                </a:lnTo>
                <a:lnTo>
                  <a:pt x="298246" y="65100"/>
                </a:lnTo>
                <a:lnTo>
                  <a:pt x="301739" y="67602"/>
                </a:lnTo>
                <a:lnTo>
                  <a:pt x="309892" y="49047"/>
                </a:lnTo>
                <a:close/>
              </a:path>
              <a:path w="622300" h="167639">
                <a:moveTo>
                  <a:pt x="499643" y="62852"/>
                </a:moveTo>
                <a:lnTo>
                  <a:pt x="497078" y="56337"/>
                </a:lnTo>
                <a:lnTo>
                  <a:pt x="487299" y="47053"/>
                </a:lnTo>
                <a:lnTo>
                  <a:pt x="479844" y="44729"/>
                </a:lnTo>
                <a:lnTo>
                  <a:pt x="462622" y="44729"/>
                </a:lnTo>
                <a:lnTo>
                  <a:pt x="455637" y="46558"/>
                </a:lnTo>
                <a:lnTo>
                  <a:pt x="442366" y="53848"/>
                </a:lnTo>
                <a:lnTo>
                  <a:pt x="436079" y="59347"/>
                </a:lnTo>
                <a:lnTo>
                  <a:pt x="430022" y="66713"/>
                </a:lnTo>
                <a:lnTo>
                  <a:pt x="428625" y="59791"/>
                </a:lnTo>
                <a:lnTo>
                  <a:pt x="425373" y="54394"/>
                </a:lnTo>
                <a:lnTo>
                  <a:pt x="415353" y="46672"/>
                </a:lnTo>
                <a:lnTo>
                  <a:pt x="409308" y="44729"/>
                </a:lnTo>
                <a:lnTo>
                  <a:pt x="395097" y="44729"/>
                </a:lnTo>
                <a:lnTo>
                  <a:pt x="362737" y="66713"/>
                </a:lnTo>
                <a:lnTo>
                  <a:pt x="366699" y="47383"/>
                </a:lnTo>
                <a:lnTo>
                  <a:pt x="346671" y="47383"/>
                </a:lnTo>
                <a:lnTo>
                  <a:pt x="321995" y="164680"/>
                </a:lnTo>
                <a:lnTo>
                  <a:pt x="342023" y="164680"/>
                </a:lnTo>
                <a:lnTo>
                  <a:pt x="353656" y="109245"/>
                </a:lnTo>
                <a:lnTo>
                  <a:pt x="355714" y="100812"/>
                </a:lnTo>
                <a:lnTo>
                  <a:pt x="385089" y="62992"/>
                </a:lnTo>
                <a:lnTo>
                  <a:pt x="390906" y="61188"/>
                </a:lnTo>
                <a:lnTo>
                  <a:pt x="400456" y="61188"/>
                </a:lnTo>
                <a:lnTo>
                  <a:pt x="403720" y="62369"/>
                </a:lnTo>
                <a:lnTo>
                  <a:pt x="408609" y="67081"/>
                </a:lnTo>
                <a:lnTo>
                  <a:pt x="409765" y="70180"/>
                </a:lnTo>
                <a:lnTo>
                  <a:pt x="409765" y="76288"/>
                </a:lnTo>
                <a:lnTo>
                  <a:pt x="391147" y="164680"/>
                </a:lnTo>
                <a:lnTo>
                  <a:pt x="411403" y="164680"/>
                </a:lnTo>
                <a:lnTo>
                  <a:pt x="423506" y="107797"/>
                </a:lnTo>
                <a:lnTo>
                  <a:pt x="440740" y="70218"/>
                </a:lnTo>
                <a:lnTo>
                  <a:pt x="459359" y="61188"/>
                </a:lnTo>
                <a:lnTo>
                  <a:pt x="469836" y="61188"/>
                </a:lnTo>
                <a:lnTo>
                  <a:pt x="473329" y="62293"/>
                </a:lnTo>
                <a:lnTo>
                  <a:pt x="478218" y="66713"/>
                </a:lnTo>
                <a:lnTo>
                  <a:pt x="479386" y="69735"/>
                </a:lnTo>
                <a:lnTo>
                  <a:pt x="479386" y="76288"/>
                </a:lnTo>
                <a:lnTo>
                  <a:pt x="478688" y="80822"/>
                </a:lnTo>
                <a:lnTo>
                  <a:pt x="460984" y="164680"/>
                </a:lnTo>
                <a:lnTo>
                  <a:pt x="481241" y="164680"/>
                </a:lnTo>
                <a:lnTo>
                  <a:pt x="497078" y="89141"/>
                </a:lnTo>
                <a:lnTo>
                  <a:pt x="499643" y="74853"/>
                </a:lnTo>
                <a:lnTo>
                  <a:pt x="499643" y="62852"/>
                </a:lnTo>
                <a:close/>
              </a:path>
              <a:path w="622300" h="167639">
                <a:moveTo>
                  <a:pt x="621868" y="81851"/>
                </a:moveTo>
                <a:lnTo>
                  <a:pt x="595617" y="47294"/>
                </a:lnTo>
                <a:lnTo>
                  <a:pt x="576008" y="44729"/>
                </a:lnTo>
                <a:lnTo>
                  <a:pt x="566572" y="45351"/>
                </a:lnTo>
                <a:lnTo>
                  <a:pt x="534530" y="71831"/>
                </a:lnTo>
                <a:lnTo>
                  <a:pt x="533857" y="78536"/>
                </a:lnTo>
                <a:lnTo>
                  <a:pt x="533857" y="83832"/>
                </a:lnTo>
                <a:lnTo>
                  <a:pt x="579729" y="117360"/>
                </a:lnTo>
                <a:lnTo>
                  <a:pt x="586486" y="121170"/>
                </a:lnTo>
                <a:lnTo>
                  <a:pt x="591832" y="127355"/>
                </a:lnTo>
                <a:lnTo>
                  <a:pt x="593229" y="130632"/>
                </a:lnTo>
                <a:lnTo>
                  <a:pt x="593229" y="138874"/>
                </a:lnTo>
                <a:lnTo>
                  <a:pt x="591134" y="143040"/>
                </a:lnTo>
                <a:lnTo>
                  <a:pt x="582053" y="150101"/>
                </a:lnTo>
                <a:lnTo>
                  <a:pt x="575538" y="151879"/>
                </a:lnTo>
                <a:lnTo>
                  <a:pt x="560171" y="151879"/>
                </a:lnTo>
                <a:lnTo>
                  <a:pt x="537349" y="129120"/>
                </a:lnTo>
                <a:lnTo>
                  <a:pt x="537349" y="123380"/>
                </a:lnTo>
                <a:lnTo>
                  <a:pt x="517105" y="124587"/>
                </a:lnTo>
                <a:lnTo>
                  <a:pt x="538391" y="161683"/>
                </a:lnTo>
                <a:lnTo>
                  <a:pt x="565531" y="167335"/>
                </a:lnTo>
                <a:lnTo>
                  <a:pt x="572808" y="167017"/>
                </a:lnTo>
                <a:lnTo>
                  <a:pt x="611619" y="143294"/>
                </a:lnTo>
                <a:lnTo>
                  <a:pt x="613486" y="137591"/>
                </a:lnTo>
                <a:lnTo>
                  <a:pt x="613486" y="123012"/>
                </a:lnTo>
                <a:lnTo>
                  <a:pt x="565531" y="89801"/>
                </a:lnTo>
                <a:lnTo>
                  <a:pt x="559701" y="86855"/>
                </a:lnTo>
                <a:lnTo>
                  <a:pt x="554113" y="82143"/>
                </a:lnTo>
                <a:lnTo>
                  <a:pt x="552488" y="78905"/>
                </a:lnTo>
                <a:lnTo>
                  <a:pt x="552488" y="71539"/>
                </a:lnTo>
                <a:lnTo>
                  <a:pt x="554583" y="68110"/>
                </a:lnTo>
                <a:lnTo>
                  <a:pt x="562267" y="61785"/>
                </a:lnTo>
                <a:lnTo>
                  <a:pt x="567626" y="60198"/>
                </a:lnTo>
                <a:lnTo>
                  <a:pt x="583222" y="60198"/>
                </a:lnTo>
                <a:lnTo>
                  <a:pt x="589978" y="62255"/>
                </a:lnTo>
                <a:lnTo>
                  <a:pt x="599516" y="70510"/>
                </a:lnTo>
                <a:lnTo>
                  <a:pt x="602081" y="76098"/>
                </a:lnTo>
                <a:lnTo>
                  <a:pt x="602310" y="83172"/>
                </a:lnTo>
                <a:lnTo>
                  <a:pt x="621868" y="8185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6159988" y="2045657"/>
            <a:ext cx="107795" cy="107017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7" name="object 67"/>
          <p:cNvGrpSpPr/>
          <p:nvPr/>
        </p:nvGrpSpPr>
        <p:grpSpPr>
          <a:xfrm>
            <a:off x="6619576" y="2007380"/>
            <a:ext cx="239395" cy="189230"/>
            <a:chOff x="6619576" y="2007380"/>
            <a:chExt cx="239395" cy="189230"/>
          </a:xfrm>
        </p:grpSpPr>
        <p:sp>
          <p:nvSpPr>
            <p:cNvPr id="68" name="object 68"/>
            <p:cNvSpPr/>
            <p:nvPr/>
          </p:nvSpPr>
          <p:spPr>
            <a:xfrm>
              <a:off x="6619576" y="2034285"/>
              <a:ext cx="128051" cy="161913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6778360" y="2007380"/>
              <a:ext cx="80323" cy="79835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0" name="object 70"/>
          <p:cNvGrpSpPr/>
          <p:nvPr/>
        </p:nvGrpSpPr>
        <p:grpSpPr>
          <a:xfrm>
            <a:off x="941036" y="3254823"/>
            <a:ext cx="5422265" cy="560070"/>
            <a:chOff x="941036" y="3254823"/>
            <a:chExt cx="5422265" cy="560070"/>
          </a:xfrm>
        </p:grpSpPr>
        <p:sp>
          <p:nvSpPr>
            <p:cNvPr id="71" name="object 71"/>
            <p:cNvSpPr/>
            <p:nvPr/>
          </p:nvSpPr>
          <p:spPr>
            <a:xfrm>
              <a:off x="1204761" y="3446151"/>
              <a:ext cx="110395" cy="138112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1482729" y="3446151"/>
              <a:ext cx="131711" cy="138112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1342936" y="3460940"/>
              <a:ext cx="2585720" cy="138430"/>
            </a:xfrm>
            <a:custGeom>
              <a:avLst/>
              <a:gdLst/>
              <a:ahLst/>
              <a:cxnLst/>
              <a:rect l="l" t="t" r="r" b="b"/>
              <a:pathLst>
                <a:path w="2585720" h="138429">
                  <a:moveTo>
                    <a:pt x="113995" y="45948"/>
                  </a:moveTo>
                  <a:lnTo>
                    <a:pt x="111302" y="43307"/>
                  </a:lnTo>
                  <a:lnTo>
                    <a:pt x="2692" y="43307"/>
                  </a:lnTo>
                  <a:lnTo>
                    <a:pt x="0" y="45948"/>
                  </a:lnTo>
                  <a:lnTo>
                    <a:pt x="0" y="52489"/>
                  </a:lnTo>
                  <a:lnTo>
                    <a:pt x="2692" y="55130"/>
                  </a:lnTo>
                  <a:lnTo>
                    <a:pt x="111302" y="55130"/>
                  </a:lnTo>
                  <a:lnTo>
                    <a:pt x="113995" y="52489"/>
                  </a:lnTo>
                  <a:lnTo>
                    <a:pt x="113995" y="45948"/>
                  </a:lnTo>
                  <a:close/>
                </a:path>
                <a:path w="2585720" h="138429">
                  <a:moveTo>
                    <a:pt x="2523972" y="138112"/>
                  </a:moveTo>
                  <a:lnTo>
                    <a:pt x="2506522" y="96304"/>
                  </a:lnTo>
                  <a:lnTo>
                    <a:pt x="2500299" y="81419"/>
                  </a:lnTo>
                  <a:lnTo>
                    <a:pt x="2480576" y="34175"/>
                  </a:lnTo>
                  <a:lnTo>
                    <a:pt x="2480576" y="81419"/>
                  </a:lnTo>
                  <a:lnTo>
                    <a:pt x="2432761" y="81419"/>
                  </a:lnTo>
                  <a:lnTo>
                    <a:pt x="2448242" y="40894"/>
                  </a:lnTo>
                  <a:lnTo>
                    <a:pt x="2450528" y="34340"/>
                  </a:lnTo>
                  <a:lnTo>
                    <a:pt x="2452586" y="27749"/>
                  </a:lnTo>
                  <a:lnTo>
                    <a:pt x="2454364" y="21145"/>
                  </a:lnTo>
                  <a:lnTo>
                    <a:pt x="2455875" y="14516"/>
                  </a:lnTo>
                  <a:lnTo>
                    <a:pt x="2457716" y="20510"/>
                  </a:lnTo>
                  <a:lnTo>
                    <a:pt x="2459990" y="27279"/>
                  </a:lnTo>
                  <a:lnTo>
                    <a:pt x="2462707" y="34836"/>
                  </a:lnTo>
                  <a:lnTo>
                    <a:pt x="2480576" y="81419"/>
                  </a:lnTo>
                  <a:lnTo>
                    <a:pt x="2480576" y="34175"/>
                  </a:lnTo>
                  <a:lnTo>
                    <a:pt x="2472372" y="14516"/>
                  </a:lnTo>
                  <a:lnTo>
                    <a:pt x="2466314" y="0"/>
                  </a:lnTo>
                  <a:lnTo>
                    <a:pt x="2446223" y="0"/>
                  </a:lnTo>
                  <a:lnTo>
                    <a:pt x="2392184" y="138112"/>
                  </a:lnTo>
                  <a:lnTo>
                    <a:pt x="2412073" y="138112"/>
                  </a:lnTo>
                  <a:lnTo>
                    <a:pt x="2427541" y="96304"/>
                  </a:lnTo>
                  <a:lnTo>
                    <a:pt x="2486202" y="96304"/>
                  </a:lnTo>
                  <a:lnTo>
                    <a:pt x="2502687" y="138112"/>
                  </a:lnTo>
                  <a:lnTo>
                    <a:pt x="2523972" y="138112"/>
                  </a:lnTo>
                  <a:close/>
                </a:path>
                <a:path w="2585720" h="138429">
                  <a:moveTo>
                    <a:pt x="2585504" y="79616"/>
                  </a:moveTo>
                  <a:lnTo>
                    <a:pt x="2532418" y="79616"/>
                  </a:lnTo>
                  <a:lnTo>
                    <a:pt x="2532418" y="96672"/>
                  </a:lnTo>
                  <a:lnTo>
                    <a:pt x="2585504" y="96672"/>
                  </a:lnTo>
                  <a:lnTo>
                    <a:pt x="2585504" y="796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4876454" y="3485446"/>
              <a:ext cx="93017" cy="91286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5936013" y="3475726"/>
              <a:ext cx="110295" cy="138112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6073028" y="3452776"/>
              <a:ext cx="69311" cy="68119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2091779" y="3449586"/>
              <a:ext cx="709930" cy="97790"/>
            </a:xfrm>
            <a:custGeom>
              <a:avLst/>
              <a:gdLst/>
              <a:ahLst/>
              <a:cxnLst/>
              <a:rect l="l" t="t" r="r" b="b"/>
              <a:pathLst>
                <a:path w="709930" h="97789">
                  <a:moveTo>
                    <a:pt x="127" y="60350"/>
                  </a:moveTo>
                  <a:lnTo>
                    <a:pt x="0" y="60909"/>
                  </a:lnTo>
                  <a:lnTo>
                    <a:pt x="127" y="61137"/>
                  </a:lnTo>
                  <a:lnTo>
                    <a:pt x="127" y="60350"/>
                  </a:lnTo>
                  <a:close/>
                </a:path>
                <a:path w="709930" h="97789">
                  <a:moveTo>
                    <a:pt x="509562" y="35979"/>
                  </a:moveTo>
                  <a:lnTo>
                    <a:pt x="509308" y="35725"/>
                  </a:lnTo>
                  <a:lnTo>
                    <a:pt x="508800" y="35725"/>
                  </a:lnTo>
                  <a:lnTo>
                    <a:pt x="509562" y="35979"/>
                  </a:lnTo>
                  <a:close/>
                </a:path>
                <a:path w="709930" h="97789">
                  <a:moveTo>
                    <a:pt x="509854" y="36258"/>
                  </a:moveTo>
                  <a:lnTo>
                    <a:pt x="509714" y="36118"/>
                  </a:lnTo>
                  <a:lnTo>
                    <a:pt x="509562" y="35979"/>
                  </a:lnTo>
                  <a:lnTo>
                    <a:pt x="507657" y="35356"/>
                  </a:lnTo>
                  <a:lnTo>
                    <a:pt x="503796" y="34290"/>
                  </a:lnTo>
                  <a:lnTo>
                    <a:pt x="497840" y="32537"/>
                  </a:lnTo>
                  <a:lnTo>
                    <a:pt x="497471" y="32410"/>
                  </a:lnTo>
                  <a:lnTo>
                    <a:pt x="490143" y="30162"/>
                  </a:lnTo>
                  <a:lnTo>
                    <a:pt x="480961" y="27508"/>
                  </a:lnTo>
                  <a:lnTo>
                    <a:pt x="470877" y="24396"/>
                  </a:lnTo>
                  <a:lnTo>
                    <a:pt x="425615" y="11087"/>
                  </a:lnTo>
                  <a:lnTo>
                    <a:pt x="423811" y="10528"/>
                  </a:lnTo>
                  <a:lnTo>
                    <a:pt x="416471" y="8280"/>
                  </a:lnTo>
                  <a:lnTo>
                    <a:pt x="407263" y="5626"/>
                  </a:lnTo>
                  <a:lnTo>
                    <a:pt x="406908" y="5499"/>
                  </a:lnTo>
                  <a:lnTo>
                    <a:pt x="399592" y="3251"/>
                  </a:lnTo>
                  <a:lnTo>
                    <a:pt x="393573" y="1485"/>
                  </a:lnTo>
                  <a:lnTo>
                    <a:pt x="390372" y="596"/>
                  </a:lnTo>
                  <a:lnTo>
                    <a:pt x="389864" y="457"/>
                  </a:lnTo>
                  <a:lnTo>
                    <a:pt x="388480" y="0"/>
                  </a:lnTo>
                  <a:lnTo>
                    <a:pt x="387197" y="1460"/>
                  </a:lnTo>
                  <a:lnTo>
                    <a:pt x="387083" y="1778"/>
                  </a:lnTo>
                  <a:lnTo>
                    <a:pt x="387845" y="3251"/>
                  </a:lnTo>
                  <a:lnTo>
                    <a:pt x="389432" y="6235"/>
                  </a:lnTo>
                  <a:lnTo>
                    <a:pt x="391845" y="11099"/>
                  </a:lnTo>
                  <a:lnTo>
                    <a:pt x="394550" y="16865"/>
                  </a:lnTo>
                  <a:lnTo>
                    <a:pt x="398056" y="25082"/>
                  </a:lnTo>
                  <a:lnTo>
                    <a:pt x="202234" y="25082"/>
                  </a:lnTo>
                  <a:lnTo>
                    <a:pt x="202234" y="36906"/>
                  </a:lnTo>
                  <a:lnTo>
                    <a:pt x="401942" y="36906"/>
                  </a:lnTo>
                  <a:lnTo>
                    <a:pt x="401980" y="37109"/>
                  </a:lnTo>
                  <a:lnTo>
                    <a:pt x="403174" y="38100"/>
                  </a:lnTo>
                  <a:lnTo>
                    <a:pt x="508444" y="38100"/>
                  </a:lnTo>
                  <a:lnTo>
                    <a:pt x="506818" y="37566"/>
                  </a:lnTo>
                  <a:lnTo>
                    <a:pt x="504393" y="36906"/>
                  </a:lnTo>
                  <a:lnTo>
                    <a:pt x="506818" y="37566"/>
                  </a:lnTo>
                  <a:lnTo>
                    <a:pt x="506958" y="37604"/>
                  </a:lnTo>
                  <a:lnTo>
                    <a:pt x="508889" y="38227"/>
                  </a:lnTo>
                  <a:lnTo>
                    <a:pt x="509168" y="38100"/>
                  </a:lnTo>
                  <a:lnTo>
                    <a:pt x="509308" y="38100"/>
                  </a:lnTo>
                  <a:lnTo>
                    <a:pt x="509447" y="37960"/>
                  </a:lnTo>
                  <a:lnTo>
                    <a:pt x="509574" y="37896"/>
                  </a:lnTo>
                  <a:lnTo>
                    <a:pt x="509816" y="37604"/>
                  </a:lnTo>
                  <a:lnTo>
                    <a:pt x="509841" y="37109"/>
                  </a:lnTo>
                  <a:lnTo>
                    <a:pt x="509778" y="36258"/>
                  </a:lnTo>
                  <a:lnTo>
                    <a:pt x="509854" y="36398"/>
                  </a:lnTo>
                  <a:lnTo>
                    <a:pt x="509854" y="36258"/>
                  </a:lnTo>
                  <a:close/>
                </a:path>
                <a:path w="709930" h="97789">
                  <a:moveTo>
                    <a:pt x="509981" y="36715"/>
                  </a:moveTo>
                  <a:lnTo>
                    <a:pt x="509943" y="36576"/>
                  </a:lnTo>
                  <a:lnTo>
                    <a:pt x="509854" y="36398"/>
                  </a:lnTo>
                  <a:lnTo>
                    <a:pt x="509854" y="37084"/>
                  </a:lnTo>
                  <a:lnTo>
                    <a:pt x="509981" y="36715"/>
                  </a:lnTo>
                  <a:close/>
                </a:path>
                <a:path w="709930" h="97789">
                  <a:moveTo>
                    <a:pt x="709485" y="60566"/>
                  </a:moveTo>
                  <a:lnTo>
                    <a:pt x="107988" y="60566"/>
                  </a:lnTo>
                  <a:lnTo>
                    <a:pt x="106794" y="59385"/>
                  </a:lnTo>
                  <a:lnTo>
                    <a:pt x="1485" y="59385"/>
                  </a:lnTo>
                  <a:lnTo>
                    <a:pt x="1066" y="59245"/>
                  </a:lnTo>
                  <a:lnTo>
                    <a:pt x="787" y="59385"/>
                  </a:lnTo>
                  <a:lnTo>
                    <a:pt x="647" y="59385"/>
                  </a:lnTo>
                  <a:lnTo>
                    <a:pt x="508" y="59524"/>
                  </a:lnTo>
                  <a:lnTo>
                    <a:pt x="381" y="59588"/>
                  </a:lnTo>
                  <a:lnTo>
                    <a:pt x="165" y="59880"/>
                  </a:lnTo>
                  <a:lnTo>
                    <a:pt x="127" y="60350"/>
                  </a:lnTo>
                  <a:lnTo>
                    <a:pt x="266" y="59893"/>
                  </a:lnTo>
                  <a:lnTo>
                    <a:pt x="203" y="61302"/>
                  </a:lnTo>
                  <a:lnTo>
                    <a:pt x="304" y="61493"/>
                  </a:lnTo>
                  <a:lnTo>
                    <a:pt x="431" y="61544"/>
                  </a:lnTo>
                  <a:lnTo>
                    <a:pt x="647" y="61760"/>
                  </a:lnTo>
                  <a:lnTo>
                    <a:pt x="1104" y="61760"/>
                  </a:lnTo>
                  <a:lnTo>
                    <a:pt x="2286" y="62128"/>
                  </a:lnTo>
                  <a:lnTo>
                    <a:pt x="6083" y="63195"/>
                  </a:lnTo>
                  <a:lnTo>
                    <a:pt x="12115" y="64973"/>
                  </a:lnTo>
                  <a:lnTo>
                    <a:pt x="19837" y="67335"/>
                  </a:lnTo>
                  <a:lnTo>
                    <a:pt x="29006" y="69989"/>
                  </a:lnTo>
                  <a:lnTo>
                    <a:pt x="94107" y="89535"/>
                  </a:lnTo>
                  <a:lnTo>
                    <a:pt x="102666" y="92024"/>
                  </a:lnTo>
                  <a:lnTo>
                    <a:pt x="110350" y="94386"/>
                  </a:lnTo>
                  <a:lnTo>
                    <a:pt x="116408" y="96164"/>
                  </a:lnTo>
                  <a:lnTo>
                    <a:pt x="120180" y="97205"/>
                  </a:lnTo>
                  <a:lnTo>
                    <a:pt x="121488" y="97612"/>
                  </a:lnTo>
                  <a:lnTo>
                    <a:pt x="121754" y="97243"/>
                  </a:lnTo>
                  <a:lnTo>
                    <a:pt x="122796" y="95770"/>
                  </a:lnTo>
                  <a:lnTo>
                    <a:pt x="120434" y="92862"/>
                  </a:lnTo>
                  <a:lnTo>
                    <a:pt x="118071" y="89535"/>
                  </a:lnTo>
                  <a:lnTo>
                    <a:pt x="117957" y="89357"/>
                  </a:lnTo>
                  <a:lnTo>
                    <a:pt x="115354" y="85102"/>
                  </a:lnTo>
                  <a:lnTo>
                    <a:pt x="112750" y="79971"/>
                  </a:lnTo>
                  <a:lnTo>
                    <a:pt x="110375" y="73875"/>
                  </a:lnTo>
                  <a:lnTo>
                    <a:pt x="109943" y="72402"/>
                  </a:lnTo>
                  <a:lnTo>
                    <a:pt x="709485" y="72402"/>
                  </a:lnTo>
                  <a:lnTo>
                    <a:pt x="709485" y="605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946953" y="3260739"/>
              <a:ext cx="5410835" cy="548640"/>
            </a:xfrm>
            <a:custGeom>
              <a:avLst/>
              <a:gdLst/>
              <a:ahLst/>
              <a:cxnLst/>
              <a:rect l="l" t="t" r="r" b="b"/>
              <a:pathLst>
                <a:path w="5410835" h="548639">
                  <a:moveTo>
                    <a:pt x="5410352" y="548116"/>
                  </a:moveTo>
                  <a:lnTo>
                    <a:pt x="5410352" y="231236"/>
                  </a:lnTo>
                  <a:lnTo>
                    <a:pt x="5410352" y="68514"/>
                  </a:lnTo>
                  <a:lnTo>
                    <a:pt x="5410352" y="8564"/>
                  </a:lnTo>
                  <a:lnTo>
                    <a:pt x="5410352" y="0"/>
                  </a:lnTo>
                  <a:lnTo>
                    <a:pt x="2282492" y="0"/>
                  </a:lnTo>
                  <a:lnTo>
                    <a:pt x="676294" y="0"/>
                  </a:lnTo>
                  <a:lnTo>
                    <a:pt x="84536" y="0"/>
                  </a:lnTo>
                  <a:lnTo>
                    <a:pt x="0" y="0"/>
                  </a:lnTo>
                  <a:lnTo>
                    <a:pt x="0" y="316879"/>
                  </a:lnTo>
                  <a:lnTo>
                    <a:pt x="0" y="479601"/>
                  </a:lnTo>
                  <a:lnTo>
                    <a:pt x="0" y="539551"/>
                  </a:lnTo>
                  <a:lnTo>
                    <a:pt x="0" y="548115"/>
                  </a:lnTo>
                  <a:lnTo>
                    <a:pt x="3127860" y="548116"/>
                  </a:lnTo>
                  <a:lnTo>
                    <a:pt x="4734058" y="548116"/>
                  </a:lnTo>
                  <a:lnTo>
                    <a:pt x="5325816" y="548116"/>
                  </a:lnTo>
                  <a:lnTo>
                    <a:pt x="5410352" y="548116"/>
                  </a:lnTo>
                  <a:lnTo>
                    <a:pt x="5410352" y="231236"/>
                  </a:lnTo>
                  <a:lnTo>
                    <a:pt x="5410352" y="68514"/>
                  </a:lnTo>
                  <a:lnTo>
                    <a:pt x="5410352" y="8564"/>
                  </a:lnTo>
                  <a:lnTo>
                    <a:pt x="5410352" y="0"/>
                  </a:lnTo>
                </a:path>
              </a:pathLst>
            </a:custGeom>
            <a:ln w="118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9" name="object 79"/>
          <p:cNvGrpSpPr/>
          <p:nvPr/>
        </p:nvGrpSpPr>
        <p:grpSpPr>
          <a:xfrm>
            <a:off x="7754481" y="2912508"/>
            <a:ext cx="2734310" cy="1243330"/>
            <a:chOff x="7754481" y="2912508"/>
            <a:chExt cx="2734310" cy="1243330"/>
          </a:xfrm>
        </p:grpSpPr>
        <p:sp>
          <p:nvSpPr>
            <p:cNvPr id="80" name="object 80"/>
            <p:cNvSpPr/>
            <p:nvPr/>
          </p:nvSpPr>
          <p:spPr>
            <a:xfrm>
              <a:off x="8193681" y="3460828"/>
              <a:ext cx="119380" cy="139065"/>
            </a:xfrm>
            <a:custGeom>
              <a:avLst/>
              <a:gdLst/>
              <a:ahLst/>
              <a:cxnLst/>
              <a:rect l="l" t="t" r="r" b="b"/>
              <a:pathLst>
                <a:path w="119379" h="139064">
                  <a:moveTo>
                    <a:pt x="63511" y="0"/>
                  </a:moveTo>
                  <a:lnTo>
                    <a:pt x="23899" y="12600"/>
                  </a:lnTo>
                  <a:lnTo>
                    <a:pt x="2011" y="48666"/>
                  </a:lnTo>
                  <a:lnTo>
                    <a:pt x="0" y="68255"/>
                  </a:lnTo>
                  <a:lnTo>
                    <a:pt x="446" y="77696"/>
                  </a:lnTo>
                  <a:lnTo>
                    <a:pt x="15851" y="118918"/>
                  </a:lnTo>
                  <a:lnTo>
                    <a:pt x="52874" y="137985"/>
                  </a:lnTo>
                  <a:lnTo>
                    <a:pt x="63242" y="138537"/>
                  </a:lnTo>
                  <a:lnTo>
                    <a:pt x="73339" y="137820"/>
                  </a:lnTo>
                  <a:lnTo>
                    <a:pt x="111103" y="113003"/>
                  </a:lnTo>
                  <a:lnTo>
                    <a:pt x="118936" y="93767"/>
                  </a:lnTo>
                  <a:lnTo>
                    <a:pt x="101133" y="89272"/>
                  </a:lnTo>
                  <a:lnTo>
                    <a:pt x="98883" y="97212"/>
                  </a:lnTo>
                  <a:lnTo>
                    <a:pt x="95792" y="104108"/>
                  </a:lnTo>
                  <a:lnTo>
                    <a:pt x="61763" y="123371"/>
                  </a:lnTo>
                  <a:lnTo>
                    <a:pt x="53562" y="123371"/>
                  </a:lnTo>
                  <a:lnTo>
                    <a:pt x="23353" y="98012"/>
                  </a:lnTo>
                  <a:lnTo>
                    <a:pt x="18360" y="68178"/>
                  </a:lnTo>
                  <a:lnTo>
                    <a:pt x="18623" y="61598"/>
                  </a:lnTo>
                  <a:lnTo>
                    <a:pt x="37219" y="22566"/>
                  </a:lnTo>
                  <a:lnTo>
                    <a:pt x="63146" y="15165"/>
                  </a:lnTo>
                  <a:lnTo>
                    <a:pt x="72134" y="15165"/>
                  </a:lnTo>
                  <a:lnTo>
                    <a:pt x="79604" y="17384"/>
                  </a:lnTo>
                  <a:lnTo>
                    <a:pt x="91473" y="26276"/>
                  </a:lnTo>
                  <a:lnTo>
                    <a:pt x="95986" y="33391"/>
                  </a:lnTo>
                  <a:lnTo>
                    <a:pt x="99117" y="43125"/>
                  </a:lnTo>
                  <a:lnTo>
                    <a:pt x="116651" y="39013"/>
                  </a:lnTo>
                  <a:lnTo>
                    <a:pt x="90180" y="5752"/>
                  </a:lnTo>
                  <a:lnTo>
                    <a:pt x="73205" y="638"/>
                  </a:lnTo>
                  <a:lnTo>
                    <a:pt x="635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7916552" y="3463104"/>
              <a:ext cx="118552" cy="133985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8062741" y="3519445"/>
              <a:ext cx="106045" cy="12065"/>
            </a:xfrm>
            <a:custGeom>
              <a:avLst/>
              <a:gdLst/>
              <a:ahLst/>
              <a:cxnLst/>
              <a:rect l="l" t="t" r="r" b="b"/>
              <a:pathLst>
                <a:path w="106045" h="12064">
                  <a:moveTo>
                    <a:pt x="103284" y="0"/>
                  </a:moveTo>
                  <a:lnTo>
                    <a:pt x="2573" y="0"/>
                  </a:lnTo>
                  <a:lnTo>
                    <a:pt x="0" y="2562"/>
                  </a:lnTo>
                  <a:lnTo>
                    <a:pt x="0" y="8911"/>
                  </a:lnTo>
                  <a:lnTo>
                    <a:pt x="2573" y="11474"/>
                  </a:lnTo>
                  <a:lnTo>
                    <a:pt x="103284" y="11474"/>
                  </a:lnTo>
                  <a:lnTo>
                    <a:pt x="105858" y="8911"/>
                  </a:lnTo>
                  <a:lnTo>
                    <a:pt x="105858" y="25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8411346" y="3168072"/>
              <a:ext cx="128905" cy="139065"/>
            </a:xfrm>
            <a:custGeom>
              <a:avLst/>
              <a:gdLst/>
              <a:ahLst/>
              <a:cxnLst/>
              <a:rect l="l" t="t" r="r" b="b"/>
              <a:pathLst>
                <a:path w="128904" h="139064">
                  <a:moveTo>
                    <a:pt x="64418" y="0"/>
                  </a:moveTo>
                  <a:lnTo>
                    <a:pt x="27623" y="10617"/>
                  </a:lnTo>
                  <a:lnTo>
                    <a:pt x="4481" y="41368"/>
                  </a:lnTo>
                  <a:lnTo>
                    <a:pt x="0" y="71372"/>
                  </a:lnTo>
                  <a:lnTo>
                    <a:pt x="467" y="79810"/>
                  </a:lnTo>
                  <a:lnTo>
                    <a:pt x="17221" y="118693"/>
                  </a:lnTo>
                  <a:lnTo>
                    <a:pt x="55079" y="138062"/>
                  </a:lnTo>
                  <a:lnTo>
                    <a:pt x="64322" y="138632"/>
                  </a:lnTo>
                  <a:lnTo>
                    <a:pt x="72931" y="138116"/>
                  </a:lnTo>
                  <a:lnTo>
                    <a:pt x="106684" y="123467"/>
                  </a:lnTo>
                  <a:lnTo>
                    <a:pt x="64226" y="123467"/>
                  </a:lnTo>
                  <a:lnTo>
                    <a:pt x="54752" y="122588"/>
                  </a:lnTo>
                  <a:lnTo>
                    <a:pt x="21614" y="93016"/>
                  </a:lnTo>
                  <a:lnTo>
                    <a:pt x="18345" y="71372"/>
                  </a:lnTo>
                  <a:lnTo>
                    <a:pt x="19195" y="57334"/>
                  </a:lnTo>
                  <a:lnTo>
                    <a:pt x="39121" y="22538"/>
                  </a:lnTo>
                  <a:lnTo>
                    <a:pt x="64494" y="15261"/>
                  </a:lnTo>
                  <a:lnTo>
                    <a:pt x="106664" y="15261"/>
                  </a:lnTo>
                  <a:lnTo>
                    <a:pt x="105040" y="13742"/>
                  </a:lnTo>
                  <a:lnTo>
                    <a:pt x="98007" y="8873"/>
                  </a:lnTo>
                  <a:lnTo>
                    <a:pt x="90290" y="4994"/>
                  </a:lnTo>
                  <a:lnTo>
                    <a:pt x="82120" y="2220"/>
                  </a:lnTo>
                  <a:lnTo>
                    <a:pt x="73496" y="555"/>
                  </a:lnTo>
                  <a:lnTo>
                    <a:pt x="64418" y="0"/>
                  </a:lnTo>
                  <a:close/>
                </a:path>
                <a:path w="128904" h="139064">
                  <a:moveTo>
                    <a:pt x="106664" y="15261"/>
                  </a:moveTo>
                  <a:lnTo>
                    <a:pt x="73367" y="15261"/>
                  </a:lnTo>
                  <a:lnTo>
                    <a:pt x="81376" y="17498"/>
                  </a:lnTo>
                  <a:lnTo>
                    <a:pt x="95626" y="26468"/>
                  </a:lnTo>
                  <a:lnTo>
                    <a:pt x="110292" y="69555"/>
                  </a:lnTo>
                  <a:lnTo>
                    <a:pt x="109488" y="81648"/>
                  </a:lnTo>
                  <a:lnTo>
                    <a:pt x="90377" y="115552"/>
                  </a:lnTo>
                  <a:lnTo>
                    <a:pt x="64226" y="123467"/>
                  </a:lnTo>
                  <a:lnTo>
                    <a:pt x="106684" y="123467"/>
                  </a:lnTo>
                  <a:lnTo>
                    <a:pt x="126589" y="88856"/>
                  </a:lnTo>
                  <a:lnTo>
                    <a:pt x="128654" y="69459"/>
                  </a:lnTo>
                  <a:lnTo>
                    <a:pt x="128168" y="59766"/>
                  </a:lnTo>
                  <a:lnTo>
                    <a:pt x="111184" y="19485"/>
                  </a:lnTo>
                  <a:lnTo>
                    <a:pt x="106664" y="15261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8299132" y="3303003"/>
              <a:ext cx="153670" cy="180975"/>
            </a:xfrm>
            <a:custGeom>
              <a:avLst/>
              <a:gdLst/>
              <a:ahLst/>
              <a:cxnLst/>
              <a:rect l="l" t="t" r="r" b="b"/>
              <a:pathLst>
                <a:path w="153670" h="180975">
                  <a:moveTo>
                    <a:pt x="94780" y="134327"/>
                  </a:moveTo>
                  <a:lnTo>
                    <a:pt x="93967" y="130784"/>
                  </a:lnTo>
                  <a:lnTo>
                    <a:pt x="88569" y="127406"/>
                  </a:lnTo>
                  <a:lnTo>
                    <a:pt x="85013" y="128231"/>
                  </a:lnTo>
                  <a:lnTo>
                    <a:pt x="56070" y="174053"/>
                  </a:lnTo>
                  <a:lnTo>
                    <a:pt x="56883" y="177609"/>
                  </a:lnTo>
                  <a:lnTo>
                    <a:pt x="62255" y="180975"/>
                  </a:lnTo>
                  <a:lnTo>
                    <a:pt x="65836" y="180174"/>
                  </a:lnTo>
                  <a:lnTo>
                    <a:pt x="94780" y="134327"/>
                  </a:lnTo>
                  <a:close/>
                </a:path>
                <a:path w="153670" h="180975">
                  <a:moveTo>
                    <a:pt x="96977" y="6921"/>
                  </a:moveTo>
                  <a:lnTo>
                    <a:pt x="96177" y="3365"/>
                  </a:lnTo>
                  <a:lnTo>
                    <a:pt x="90779" y="0"/>
                  </a:lnTo>
                  <a:lnTo>
                    <a:pt x="87223" y="800"/>
                  </a:lnTo>
                  <a:lnTo>
                    <a:pt x="0" y="138938"/>
                  </a:lnTo>
                  <a:lnTo>
                    <a:pt x="800" y="142494"/>
                  </a:lnTo>
                  <a:lnTo>
                    <a:pt x="6197" y="145859"/>
                  </a:lnTo>
                  <a:lnTo>
                    <a:pt x="9753" y="145059"/>
                  </a:lnTo>
                  <a:lnTo>
                    <a:pt x="96977" y="6921"/>
                  </a:lnTo>
                  <a:close/>
                </a:path>
                <a:path w="153670" h="180975">
                  <a:moveTo>
                    <a:pt x="153060" y="42037"/>
                  </a:moveTo>
                  <a:lnTo>
                    <a:pt x="152260" y="38481"/>
                  </a:lnTo>
                  <a:lnTo>
                    <a:pt x="146862" y="35115"/>
                  </a:lnTo>
                  <a:lnTo>
                    <a:pt x="143306" y="35915"/>
                  </a:lnTo>
                  <a:lnTo>
                    <a:pt x="114363" y="81749"/>
                  </a:lnTo>
                  <a:lnTo>
                    <a:pt x="115176" y="85293"/>
                  </a:lnTo>
                  <a:lnTo>
                    <a:pt x="120548" y="88684"/>
                  </a:lnTo>
                  <a:lnTo>
                    <a:pt x="124117" y="87858"/>
                  </a:lnTo>
                  <a:lnTo>
                    <a:pt x="153060" y="4203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8383308" y="3785293"/>
              <a:ext cx="128905" cy="139065"/>
            </a:xfrm>
            <a:custGeom>
              <a:avLst/>
              <a:gdLst/>
              <a:ahLst/>
              <a:cxnLst/>
              <a:rect l="l" t="t" r="r" b="b"/>
              <a:pathLst>
                <a:path w="128904" h="139064">
                  <a:moveTo>
                    <a:pt x="64416" y="0"/>
                  </a:moveTo>
                  <a:lnTo>
                    <a:pt x="27622" y="10609"/>
                  </a:lnTo>
                  <a:lnTo>
                    <a:pt x="4487" y="41356"/>
                  </a:lnTo>
                  <a:lnTo>
                    <a:pt x="0" y="71372"/>
                  </a:lnTo>
                  <a:lnTo>
                    <a:pt x="466" y="79791"/>
                  </a:lnTo>
                  <a:lnTo>
                    <a:pt x="17220" y="118676"/>
                  </a:lnTo>
                  <a:lnTo>
                    <a:pt x="55077" y="138059"/>
                  </a:lnTo>
                  <a:lnTo>
                    <a:pt x="64321" y="138632"/>
                  </a:lnTo>
                  <a:lnTo>
                    <a:pt x="72941" y="138116"/>
                  </a:lnTo>
                  <a:lnTo>
                    <a:pt x="106693" y="123448"/>
                  </a:lnTo>
                  <a:lnTo>
                    <a:pt x="64224" y="123448"/>
                  </a:lnTo>
                  <a:lnTo>
                    <a:pt x="54742" y="122569"/>
                  </a:lnTo>
                  <a:lnTo>
                    <a:pt x="21613" y="93016"/>
                  </a:lnTo>
                  <a:lnTo>
                    <a:pt x="18344" y="71372"/>
                  </a:lnTo>
                  <a:lnTo>
                    <a:pt x="19197" y="57326"/>
                  </a:lnTo>
                  <a:lnTo>
                    <a:pt x="39120" y="22530"/>
                  </a:lnTo>
                  <a:lnTo>
                    <a:pt x="64513" y="15261"/>
                  </a:lnTo>
                  <a:lnTo>
                    <a:pt x="106683" y="15261"/>
                  </a:lnTo>
                  <a:lnTo>
                    <a:pt x="105038" y="13724"/>
                  </a:lnTo>
                  <a:lnTo>
                    <a:pt x="98006" y="8854"/>
                  </a:lnTo>
                  <a:lnTo>
                    <a:pt x="90300" y="4978"/>
                  </a:lnTo>
                  <a:lnTo>
                    <a:pt x="82133" y="2211"/>
                  </a:lnTo>
                  <a:lnTo>
                    <a:pt x="73505" y="552"/>
                  </a:lnTo>
                  <a:lnTo>
                    <a:pt x="64416" y="0"/>
                  </a:lnTo>
                  <a:close/>
                </a:path>
                <a:path w="128904" h="139064">
                  <a:moveTo>
                    <a:pt x="106683" y="15261"/>
                  </a:moveTo>
                  <a:lnTo>
                    <a:pt x="73385" y="15261"/>
                  </a:lnTo>
                  <a:lnTo>
                    <a:pt x="81375" y="17498"/>
                  </a:lnTo>
                  <a:lnTo>
                    <a:pt x="95625" y="26449"/>
                  </a:lnTo>
                  <a:lnTo>
                    <a:pt x="110291" y="69536"/>
                  </a:lnTo>
                  <a:lnTo>
                    <a:pt x="109487" y="81640"/>
                  </a:lnTo>
                  <a:lnTo>
                    <a:pt x="90375" y="115541"/>
                  </a:lnTo>
                  <a:lnTo>
                    <a:pt x="64224" y="123448"/>
                  </a:lnTo>
                  <a:lnTo>
                    <a:pt x="106693" y="123448"/>
                  </a:lnTo>
                  <a:lnTo>
                    <a:pt x="126588" y="88847"/>
                  </a:lnTo>
                  <a:lnTo>
                    <a:pt x="128653" y="69440"/>
                  </a:lnTo>
                  <a:lnTo>
                    <a:pt x="128167" y="59750"/>
                  </a:lnTo>
                  <a:lnTo>
                    <a:pt x="111183" y="19468"/>
                  </a:lnTo>
                  <a:lnTo>
                    <a:pt x="106683" y="15261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8303856" y="3436530"/>
              <a:ext cx="334010" cy="338455"/>
            </a:xfrm>
            <a:custGeom>
              <a:avLst/>
              <a:gdLst/>
              <a:ahLst/>
              <a:cxnLst/>
              <a:rect l="l" t="t" r="r" b="b"/>
              <a:pathLst>
                <a:path w="334009" h="338454">
                  <a:moveTo>
                    <a:pt x="96558" y="188849"/>
                  </a:moveTo>
                  <a:lnTo>
                    <a:pt x="68541" y="142430"/>
                  </a:lnTo>
                  <a:lnTo>
                    <a:pt x="65011" y="141554"/>
                  </a:lnTo>
                  <a:lnTo>
                    <a:pt x="59550" y="144830"/>
                  </a:lnTo>
                  <a:lnTo>
                    <a:pt x="58674" y="148348"/>
                  </a:lnTo>
                  <a:lnTo>
                    <a:pt x="86690" y="194754"/>
                  </a:lnTo>
                  <a:lnTo>
                    <a:pt x="90220" y="195643"/>
                  </a:lnTo>
                  <a:lnTo>
                    <a:pt x="95681" y="192366"/>
                  </a:lnTo>
                  <a:lnTo>
                    <a:pt x="96558" y="188849"/>
                  </a:lnTo>
                  <a:close/>
                </a:path>
                <a:path w="334009" h="338454">
                  <a:moveTo>
                    <a:pt x="102704" y="331343"/>
                  </a:moveTo>
                  <a:lnTo>
                    <a:pt x="9893" y="177546"/>
                  </a:lnTo>
                  <a:lnTo>
                    <a:pt x="6337" y="176669"/>
                  </a:lnTo>
                  <a:lnTo>
                    <a:pt x="876" y="179933"/>
                  </a:lnTo>
                  <a:lnTo>
                    <a:pt x="0" y="183451"/>
                  </a:lnTo>
                  <a:lnTo>
                    <a:pt x="92837" y="337261"/>
                  </a:lnTo>
                  <a:lnTo>
                    <a:pt x="96367" y="338137"/>
                  </a:lnTo>
                  <a:lnTo>
                    <a:pt x="101828" y="334860"/>
                  </a:lnTo>
                  <a:lnTo>
                    <a:pt x="102704" y="331343"/>
                  </a:lnTo>
                  <a:close/>
                </a:path>
                <a:path w="334009" h="338454">
                  <a:moveTo>
                    <a:pt x="161378" y="296240"/>
                  </a:moveTo>
                  <a:lnTo>
                    <a:pt x="133362" y="249821"/>
                  </a:lnTo>
                  <a:lnTo>
                    <a:pt x="129819" y="248945"/>
                  </a:lnTo>
                  <a:lnTo>
                    <a:pt x="124371" y="252209"/>
                  </a:lnTo>
                  <a:lnTo>
                    <a:pt x="123482" y="255727"/>
                  </a:lnTo>
                  <a:lnTo>
                    <a:pt x="151511" y="302145"/>
                  </a:lnTo>
                  <a:lnTo>
                    <a:pt x="155041" y="303022"/>
                  </a:lnTo>
                  <a:lnTo>
                    <a:pt x="160489" y="299758"/>
                  </a:lnTo>
                  <a:lnTo>
                    <a:pt x="161378" y="296240"/>
                  </a:lnTo>
                  <a:close/>
                </a:path>
                <a:path w="334009" h="338454">
                  <a:moveTo>
                    <a:pt x="269481" y="79108"/>
                  </a:moveTo>
                  <a:lnTo>
                    <a:pt x="253504" y="55105"/>
                  </a:lnTo>
                  <a:lnTo>
                    <a:pt x="253504" y="103593"/>
                  </a:lnTo>
                  <a:lnTo>
                    <a:pt x="251396" y="111340"/>
                  </a:lnTo>
                  <a:lnTo>
                    <a:pt x="247129" y="117424"/>
                  </a:lnTo>
                  <a:lnTo>
                    <a:pt x="242887" y="123520"/>
                  </a:lnTo>
                  <a:lnTo>
                    <a:pt x="236982" y="126568"/>
                  </a:lnTo>
                  <a:lnTo>
                    <a:pt x="223240" y="126568"/>
                  </a:lnTo>
                  <a:lnTo>
                    <a:pt x="217728" y="123659"/>
                  </a:lnTo>
                  <a:lnTo>
                    <a:pt x="205803" y="92392"/>
                  </a:lnTo>
                  <a:lnTo>
                    <a:pt x="206248" y="84518"/>
                  </a:lnTo>
                  <a:lnTo>
                    <a:pt x="234505" y="55473"/>
                  </a:lnTo>
                  <a:lnTo>
                    <a:pt x="240639" y="62230"/>
                  </a:lnTo>
                  <a:lnTo>
                    <a:pt x="253504" y="103593"/>
                  </a:lnTo>
                  <a:lnTo>
                    <a:pt x="253504" y="55105"/>
                  </a:lnTo>
                  <a:lnTo>
                    <a:pt x="251015" y="52844"/>
                  </a:lnTo>
                  <a:lnTo>
                    <a:pt x="242976" y="46913"/>
                  </a:lnTo>
                  <a:lnTo>
                    <a:pt x="233222" y="40754"/>
                  </a:lnTo>
                  <a:lnTo>
                    <a:pt x="225615" y="36080"/>
                  </a:lnTo>
                  <a:lnTo>
                    <a:pt x="219481" y="32042"/>
                  </a:lnTo>
                  <a:lnTo>
                    <a:pt x="206794" y="14020"/>
                  </a:lnTo>
                  <a:lnTo>
                    <a:pt x="208254" y="11430"/>
                  </a:lnTo>
                  <a:lnTo>
                    <a:pt x="214058" y="6743"/>
                  </a:lnTo>
                  <a:lnTo>
                    <a:pt x="218249" y="5575"/>
                  </a:lnTo>
                  <a:lnTo>
                    <a:pt x="227596" y="5575"/>
                  </a:lnTo>
                  <a:lnTo>
                    <a:pt x="246595" y="19519"/>
                  </a:lnTo>
                  <a:lnTo>
                    <a:pt x="249224" y="22034"/>
                  </a:lnTo>
                  <a:lnTo>
                    <a:pt x="262216" y="18427"/>
                  </a:lnTo>
                  <a:lnTo>
                    <a:pt x="262216" y="12585"/>
                  </a:lnTo>
                  <a:lnTo>
                    <a:pt x="229095" y="0"/>
                  </a:lnTo>
                  <a:lnTo>
                    <a:pt x="219125" y="0"/>
                  </a:lnTo>
                  <a:lnTo>
                    <a:pt x="211848" y="1790"/>
                  </a:lnTo>
                  <a:lnTo>
                    <a:pt x="202666" y="8991"/>
                  </a:lnTo>
                  <a:lnTo>
                    <a:pt x="200380" y="13157"/>
                  </a:lnTo>
                  <a:lnTo>
                    <a:pt x="200380" y="21132"/>
                  </a:lnTo>
                  <a:lnTo>
                    <a:pt x="224586" y="46443"/>
                  </a:lnTo>
                  <a:lnTo>
                    <a:pt x="227215" y="48704"/>
                  </a:lnTo>
                  <a:lnTo>
                    <a:pt x="229654" y="51079"/>
                  </a:lnTo>
                  <a:lnTo>
                    <a:pt x="219989" y="53644"/>
                  </a:lnTo>
                  <a:lnTo>
                    <a:pt x="212267" y="56896"/>
                  </a:lnTo>
                  <a:lnTo>
                    <a:pt x="206527" y="60871"/>
                  </a:lnTo>
                  <a:lnTo>
                    <a:pt x="200761" y="64833"/>
                  </a:lnTo>
                  <a:lnTo>
                    <a:pt x="196469" y="69862"/>
                  </a:lnTo>
                  <a:lnTo>
                    <a:pt x="190703" y="82118"/>
                  </a:lnTo>
                  <a:lnTo>
                    <a:pt x="189268" y="88366"/>
                  </a:lnTo>
                  <a:lnTo>
                    <a:pt x="189268" y="94754"/>
                  </a:lnTo>
                  <a:lnTo>
                    <a:pt x="211924" y="130035"/>
                  </a:lnTo>
                  <a:lnTo>
                    <a:pt x="226441" y="132778"/>
                  </a:lnTo>
                  <a:lnTo>
                    <a:pt x="234873" y="131953"/>
                  </a:lnTo>
                  <a:lnTo>
                    <a:pt x="266280" y="104990"/>
                  </a:lnTo>
                  <a:lnTo>
                    <a:pt x="269417" y="88366"/>
                  </a:lnTo>
                  <a:lnTo>
                    <a:pt x="269481" y="79108"/>
                  </a:lnTo>
                  <a:close/>
                </a:path>
                <a:path w="334009" h="338454">
                  <a:moveTo>
                    <a:pt x="333756" y="75120"/>
                  </a:moveTo>
                  <a:lnTo>
                    <a:pt x="283006" y="75120"/>
                  </a:lnTo>
                  <a:lnTo>
                    <a:pt x="283006" y="91655"/>
                  </a:lnTo>
                  <a:lnTo>
                    <a:pt x="333756" y="91655"/>
                  </a:lnTo>
                  <a:lnTo>
                    <a:pt x="333756" y="751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7754481" y="2912508"/>
              <a:ext cx="2734297" cy="1243081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8" name="object 8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15</a:t>
            </a:fld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117424"/>
            <a:ext cx="1012253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254" dirty="0"/>
              <a:t>Preparation</a:t>
            </a:r>
            <a:r>
              <a:rPr sz="4400" spc="-440" dirty="0"/>
              <a:t> </a:t>
            </a:r>
            <a:r>
              <a:rPr sz="4400" spc="-204" dirty="0"/>
              <a:t>of</a:t>
            </a:r>
            <a:r>
              <a:rPr sz="4400" spc="-400" dirty="0"/>
              <a:t> </a:t>
            </a:r>
            <a:r>
              <a:rPr sz="4400" spc="-240" dirty="0"/>
              <a:t>acids</a:t>
            </a:r>
            <a:r>
              <a:rPr sz="4400" spc="-420" dirty="0"/>
              <a:t> </a:t>
            </a:r>
            <a:r>
              <a:rPr sz="4400" spc="-275" dirty="0"/>
              <a:t>(we</a:t>
            </a:r>
            <a:r>
              <a:rPr sz="4400" spc="-434" dirty="0"/>
              <a:t> </a:t>
            </a:r>
            <a:r>
              <a:rPr sz="4400" spc="-300" dirty="0"/>
              <a:t>will</a:t>
            </a:r>
            <a:r>
              <a:rPr sz="4400" spc="-420" dirty="0"/>
              <a:t> </a:t>
            </a:r>
            <a:r>
              <a:rPr sz="4400" spc="-180" dirty="0"/>
              <a:t>not</a:t>
            </a:r>
            <a:r>
              <a:rPr sz="4400" spc="-415" dirty="0"/>
              <a:t> </a:t>
            </a:r>
            <a:r>
              <a:rPr sz="4400" spc="-195" dirty="0"/>
              <a:t>see</a:t>
            </a:r>
            <a:r>
              <a:rPr sz="4400" spc="-415" dirty="0"/>
              <a:t> </a:t>
            </a:r>
            <a:r>
              <a:rPr sz="4400" spc="-215" dirty="0"/>
              <a:t>this</a:t>
            </a:r>
            <a:r>
              <a:rPr sz="4400" spc="-420" dirty="0"/>
              <a:t> </a:t>
            </a:r>
            <a:r>
              <a:rPr sz="4400" spc="-254" dirty="0"/>
              <a:t>topic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993139" y="721613"/>
            <a:ext cx="3276600" cy="6965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105" dirty="0">
                <a:latin typeface="Trebuchet MS"/>
                <a:cs typeface="Trebuchet MS"/>
              </a:rPr>
              <a:t>on </a:t>
            </a:r>
            <a:r>
              <a:rPr sz="4400" spc="-215" dirty="0">
                <a:latin typeface="Trebuchet MS"/>
                <a:cs typeface="Trebuchet MS"/>
              </a:rPr>
              <a:t>this</a:t>
            </a:r>
            <a:r>
              <a:rPr sz="4400" spc="-795" dirty="0">
                <a:latin typeface="Trebuchet MS"/>
                <a:cs typeface="Trebuchet MS"/>
              </a:rPr>
              <a:t> </a:t>
            </a:r>
            <a:r>
              <a:rPr sz="4400" spc="-229" dirty="0">
                <a:latin typeface="Trebuchet MS"/>
                <a:cs typeface="Trebuchet MS"/>
              </a:rPr>
              <a:t>course)</a:t>
            </a:r>
            <a:endParaRPr sz="44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230660" y="1807139"/>
            <a:ext cx="5030470" cy="4099560"/>
            <a:chOff x="1230660" y="1807139"/>
            <a:chExt cx="5030470" cy="4099560"/>
          </a:xfrm>
        </p:grpSpPr>
        <p:sp>
          <p:nvSpPr>
            <p:cNvPr id="5" name="object 5"/>
            <p:cNvSpPr/>
            <p:nvPr/>
          </p:nvSpPr>
          <p:spPr>
            <a:xfrm>
              <a:off x="2126020" y="2586035"/>
              <a:ext cx="144145" cy="18371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300018" y="2690604"/>
              <a:ext cx="90737" cy="13759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118255" y="2862265"/>
              <a:ext cx="162455" cy="190005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739699" y="2865410"/>
              <a:ext cx="161957" cy="183716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939378" y="2942722"/>
              <a:ext cx="144780" cy="15875"/>
            </a:xfrm>
            <a:custGeom>
              <a:avLst/>
              <a:gdLst/>
              <a:ahLst/>
              <a:cxnLst/>
              <a:rect l="l" t="t" r="r" b="b"/>
              <a:pathLst>
                <a:path w="144780" h="15875">
                  <a:moveTo>
                    <a:pt x="141076" y="0"/>
                  </a:moveTo>
                  <a:lnTo>
                    <a:pt x="3541" y="0"/>
                  </a:lnTo>
                  <a:lnTo>
                    <a:pt x="0" y="3407"/>
                  </a:lnTo>
                  <a:lnTo>
                    <a:pt x="0" y="12055"/>
                  </a:lnTo>
                  <a:lnTo>
                    <a:pt x="3541" y="15724"/>
                  </a:lnTo>
                  <a:lnTo>
                    <a:pt x="141076" y="15724"/>
                  </a:lnTo>
                  <a:lnTo>
                    <a:pt x="144617" y="12055"/>
                  </a:lnTo>
                  <a:lnTo>
                    <a:pt x="144617" y="34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487449" y="2862265"/>
              <a:ext cx="175700" cy="190005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698852" y="2865409"/>
              <a:ext cx="144171" cy="18371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426055" y="2927006"/>
              <a:ext cx="1650364" cy="31750"/>
            </a:xfrm>
            <a:custGeom>
              <a:avLst/>
              <a:gdLst/>
              <a:ahLst/>
              <a:cxnLst/>
              <a:rect l="l" t="t" r="r" b="b"/>
              <a:pathLst>
                <a:path w="1650364" h="31750">
                  <a:moveTo>
                    <a:pt x="27470" y="19126"/>
                  </a:moveTo>
                  <a:lnTo>
                    <a:pt x="23952" y="15722"/>
                  </a:lnTo>
                  <a:lnTo>
                    <a:pt x="3517" y="15722"/>
                  </a:lnTo>
                  <a:lnTo>
                    <a:pt x="0" y="19126"/>
                  </a:lnTo>
                  <a:lnTo>
                    <a:pt x="0" y="27774"/>
                  </a:lnTo>
                  <a:lnTo>
                    <a:pt x="3517" y="31445"/>
                  </a:lnTo>
                  <a:lnTo>
                    <a:pt x="23952" y="31445"/>
                  </a:lnTo>
                  <a:lnTo>
                    <a:pt x="27470" y="27774"/>
                  </a:lnTo>
                  <a:lnTo>
                    <a:pt x="27470" y="19126"/>
                  </a:lnTo>
                  <a:close/>
                </a:path>
                <a:path w="1650364" h="31750">
                  <a:moveTo>
                    <a:pt x="1650009" y="0"/>
                  </a:moveTo>
                  <a:lnTo>
                    <a:pt x="623798" y="0"/>
                  </a:lnTo>
                  <a:lnTo>
                    <a:pt x="623798" y="15722"/>
                  </a:lnTo>
                  <a:lnTo>
                    <a:pt x="1650009" y="15722"/>
                  </a:lnTo>
                  <a:lnTo>
                    <a:pt x="165000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052221" y="2890307"/>
              <a:ext cx="160278" cy="85961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382016" y="2606740"/>
              <a:ext cx="242883" cy="23800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644938" y="2609913"/>
              <a:ext cx="50165" cy="234950"/>
            </a:xfrm>
            <a:custGeom>
              <a:avLst/>
              <a:gdLst/>
              <a:ahLst/>
              <a:cxnLst/>
              <a:rect l="l" t="t" r="r" b="b"/>
              <a:pathLst>
                <a:path w="50164" h="234950">
                  <a:moveTo>
                    <a:pt x="49758" y="0"/>
                  </a:moveTo>
                  <a:lnTo>
                    <a:pt x="0" y="0"/>
                  </a:lnTo>
                  <a:lnTo>
                    <a:pt x="0" y="19037"/>
                  </a:lnTo>
                  <a:lnTo>
                    <a:pt x="27178" y="19037"/>
                  </a:lnTo>
                  <a:lnTo>
                    <a:pt x="27178" y="215798"/>
                  </a:lnTo>
                  <a:lnTo>
                    <a:pt x="0" y="215798"/>
                  </a:lnTo>
                  <a:lnTo>
                    <a:pt x="0" y="234835"/>
                  </a:lnTo>
                  <a:lnTo>
                    <a:pt x="49758" y="234835"/>
                  </a:lnTo>
                  <a:lnTo>
                    <a:pt x="49758" y="215798"/>
                  </a:lnTo>
                  <a:lnTo>
                    <a:pt x="49758" y="19037"/>
                  </a:lnTo>
                  <a:lnTo>
                    <a:pt x="497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852827" y="2842609"/>
              <a:ext cx="162639" cy="19000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474297" y="2845754"/>
              <a:ext cx="162114" cy="183716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677333" y="2923066"/>
              <a:ext cx="141605" cy="15875"/>
            </a:xfrm>
            <a:custGeom>
              <a:avLst/>
              <a:gdLst/>
              <a:ahLst/>
              <a:cxnLst/>
              <a:rect l="l" t="t" r="r" b="b"/>
              <a:pathLst>
                <a:path w="141604" h="15875">
                  <a:moveTo>
                    <a:pt x="137718" y="0"/>
                  </a:moveTo>
                  <a:lnTo>
                    <a:pt x="3410" y="0"/>
                  </a:lnTo>
                  <a:lnTo>
                    <a:pt x="0" y="3407"/>
                  </a:lnTo>
                  <a:lnTo>
                    <a:pt x="0" y="12055"/>
                  </a:lnTo>
                  <a:lnTo>
                    <a:pt x="3410" y="15724"/>
                  </a:lnTo>
                  <a:lnTo>
                    <a:pt x="137718" y="15724"/>
                  </a:lnTo>
                  <a:lnTo>
                    <a:pt x="141391" y="12055"/>
                  </a:lnTo>
                  <a:lnTo>
                    <a:pt x="141391" y="34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222204" y="2842609"/>
              <a:ext cx="175727" cy="19000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433607" y="2845754"/>
              <a:ext cx="144014" cy="183716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053765" y="2923067"/>
              <a:ext cx="134620" cy="15875"/>
            </a:xfrm>
            <a:custGeom>
              <a:avLst/>
              <a:gdLst/>
              <a:ahLst/>
              <a:cxnLst/>
              <a:rect l="l" t="t" r="r" b="b"/>
              <a:pathLst>
                <a:path w="134620" h="15875">
                  <a:moveTo>
                    <a:pt x="130898" y="0"/>
                  </a:moveTo>
                  <a:lnTo>
                    <a:pt x="3410" y="0"/>
                  </a:lnTo>
                  <a:lnTo>
                    <a:pt x="0" y="3407"/>
                  </a:lnTo>
                  <a:lnTo>
                    <a:pt x="0" y="12055"/>
                  </a:lnTo>
                  <a:lnTo>
                    <a:pt x="3410" y="15724"/>
                  </a:lnTo>
                  <a:lnTo>
                    <a:pt x="130898" y="15724"/>
                  </a:lnTo>
                  <a:lnTo>
                    <a:pt x="134570" y="12055"/>
                  </a:lnTo>
                  <a:lnTo>
                    <a:pt x="134570" y="34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844460" y="2465218"/>
              <a:ext cx="175727" cy="190005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4892687" y="2691663"/>
              <a:ext cx="83820" cy="117475"/>
            </a:xfrm>
            <a:custGeom>
              <a:avLst/>
              <a:gdLst/>
              <a:ahLst/>
              <a:cxnLst/>
              <a:rect l="l" t="t" r="r" b="b"/>
              <a:pathLst>
                <a:path w="83820" h="117475">
                  <a:moveTo>
                    <a:pt x="15748" y="3403"/>
                  </a:moveTo>
                  <a:lnTo>
                    <a:pt x="12077" y="0"/>
                  </a:lnTo>
                  <a:lnTo>
                    <a:pt x="3416" y="0"/>
                  </a:lnTo>
                  <a:lnTo>
                    <a:pt x="0" y="3403"/>
                  </a:lnTo>
                  <a:lnTo>
                    <a:pt x="0" y="113741"/>
                  </a:lnTo>
                  <a:lnTo>
                    <a:pt x="3416" y="117411"/>
                  </a:lnTo>
                  <a:lnTo>
                    <a:pt x="12077" y="117411"/>
                  </a:lnTo>
                  <a:lnTo>
                    <a:pt x="15748" y="113741"/>
                  </a:lnTo>
                  <a:lnTo>
                    <a:pt x="15748" y="3403"/>
                  </a:lnTo>
                  <a:close/>
                </a:path>
                <a:path w="83820" h="117475">
                  <a:moveTo>
                    <a:pt x="83693" y="3403"/>
                  </a:moveTo>
                  <a:lnTo>
                    <a:pt x="80010" y="0"/>
                  </a:lnTo>
                  <a:lnTo>
                    <a:pt x="71361" y="0"/>
                  </a:lnTo>
                  <a:lnTo>
                    <a:pt x="67945" y="3403"/>
                  </a:lnTo>
                  <a:lnTo>
                    <a:pt x="67945" y="113741"/>
                  </a:lnTo>
                  <a:lnTo>
                    <a:pt x="71361" y="117411"/>
                  </a:lnTo>
                  <a:lnTo>
                    <a:pt x="80010" y="117411"/>
                  </a:lnTo>
                  <a:lnTo>
                    <a:pt x="83693" y="113741"/>
                  </a:lnTo>
                  <a:lnTo>
                    <a:pt x="83693" y="34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554466" y="4002326"/>
              <a:ext cx="162455" cy="189848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175910" y="4005445"/>
              <a:ext cx="161957" cy="183611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3378737" y="4082653"/>
              <a:ext cx="138430" cy="15875"/>
            </a:xfrm>
            <a:custGeom>
              <a:avLst/>
              <a:gdLst/>
              <a:ahLst/>
              <a:cxnLst/>
              <a:rect l="l" t="t" r="r" b="b"/>
              <a:pathLst>
                <a:path w="138429" h="15875">
                  <a:moveTo>
                    <a:pt x="134780" y="0"/>
                  </a:moveTo>
                  <a:lnTo>
                    <a:pt x="3541" y="0"/>
                  </a:lnTo>
                  <a:lnTo>
                    <a:pt x="0" y="3538"/>
                  </a:lnTo>
                  <a:lnTo>
                    <a:pt x="0" y="12212"/>
                  </a:lnTo>
                  <a:lnTo>
                    <a:pt x="3541" y="15724"/>
                  </a:lnTo>
                  <a:lnTo>
                    <a:pt x="134780" y="15724"/>
                  </a:lnTo>
                  <a:lnTo>
                    <a:pt x="138322" y="12212"/>
                  </a:lnTo>
                  <a:lnTo>
                    <a:pt x="138322" y="353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939948" y="4005445"/>
              <a:ext cx="144276" cy="183611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758395" y="4082653"/>
              <a:ext cx="146050" cy="15875"/>
            </a:xfrm>
            <a:custGeom>
              <a:avLst/>
              <a:gdLst/>
              <a:ahLst/>
              <a:cxnLst/>
              <a:rect l="l" t="t" r="r" b="b"/>
              <a:pathLst>
                <a:path w="146050" h="15875">
                  <a:moveTo>
                    <a:pt x="142204" y="0"/>
                  </a:moveTo>
                  <a:lnTo>
                    <a:pt x="3515" y="0"/>
                  </a:lnTo>
                  <a:lnTo>
                    <a:pt x="0" y="3538"/>
                  </a:lnTo>
                  <a:lnTo>
                    <a:pt x="0" y="12212"/>
                  </a:lnTo>
                  <a:lnTo>
                    <a:pt x="3515" y="15724"/>
                  </a:lnTo>
                  <a:lnTo>
                    <a:pt x="142204" y="15724"/>
                  </a:lnTo>
                  <a:lnTo>
                    <a:pt x="145877" y="12212"/>
                  </a:lnTo>
                  <a:lnTo>
                    <a:pt x="145877" y="353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545888" y="3624804"/>
              <a:ext cx="175722" cy="189979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594125" y="3314877"/>
              <a:ext cx="1141095" cy="654050"/>
            </a:xfrm>
            <a:custGeom>
              <a:avLst/>
              <a:gdLst/>
              <a:ahLst/>
              <a:cxnLst/>
              <a:rect l="l" t="t" r="r" b="b"/>
              <a:pathLst>
                <a:path w="1141095" h="654050">
                  <a:moveTo>
                    <a:pt x="15735" y="539902"/>
                  </a:moveTo>
                  <a:lnTo>
                    <a:pt x="12192" y="536371"/>
                  </a:lnTo>
                  <a:lnTo>
                    <a:pt x="3517" y="536371"/>
                  </a:lnTo>
                  <a:lnTo>
                    <a:pt x="0" y="539902"/>
                  </a:lnTo>
                  <a:lnTo>
                    <a:pt x="0" y="650265"/>
                  </a:lnTo>
                  <a:lnTo>
                    <a:pt x="3517" y="653783"/>
                  </a:lnTo>
                  <a:lnTo>
                    <a:pt x="12192" y="653783"/>
                  </a:lnTo>
                  <a:lnTo>
                    <a:pt x="15735" y="650265"/>
                  </a:lnTo>
                  <a:lnTo>
                    <a:pt x="15735" y="539902"/>
                  </a:lnTo>
                  <a:close/>
                </a:path>
                <a:path w="1141095" h="654050">
                  <a:moveTo>
                    <a:pt x="83731" y="539902"/>
                  </a:moveTo>
                  <a:lnTo>
                    <a:pt x="80187" y="536371"/>
                  </a:lnTo>
                  <a:lnTo>
                    <a:pt x="71501" y="536371"/>
                  </a:lnTo>
                  <a:lnTo>
                    <a:pt x="67995" y="539902"/>
                  </a:lnTo>
                  <a:lnTo>
                    <a:pt x="67995" y="650265"/>
                  </a:lnTo>
                  <a:lnTo>
                    <a:pt x="71501" y="653783"/>
                  </a:lnTo>
                  <a:lnTo>
                    <a:pt x="80187" y="653783"/>
                  </a:lnTo>
                  <a:lnTo>
                    <a:pt x="83731" y="650265"/>
                  </a:lnTo>
                  <a:lnTo>
                    <a:pt x="83731" y="539902"/>
                  </a:lnTo>
                  <a:close/>
                </a:path>
                <a:path w="1141095" h="654050">
                  <a:moveTo>
                    <a:pt x="1140917" y="12585"/>
                  </a:moveTo>
                  <a:lnTo>
                    <a:pt x="1128318" y="0"/>
                  </a:lnTo>
                  <a:lnTo>
                    <a:pt x="708609" y="419481"/>
                  </a:lnTo>
                  <a:lnTo>
                    <a:pt x="721194" y="432066"/>
                  </a:lnTo>
                  <a:lnTo>
                    <a:pt x="1140917" y="1258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683367" y="3224455"/>
              <a:ext cx="142440" cy="142307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473007" y="3184105"/>
              <a:ext cx="478790" cy="478155"/>
            </a:xfrm>
            <a:custGeom>
              <a:avLst/>
              <a:gdLst/>
              <a:ahLst/>
              <a:cxnLst/>
              <a:rect l="l" t="t" r="r" b="b"/>
              <a:pathLst>
                <a:path w="478789" h="478154">
                  <a:moveTo>
                    <a:pt x="478243" y="465099"/>
                  </a:moveTo>
                  <a:lnTo>
                    <a:pt x="12598" y="0"/>
                  </a:lnTo>
                  <a:lnTo>
                    <a:pt x="0" y="12573"/>
                  </a:lnTo>
                  <a:lnTo>
                    <a:pt x="465658" y="477685"/>
                  </a:lnTo>
                  <a:lnTo>
                    <a:pt x="478243" y="4650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899833" y="3610285"/>
              <a:ext cx="142032" cy="142176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011093" y="3337148"/>
              <a:ext cx="329921" cy="186598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017635" y="4399765"/>
              <a:ext cx="3282967" cy="1137416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301483" y="1877910"/>
              <a:ext cx="4959350" cy="4029075"/>
            </a:xfrm>
            <a:custGeom>
              <a:avLst/>
              <a:gdLst/>
              <a:ahLst/>
              <a:cxnLst/>
              <a:rect l="l" t="t" r="r" b="b"/>
              <a:pathLst>
                <a:path w="4959350" h="4029075">
                  <a:moveTo>
                    <a:pt x="4959223" y="3966451"/>
                  </a:moveTo>
                  <a:lnTo>
                    <a:pt x="0" y="3966451"/>
                  </a:lnTo>
                  <a:lnTo>
                    <a:pt x="0" y="4028643"/>
                  </a:lnTo>
                  <a:lnTo>
                    <a:pt x="4959223" y="4028643"/>
                  </a:lnTo>
                  <a:lnTo>
                    <a:pt x="4959223" y="3966451"/>
                  </a:lnTo>
                  <a:close/>
                </a:path>
                <a:path w="4959350" h="4029075">
                  <a:moveTo>
                    <a:pt x="4959223" y="0"/>
                  </a:moveTo>
                  <a:lnTo>
                    <a:pt x="4896256" y="0"/>
                  </a:lnTo>
                  <a:lnTo>
                    <a:pt x="4896256" y="3965918"/>
                  </a:lnTo>
                  <a:lnTo>
                    <a:pt x="4959210" y="3965918"/>
                  </a:lnTo>
                  <a:lnTo>
                    <a:pt x="495922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230660" y="1807139"/>
              <a:ext cx="4974954" cy="4044544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8" name="object 38"/>
          <p:cNvGrpSpPr/>
          <p:nvPr/>
        </p:nvGrpSpPr>
        <p:grpSpPr>
          <a:xfrm>
            <a:off x="6976431" y="1407285"/>
            <a:ext cx="3682365" cy="2917190"/>
            <a:chOff x="6976431" y="1407285"/>
            <a:chExt cx="3682365" cy="2917190"/>
          </a:xfrm>
        </p:grpSpPr>
        <p:sp>
          <p:nvSpPr>
            <p:cNvPr id="39" name="object 39"/>
            <p:cNvSpPr/>
            <p:nvPr/>
          </p:nvSpPr>
          <p:spPr>
            <a:xfrm>
              <a:off x="7240464" y="1591428"/>
              <a:ext cx="1373613" cy="209444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679184" y="1591428"/>
              <a:ext cx="1452447" cy="209444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456454" y="2856297"/>
              <a:ext cx="140980" cy="165230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127939" y="2859032"/>
              <a:ext cx="140548" cy="159760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7301223" y="2926264"/>
              <a:ext cx="125730" cy="13970"/>
            </a:xfrm>
            <a:custGeom>
              <a:avLst/>
              <a:gdLst/>
              <a:ahLst/>
              <a:cxnLst/>
              <a:rect l="l" t="t" r="r" b="b"/>
              <a:pathLst>
                <a:path w="125729" h="13969">
                  <a:moveTo>
                    <a:pt x="122427" y="0"/>
                  </a:moveTo>
                  <a:lnTo>
                    <a:pt x="3073" y="0"/>
                  </a:lnTo>
                  <a:lnTo>
                    <a:pt x="0" y="2962"/>
                  </a:lnTo>
                  <a:lnTo>
                    <a:pt x="0" y="10711"/>
                  </a:lnTo>
                  <a:lnTo>
                    <a:pt x="3073" y="13674"/>
                  </a:lnTo>
                  <a:lnTo>
                    <a:pt x="122427" y="13674"/>
                  </a:lnTo>
                  <a:lnTo>
                    <a:pt x="125501" y="10711"/>
                  </a:lnTo>
                  <a:lnTo>
                    <a:pt x="125501" y="29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7790137" y="2859032"/>
              <a:ext cx="125637" cy="159760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7630693" y="2867240"/>
              <a:ext cx="129539" cy="132080"/>
            </a:xfrm>
            <a:custGeom>
              <a:avLst/>
              <a:gdLst/>
              <a:ahLst/>
              <a:cxnLst/>
              <a:rect l="l" t="t" r="r" b="b"/>
              <a:pathLst>
                <a:path w="129540" h="132080">
                  <a:moveTo>
                    <a:pt x="129298" y="121246"/>
                  </a:moveTo>
                  <a:lnTo>
                    <a:pt x="126225" y="118059"/>
                  </a:lnTo>
                  <a:lnTo>
                    <a:pt x="3048" y="118059"/>
                  </a:lnTo>
                  <a:lnTo>
                    <a:pt x="0" y="121246"/>
                  </a:lnTo>
                  <a:lnTo>
                    <a:pt x="0" y="128765"/>
                  </a:lnTo>
                  <a:lnTo>
                    <a:pt x="3048" y="131737"/>
                  </a:lnTo>
                  <a:lnTo>
                    <a:pt x="126225" y="131737"/>
                  </a:lnTo>
                  <a:lnTo>
                    <a:pt x="129298" y="128765"/>
                  </a:lnTo>
                  <a:lnTo>
                    <a:pt x="129298" y="121246"/>
                  </a:lnTo>
                  <a:close/>
                </a:path>
                <a:path w="129540" h="132080">
                  <a:moveTo>
                    <a:pt x="129298" y="61988"/>
                  </a:moveTo>
                  <a:lnTo>
                    <a:pt x="126225" y="59029"/>
                  </a:lnTo>
                  <a:lnTo>
                    <a:pt x="3048" y="59029"/>
                  </a:lnTo>
                  <a:lnTo>
                    <a:pt x="0" y="61988"/>
                  </a:lnTo>
                  <a:lnTo>
                    <a:pt x="0" y="69735"/>
                  </a:lnTo>
                  <a:lnTo>
                    <a:pt x="3048" y="72707"/>
                  </a:lnTo>
                  <a:lnTo>
                    <a:pt x="126225" y="72707"/>
                  </a:lnTo>
                  <a:lnTo>
                    <a:pt x="129298" y="69735"/>
                  </a:lnTo>
                  <a:lnTo>
                    <a:pt x="129298" y="61988"/>
                  </a:lnTo>
                  <a:close/>
                </a:path>
                <a:path w="129540" h="132080">
                  <a:moveTo>
                    <a:pt x="129298" y="2971"/>
                  </a:moveTo>
                  <a:lnTo>
                    <a:pt x="126225" y="0"/>
                  </a:lnTo>
                  <a:lnTo>
                    <a:pt x="3048" y="0"/>
                  </a:lnTo>
                  <a:lnTo>
                    <a:pt x="0" y="2971"/>
                  </a:lnTo>
                  <a:lnTo>
                    <a:pt x="0" y="10490"/>
                  </a:lnTo>
                  <a:lnTo>
                    <a:pt x="3048" y="13677"/>
                  </a:lnTo>
                  <a:lnTo>
                    <a:pt x="126225" y="13677"/>
                  </a:lnTo>
                  <a:lnTo>
                    <a:pt x="129298" y="10490"/>
                  </a:lnTo>
                  <a:lnTo>
                    <a:pt x="129298" y="297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9675885" y="2822112"/>
              <a:ext cx="141140" cy="165230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9347392" y="2824846"/>
              <a:ext cx="140685" cy="159760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9523590" y="2892078"/>
              <a:ext cx="120014" cy="13970"/>
            </a:xfrm>
            <a:custGeom>
              <a:avLst/>
              <a:gdLst/>
              <a:ahLst/>
              <a:cxnLst/>
              <a:rect l="l" t="t" r="r" b="b"/>
              <a:pathLst>
                <a:path w="120015" h="13969">
                  <a:moveTo>
                    <a:pt x="116782" y="0"/>
                  </a:moveTo>
                  <a:lnTo>
                    <a:pt x="2959" y="0"/>
                  </a:lnTo>
                  <a:lnTo>
                    <a:pt x="0" y="2962"/>
                  </a:lnTo>
                  <a:lnTo>
                    <a:pt x="0" y="10711"/>
                  </a:lnTo>
                  <a:lnTo>
                    <a:pt x="2959" y="13674"/>
                  </a:lnTo>
                  <a:lnTo>
                    <a:pt x="116782" y="13674"/>
                  </a:lnTo>
                  <a:lnTo>
                    <a:pt x="119969" y="10711"/>
                  </a:lnTo>
                  <a:lnTo>
                    <a:pt x="119969" y="29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9996422" y="2822111"/>
              <a:ext cx="152498" cy="165230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10179892" y="2824846"/>
              <a:ext cx="124977" cy="159760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9852993" y="2892078"/>
              <a:ext cx="114300" cy="13970"/>
            </a:xfrm>
            <a:custGeom>
              <a:avLst/>
              <a:gdLst/>
              <a:ahLst/>
              <a:cxnLst/>
              <a:rect l="l" t="t" r="r" b="b"/>
              <a:pathLst>
                <a:path w="114300" h="13969">
                  <a:moveTo>
                    <a:pt x="110863" y="0"/>
                  </a:moveTo>
                  <a:lnTo>
                    <a:pt x="2959" y="0"/>
                  </a:lnTo>
                  <a:lnTo>
                    <a:pt x="0" y="2962"/>
                  </a:lnTo>
                  <a:lnTo>
                    <a:pt x="0" y="10711"/>
                  </a:lnTo>
                  <a:lnTo>
                    <a:pt x="2959" y="13674"/>
                  </a:lnTo>
                  <a:lnTo>
                    <a:pt x="110863" y="13674"/>
                  </a:lnTo>
                  <a:lnTo>
                    <a:pt x="114050" y="10711"/>
                  </a:lnTo>
                  <a:lnTo>
                    <a:pt x="114050" y="29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9668613" y="2493929"/>
              <a:ext cx="152498" cy="165230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9710484" y="2690850"/>
              <a:ext cx="73025" cy="102235"/>
            </a:xfrm>
            <a:custGeom>
              <a:avLst/>
              <a:gdLst/>
              <a:ahLst/>
              <a:cxnLst/>
              <a:rect l="l" t="t" r="r" b="b"/>
              <a:pathLst>
                <a:path w="73025" h="102235">
                  <a:moveTo>
                    <a:pt x="13652" y="2959"/>
                  </a:moveTo>
                  <a:lnTo>
                    <a:pt x="10464" y="0"/>
                  </a:lnTo>
                  <a:lnTo>
                    <a:pt x="2959" y="0"/>
                  </a:lnTo>
                  <a:lnTo>
                    <a:pt x="0" y="2959"/>
                  </a:lnTo>
                  <a:lnTo>
                    <a:pt x="0" y="99136"/>
                  </a:lnTo>
                  <a:lnTo>
                    <a:pt x="2959" y="102095"/>
                  </a:lnTo>
                  <a:lnTo>
                    <a:pt x="10464" y="102095"/>
                  </a:lnTo>
                  <a:lnTo>
                    <a:pt x="13652" y="99136"/>
                  </a:lnTo>
                  <a:lnTo>
                    <a:pt x="13652" y="2959"/>
                  </a:lnTo>
                  <a:close/>
                </a:path>
                <a:path w="73025" h="102235">
                  <a:moveTo>
                    <a:pt x="72618" y="2959"/>
                  </a:moveTo>
                  <a:lnTo>
                    <a:pt x="69430" y="0"/>
                  </a:lnTo>
                  <a:lnTo>
                    <a:pt x="61912" y="0"/>
                  </a:lnTo>
                  <a:lnTo>
                    <a:pt x="58953" y="2959"/>
                  </a:lnTo>
                  <a:lnTo>
                    <a:pt x="58953" y="99136"/>
                  </a:lnTo>
                  <a:lnTo>
                    <a:pt x="61912" y="102095"/>
                  </a:lnTo>
                  <a:lnTo>
                    <a:pt x="69430" y="102095"/>
                  </a:lnTo>
                  <a:lnTo>
                    <a:pt x="72618" y="99136"/>
                  </a:lnTo>
                  <a:lnTo>
                    <a:pt x="72618" y="295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8549153" y="3830588"/>
              <a:ext cx="140980" cy="165230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8220638" y="3833323"/>
              <a:ext cx="140548" cy="159760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8396653" y="3900555"/>
              <a:ext cx="120650" cy="13970"/>
            </a:xfrm>
            <a:custGeom>
              <a:avLst/>
              <a:gdLst/>
              <a:ahLst/>
              <a:cxnLst/>
              <a:rect l="l" t="t" r="r" b="b"/>
              <a:pathLst>
                <a:path w="120650" h="13970">
                  <a:moveTo>
                    <a:pt x="116987" y="0"/>
                  </a:moveTo>
                  <a:lnTo>
                    <a:pt x="3073" y="0"/>
                  </a:lnTo>
                  <a:lnTo>
                    <a:pt x="0" y="2962"/>
                  </a:lnTo>
                  <a:lnTo>
                    <a:pt x="0" y="10711"/>
                  </a:lnTo>
                  <a:lnTo>
                    <a:pt x="3073" y="13674"/>
                  </a:lnTo>
                  <a:lnTo>
                    <a:pt x="116987" y="13674"/>
                  </a:lnTo>
                  <a:lnTo>
                    <a:pt x="120037" y="10711"/>
                  </a:lnTo>
                  <a:lnTo>
                    <a:pt x="120037" y="29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8882836" y="3833323"/>
              <a:ext cx="125637" cy="159760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9047606" y="3833323"/>
              <a:ext cx="125182" cy="159760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9198512" y="3924257"/>
              <a:ext cx="78765" cy="119649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8726125" y="3900555"/>
              <a:ext cx="127000" cy="13970"/>
            </a:xfrm>
            <a:custGeom>
              <a:avLst/>
              <a:gdLst/>
              <a:ahLst/>
              <a:cxnLst/>
              <a:rect l="l" t="t" r="r" b="b"/>
              <a:pathLst>
                <a:path w="127000" h="13970">
                  <a:moveTo>
                    <a:pt x="123497" y="0"/>
                  </a:moveTo>
                  <a:lnTo>
                    <a:pt x="3050" y="0"/>
                  </a:lnTo>
                  <a:lnTo>
                    <a:pt x="0" y="2962"/>
                  </a:lnTo>
                  <a:lnTo>
                    <a:pt x="0" y="10711"/>
                  </a:lnTo>
                  <a:lnTo>
                    <a:pt x="3050" y="13674"/>
                  </a:lnTo>
                  <a:lnTo>
                    <a:pt x="123497" y="13674"/>
                  </a:lnTo>
                  <a:lnTo>
                    <a:pt x="126570" y="10711"/>
                  </a:lnTo>
                  <a:lnTo>
                    <a:pt x="126570" y="29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8541722" y="3502406"/>
              <a:ext cx="152475" cy="165230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8583562" y="3233026"/>
              <a:ext cx="990600" cy="568960"/>
            </a:xfrm>
            <a:custGeom>
              <a:avLst/>
              <a:gdLst/>
              <a:ahLst/>
              <a:cxnLst/>
              <a:rect l="l" t="t" r="r" b="b"/>
              <a:pathLst>
                <a:path w="990600" h="568960">
                  <a:moveTo>
                    <a:pt x="13665" y="469265"/>
                  </a:moveTo>
                  <a:lnTo>
                    <a:pt x="10591" y="466293"/>
                  </a:lnTo>
                  <a:lnTo>
                    <a:pt x="3060" y="466293"/>
                  </a:lnTo>
                  <a:lnTo>
                    <a:pt x="0" y="469265"/>
                  </a:lnTo>
                  <a:lnTo>
                    <a:pt x="0" y="565429"/>
                  </a:lnTo>
                  <a:lnTo>
                    <a:pt x="3060" y="568401"/>
                  </a:lnTo>
                  <a:lnTo>
                    <a:pt x="10591" y="568401"/>
                  </a:lnTo>
                  <a:lnTo>
                    <a:pt x="13665" y="565429"/>
                  </a:lnTo>
                  <a:lnTo>
                    <a:pt x="13665" y="469265"/>
                  </a:lnTo>
                  <a:close/>
                </a:path>
                <a:path w="990600" h="568960">
                  <a:moveTo>
                    <a:pt x="72669" y="469265"/>
                  </a:moveTo>
                  <a:lnTo>
                    <a:pt x="69596" y="466293"/>
                  </a:lnTo>
                  <a:lnTo>
                    <a:pt x="62064" y="466293"/>
                  </a:lnTo>
                  <a:lnTo>
                    <a:pt x="59016" y="469265"/>
                  </a:lnTo>
                  <a:lnTo>
                    <a:pt x="59016" y="565429"/>
                  </a:lnTo>
                  <a:lnTo>
                    <a:pt x="62064" y="568401"/>
                  </a:lnTo>
                  <a:lnTo>
                    <a:pt x="69596" y="568401"/>
                  </a:lnTo>
                  <a:lnTo>
                    <a:pt x="72669" y="565429"/>
                  </a:lnTo>
                  <a:lnTo>
                    <a:pt x="72669" y="469265"/>
                  </a:lnTo>
                  <a:close/>
                </a:path>
                <a:path w="990600" h="568960">
                  <a:moveTo>
                    <a:pt x="990104" y="10947"/>
                  </a:moveTo>
                  <a:lnTo>
                    <a:pt x="979182" y="0"/>
                  </a:lnTo>
                  <a:lnTo>
                    <a:pt x="614946" y="364655"/>
                  </a:lnTo>
                  <a:lnTo>
                    <a:pt x="625868" y="375589"/>
                  </a:lnTo>
                  <a:lnTo>
                    <a:pt x="990104" y="109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9528826" y="3154168"/>
              <a:ext cx="123535" cy="123752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7610653" y="3119081"/>
              <a:ext cx="415290" cy="415925"/>
            </a:xfrm>
            <a:custGeom>
              <a:avLst/>
              <a:gdLst/>
              <a:ahLst/>
              <a:cxnLst/>
              <a:rect l="l" t="t" r="r" b="b"/>
              <a:pathLst>
                <a:path w="415290" h="415925">
                  <a:moveTo>
                    <a:pt x="415023" y="404520"/>
                  </a:moveTo>
                  <a:lnTo>
                    <a:pt x="10934" y="0"/>
                  </a:lnTo>
                  <a:lnTo>
                    <a:pt x="0" y="10934"/>
                  </a:lnTo>
                  <a:lnTo>
                    <a:pt x="404101" y="415467"/>
                  </a:lnTo>
                  <a:lnTo>
                    <a:pt x="415023" y="4045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7981018" y="3489871"/>
              <a:ext cx="123270" cy="123524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8077608" y="3252167"/>
              <a:ext cx="286200" cy="162267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8111254" y="2645713"/>
              <a:ext cx="1008902" cy="292629"/>
            </a:xfrm>
            <a:prstGeom prst="rect">
              <a:avLst/>
            </a:prstGeom>
            <a:blipFill>
              <a:blip r:embed="rId4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8143875" y="2222495"/>
              <a:ext cx="99276" cy="126714"/>
            </a:xfrm>
            <a:prstGeom prst="rect">
              <a:avLst/>
            </a:prstGeom>
            <a:blipFill>
              <a:blip r:embed="rId4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8266258" y="2198110"/>
              <a:ext cx="281620" cy="192579"/>
            </a:xfrm>
            <a:prstGeom prst="rect">
              <a:avLst/>
            </a:prstGeom>
            <a:blipFill>
              <a:blip r:embed="rId4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8135589" y="2468176"/>
              <a:ext cx="85890" cy="95947"/>
            </a:xfrm>
            <a:prstGeom prst="rect">
              <a:avLst/>
            </a:prstGeom>
            <a:blipFill>
              <a:blip r:embed="rId4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7037895" y="1468576"/>
              <a:ext cx="3620770" cy="2855595"/>
            </a:xfrm>
            <a:custGeom>
              <a:avLst/>
              <a:gdLst/>
              <a:ahLst/>
              <a:cxnLst/>
              <a:rect l="l" t="t" r="r" b="b"/>
              <a:pathLst>
                <a:path w="3620770" h="2855595">
                  <a:moveTo>
                    <a:pt x="1253286" y="1004620"/>
                  </a:moveTo>
                  <a:lnTo>
                    <a:pt x="1247863" y="1001204"/>
                  </a:lnTo>
                  <a:lnTo>
                    <a:pt x="1242542" y="999604"/>
                  </a:lnTo>
                  <a:lnTo>
                    <a:pt x="1233678" y="999604"/>
                  </a:lnTo>
                  <a:lnTo>
                    <a:pt x="1230363" y="1000518"/>
                  </a:lnTo>
                  <a:lnTo>
                    <a:pt x="1224305" y="1004620"/>
                  </a:lnTo>
                  <a:lnTo>
                    <a:pt x="1221028" y="1008951"/>
                  </a:lnTo>
                  <a:lnTo>
                    <a:pt x="1217447" y="1015555"/>
                  </a:lnTo>
                  <a:lnTo>
                    <a:pt x="1217447" y="1001661"/>
                  </a:lnTo>
                  <a:lnTo>
                    <a:pt x="1203452" y="1001661"/>
                  </a:lnTo>
                  <a:lnTo>
                    <a:pt x="1203452" y="1093279"/>
                  </a:lnTo>
                  <a:lnTo>
                    <a:pt x="1218996" y="1093279"/>
                  </a:lnTo>
                  <a:lnTo>
                    <a:pt x="1218996" y="1038809"/>
                  </a:lnTo>
                  <a:lnTo>
                    <a:pt x="1219860" y="1032649"/>
                  </a:lnTo>
                  <a:lnTo>
                    <a:pt x="1222730" y="1023531"/>
                  </a:lnTo>
                  <a:lnTo>
                    <a:pt x="1224673" y="1020800"/>
                  </a:lnTo>
                  <a:lnTo>
                    <a:pt x="1230083" y="1016698"/>
                  </a:lnTo>
                  <a:lnTo>
                    <a:pt x="1233131" y="1015555"/>
                  </a:lnTo>
                  <a:lnTo>
                    <a:pt x="1240332" y="1015555"/>
                  </a:lnTo>
                  <a:lnTo>
                    <a:pt x="1244130" y="1016698"/>
                  </a:lnTo>
                  <a:lnTo>
                    <a:pt x="1247914" y="1018971"/>
                  </a:lnTo>
                  <a:lnTo>
                    <a:pt x="1253286" y="1004620"/>
                  </a:lnTo>
                  <a:close/>
                </a:path>
                <a:path w="3620770" h="2855595">
                  <a:moveTo>
                    <a:pt x="3620732" y="0"/>
                  </a:moveTo>
                  <a:lnTo>
                    <a:pt x="3566096" y="0"/>
                  </a:lnTo>
                  <a:lnTo>
                    <a:pt x="3566096" y="2800680"/>
                  </a:lnTo>
                  <a:lnTo>
                    <a:pt x="0" y="2800680"/>
                  </a:lnTo>
                  <a:lnTo>
                    <a:pt x="0" y="2855315"/>
                  </a:lnTo>
                  <a:lnTo>
                    <a:pt x="3620732" y="2855315"/>
                  </a:lnTo>
                  <a:lnTo>
                    <a:pt x="3620732" y="2800680"/>
                  </a:lnTo>
                  <a:lnTo>
                    <a:pt x="36207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6983265" y="1414119"/>
              <a:ext cx="3620770" cy="2856230"/>
            </a:xfrm>
            <a:custGeom>
              <a:avLst/>
              <a:gdLst/>
              <a:ahLst/>
              <a:cxnLst/>
              <a:rect l="l" t="t" r="r" b="b"/>
              <a:pathLst>
                <a:path w="3620770" h="2856229">
                  <a:moveTo>
                    <a:pt x="3620731" y="2855641"/>
                  </a:moveTo>
                  <a:lnTo>
                    <a:pt x="3620730" y="1204723"/>
                  </a:lnTo>
                  <a:lnTo>
                    <a:pt x="3620730" y="356955"/>
                  </a:lnTo>
                  <a:lnTo>
                    <a:pt x="3620730" y="44619"/>
                  </a:lnTo>
                  <a:lnTo>
                    <a:pt x="3620730" y="0"/>
                  </a:lnTo>
                  <a:lnTo>
                    <a:pt x="1527495" y="0"/>
                  </a:lnTo>
                  <a:lnTo>
                    <a:pt x="452591" y="0"/>
                  </a:lnTo>
                  <a:lnTo>
                    <a:pt x="56573" y="0"/>
                  </a:lnTo>
                  <a:lnTo>
                    <a:pt x="0" y="0"/>
                  </a:lnTo>
                  <a:lnTo>
                    <a:pt x="0" y="1650917"/>
                  </a:lnTo>
                  <a:lnTo>
                    <a:pt x="0" y="2498686"/>
                  </a:lnTo>
                  <a:lnTo>
                    <a:pt x="0" y="2811021"/>
                  </a:lnTo>
                  <a:lnTo>
                    <a:pt x="0" y="2855641"/>
                  </a:lnTo>
                  <a:lnTo>
                    <a:pt x="2093235" y="2855641"/>
                  </a:lnTo>
                  <a:lnTo>
                    <a:pt x="3168139" y="2855641"/>
                  </a:lnTo>
                  <a:lnTo>
                    <a:pt x="3564157" y="2855641"/>
                  </a:lnTo>
                  <a:lnTo>
                    <a:pt x="3620731" y="2855641"/>
                  </a:lnTo>
                  <a:lnTo>
                    <a:pt x="3620730" y="1204723"/>
                  </a:lnTo>
                  <a:lnTo>
                    <a:pt x="3620730" y="356955"/>
                  </a:lnTo>
                  <a:lnTo>
                    <a:pt x="3620730" y="44619"/>
                  </a:lnTo>
                  <a:lnTo>
                    <a:pt x="3620730" y="0"/>
                  </a:lnTo>
                </a:path>
              </a:pathLst>
            </a:custGeom>
            <a:ln w="1366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3" name="object 73"/>
          <p:cNvGrpSpPr/>
          <p:nvPr/>
        </p:nvGrpSpPr>
        <p:grpSpPr>
          <a:xfrm>
            <a:off x="6925209" y="4791662"/>
            <a:ext cx="3750945" cy="1619250"/>
            <a:chOff x="6925209" y="4791662"/>
            <a:chExt cx="3750945" cy="1619250"/>
          </a:xfrm>
        </p:grpSpPr>
        <p:sp>
          <p:nvSpPr>
            <p:cNvPr id="74" name="object 74"/>
            <p:cNvSpPr/>
            <p:nvPr/>
          </p:nvSpPr>
          <p:spPr>
            <a:xfrm>
              <a:off x="7292140" y="5901646"/>
              <a:ext cx="140525" cy="159646"/>
            </a:xfrm>
            <a:prstGeom prst="rect">
              <a:avLst/>
            </a:prstGeom>
            <a:blipFill>
              <a:blip r:embed="rId4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7793211" y="5943034"/>
              <a:ext cx="101825" cy="165207"/>
            </a:xfrm>
            <a:prstGeom prst="rect">
              <a:avLst/>
            </a:prstGeom>
            <a:blipFill>
              <a:blip r:embed="rId4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7613621" y="5901646"/>
              <a:ext cx="152181" cy="159646"/>
            </a:xfrm>
            <a:prstGeom prst="rect">
              <a:avLst/>
            </a:prstGeom>
            <a:blipFill>
              <a:blip r:embed="rId4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7923469" y="5898934"/>
              <a:ext cx="140980" cy="165093"/>
            </a:xfrm>
            <a:prstGeom prst="rect">
              <a:avLst/>
            </a:prstGeom>
            <a:blipFill>
              <a:blip r:embed="rId4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7468146" y="5491429"/>
              <a:ext cx="1043305" cy="570230"/>
            </a:xfrm>
            <a:custGeom>
              <a:avLst/>
              <a:gdLst/>
              <a:ahLst/>
              <a:cxnLst/>
              <a:rect l="l" t="t" r="r" b="b"/>
              <a:pathLst>
                <a:path w="1043304" h="570229">
                  <a:moveTo>
                    <a:pt x="115760" y="480415"/>
                  </a:moveTo>
                  <a:lnTo>
                    <a:pt x="112712" y="477367"/>
                  </a:lnTo>
                  <a:lnTo>
                    <a:pt x="3048" y="477367"/>
                  </a:lnTo>
                  <a:lnTo>
                    <a:pt x="0" y="480415"/>
                  </a:lnTo>
                  <a:lnTo>
                    <a:pt x="0" y="487984"/>
                  </a:lnTo>
                  <a:lnTo>
                    <a:pt x="3048" y="491032"/>
                  </a:lnTo>
                  <a:lnTo>
                    <a:pt x="112712" y="491032"/>
                  </a:lnTo>
                  <a:lnTo>
                    <a:pt x="115760" y="487984"/>
                  </a:lnTo>
                  <a:lnTo>
                    <a:pt x="115760" y="480415"/>
                  </a:lnTo>
                  <a:close/>
                </a:path>
                <a:path w="1043304" h="570229">
                  <a:moveTo>
                    <a:pt x="641972" y="410222"/>
                  </a:moveTo>
                  <a:lnTo>
                    <a:pt x="622388" y="410222"/>
                  </a:lnTo>
                  <a:lnTo>
                    <a:pt x="622388" y="569874"/>
                  </a:lnTo>
                  <a:lnTo>
                    <a:pt x="641972" y="569874"/>
                  </a:lnTo>
                  <a:lnTo>
                    <a:pt x="641972" y="410222"/>
                  </a:lnTo>
                  <a:close/>
                </a:path>
                <a:path w="1043304" h="570229">
                  <a:moveTo>
                    <a:pt x="984758" y="44005"/>
                  </a:moveTo>
                  <a:lnTo>
                    <a:pt x="965174" y="44005"/>
                  </a:lnTo>
                  <a:lnTo>
                    <a:pt x="965174" y="159639"/>
                  </a:lnTo>
                  <a:lnTo>
                    <a:pt x="984758" y="159639"/>
                  </a:lnTo>
                  <a:lnTo>
                    <a:pt x="984758" y="44005"/>
                  </a:lnTo>
                  <a:close/>
                </a:path>
                <a:path w="1043304" h="570229">
                  <a:moveTo>
                    <a:pt x="984758" y="0"/>
                  </a:moveTo>
                  <a:lnTo>
                    <a:pt x="965174" y="0"/>
                  </a:lnTo>
                  <a:lnTo>
                    <a:pt x="965174" y="22529"/>
                  </a:lnTo>
                  <a:lnTo>
                    <a:pt x="984758" y="22529"/>
                  </a:lnTo>
                  <a:lnTo>
                    <a:pt x="984758" y="0"/>
                  </a:lnTo>
                  <a:close/>
                </a:path>
                <a:path w="1043304" h="570229">
                  <a:moveTo>
                    <a:pt x="1043000" y="137312"/>
                  </a:moveTo>
                  <a:lnTo>
                    <a:pt x="1020699" y="137312"/>
                  </a:lnTo>
                  <a:lnTo>
                    <a:pt x="1020699" y="159639"/>
                  </a:lnTo>
                  <a:lnTo>
                    <a:pt x="1043000" y="159639"/>
                  </a:lnTo>
                  <a:lnTo>
                    <a:pt x="1043000" y="1373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8604927" y="5488706"/>
              <a:ext cx="140980" cy="165093"/>
            </a:xfrm>
            <a:prstGeom prst="rect">
              <a:avLst/>
            </a:prstGeom>
            <a:blipFill>
              <a:blip r:embed="rId5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8768507" y="5488592"/>
              <a:ext cx="249322" cy="213295"/>
            </a:xfrm>
            <a:prstGeom prst="rect">
              <a:avLst/>
            </a:prstGeom>
            <a:blipFill>
              <a:blip r:embed="rId5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8599144" y="5754260"/>
              <a:ext cx="125091" cy="159669"/>
            </a:xfrm>
            <a:prstGeom prst="rect">
              <a:avLst/>
            </a:prstGeom>
            <a:blipFill>
              <a:blip r:embed="rId5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8754467" y="5727732"/>
              <a:ext cx="78560" cy="78740"/>
            </a:xfrm>
            <a:prstGeom prst="rect">
              <a:avLst/>
            </a:prstGeom>
            <a:blipFill>
              <a:blip r:embed="rId5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8247837" y="5754268"/>
              <a:ext cx="942340" cy="231775"/>
            </a:xfrm>
            <a:custGeom>
              <a:avLst/>
              <a:gdLst/>
              <a:ahLst/>
              <a:cxnLst/>
              <a:rect l="l" t="t" r="r" b="b"/>
              <a:pathLst>
                <a:path w="942340" h="231775">
                  <a:moveTo>
                    <a:pt x="205066" y="44005"/>
                  </a:moveTo>
                  <a:lnTo>
                    <a:pt x="185483" y="44005"/>
                  </a:lnTo>
                  <a:lnTo>
                    <a:pt x="185483" y="159664"/>
                  </a:lnTo>
                  <a:lnTo>
                    <a:pt x="205066" y="159664"/>
                  </a:lnTo>
                  <a:lnTo>
                    <a:pt x="205066" y="44005"/>
                  </a:lnTo>
                  <a:close/>
                </a:path>
                <a:path w="942340" h="231775">
                  <a:moveTo>
                    <a:pt x="205066" y="0"/>
                  </a:moveTo>
                  <a:lnTo>
                    <a:pt x="185483" y="0"/>
                  </a:lnTo>
                  <a:lnTo>
                    <a:pt x="185483" y="22555"/>
                  </a:lnTo>
                  <a:lnTo>
                    <a:pt x="205066" y="22555"/>
                  </a:lnTo>
                  <a:lnTo>
                    <a:pt x="205066" y="0"/>
                  </a:lnTo>
                  <a:close/>
                </a:path>
                <a:path w="942340" h="231775">
                  <a:moveTo>
                    <a:pt x="255143" y="44005"/>
                  </a:moveTo>
                  <a:lnTo>
                    <a:pt x="235572" y="44005"/>
                  </a:lnTo>
                  <a:lnTo>
                    <a:pt x="235572" y="159664"/>
                  </a:lnTo>
                  <a:lnTo>
                    <a:pt x="255143" y="159664"/>
                  </a:lnTo>
                  <a:lnTo>
                    <a:pt x="255143" y="44005"/>
                  </a:lnTo>
                  <a:close/>
                </a:path>
                <a:path w="942340" h="231775">
                  <a:moveTo>
                    <a:pt x="255143" y="0"/>
                  </a:moveTo>
                  <a:lnTo>
                    <a:pt x="235572" y="0"/>
                  </a:lnTo>
                  <a:lnTo>
                    <a:pt x="235572" y="22555"/>
                  </a:lnTo>
                  <a:lnTo>
                    <a:pt x="255143" y="22555"/>
                  </a:lnTo>
                  <a:lnTo>
                    <a:pt x="255143" y="0"/>
                  </a:lnTo>
                  <a:close/>
                </a:path>
                <a:path w="942340" h="231775">
                  <a:moveTo>
                    <a:pt x="941768" y="217944"/>
                  </a:moveTo>
                  <a:lnTo>
                    <a:pt x="0" y="217944"/>
                  </a:lnTo>
                  <a:lnTo>
                    <a:pt x="0" y="231622"/>
                  </a:lnTo>
                  <a:lnTo>
                    <a:pt x="941768" y="231622"/>
                  </a:lnTo>
                  <a:lnTo>
                    <a:pt x="941768" y="2179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9168919" y="5940458"/>
              <a:ext cx="139091" cy="74615"/>
            </a:xfrm>
            <a:prstGeom prst="rect">
              <a:avLst/>
            </a:prstGeom>
            <a:blipFill>
              <a:blip r:embed="rId5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9812473" y="5916027"/>
              <a:ext cx="141140" cy="165093"/>
            </a:xfrm>
            <a:prstGeom prst="rect">
              <a:avLst/>
            </a:prstGeom>
            <a:blipFill>
              <a:blip r:embed="rId5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9483980" y="5918739"/>
              <a:ext cx="140685" cy="159646"/>
            </a:xfrm>
            <a:prstGeom prst="rect">
              <a:avLst/>
            </a:prstGeom>
            <a:blipFill>
              <a:blip r:embed="rId5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9660178" y="5985880"/>
              <a:ext cx="120014" cy="13970"/>
            </a:xfrm>
            <a:custGeom>
              <a:avLst/>
              <a:gdLst/>
              <a:ahLst/>
              <a:cxnLst/>
              <a:rect l="l" t="t" r="r" b="b"/>
              <a:pathLst>
                <a:path w="120015" h="13970">
                  <a:moveTo>
                    <a:pt x="116782" y="0"/>
                  </a:moveTo>
                  <a:lnTo>
                    <a:pt x="2959" y="0"/>
                  </a:lnTo>
                  <a:lnTo>
                    <a:pt x="0" y="3053"/>
                  </a:lnTo>
                  <a:lnTo>
                    <a:pt x="0" y="10620"/>
                  </a:lnTo>
                  <a:lnTo>
                    <a:pt x="2959" y="13674"/>
                  </a:lnTo>
                  <a:lnTo>
                    <a:pt x="116782" y="13674"/>
                  </a:lnTo>
                  <a:lnTo>
                    <a:pt x="119969" y="10620"/>
                  </a:lnTo>
                  <a:lnTo>
                    <a:pt x="119969" y="30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10133015" y="5915913"/>
              <a:ext cx="152500" cy="165207"/>
            </a:xfrm>
            <a:prstGeom prst="rect">
              <a:avLst/>
            </a:prstGeom>
            <a:blipFill>
              <a:blip r:embed="rId5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10316480" y="5918739"/>
              <a:ext cx="124977" cy="159646"/>
            </a:xfrm>
            <a:prstGeom prst="rect">
              <a:avLst/>
            </a:prstGeom>
            <a:blipFill>
              <a:blip r:embed="rId5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9989581" y="5985880"/>
              <a:ext cx="114300" cy="13970"/>
            </a:xfrm>
            <a:custGeom>
              <a:avLst/>
              <a:gdLst/>
              <a:ahLst/>
              <a:cxnLst/>
              <a:rect l="l" t="t" r="r" b="b"/>
              <a:pathLst>
                <a:path w="114300" h="13970">
                  <a:moveTo>
                    <a:pt x="110863" y="0"/>
                  </a:moveTo>
                  <a:lnTo>
                    <a:pt x="2959" y="0"/>
                  </a:lnTo>
                  <a:lnTo>
                    <a:pt x="0" y="3053"/>
                  </a:lnTo>
                  <a:lnTo>
                    <a:pt x="0" y="10620"/>
                  </a:lnTo>
                  <a:lnTo>
                    <a:pt x="2959" y="13674"/>
                  </a:lnTo>
                  <a:lnTo>
                    <a:pt x="110863" y="13674"/>
                  </a:lnTo>
                  <a:lnTo>
                    <a:pt x="114050" y="10620"/>
                  </a:lnTo>
                  <a:lnTo>
                    <a:pt x="114050" y="305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9805205" y="5587731"/>
              <a:ext cx="152500" cy="165207"/>
            </a:xfrm>
            <a:prstGeom prst="rect">
              <a:avLst/>
            </a:prstGeom>
            <a:blipFill>
              <a:blip r:embed="rId5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9847072" y="5784646"/>
              <a:ext cx="73025" cy="102235"/>
            </a:xfrm>
            <a:custGeom>
              <a:avLst/>
              <a:gdLst/>
              <a:ahLst/>
              <a:cxnLst/>
              <a:rect l="l" t="t" r="r" b="b"/>
              <a:pathLst>
                <a:path w="73025" h="102235">
                  <a:moveTo>
                    <a:pt x="13652" y="3048"/>
                  </a:moveTo>
                  <a:lnTo>
                    <a:pt x="10464" y="0"/>
                  </a:lnTo>
                  <a:lnTo>
                    <a:pt x="2959" y="0"/>
                  </a:lnTo>
                  <a:lnTo>
                    <a:pt x="0" y="3048"/>
                  </a:lnTo>
                  <a:lnTo>
                    <a:pt x="0" y="99047"/>
                  </a:lnTo>
                  <a:lnTo>
                    <a:pt x="2959" y="102095"/>
                  </a:lnTo>
                  <a:lnTo>
                    <a:pt x="10464" y="102095"/>
                  </a:lnTo>
                  <a:lnTo>
                    <a:pt x="13652" y="99047"/>
                  </a:lnTo>
                  <a:lnTo>
                    <a:pt x="13652" y="3048"/>
                  </a:lnTo>
                  <a:close/>
                </a:path>
                <a:path w="73025" h="102235">
                  <a:moveTo>
                    <a:pt x="72618" y="3048"/>
                  </a:moveTo>
                  <a:lnTo>
                    <a:pt x="69430" y="0"/>
                  </a:lnTo>
                  <a:lnTo>
                    <a:pt x="61912" y="0"/>
                  </a:lnTo>
                  <a:lnTo>
                    <a:pt x="58953" y="3048"/>
                  </a:lnTo>
                  <a:lnTo>
                    <a:pt x="58953" y="99047"/>
                  </a:lnTo>
                  <a:lnTo>
                    <a:pt x="61912" y="102095"/>
                  </a:lnTo>
                  <a:lnTo>
                    <a:pt x="69430" y="102095"/>
                  </a:lnTo>
                  <a:lnTo>
                    <a:pt x="72618" y="99047"/>
                  </a:lnTo>
                  <a:lnTo>
                    <a:pt x="72618" y="304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7206317" y="5027200"/>
              <a:ext cx="947096" cy="208646"/>
            </a:xfrm>
            <a:prstGeom prst="rect">
              <a:avLst/>
            </a:prstGeom>
            <a:blipFill>
              <a:blip r:embed="rId5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8219340" y="5029912"/>
              <a:ext cx="385950" cy="191462"/>
            </a:xfrm>
            <a:prstGeom prst="rect">
              <a:avLst/>
            </a:prstGeom>
            <a:blipFill>
              <a:blip r:embed="rId6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8671217" y="5027200"/>
              <a:ext cx="470156" cy="194174"/>
            </a:xfrm>
            <a:prstGeom prst="rect">
              <a:avLst/>
            </a:prstGeom>
            <a:blipFill>
              <a:blip r:embed="rId6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6986676" y="4853787"/>
              <a:ext cx="3689350" cy="1557020"/>
            </a:xfrm>
            <a:custGeom>
              <a:avLst/>
              <a:gdLst/>
              <a:ahLst/>
              <a:cxnLst/>
              <a:rect l="l" t="t" r="r" b="b"/>
              <a:pathLst>
                <a:path w="3689350" h="1557020">
                  <a:moveTo>
                    <a:pt x="3689019" y="0"/>
                  </a:moveTo>
                  <a:lnTo>
                    <a:pt x="3634384" y="0"/>
                  </a:lnTo>
                  <a:lnTo>
                    <a:pt x="3634384" y="1500720"/>
                  </a:lnTo>
                  <a:lnTo>
                    <a:pt x="0" y="1500720"/>
                  </a:lnTo>
                  <a:lnTo>
                    <a:pt x="0" y="1556626"/>
                  </a:lnTo>
                  <a:lnTo>
                    <a:pt x="3689019" y="1556626"/>
                  </a:lnTo>
                  <a:lnTo>
                    <a:pt x="3689019" y="1500720"/>
                  </a:lnTo>
                  <a:lnTo>
                    <a:pt x="368901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7"/>
            <p:cNvSpPr/>
            <p:nvPr/>
          </p:nvSpPr>
          <p:spPr>
            <a:xfrm>
              <a:off x="6932045" y="4798498"/>
              <a:ext cx="3689350" cy="1557020"/>
            </a:xfrm>
            <a:custGeom>
              <a:avLst/>
              <a:gdLst/>
              <a:ahLst/>
              <a:cxnLst/>
              <a:rect l="l" t="t" r="r" b="b"/>
              <a:pathLst>
                <a:path w="3689350" h="1557020">
                  <a:moveTo>
                    <a:pt x="3689024" y="1556588"/>
                  </a:moveTo>
                  <a:lnTo>
                    <a:pt x="3689024" y="656685"/>
                  </a:lnTo>
                  <a:lnTo>
                    <a:pt x="3689024" y="194573"/>
                  </a:lnTo>
                  <a:lnTo>
                    <a:pt x="3689024" y="24321"/>
                  </a:lnTo>
                  <a:lnTo>
                    <a:pt x="3689024" y="0"/>
                  </a:lnTo>
                  <a:lnTo>
                    <a:pt x="1556307" y="0"/>
                  </a:lnTo>
                  <a:lnTo>
                    <a:pt x="461128" y="0"/>
                  </a:lnTo>
                  <a:lnTo>
                    <a:pt x="57641" y="0"/>
                  </a:lnTo>
                  <a:lnTo>
                    <a:pt x="0" y="0"/>
                  </a:lnTo>
                  <a:lnTo>
                    <a:pt x="0" y="899902"/>
                  </a:lnTo>
                  <a:lnTo>
                    <a:pt x="0" y="1362015"/>
                  </a:lnTo>
                  <a:lnTo>
                    <a:pt x="0" y="1532267"/>
                  </a:lnTo>
                  <a:lnTo>
                    <a:pt x="0" y="1556588"/>
                  </a:lnTo>
                  <a:lnTo>
                    <a:pt x="2132717" y="1556588"/>
                  </a:lnTo>
                  <a:lnTo>
                    <a:pt x="3227896" y="1556588"/>
                  </a:lnTo>
                  <a:lnTo>
                    <a:pt x="3631383" y="1556588"/>
                  </a:lnTo>
                  <a:lnTo>
                    <a:pt x="3689024" y="1556588"/>
                  </a:lnTo>
                  <a:lnTo>
                    <a:pt x="3689024" y="656685"/>
                  </a:lnTo>
                  <a:lnTo>
                    <a:pt x="3689024" y="194573"/>
                  </a:lnTo>
                  <a:lnTo>
                    <a:pt x="3689024" y="24321"/>
                  </a:lnTo>
                  <a:lnTo>
                    <a:pt x="3689024" y="0"/>
                  </a:lnTo>
                </a:path>
              </a:pathLst>
            </a:custGeom>
            <a:ln w="1367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8" name="object 9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16</a:t>
            </a:fld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9515" y="258318"/>
            <a:ext cx="871855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260" dirty="0">
                <a:latin typeface="Trebuchet MS"/>
                <a:cs typeface="Trebuchet MS"/>
              </a:rPr>
              <a:t>Preparation </a:t>
            </a:r>
            <a:r>
              <a:rPr sz="4400" spc="-204" dirty="0">
                <a:latin typeface="Trebuchet MS"/>
                <a:cs typeface="Trebuchet MS"/>
              </a:rPr>
              <a:t>of </a:t>
            </a:r>
            <a:r>
              <a:rPr sz="4400" spc="-265" dirty="0">
                <a:latin typeface="Trebuchet MS"/>
                <a:cs typeface="Trebuchet MS"/>
              </a:rPr>
              <a:t>chlorides, </a:t>
            </a:r>
            <a:r>
              <a:rPr sz="4400" spc="-285" dirty="0">
                <a:latin typeface="Trebuchet MS"/>
                <a:cs typeface="Trebuchet MS"/>
              </a:rPr>
              <a:t>esters,</a:t>
            </a:r>
            <a:r>
              <a:rPr sz="4400" spc="-890" dirty="0">
                <a:latin typeface="Trebuchet MS"/>
                <a:cs typeface="Trebuchet MS"/>
              </a:rPr>
              <a:t> </a:t>
            </a:r>
            <a:r>
              <a:rPr sz="4400" spc="-225" dirty="0">
                <a:latin typeface="Trebuchet MS"/>
                <a:cs typeface="Trebuchet MS"/>
              </a:rPr>
              <a:t>amides</a:t>
            </a:r>
            <a:endParaRPr sz="4400">
              <a:latin typeface="Trebuchet MS"/>
              <a:cs typeface="Trebuchet MS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89508" y="2037441"/>
            <a:ext cx="3451860" cy="2280285"/>
            <a:chOff x="489508" y="2037441"/>
            <a:chExt cx="3451860" cy="2280285"/>
          </a:xfrm>
        </p:grpSpPr>
        <p:sp>
          <p:nvSpPr>
            <p:cNvPr id="4" name="object 4"/>
            <p:cNvSpPr/>
            <p:nvPr/>
          </p:nvSpPr>
          <p:spPr>
            <a:xfrm>
              <a:off x="1064344" y="3035987"/>
              <a:ext cx="130496" cy="15207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64419" y="3038505"/>
              <a:ext cx="130092" cy="147061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27518" y="3104968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30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363987" y="3035902"/>
              <a:ext cx="287655" cy="152400"/>
            </a:xfrm>
            <a:custGeom>
              <a:avLst/>
              <a:gdLst/>
              <a:ahLst/>
              <a:cxnLst/>
              <a:rect l="l" t="t" r="r" b="b"/>
              <a:pathLst>
                <a:path w="287655" h="152400">
                  <a:moveTo>
                    <a:pt x="70668" y="0"/>
                  </a:moveTo>
                  <a:lnTo>
                    <a:pt x="30305" y="11649"/>
                  </a:lnTo>
                  <a:lnTo>
                    <a:pt x="4919" y="45393"/>
                  </a:lnTo>
                  <a:lnTo>
                    <a:pt x="0" y="78334"/>
                  </a:lnTo>
                  <a:lnTo>
                    <a:pt x="512" y="87591"/>
                  </a:lnTo>
                  <a:lnTo>
                    <a:pt x="18889" y="130273"/>
                  </a:lnTo>
                  <a:lnTo>
                    <a:pt x="60419" y="151534"/>
                  </a:lnTo>
                  <a:lnTo>
                    <a:pt x="70562" y="152161"/>
                  </a:lnTo>
                  <a:lnTo>
                    <a:pt x="80020" y="151593"/>
                  </a:lnTo>
                  <a:lnTo>
                    <a:pt x="117048" y="135508"/>
                  </a:lnTo>
                  <a:lnTo>
                    <a:pt x="70477" y="135508"/>
                  </a:lnTo>
                  <a:lnTo>
                    <a:pt x="60076" y="134543"/>
                  </a:lnTo>
                  <a:lnTo>
                    <a:pt x="28192" y="111857"/>
                  </a:lnTo>
                  <a:lnTo>
                    <a:pt x="20118" y="78334"/>
                  </a:lnTo>
                  <a:lnTo>
                    <a:pt x="21054" y="62920"/>
                  </a:lnTo>
                  <a:lnTo>
                    <a:pt x="42917" y="24727"/>
                  </a:lnTo>
                  <a:lnTo>
                    <a:pt x="70775" y="16737"/>
                  </a:lnTo>
                  <a:lnTo>
                    <a:pt x="117030" y="16737"/>
                  </a:lnTo>
                  <a:lnTo>
                    <a:pt x="115237" y="15061"/>
                  </a:lnTo>
                  <a:lnTo>
                    <a:pt x="107519" y="9712"/>
                  </a:lnTo>
                  <a:lnTo>
                    <a:pt x="99064" y="5463"/>
                  </a:lnTo>
                  <a:lnTo>
                    <a:pt x="90105" y="2428"/>
                  </a:lnTo>
                  <a:lnTo>
                    <a:pt x="80641" y="607"/>
                  </a:lnTo>
                  <a:lnTo>
                    <a:pt x="70668" y="0"/>
                  </a:lnTo>
                  <a:close/>
                </a:path>
                <a:path w="287655" h="152400">
                  <a:moveTo>
                    <a:pt x="117030" y="16737"/>
                  </a:moveTo>
                  <a:lnTo>
                    <a:pt x="70775" y="16737"/>
                  </a:lnTo>
                  <a:lnTo>
                    <a:pt x="77891" y="17198"/>
                  </a:lnTo>
                  <a:lnTo>
                    <a:pt x="84649" y="18581"/>
                  </a:lnTo>
                  <a:lnTo>
                    <a:pt x="114932" y="44880"/>
                  </a:lnTo>
                  <a:lnTo>
                    <a:pt x="121006" y="76218"/>
                  </a:lnTo>
                  <a:lnTo>
                    <a:pt x="120118" y="89609"/>
                  </a:lnTo>
                  <a:lnTo>
                    <a:pt x="99157" y="126822"/>
                  </a:lnTo>
                  <a:lnTo>
                    <a:pt x="70477" y="135508"/>
                  </a:lnTo>
                  <a:lnTo>
                    <a:pt x="117048" y="135508"/>
                  </a:lnTo>
                  <a:lnTo>
                    <a:pt x="138890" y="97515"/>
                  </a:lnTo>
                  <a:lnTo>
                    <a:pt x="141157" y="76218"/>
                  </a:lnTo>
                  <a:lnTo>
                    <a:pt x="140622" y="65584"/>
                  </a:lnTo>
                  <a:lnTo>
                    <a:pt x="127749" y="28631"/>
                  </a:lnTo>
                  <a:lnTo>
                    <a:pt x="121981" y="21366"/>
                  </a:lnTo>
                  <a:lnTo>
                    <a:pt x="117030" y="16737"/>
                  </a:lnTo>
                  <a:close/>
                </a:path>
                <a:path w="287655" h="152400">
                  <a:moveTo>
                    <a:pt x="191288" y="2602"/>
                  </a:moveTo>
                  <a:lnTo>
                    <a:pt x="171769" y="2602"/>
                  </a:lnTo>
                  <a:lnTo>
                    <a:pt x="171769" y="149664"/>
                  </a:lnTo>
                  <a:lnTo>
                    <a:pt x="191288" y="149664"/>
                  </a:lnTo>
                  <a:lnTo>
                    <a:pt x="191288" y="80344"/>
                  </a:lnTo>
                  <a:lnTo>
                    <a:pt x="287546" y="80344"/>
                  </a:lnTo>
                  <a:lnTo>
                    <a:pt x="287546" y="62993"/>
                  </a:lnTo>
                  <a:lnTo>
                    <a:pt x="191288" y="62993"/>
                  </a:lnTo>
                  <a:lnTo>
                    <a:pt x="191288" y="2602"/>
                  </a:lnTo>
                  <a:close/>
                </a:path>
                <a:path w="287655" h="152400">
                  <a:moveTo>
                    <a:pt x="287546" y="80344"/>
                  </a:moveTo>
                  <a:lnTo>
                    <a:pt x="268027" y="80344"/>
                  </a:lnTo>
                  <a:lnTo>
                    <a:pt x="268027" y="149664"/>
                  </a:lnTo>
                  <a:lnTo>
                    <a:pt x="287546" y="149664"/>
                  </a:lnTo>
                  <a:lnTo>
                    <a:pt x="287546" y="80344"/>
                  </a:lnTo>
                  <a:close/>
                </a:path>
                <a:path w="287655" h="152400">
                  <a:moveTo>
                    <a:pt x="287546" y="2602"/>
                  </a:moveTo>
                  <a:lnTo>
                    <a:pt x="268027" y="2602"/>
                  </a:lnTo>
                  <a:lnTo>
                    <a:pt x="268027" y="62993"/>
                  </a:lnTo>
                  <a:lnTo>
                    <a:pt x="287546" y="62993"/>
                  </a:lnTo>
                  <a:lnTo>
                    <a:pt x="287546" y="26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230820" y="3104968"/>
              <a:ext cx="97155" cy="0"/>
            </a:xfrm>
            <a:custGeom>
              <a:avLst/>
              <a:gdLst/>
              <a:ahLst/>
              <a:cxnLst/>
              <a:rect l="l" t="t" r="r" b="b"/>
              <a:pathLst>
                <a:path w="97155">
                  <a:moveTo>
                    <a:pt x="0" y="0"/>
                  </a:moveTo>
                  <a:lnTo>
                    <a:pt x="96873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58137" y="2731199"/>
              <a:ext cx="141157" cy="152161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103276" y="2916708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4" h="85725">
                  <a:moveTo>
                    <a:pt x="0" y="85634"/>
                  </a:moveTo>
                  <a:lnTo>
                    <a:pt x="0" y="0"/>
                  </a:lnTo>
                </a:path>
                <a:path w="55244" h="85725">
                  <a:moveTo>
                    <a:pt x="55053" y="85634"/>
                  </a:moveTo>
                  <a:lnTo>
                    <a:pt x="55053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819093" y="3070054"/>
              <a:ext cx="703580" cy="12700"/>
            </a:xfrm>
            <a:custGeom>
              <a:avLst/>
              <a:gdLst/>
              <a:ahLst/>
              <a:cxnLst/>
              <a:rect l="l" t="t" r="r" b="b"/>
              <a:pathLst>
                <a:path w="703580" h="12700">
                  <a:moveTo>
                    <a:pt x="703455" y="0"/>
                  </a:moveTo>
                  <a:lnTo>
                    <a:pt x="0" y="0"/>
                  </a:lnTo>
                  <a:lnTo>
                    <a:pt x="0" y="12696"/>
                  </a:lnTo>
                  <a:lnTo>
                    <a:pt x="703455" y="12696"/>
                  </a:lnTo>
                  <a:lnTo>
                    <a:pt x="7034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502588" y="3040197"/>
              <a:ext cx="130444" cy="69851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907960" y="2766113"/>
              <a:ext cx="482600" cy="152400"/>
            </a:xfrm>
            <a:custGeom>
              <a:avLst/>
              <a:gdLst/>
              <a:ahLst/>
              <a:cxnLst/>
              <a:rect l="l" t="t" r="r" b="b"/>
              <a:pathLst>
                <a:path w="482600" h="152400">
                  <a:moveTo>
                    <a:pt x="18435" y="100806"/>
                  </a:moveTo>
                  <a:lnTo>
                    <a:pt x="0" y="102414"/>
                  </a:lnTo>
                  <a:lnTo>
                    <a:pt x="661" y="109590"/>
                  </a:lnTo>
                  <a:lnTo>
                    <a:pt x="2232" y="116390"/>
                  </a:lnTo>
                  <a:lnTo>
                    <a:pt x="29353" y="146342"/>
                  </a:lnTo>
                  <a:lnTo>
                    <a:pt x="62932" y="152161"/>
                  </a:lnTo>
                  <a:lnTo>
                    <a:pt x="70665" y="151796"/>
                  </a:lnTo>
                  <a:lnTo>
                    <a:pt x="106261" y="137158"/>
                  </a:lnTo>
                  <a:lnTo>
                    <a:pt x="107859" y="134704"/>
                  </a:lnTo>
                  <a:lnTo>
                    <a:pt x="53651" y="134704"/>
                  </a:lnTo>
                  <a:lnTo>
                    <a:pt x="46089" y="133265"/>
                  </a:lnTo>
                  <a:lnTo>
                    <a:pt x="32666" y="127446"/>
                  </a:lnTo>
                  <a:lnTo>
                    <a:pt x="27717" y="123616"/>
                  </a:lnTo>
                  <a:lnTo>
                    <a:pt x="21345" y="114200"/>
                  </a:lnTo>
                  <a:lnTo>
                    <a:pt x="19306" y="108169"/>
                  </a:lnTo>
                  <a:lnTo>
                    <a:pt x="18435" y="100806"/>
                  </a:lnTo>
                  <a:close/>
                </a:path>
                <a:path w="482600" h="152400">
                  <a:moveTo>
                    <a:pt x="57601" y="84"/>
                  </a:moveTo>
                  <a:lnTo>
                    <a:pt x="16227" y="13351"/>
                  </a:lnTo>
                  <a:lnTo>
                    <a:pt x="5649" y="33199"/>
                  </a:lnTo>
                  <a:lnTo>
                    <a:pt x="5649" y="47377"/>
                  </a:lnTo>
                  <a:lnTo>
                    <a:pt x="37793" y="77069"/>
                  </a:lnTo>
                  <a:lnTo>
                    <a:pt x="64358" y="84073"/>
                  </a:lnTo>
                  <a:lnTo>
                    <a:pt x="71824" y="86025"/>
                  </a:lnTo>
                  <a:lnTo>
                    <a:pt x="98679" y="114284"/>
                  </a:lnTo>
                  <a:lnTo>
                    <a:pt x="97298" y="118474"/>
                  </a:lnTo>
                  <a:lnTo>
                    <a:pt x="91712" y="126176"/>
                  </a:lnTo>
                  <a:lnTo>
                    <a:pt x="87464" y="129202"/>
                  </a:lnTo>
                  <a:lnTo>
                    <a:pt x="76059" y="133604"/>
                  </a:lnTo>
                  <a:lnTo>
                    <a:pt x="69474" y="134704"/>
                  </a:lnTo>
                  <a:lnTo>
                    <a:pt x="107859" y="134704"/>
                  </a:lnTo>
                  <a:lnTo>
                    <a:pt x="115267" y="123320"/>
                  </a:lnTo>
                  <a:lnTo>
                    <a:pt x="117518" y="115956"/>
                  </a:lnTo>
                  <a:lnTo>
                    <a:pt x="117518" y="100234"/>
                  </a:lnTo>
                  <a:lnTo>
                    <a:pt x="86976" y="70123"/>
                  </a:lnTo>
                  <a:lnTo>
                    <a:pt x="59662" y="62845"/>
                  </a:lnTo>
                  <a:lnTo>
                    <a:pt x="48897" y="60175"/>
                  </a:lnTo>
                  <a:lnTo>
                    <a:pt x="24468" y="44605"/>
                  </a:lnTo>
                  <a:lnTo>
                    <a:pt x="24479" y="33199"/>
                  </a:lnTo>
                  <a:lnTo>
                    <a:pt x="58408" y="17245"/>
                  </a:lnTo>
                  <a:lnTo>
                    <a:pt x="103456" y="17245"/>
                  </a:lnTo>
                  <a:lnTo>
                    <a:pt x="101334" y="14029"/>
                  </a:lnTo>
                  <a:lnTo>
                    <a:pt x="65563" y="413"/>
                  </a:lnTo>
                  <a:lnTo>
                    <a:pt x="57601" y="84"/>
                  </a:lnTo>
                  <a:close/>
                </a:path>
                <a:path w="482600" h="152400">
                  <a:moveTo>
                    <a:pt x="103456" y="17245"/>
                  </a:moveTo>
                  <a:lnTo>
                    <a:pt x="58408" y="17245"/>
                  </a:lnTo>
                  <a:lnTo>
                    <a:pt x="66397" y="17690"/>
                  </a:lnTo>
                  <a:lnTo>
                    <a:pt x="73348" y="19025"/>
                  </a:lnTo>
                  <a:lnTo>
                    <a:pt x="94346" y="45430"/>
                  </a:lnTo>
                  <a:lnTo>
                    <a:pt x="113079" y="44033"/>
                  </a:lnTo>
                  <a:lnTo>
                    <a:pt x="112739" y="35400"/>
                  </a:lnTo>
                  <a:lnTo>
                    <a:pt x="110339" y="27677"/>
                  </a:lnTo>
                  <a:lnTo>
                    <a:pt x="103456" y="17245"/>
                  </a:lnTo>
                  <a:close/>
                </a:path>
                <a:path w="482600" h="152400">
                  <a:moveTo>
                    <a:pt x="213075" y="0"/>
                  </a:moveTo>
                  <a:lnTo>
                    <a:pt x="172702" y="11649"/>
                  </a:lnTo>
                  <a:lnTo>
                    <a:pt x="147317" y="45393"/>
                  </a:lnTo>
                  <a:lnTo>
                    <a:pt x="142406" y="78334"/>
                  </a:lnTo>
                  <a:lnTo>
                    <a:pt x="142916" y="87591"/>
                  </a:lnTo>
                  <a:lnTo>
                    <a:pt x="161288" y="130273"/>
                  </a:lnTo>
                  <a:lnTo>
                    <a:pt x="202826" y="151534"/>
                  </a:lnTo>
                  <a:lnTo>
                    <a:pt x="212969" y="152161"/>
                  </a:lnTo>
                  <a:lnTo>
                    <a:pt x="222415" y="151593"/>
                  </a:lnTo>
                  <a:lnTo>
                    <a:pt x="259447" y="135508"/>
                  </a:lnTo>
                  <a:lnTo>
                    <a:pt x="212863" y="135508"/>
                  </a:lnTo>
                  <a:lnTo>
                    <a:pt x="202473" y="134543"/>
                  </a:lnTo>
                  <a:lnTo>
                    <a:pt x="170589" y="111857"/>
                  </a:lnTo>
                  <a:lnTo>
                    <a:pt x="162525" y="78334"/>
                  </a:lnTo>
                  <a:lnTo>
                    <a:pt x="163458" y="62920"/>
                  </a:lnTo>
                  <a:lnTo>
                    <a:pt x="185311" y="24727"/>
                  </a:lnTo>
                  <a:lnTo>
                    <a:pt x="213160" y="16737"/>
                  </a:lnTo>
                  <a:lnTo>
                    <a:pt x="259432" y="16737"/>
                  </a:lnTo>
                  <a:lnTo>
                    <a:pt x="257641" y="15061"/>
                  </a:lnTo>
                  <a:lnTo>
                    <a:pt x="249926" y="9712"/>
                  </a:lnTo>
                  <a:lnTo>
                    <a:pt x="241459" y="5463"/>
                  </a:lnTo>
                  <a:lnTo>
                    <a:pt x="232496" y="2428"/>
                  </a:lnTo>
                  <a:lnTo>
                    <a:pt x="223036" y="607"/>
                  </a:lnTo>
                  <a:lnTo>
                    <a:pt x="213075" y="0"/>
                  </a:lnTo>
                  <a:close/>
                </a:path>
                <a:path w="482600" h="152400">
                  <a:moveTo>
                    <a:pt x="259432" y="16737"/>
                  </a:moveTo>
                  <a:lnTo>
                    <a:pt x="213160" y="16737"/>
                  </a:lnTo>
                  <a:lnTo>
                    <a:pt x="220289" y="17198"/>
                  </a:lnTo>
                  <a:lnTo>
                    <a:pt x="227054" y="18581"/>
                  </a:lnTo>
                  <a:lnTo>
                    <a:pt x="257317" y="44880"/>
                  </a:lnTo>
                  <a:lnTo>
                    <a:pt x="263413" y="76218"/>
                  </a:lnTo>
                  <a:lnTo>
                    <a:pt x="262521" y="89609"/>
                  </a:lnTo>
                  <a:lnTo>
                    <a:pt x="241551" y="126822"/>
                  </a:lnTo>
                  <a:lnTo>
                    <a:pt x="212863" y="135508"/>
                  </a:lnTo>
                  <a:lnTo>
                    <a:pt x="259447" y="135508"/>
                  </a:lnTo>
                  <a:lnTo>
                    <a:pt x="281284" y="97523"/>
                  </a:lnTo>
                  <a:lnTo>
                    <a:pt x="283543" y="76218"/>
                  </a:lnTo>
                  <a:lnTo>
                    <a:pt x="283011" y="65584"/>
                  </a:lnTo>
                  <a:lnTo>
                    <a:pt x="270147" y="28631"/>
                  </a:lnTo>
                  <a:lnTo>
                    <a:pt x="264379" y="21366"/>
                  </a:lnTo>
                  <a:lnTo>
                    <a:pt x="259432" y="16737"/>
                  </a:lnTo>
                  <a:close/>
                </a:path>
                <a:path w="482600" h="152400">
                  <a:moveTo>
                    <a:pt x="377597" y="84"/>
                  </a:moveTo>
                  <a:lnTo>
                    <a:pt x="334126" y="13927"/>
                  </a:lnTo>
                  <a:lnTo>
                    <a:pt x="310102" y="53586"/>
                  </a:lnTo>
                  <a:lnTo>
                    <a:pt x="307910" y="75033"/>
                  </a:lnTo>
                  <a:lnTo>
                    <a:pt x="308400" y="85388"/>
                  </a:lnTo>
                  <a:lnTo>
                    <a:pt x="320066" y="123087"/>
                  </a:lnTo>
                  <a:lnTo>
                    <a:pt x="355646" y="149746"/>
                  </a:lnTo>
                  <a:lnTo>
                    <a:pt x="377279" y="152161"/>
                  </a:lnTo>
                  <a:lnTo>
                    <a:pt x="388366" y="151375"/>
                  </a:lnTo>
                  <a:lnTo>
                    <a:pt x="398563" y="149016"/>
                  </a:lnTo>
                  <a:lnTo>
                    <a:pt x="407873" y="145082"/>
                  </a:lnTo>
                  <a:lnTo>
                    <a:pt x="416296" y="139571"/>
                  </a:lnTo>
                  <a:lnTo>
                    <a:pt x="420573" y="135508"/>
                  </a:lnTo>
                  <a:lnTo>
                    <a:pt x="375686" y="135508"/>
                  </a:lnTo>
                  <a:lnTo>
                    <a:pt x="369054" y="135075"/>
                  </a:lnTo>
                  <a:lnTo>
                    <a:pt x="336668" y="114237"/>
                  </a:lnTo>
                  <a:lnTo>
                    <a:pt x="328045" y="74927"/>
                  </a:lnTo>
                  <a:lnTo>
                    <a:pt x="328336" y="67710"/>
                  </a:lnTo>
                  <a:lnTo>
                    <a:pt x="343452" y="29274"/>
                  </a:lnTo>
                  <a:lnTo>
                    <a:pt x="377194" y="16737"/>
                  </a:lnTo>
                  <a:lnTo>
                    <a:pt x="420958" y="16737"/>
                  </a:lnTo>
                  <a:lnTo>
                    <a:pt x="414851" y="11320"/>
                  </a:lnTo>
                  <a:lnTo>
                    <a:pt x="406859" y="6404"/>
                  </a:lnTo>
                  <a:lnTo>
                    <a:pt x="397985" y="2893"/>
                  </a:lnTo>
                  <a:lnTo>
                    <a:pt x="388230" y="786"/>
                  </a:lnTo>
                  <a:lnTo>
                    <a:pt x="377597" y="84"/>
                  </a:lnTo>
                  <a:close/>
                </a:path>
                <a:path w="482600" h="152400">
                  <a:moveTo>
                    <a:pt x="418866" y="98097"/>
                  </a:moveTo>
                  <a:lnTo>
                    <a:pt x="397466" y="130214"/>
                  </a:lnTo>
                  <a:lnTo>
                    <a:pt x="375686" y="135508"/>
                  </a:lnTo>
                  <a:lnTo>
                    <a:pt x="420573" y="135508"/>
                  </a:lnTo>
                  <a:lnTo>
                    <a:pt x="423663" y="132572"/>
                  </a:lnTo>
                  <a:lnTo>
                    <a:pt x="429804" y="124145"/>
                  </a:lnTo>
                  <a:lnTo>
                    <a:pt x="434736" y="114237"/>
                  </a:lnTo>
                  <a:lnTo>
                    <a:pt x="438406" y="103006"/>
                  </a:lnTo>
                  <a:lnTo>
                    <a:pt x="418866" y="98097"/>
                  </a:lnTo>
                  <a:close/>
                </a:path>
                <a:path w="482600" h="152400">
                  <a:moveTo>
                    <a:pt x="420958" y="16737"/>
                  </a:moveTo>
                  <a:lnTo>
                    <a:pt x="377194" y="16737"/>
                  </a:lnTo>
                  <a:lnTo>
                    <a:pt x="384274" y="17197"/>
                  </a:lnTo>
                  <a:lnTo>
                    <a:pt x="390729" y="18573"/>
                  </a:lnTo>
                  <a:lnTo>
                    <a:pt x="416657" y="47440"/>
                  </a:lnTo>
                  <a:lnTo>
                    <a:pt x="435879" y="42933"/>
                  </a:lnTo>
                  <a:lnTo>
                    <a:pt x="432342" y="33316"/>
                  </a:lnTo>
                  <a:lnTo>
                    <a:pt x="427659" y="24841"/>
                  </a:lnTo>
                  <a:lnTo>
                    <a:pt x="421829" y="17509"/>
                  </a:lnTo>
                  <a:lnTo>
                    <a:pt x="420958" y="16737"/>
                  </a:lnTo>
                  <a:close/>
                </a:path>
                <a:path w="482600" h="152400">
                  <a:moveTo>
                    <a:pt x="482308" y="2602"/>
                  </a:moveTo>
                  <a:lnTo>
                    <a:pt x="464191" y="2602"/>
                  </a:lnTo>
                  <a:lnTo>
                    <a:pt x="464191" y="149664"/>
                  </a:lnTo>
                  <a:lnTo>
                    <a:pt x="482308" y="149664"/>
                  </a:lnTo>
                  <a:lnTo>
                    <a:pt x="482308" y="26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410743" y="2850795"/>
              <a:ext cx="73276" cy="110730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902320" y="3255403"/>
              <a:ext cx="728345" cy="393065"/>
            </a:xfrm>
            <a:custGeom>
              <a:avLst/>
              <a:gdLst/>
              <a:ahLst/>
              <a:cxnLst/>
              <a:rect l="l" t="t" r="r" b="b"/>
              <a:pathLst>
                <a:path w="728344" h="393064">
                  <a:moveTo>
                    <a:pt x="52171" y="146850"/>
                  </a:moveTo>
                  <a:lnTo>
                    <a:pt x="49657" y="131610"/>
                  </a:lnTo>
                  <a:lnTo>
                    <a:pt x="49530" y="130898"/>
                  </a:lnTo>
                  <a:lnTo>
                    <a:pt x="46240" y="131356"/>
                  </a:lnTo>
                  <a:lnTo>
                    <a:pt x="43611" y="131610"/>
                  </a:lnTo>
                  <a:lnTo>
                    <a:pt x="38900" y="131610"/>
                  </a:lnTo>
                  <a:lnTo>
                    <a:pt x="36830" y="131165"/>
                  </a:lnTo>
                  <a:lnTo>
                    <a:pt x="33947" y="129438"/>
                  </a:lnTo>
                  <a:lnTo>
                    <a:pt x="32905" y="128270"/>
                  </a:lnTo>
                  <a:lnTo>
                    <a:pt x="31635" y="125310"/>
                  </a:lnTo>
                  <a:lnTo>
                    <a:pt x="31318" y="122008"/>
                  </a:lnTo>
                  <a:lnTo>
                    <a:pt x="31318" y="54571"/>
                  </a:lnTo>
                  <a:lnTo>
                    <a:pt x="49530" y="54571"/>
                  </a:lnTo>
                  <a:lnTo>
                    <a:pt x="49530" y="40513"/>
                  </a:lnTo>
                  <a:lnTo>
                    <a:pt x="31318" y="40513"/>
                  </a:lnTo>
                  <a:lnTo>
                    <a:pt x="31318" y="3302"/>
                  </a:lnTo>
                  <a:lnTo>
                    <a:pt x="13296" y="14135"/>
                  </a:lnTo>
                  <a:lnTo>
                    <a:pt x="13296" y="40513"/>
                  </a:lnTo>
                  <a:lnTo>
                    <a:pt x="0" y="40513"/>
                  </a:lnTo>
                  <a:lnTo>
                    <a:pt x="0" y="54571"/>
                  </a:lnTo>
                  <a:lnTo>
                    <a:pt x="13296" y="54571"/>
                  </a:lnTo>
                  <a:lnTo>
                    <a:pt x="13296" y="126682"/>
                  </a:lnTo>
                  <a:lnTo>
                    <a:pt x="14020" y="133794"/>
                  </a:lnTo>
                  <a:lnTo>
                    <a:pt x="16992" y="140538"/>
                  </a:lnTo>
                  <a:lnTo>
                    <a:pt x="19545" y="143268"/>
                  </a:lnTo>
                  <a:lnTo>
                    <a:pt x="26784" y="147421"/>
                  </a:lnTo>
                  <a:lnTo>
                    <a:pt x="31889" y="148450"/>
                  </a:lnTo>
                  <a:lnTo>
                    <a:pt x="42481" y="148450"/>
                  </a:lnTo>
                  <a:lnTo>
                    <a:pt x="47053" y="147929"/>
                  </a:lnTo>
                  <a:lnTo>
                    <a:pt x="52171" y="146850"/>
                  </a:lnTo>
                  <a:close/>
                </a:path>
                <a:path w="728344" h="393064">
                  <a:moveTo>
                    <a:pt x="97574" y="353682"/>
                  </a:moveTo>
                  <a:lnTo>
                    <a:pt x="79756" y="351383"/>
                  </a:lnTo>
                  <a:lnTo>
                    <a:pt x="78460" y="360400"/>
                  </a:lnTo>
                  <a:lnTo>
                    <a:pt x="75450" y="367080"/>
                  </a:lnTo>
                  <a:lnTo>
                    <a:pt x="65913" y="375780"/>
                  </a:lnTo>
                  <a:lnTo>
                    <a:pt x="59982" y="377952"/>
                  </a:lnTo>
                  <a:lnTo>
                    <a:pt x="44018" y="377952"/>
                  </a:lnTo>
                  <a:lnTo>
                    <a:pt x="23075" y="337032"/>
                  </a:lnTo>
                  <a:lnTo>
                    <a:pt x="23609" y="327164"/>
                  </a:lnTo>
                  <a:lnTo>
                    <a:pt x="44729" y="296303"/>
                  </a:lnTo>
                  <a:lnTo>
                    <a:pt x="59918" y="296303"/>
                  </a:lnTo>
                  <a:lnTo>
                    <a:pt x="65062" y="298094"/>
                  </a:lnTo>
                  <a:lnTo>
                    <a:pt x="73596" y="305333"/>
                  </a:lnTo>
                  <a:lnTo>
                    <a:pt x="76555" y="310705"/>
                  </a:lnTo>
                  <a:lnTo>
                    <a:pt x="78232" y="317868"/>
                  </a:lnTo>
                  <a:lnTo>
                    <a:pt x="95859" y="315150"/>
                  </a:lnTo>
                  <a:lnTo>
                    <a:pt x="93802" y="307543"/>
                  </a:lnTo>
                  <a:lnTo>
                    <a:pt x="90754" y="300850"/>
                  </a:lnTo>
                  <a:lnTo>
                    <a:pt x="87553" y="296303"/>
                  </a:lnTo>
                  <a:lnTo>
                    <a:pt x="86702" y="295084"/>
                  </a:lnTo>
                  <a:lnTo>
                    <a:pt x="53162" y="281444"/>
                  </a:lnTo>
                  <a:lnTo>
                    <a:pt x="46393" y="281851"/>
                  </a:lnTo>
                  <a:lnTo>
                    <a:pt x="13423" y="301269"/>
                  </a:lnTo>
                  <a:lnTo>
                    <a:pt x="4445" y="337515"/>
                  </a:lnTo>
                  <a:lnTo>
                    <a:pt x="5270" y="350088"/>
                  </a:lnTo>
                  <a:lnTo>
                    <a:pt x="24980" y="384759"/>
                  </a:lnTo>
                  <a:lnTo>
                    <a:pt x="53060" y="392785"/>
                  </a:lnTo>
                  <a:lnTo>
                    <a:pt x="61480" y="392137"/>
                  </a:lnTo>
                  <a:lnTo>
                    <a:pt x="69215" y="390194"/>
                  </a:lnTo>
                  <a:lnTo>
                    <a:pt x="76263" y="386956"/>
                  </a:lnTo>
                  <a:lnTo>
                    <a:pt x="82626" y="382422"/>
                  </a:lnTo>
                  <a:lnTo>
                    <a:pt x="86893" y="377952"/>
                  </a:lnTo>
                  <a:lnTo>
                    <a:pt x="88061" y="376732"/>
                  </a:lnTo>
                  <a:lnTo>
                    <a:pt x="92367" y="370039"/>
                  </a:lnTo>
                  <a:lnTo>
                    <a:pt x="95542" y="362369"/>
                  </a:lnTo>
                  <a:lnTo>
                    <a:pt x="97574" y="353682"/>
                  </a:lnTo>
                  <a:close/>
                </a:path>
                <a:path w="728344" h="393064">
                  <a:moveTo>
                    <a:pt x="156070" y="69100"/>
                  </a:moveTo>
                  <a:lnTo>
                    <a:pt x="154825" y="61150"/>
                  </a:lnTo>
                  <a:lnTo>
                    <a:pt x="151384" y="53657"/>
                  </a:lnTo>
                  <a:lnTo>
                    <a:pt x="150964" y="52755"/>
                  </a:lnTo>
                  <a:lnTo>
                    <a:pt x="149783" y="50190"/>
                  </a:lnTo>
                  <a:lnTo>
                    <a:pt x="145605" y="45897"/>
                  </a:lnTo>
                  <a:lnTo>
                    <a:pt x="133921" y="39674"/>
                  </a:lnTo>
                  <a:lnTo>
                    <a:pt x="127038" y="38112"/>
                  </a:lnTo>
                  <a:lnTo>
                    <a:pt x="119113" y="38112"/>
                  </a:lnTo>
                  <a:lnTo>
                    <a:pt x="109867" y="39027"/>
                  </a:lnTo>
                  <a:lnTo>
                    <a:pt x="101447" y="41770"/>
                  </a:lnTo>
                  <a:lnTo>
                    <a:pt x="93865" y="46342"/>
                  </a:lnTo>
                  <a:lnTo>
                    <a:pt x="87109" y="52755"/>
                  </a:lnTo>
                  <a:lnTo>
                    <a:pt x="87109" y="0"/>
                  </a:lnTo>
                  <a:lnTo>
                    <a:pt x="68973" y="0"/>
                  </a:lnTo>
                  <a:lnTo>
                    <a:pt x="68973" y="147053"/>
                  </a:lnTo>
                  <a:lnTo>
                    <a:pt x="87109" y="147053"/>
                  </a:lnTo>
                  <a:lnTo>
                    <a:pt x="87109" y="80403"/>
                  </a:lnTo>
                  <a:lnTo>
                    <a:pt x="88112" y="73863"/>
                  </a:lnTo>
                  <a:lnTo>
                    <a:pt x="92138" y="64363"/>
                  </a:lnTo>
                  <a:lnTo>
                    <a:pt x="95504" y="60604"/>
                  </a:lnTo>
                  <a:lnTo>
                    <a:pt x="104965" y="55054"/>
                  </a:lnTo>
                  <a:lnTo>
                    <a:pt x="110020" y="53657"/>
                  </a:lnTo>
                  <a:lnTo>
                    <a:pt x="122580" y="53657"/>
                  </a:lnTo>
                  <a:lnTo>
                    <a:pt x="128117" y="55714"/>
                  </a:lnTo>
                  <a:lnTo>
                    <a:pt x="135978" y="63944"/>
                  </a:lnTo>
                  <a:lnTo>
                    <a:pt x="137960" y="70523"/>
                  </a:lnTo>
                  <a:lnTo>
                    <a:pt x="137960" y="147053"/>
                  </a:lnTo>
                  <a:lnTo>
                    <a:pt x="156070" y="147053"/>
                  </a:lnTo>
                  <a:lnTo>
                    <a:pt x="156070" y="69100"/>
                  </a:lnTo>
                  <a:close/>
                </a:path>
                <a:path w="728344" h="393064">
                  <a:moveTo>
                    <a:pt x="203288" y="312445"/>
                  </a:moveTo>
                  <a:lnTo>
                    <a:pt x="202031" y="304495"/>
                  </a:lnTo>
                  <a:lnTo>
                    <a:pt x="198589" y="297002"/>
                  </a:lnTo>
                  <a:lnTo>
                    <a:pt x="198183" y="296087"/>
                  </a:lnTo>
                  <a:lnTo>
                    <a:pt x="197002" y="293535"/>
                  </a:lnTo>
                  <a:lnTo>
                    <a:pt x="192824" y="289229"/>
                  </a:lnTo>
                  <a:lnTo>
                    <a:pt x="181140" y="283006"/>
                  </a:lnTo>
                  <a:lnTo>
                    <a:pt x="174256" y="281444"/>
                  </a:lnTo>
                  <a:lnTo>
                    <a:pt x="166331" y="281444"/>
                  </a:lnTo>
                  <a:lnTo>
                    <a:pt x="157086" y="282359"/>
                  </a:lnTo>
                  <a:lnTo>
                    <a:pt x="148666" y="285115"/>
                  </a:lnTo>
                  <a:lnTo>
                    <a:pt x="141084" y="289687"/>
                  </a:lnTo>
                  <a:lnTo>
                    <a:pt x="134327" y="296087"/>
                  </a:lnTo>
                  <a:lnTo>
                    <a:pt x="134327" y="243332"/>
                  </a:lnTo>
                  <a:lnTo>
                    <a:pt x="116205" y="243332"/>
                  </a:lnTo>
                  <a:lnTo>
                    <a:pt x="116205" y="390398"/>
                  </a:lnTo>
                  <a:lnTo>
                    <a:pt x="134327" y="390398"/>
                  </a:lnTo>
                  <a:lnTo>
                    <a:pt x="134327" y="323748"/>
                  </a:lnTo>
                  <a:lnTo>
                    <a:pt x="135318" y="317207"/>
                  </a:lnTo>
                  <a:lnTo>
                    <a:pt x="139357" y="307708"/>
                  </a:lnTo>
                  <a:lnTo>
                    <a:pt x="142735" y="303936"/>
                  </a:lnTo>
                  <a:lnTo>
                    <a:pt x="152184" y="298399"/>
                  </a:lnTo>
                  <a:lnTo>
                    <a:pt x="157238" y="297002"/>
                  </a:lnTo>
                  <a:lnTo>
                    <a:pt x="169799" y="297002"/>
                  </a:lnTo>
                  <a:lnTo>
                    <a:pt x="175361" y="299046"/>
                  </a:lnTo>
                  <a:lnTo>
                    <a:pt x="183197" y="307276"/>
                  </a:lnTo>
                  <a:lnTo>
                    <a:pt x="185166" y="313867"/>
                  </a:lnTo>
                  <a:lnTo>
                    <a:pt x="185166" y="390398"/>
                  </a:lnTo>
                  <a:lnTo>
                    <a:pt x="203288" y="390398"/>
                  </a:lnTo>
                  <a:lnTo>
                    <a:pt x="203288" y="312445"/>
                  </a:lnTo>
                  <a:close/>
                </a:path>
                <a:path w="728344" h="393064">
                  <a:moveTo>
                    <a:pt x="205308" y="40513"/>
                  </a:moveTo>
                  <a:lnTo>
                    <a:pt x="187185" y="40513"/>
                  </a:lnTo>
                  <a:lnTo>
                    <a:pt x="187185" y="147053"/>
                  </a:lnTo>
                  <a:lnTo>
                    <a:pt x="205308" y="147053"/>
                  </a:lnTo>
                  <a:lnTo>
                    <a:pt x="205308" y="40513"/>
                  </a:lnTo>
                  <a:close/>
                </a:path>
                <a:path w="728344" h="393064">
                  <a:moveTo>
                    <a:pt x="205308" y="0"/>
                  </a:moveTo>
                  <a:lnTo>
                    <a:pt x="187185" y="0"/>
                  </a:lnTo>
                  <a:lnTo>
                    <a:pt x="187185" y="20751"/>
                  </a:lnTo>
                  <a:lnTo>
                    <a:pt x="205308" y="20751"/>
                  </a:lnTo>
                  <a:lnTo>
                    <a:pt x="205308" y="0"/>
                  </a:lnTo>
                  <a:close/>
                </a:path>
                <a:path w="728344" h="393064">
                  <a:moveTo>
                    <a:pt x="252031" y="243332"/>
                  </a:moveTo>
                  <a:lnTo>
                    <a:pt x="233895" y="243332"/>
                  </a:lnTo>
                  <a:lnTo>
                    <a:pt x="233895" y="390398"/>
                  </a:lnTo>
                  <a:lnTo>
                    <a:pt x="252031" y="390398"/>
                  </a:lnTo>
                  <a:lnTo>
                    <a:pt x="252031" y="243332"/>
                  </a:lnTo>
                  <a:close/>
                </a:path>
                <a:path w="728344" h="393064">
                  <a:moveTo>
                    <a:pt x="327748" y="92278"/>
                  </a:moveTo>
                  <a:lnTo>
                    <a:pt x="326872" y="80276"/>
                  </a:lnTo>
                  <a:lnTo>
                    <a:pt x="324256" y="69646"/>
                  </a:lnTo>
                  <a:lnTo>
                    <a:pt x="319874" y="60401"/>
                  </a:lnTo>
                  <a:lnTo>
                    <a:pt x="314185" y="53073"/>
                  </a:lnTo>
                  <a:lnTo>
                    <a:pt x="313753" y="52514"/>
                  </a:lnTo>
                  <a:lnTo>
                    <a:pt x="309092" y="48602"/>
                  </a:lnTo>
                  <a:lnTo>
                    <a:pt x="309092" y="93776"/>
                  </a:lnTo>
                  <a:lnTo>
                    <a:pt x="308559" y="102997"/>
                  </a:lnTo>
                  <a:lnTo>
                    <a:pt x="286702" y="134620"/>
                  </a:lnTo>
                  <a:lnTo>
                    <a:pt x="268643" y="134620"/>
                  </a:lnTo>
                  <a:lnTo>
                    <a:pt x="246748" y="103378"/>
                  </a:lnTo>
                  <a:lnTo>
                    <a:pt x="246189" y="93776"/>
                  </a:lnTo>
                  <a:lnTo>
                    <a:pt x="246748" y="84201"/>
                  </a:lnTo>
                  <a:lnTo>
                    <a:pt x="268643" y="53073"/>
                  </a:lnTo>
                  <a:lnTo>
                    <a:pt x="286639" y="53073"/>
                  </a:lnTo>
                  <a:lnTo>
                    <a:pt x="309067" y="92278"/>
                  </a:lnTo>
                  <a:lnTo>
                    <a:pt x="309092" y="93776"/>
                  </a:lnTo>
                  <a:lnTo>
                    <a:pt x="309092" y="48602"/>
                  </a:lnTo>
                  <a:lnTo>
                    <a:pt x="306247" y="46215"/>
                  </a:lnTo>
                  <a:lnTo>
                    <a:pt x="297738" y="41706"/>
                  </a:lnTo>
                  <a:lnTo>
                    <a:pt x="288226" y="39001"/>
                  </a:lnTo>
                  <a:lnTo>
                    <a:pt x="277685" y="38112"/>
                  </a:lnTo>
                  <a:lnTo>
                    <a:pt x="268160" y="38849"/>
                  </a:lnTo>
                  <a:lnTo>
                    <a:pt x="231686" y="68021"/>
                  </a:lnTo>
                  <a:lnTo>
                    <a:pt x="227571" y="93776"/>
                  </a:lnTo>
                  <a:lnTo>
                    <a:pt x="228434" y="106489"/>
                  </a:lnTo>
                  <a:lnTo>
                    <a:pt x="248869" y="141376"/>
                  </a:lnTo>
                  <a:lnTo>
                    <a:pt x="277685" y="149453"/>
                  </a:lnTo>
                  <a:lnTo>
                    <a:pt x="284556" y="149047"/>
                  </a:lnTo>
                  <a:lnTo>
                    <a:pt x="314363" y="134620"/>
                  </a:lnTo>
                  <a:lnTo>
                    <a:pt x="318109" y="130187"/>
                  </a:lnTo>
                  <a:lnTo>
                    <a:pt x="321551" y="124625"/>
                  </a:lnTo>
                  <a:lnTo>
                    <a:pt x="324256" y="118186"/>
                  </a:lnTo>
                  <a:lnTo>
                    <a:pt x="326199" y="110655"/>
                  </a:lnTo>
                  <a:lnTo>
                    <a:pt x="327367" y="102006"/>
                  </a:lnTo>
                  <a:lnTo>
                    <a:pt x="327748" y="92278"/>
                  </a:lnTo>
                  <a:close/>
                </a:path>
                <a:path w="728344" h="393064">
                  <a:moveTo>
                    <a:pt x="374967" y="335610"/>
                  </a:moveTo>
                  <a:lnTo>
                    <a:pt x="361403" y="296405"/>
                  </a:lnTo>
                  <a:lnTo>
                    <a:pt x="356311" y="291934"/>
                  </a:lnTo>
                  <a:lnTo>
                    <a:pt x="356311" y="337121"/>
                  </a:lnTo>
                  <a:lnTo>
                    <a:pt x="355777" y="346329"/>
                  </a:lnTo>
                  <a:lnTo>
                    <a:pt x="333908" y="377952"/>
                  </a:lnTo>
                  <a:lnTo>
                    <a:pt x="315861" y="377952"/>
                  </a:lnTo>
                  <a:lnTo>
                    <a:pt x="293966" y="346710"/>
                  </a:lnTo>
                  <a:lnTo>
                    <a:pt x="293408" y="337121"/>
                  </a:lnTo>
                  <a:lnTo>
                    <a:pt x="293966" y="327545"/>
                  </a:lnTo>
                  <a:lnTo>
                    <a:pt x="315861" y="296405"/>
                  </a:lnTo>
                  <a:lnTo>
                    <a:pt x="333844" y="296405"/>
                  </a:lnTo>
                  <a:lnTo>
                    <a:pt x="356285" y="335610"/>
                  </a:lnTo>
                  <a:lnTo>
                    <a:pt x="356311" y="337121"/>
                  </a:lnTo>
                  <a:lnTo>
                    <a:pt x="356311" y="291934"/>
                  </a:lnTo>
                  <a:lnTo>
                    <a:pt x="353479" y="289547"/>
                  </a:lnTo>
                  <a:lnTo>
                    <a:pt x="344970" y="285051"/>
                  </a:lnTo>
                  <a:lnTo>
                    <a:pt x="335445" y="282346"/>
                  </a:lnTo>
                  <a:lnTo>
                    <a:pt x="324929" y="281444"/>
                  </a:lnTo>
                  <a:lnTo>
                    <a:pt x="315379" y="282194"/>
                  </a:lnTo>
                  <a:lnTo>
                    <a:pt x="278904" y="311365"/>
                  </a:lnTo>
                  <a:lnTo>
                    <a:pt x="274777" y="337121"/>
                  </a:lnTo>
                  <a:lnTo>
                    <a:pt x="275640" y="349834"/>
                  </a:lnTo>
                  <a:lnTo>
                    <a:pt x="296087" y="384721"/>
                  </a:lnTo>
                  <a:lnTo>
                    <a:pt x="324929" y="392785"/>
                  </a:lnTo>
                  <a:lnTo>
                    <a:pt x="331787" y="392379"/>
                  </a:lnTo>
                  <a:lnTo>
                    <a:pt x="361581" y="377952"/>
                  </a:lnTo>
                  <a:lnTo>
                    <a:pt x="365328" y="373532"/>
                  </a:lnTo>
                  <a:lnTo>
                    <a:pt x="368769" y="367969"/>
                  </a:lnTo>
                  <a:lnTo>
                    <a:pt x="371487" y="361530"/>
                  </a:lnTo>
                  <a:lnTo>
                    <a:pt x="373418" y="353987"/>
                  </a:lnTo>
                  <a:lnTo>
                    <a:pt x="374586" y="345351"/>
                  </a:lnTo>
                  <a:lnTo>
                    <a:pt x="374967" y="335610"/>
                  </a:lnTo>
                  <a:close/>
                </a:path>
                <a:path w="728344" h="393064">
                  <a:moveTo>
                    <a:pt x="439305" y="147053"/>
                  </a:moveTo>
                  <a:lnTo>
                    <a:pt x="439216" y="71691"/>
                  </a:lnTo>
                  <a:lnTo>
                    <a:pt x="434898" y="53759"/>
                  </a:lnTo>
                  <a:lnTo>
                    <a:pt x="429983" y="46913"/>
                  </a:lnTo>
                  <a:lnTo>
                    <a:pt x="425919" y="43878"/>
                  </a:lnTo>
                  <a:lnTo>
                    <a:pt x="415137" y="39268"/>
                  </a:lnTo>
                  <a:lnTo>
                    <a:pt x="409206" y="38112"/>
                  </a:lnTo>
                  <a:lnTo>
                    <a:pt x="402755" y="38112"/>
                  </a:lnTo>
                  <a:lnTo>
                    <a:pt x="392290" y="39204"/>
                  </a:lnTo>
                  <a:lnTo>
                    <a:pt x="383120" y="42494"/>
                  </a:lnTo>
                  <a:lnTo>
                    <a:pt x="375272" y="47993"/>
                  </a:lnTo>
                  <a:lnTo>
                    <a:pt x="368719" y="55664"/>
                  </a:lnTo>
                  <a:lnTo>
                    <a:pt x="368719" y="40513"/>
                  </a:lnTo>
                  <a:lnTo>
                    <a:pt x="352412" y="40513"/>
                  </a:lnTo>
                  <a:lnTo>
                    <a:pt x="352412" y="147053"/>
                  </a:lnTo>
                  <a:lnTo>
                    <a:pt x="370535" y="147053"/>
                  </a:lnTo>
                  <a:lnTo>
                    <a:pt x="370535" y="88874"/>
                  </a:lnTo>
                  <a:lnTo>
                    <a:pt x="371055" y="79463"/>
                  </a:lnTo>
                  <a:lnTo>
                    <a:pt x="391223" y="53759"/>
                  </a:lnTo>
                  <a:lnTo>
                    <a:pt x="403771" y="53759"/>
                  </a:lnTo>
                  <a:lnTo>
                    <a:pt x="421182" y="74904"/>
                  </a:lnTo>
                  <a:lnTo>
                    <a:pt x="421182" y="147053"/>
                  </a:lnTo>
                  <a:lnTo>
                    <a:pt x="439305" y="147053"/>
                  </a:lnTo>
                  <a:close/>
                </a:path>
                <a:path w="728344" h="393064">
                  <a:moveTo>
                    <a:pt x="457530" y="287261"/>
                  </a:moveTo>
                  <a:lnTo>
                    <a:pt x="451218" y="283387"/>
                  </a:lnTo>
                  <a:lnTo>
                    <a:pt x="445020" y="281444"/>
                  </a:lnTo>
                  <a:lnTo>
                    <a:pt x="434670" y="281444"/>
                  </a:lnTo>
                  <a:lnTo>
                    <a:pt x="430809" y="282651"/>
                  </a:lnTo>
                  <a:lnTo>
                    <a:pt x="423760" y="287477"/>
                  </a:lnTo>
                  <a:lnTo>
                    <a:pt x="419912" y="292455"/>
                  </a:lnTo>
                  <a:lnTo>
                    <a:pt x="415747" y="299999"/>
                  </a:lnTo>
                  <a:lnTo>
                    <a:pt x="415747" y="283857"/>
                  </a:lnTo>
                  <a:lnTo>
                    <a:pt x="399440" y="283857"/>
                  </a:lnTo>
                  <a:lnTo>
                    <a:pt x="399440" y="390398"/>
                  </a:lnTo>
                  <a:lnTo>
                    <a:pt x="417550" y="390398"/>
                  </a:lnTo>
                  <a:lnTo>
                    <a:pt x="417550" y="326999"/>
                  </a:lnTo>
                  <a:lnTo>
                    <a:pt x="418579" y="319976"/>
                  </a:lnTo>
                  <a:lnTo>
                    <a:pt x="434035" y="300113"/>
                  </a:lnTo>
                  <a:lnTo>
                    <a:pt x="442429" y="300113"/>
                  </a:lnTo>
                  <a:lnTo>
                    <a:pt x="446862" y="301421"/>
                  </a:lnTo>
                  <a:lnTo>
                    <a:pt x="451281" y="304025"/>
                  </a:lnTo>
                  <a:lnTo>
                    <a:pt x="452742" y="300113"/>
                  </a:lnTo>
                  <a:lnTo>
                    <a:pt x="457530" y="287261"/>
                  </a:lnTo>
                  <a:close/>
                </a:path>
                <a:path w="728344" h="393064">
                  <a:moveTo>
                    <a:pt x="488530" y="283857"/>
                  </a:moveTo>
                  <a:lnTo>
                    <a:pt x="470420" y="283857"/>
                  </a:lnTo>
                  <a:lnTo>
                    <a:pt x="470420" y="390398"/>
                  </a:lnTo>
                  <a:lnTo>
                    <a:pt x="488530" y="390398"/>
                  </a:lnTo>
                  <a:lnTo>
                    <a:pt x="488530" y="283857"/>
                  </a:lnTo>
                  <a:close/>
                </a:path>
                <a:path w="728344" h="393064">
                  <a:moveTo>
                    <a:pt x="488530" y="243332"/>
                  </a:moveTo>
                  <a:lnTo>
                    <a:pt x="470420" y="243332"/>
                  </a:lnTo>
                  <a:lnTo>
                    <a:pt x="470420" y="264096"/>
                  </a:lnTo>
                  <a:lnTo>
                    <a:pt x="488530" y="264096"/>
                  </a:lnTo>
                  <a:lnTo>
                    <a:pt x="488530" y="243332"/>
                  </a:lnTo>
                  <a:close/>
                </a:path>
                <a:path w="728344" h="393064">
                  <a:moveTo>
                    <a:pt x="558228" y="40513"/>
                  </a:moveTo>
                  <a:lnTo>
                    <a:pt x="540080" y="40513"/>
                  </a:lnTo>
                  <a:lnTo>
                    <a:pt x="514337" y="110490"/>
                  </a:lnTo>
                  <a:lnTo>
                    <a:pt x="511873" y="118605"/>
                  </a:lnTo>
                  <a:lnTo>
                    <a:pt x="509803" y="126898"/>
                  </a:lnTo>
                  <a:lnTo>
                    <a:pt x="508025" y="120497"/>
                  </a:lnTo>
                  <a:lnTo>
                    <a:pt x="506133" y="114249"/>
                  </a:lnTo>
                  <a:lnTo>
                    <a:pt x="504139" y="108153"/>
                  </a:lnTo>
                  <a:lnTo>
                    <a:pt x="502043" y="102222"/>
                  </a:lnTo>
                  <a:lnTo>
                    <a:pt x="479780" y="40513"/>
                  </a:lnTo>
                  <a:lnTo>
                    <a:pt x="460248" y="40513"/>
                  </a:lnTo>
                  <a:lnTo>
                    <a:pt x="500837" y="147243"/>
                  </a:lnTo>
                  <a:lnTo>
                    <a:pt x="500087" y="149199"/>
                  </a:lnTo>
                  <a:lnTo>
                    <a:pt x="499554" y="150660"/>
                  </a:lnTo>
                  <a:lnTo>
                    <a:pt x="499224" y="151676"/>
                  </a:lnTo>
                  <a:lnTo>
                    <a:pt x="496671" y="158826"/>
                  </a:lnTo>
                  <a:lnTo>
                    <a:pt x="494830" y="163309"/>
                  </a:lnTo>
                  <a:lnTo>
                    <a:pt x="492125" y="167525"/>
                  </a:lnTo>
                  <a:lnTo>
                    <a:pt x="490156" y="169379"/>
                  </a:lnTo>
                  <a:lnTo>
                    <a:pt x="487730" y="170713"/>
                  </a:lnTo>
                  <a:lnTo>
                    <a:pt x="485330" y="172072"/>
                  </a:lnTo>
                  <a:lnTo>
                    <a:pt x="482104" y="172732"/>
                  </a:lnTo>
                  <a:lnTo>
                    <a:pt x="475119" y="172732"/>
                  </a:lnTo>
                  <a:lnTo>
                    <a:pt x="471652" y="172199"/>
                  </a:lnTo>
                  <a:lnTo>
                    <a:pt x="467702" y="171119"/>
                  </a:lnTo>
                  <a:lnTo>
                    <a:pt x="469722" y="188087"/>
                  </a:lnTo>
                  <a:lnTo>
                    <a:pt x="474014" y="189547"/>
                  </a:lnTo>
                  <a:lnTo>
                    <a:pt x="477901" y="190284"/>
                  </a:lnTo>
                  <a:lnTo>
                    <a:pt x="487159" y="190284"/>
                  </a:lnTo>
                  <a:lnTo>
                    <a:pt x="514451" y="156946"/>
                  </a:lnTo>
                  <a:lnTo>
                    <a:pt x="525792" y="126898"/>
                  </a:lnTo>
                  <a:lnTo>
                    <a:pt x="558228" y="40513"/>
                  </a:lnTo>
                  <a:close/>
                </a:path>
                <a:path w="728344" h="393064">
                  <a:moveTo>
                    <a:pt x="594461" y="0"/>
                  </a:moveTo>
                  <a:lnTo>
                    <a:pt x="576338" y="0"/>
                  </a:lnTo>
                  <a:lnTo>
                    <a:pt x="576338" y="147053"/>
                  </a:lnTo>
                  <a:lnTo>
                    <a:pt x="594461" y="147053"/>
                  </a:lnTo>
                  <a:lnTo>
                    <a:pt x="594461" y="0"/>
                  </a:lnTo>
                  <a:close/>
                </a:path>
                <a:path w="728344" h="393064">
                  <a:moveTo>
                    <a:pt x="603719" y="243332"/>
                  </a:moveTo>
                  <a:lnTo>
                    <a:pt x="587222" y="243332"/>
                  </a:lnTo>
                  <a:lnTo>
                    <a:pt x="587222" y="338721"/>
                  </a:lnTo>
                  <a:lnTo>
                    <a:pt x="586701" y="348018"/>
                  </a:lnTo>
                  <a:lnTo>
                    <a:pt x="566635" y="377952"/>
                  </a:lnTo>
                  <a:lnTo>
                    <a:pt x="550875" y="377952"/>
                  </a:lnTo>
                  <a:lnTo>
                    <a:pt x="529615" y="337223"/>
                  </a:lnTo>
                  <a:lnTo>
                    <a:pt x="530123" y="327342"/>
                  </a:lnTo>
                  <a:lnTo>
                    <a:pt x="549859" y="296405"/>
                  </a:lnTo>
                  <a:lnTo>
                    <a:pt x="566166" y="296405"/>
                  </a:lnTo>
                  <a:lnTo>
                    <a:pt x="586689" y="328523"/>
                  </a:lnTo>
                  <a:lnTo>
                    <a:pt x="587222" y="338721"/>
                  </a:lnTo>
                  <a:lnTo>
                    <a:pt x="587222" y="243332"/>
                  </a:lnTo>
                  <a:lnTo>
                    <a:pt x="585711" y="243332"/>
                  </a:lnTo>
                  <a:lnTo>
                    <a:pt x="585711" y="296087"/>
                  </a:lnTo>
                  <a:lnTo>
                    <a:pt x="582549" y="291757"/>
                  </a:lnTo>
                  <a:lnTo>
                    <a:pt x="578459" y="288213"/>
                  </a:lnTo>
                  <a:lnTo>
                    <a:pt x="568401" y="282803"/>
                  </a:lnTo>
                  <a:lnTo>
                    <a:pt x="562648" y="281444"/>
                  </a:lnTo>
                  <a:lnTo>
                    <a:pt x="547408" y="281444"/>
                  </a:lnTo>
                  <a:lnTo>
                    <a:pt x="516343" y="308279"/>
                  </a:lnTo>
                  <a:lnTo>
                    <a:pt x="510984" y="337223"/>
                  </a:lnTo>
                  <a:lnTo>
                    <a:pt x="511352" y="345160"/>
                  </a:lnTo>
                  <a:lnTo>
                    <a:pt x="528434" y="381914"/>
                  </a:lnTo>
                  <a:lnTo>
                    <a:pt x="548474" y="392785"/>
                  </a:lnTo>
                  <a:lnTo>
                    <a:pt x="557009" y="392785"/>
                  </a:lnTo>
                  <a:lnTo>
                    <a:pt x="586917" y="376936"/>
                  </a:lnTo>
                  <a:lnTo>
                    <a:pt x="586917" y="390398"/>
                  </a:lnTo>
                  <a:lnTo>
                    <a:pt x="603719" y="390398"/>
                  </a:lnTo>
                  <a:lnTo>
                    <a:pt x="603719" y="376936"/>
                  </a:lnTo>
                  <a:lnTo>
                    <a:pt x="603719" y="296405"/>
                  </a:lnTo>
                  <a:lnTo>
                    <a:pt x="603719" y="296087"/>
                  </a:lnTo>
                  <a:lnTo>
                    <a:pt x="603719" y="243332"/>
                  </a:lnTo>
                  <a:close/>
                </a:path>
                <a:path w="728344" h="393064">
                  <a:moveTo>
                    <a:pt x="728167" y="336931"/>
                  </a:moveTo>
                  <a:lnTo>
                    <a:pt x="727481" y="326898"/>
                  </a:lnTo>
                  <a:lnTo>
                    <a:pt x="727329" y="324472"/>
                  </a:lnTo>
                  <a:lnTo>
                    <a:pt x="724789" y="313512"/>
                  </a:lnTo>
                  <a:lnTo>
                    <a:pt x="720547" y="304012"/>
                  </a:lnTo>
                  <a:lnTo>
                    <a:pt x="714794" y="296303"/>
                  </a:lnTo>
                  <a:lnTo>
                    <a:pt x="714565" y="295998"/>
                  </a:lnTo>
                  <a:lnTo>
                    <a:pt x="709041" y="291211"/>
                  </a:lnTo>
                  <a:lnTo>
                    <a:pt x="709041" y="326898"/>
                  </a:lnTo>
                  <a:lnTo>
                    <a:pt x="649338" y="326898"/>
                  </a:lnTo>
                  <a:lnTo>
                    <a:pt x="649935" y="317614"/>
                  </a:lnTo>
                  <a:lnTo>
                    <a:pt x="653084" y="310184"/>
                  </a:lnTo>
                  <a:lnTo>
                    <a:pt x="664438" y="299072"/>
                  </a:lnTo>
                  <a:lnTo>
                    <a:pt x="671449" y="296303"/>
                  </a:lnTo>
                  <a:lnTo>
                    <a:pt x="688873" y="296303"/>
                  </a:lnTo>
                  <a:lnTo>
                    <a:pt x="709041" y="326898"/>
                  </a:lnTo>
                  <a:lnTo>
                    <a:pt x="709041" y="291211"/>
                  </a:lnTo>
                  <a:lnTo>
                    <a:pt x="707237" y="289636"/>
                  </a:lnTo>
                  <a:lnTo>
                    <a:pt x="698957" y="285089"/>
                  </a:lnTo>
                  <a:lnTo>
                    <a:pt x="689724" y="282359"/>
                  </a:lnTo>
                  <a:lnTo>
                    <a:pt x="679526" y="281444"/>
                  </a:lnTo>
                  <a:lnTo>
                    <a:pt x="669010" y="282371"/>
                  </a:lnTo>
                  <a:lnTo>
                    <a:pt x="637425" y="304482"/>
                  </a:lnTo>
                  <a:lnTo>
                    <a:pt x="629615" y="338023"/>
                  </a:lnTo>
                  <a:lnTo>
                    <a:pt x="630466" y="350304"/>
                  </a:lnTo>
                  <a:lnTo>
                    <a:pt x="650824" y="384708"/>
                  </a:lnTo>
                  <a:lnTo>
                    <a:pt x="680580" y="392785"/>
                  </a:lnTo>
                  <a:lnTo>
                    <a:pt x="689432" y="392226"/>
                  </a:lnTo>
                  <a:lnTo>
                    <a:pt x="717359" y="377952"/>
                  </a:lnTo>
                  <a:lnTo>
                    <a:pt x="721258" y="372910"/>
                  </a:lnTo>
                  <a:lnTo>
                    <a:pt x="724852" y="366115"/>
                  </a:lnTo>
                  <a:lnTo>
                    <a:pt x="727519" y="358381"/>
                  </a:lnTo>
                  <a:lnTo>
                    <a:pt x="708837" y="356082"/>
                  </a:lnTo>
                  <a:lnTo>
                    <a:pt x="706069" y="363715"/>
                  </a:lnTo>
                  <a:lnTo>
                    <a:pt x="702462" y="369265"/>
                  </a:lnTo>
                  <a:lnTo>
                    <a:pt x="697572" y="372732"/>
                  </a:lnTo>
                  <a:lnTo>
                    <a:pt x="692899" y="376224"/>
                  </a:lnTo>
                  <a:lnTo>
                    <a:pt x="687387" y="377952"/>
                  </a:lnTo>
                  <a:lnTo>
                    <a:pt x="671664" y="377952"/>
                  </a:lnTo>
                  <a:lnTo>
                    <a:pt x="664235" y="374840"/>
                  </a:lnTo>
                  <a:lnTo>
                    <a:pt x="648347" y="341731"/>
                  </a:lnTo>
                  <a:lnTo>
                    <a:pt x="728167" y="341731"/>
                  </a:lnTo>
                  <a:lnTo>
                    <a:pt x="728167" y="3369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905559" y="4023523"/>
              <a:ext cx="182745" cy="111343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162474" y="3982895"/>
              <a:ext cx="310515" cy="152400"/>
            </a:xfrm>
            <a:custGeom>
              <a:avLst/>
              <a:gdLst/>
              <a:ahLst/>
              <a:cxnLst/>
              <a:rect l="l" t="t" r="r" b="b"/>
              <a:pathLst>
                <a:path w="310514" h="152400">
                  <a:moveTo>
                    <a:pt x="65481" y="2518"/>
                  </a:moveTo>
                  <a:lnTo>
                    <a:pt x="0" y="2518"/>
                  </a:lnTo>
                  <a:lnTo>
                    <a:pt x="0" y="149579"/>
                  </a:lnTo>
                  <a:lnTo>
                    <a:pt x="19540" y="149579"/>
                  </a:lnTo>
                  <a:lnTo>
                    <a:pt x="19540" y="89781"/>
                  </a:lnTo>
                  <a:lnTo>
                    <a:pt x="57389" y="89781"/>
                  </a:lnTo>
                  <a:lnTo>
                    <a:pt x="100696" y="76789"/>
                  </a:lnTo>
                  <a:lnTo>
                    <a:pt x="104031" y="72430"/>
                  </a:lnTo>
                  <a:lnTo>
                    <a:pt x="19540" y="72430"/>
                  </a:lnTo>
                  <a:lnTo>
                    <a:pt x="19540" y="19869"/>
                  </a:lnTo>
                  <a:lnTo>
                    <a:pt x="105678" y="19869"/>
                  </a:lnTo>
                  <a:lnTo>
                    <a:pt x="105199" y="18895"/>
                  </a:lnTo>
                  <a:lnTo>
                    <a:pt x="101270" y="14177"/>
                  </a:lnTo>
                  <a:lnTo>
                    <a:pt x="91457" y="7405"/>
                  </a:lnTo>
                  <a:lnTo>
                    <a:pt x="85383" y="5120"/>
                  </a:lnTo>
                  <a:lnTo>
                    <a:pt x="78140" y="3914"/>
                  </a:lnTo>
                  <a:lnTo>
                    <a:pt x="72979" y="2983"/>
                  </a:lnTo>
                  <a:lnTo>
                    <a:pt x="65481" y="2518"/>
                  </a:lnTo>
                  <a:close/>
                </a:path>
                <a:path w="310514" h="152400">
                  <a:moveTo>
                    <a:pt x="105678" y="19869"/>
                  </a:moveTo>
                  <a:lnTo>
                    <a:pt x="66161" y="19869"/>
                  </a:lnTo>
                  <a:lnTo>
                    <a:pt x="72235" y="20313"/>
                  </a:lnTo>
                  <a:lnTo>
                    <a:pt x="75528" y="21181"/>
                  </a:lnTo>
                  <a:lnTo>
                    <a:pt x="92540" y="54148"/>
                  </a:lnTo>
                  <a:lnTo>
                    <a:pt x="89886" y="60729"/>
                  </a:lnTo>
                  <a:lnTo>
                    <a:pt x="57708" y="72430"/>
                  </a:lnTo>
                  <a:lnTo>
                    <a:pt x="104031" y="72430"/>
                  </a:lnTo>
                  <a:lnTo>
                    <a:pt x="105937" y="69937"/>
                  </a:lnTo>
                  <a:lnTo>
                    <a:pt x="109681" y="62363"/>
                  </a:lnTo>
                  <a:lnTo>
                    <a:pt x="111927" y="54067"/>
                  </a:lnTo>
                  <a:lnTo>
                    <a:pt x="112676" y="45049"/>
                  </a:lnTo>
                  <a:lnTo>
                    <a:pt x="112676" y="37749"/>
                  </a:lnTo>
                  <a:lnTo>
                    <a:pt x="111189" y="31062"/>
                  </a:lnTo>
                  <a:lnTo>
                    <a:pt x="105678" y="19869"/>
                  </a:lnTo>
                  <a:close/>
                </a:path>
                <a:path w="310514" h="152400">
                  <a:moveTo>
                    <a:pt x="205705" y="0"/>
                  </a:moveTo>
                  <a:lnTo>
                    <a:pt x="162255" y="13842"/>
                  </a:lnTo>
                  <a:lnTo>
                    <a:pt x="138231" y="53501"/>
                  </a:lnTo>
                  <a:lnTo>
                    <a:pt x="136039" y="74948"/>
                  </a:lnTo>
                  <a:lnTo>
                    <a:pt x="136525" y="85303"/>
                  </a:lnTo>
                  <a:lnTo>
                    <a:pt x="148183" y="123002"/>
                  </a:lnTo>
                  <a:lnTo>
                    <a:pt x="183775" y="149661"/>
                  </a:lnTo>
                  <a:lnTo>
                    <a:pt x="205408" y="152076"/>
                  </a:lnTo>
                  <a:lnTo>
                    <a:pt x="216495" y="151290"/>
                  </a:lnTo>
                  <a:lnTo>
                    <a:pt x="226692" y="148931"/>
                  </a:lnTo>
                  <a:lnTo>
                    <a:pt x="236002" y="144997"/>
                  </a:lnTo>
                  <a:lnTo>
                    <a:pt x="244425" y="139486"/>
                  </a:lnTo>
                  <a:lnTo>
                    <a:pt x="248702" y="135423"/>
                  </a:lnTo>
                  <a:lnTo>
                    <a:pt x="203794" y="135423"/>
                  </a:lnTo>
                  <a:lnTo>
                    <a:pt x="197171" y="134991"/>
                  </a:lnTo>
                  <a:lnTo>
                    <a:pt x="164776" y="114153"/>
                  </a:lnTo>
                  <a:lnTo>
                    <a:pt x="156174" y="74842"/>
                  </a:lnTo>
                  <a:lnTo>
                    <a:pt x="156465" y="67625"/>
                  </a:lnTo>
                  <a:lnTo>
                    <a:pt x="171569" y="29189"/>
                  </a:lnTo>
                  <a:lnTo>
                    <a:pt x="205302" y="16652"/>
                  </a:lnTo>
                  <a:lnTo>
                    <a:pt x="249069" y="16652"/>
                  </a:lnTo>
                  <a:lnTo>
                    <a:pt x="242959" y="11235"/>
                  </a:lnTo>
                  <a:lnTo>
                    <a:pt x="234970" y="6320"/>
                  </a:lnTo>
                  <a:lnTo>
                    <a:pt x="226100" y="2808"/>
                  </a:lnTo>
                  <a:lnTo>
                    <a:pt x="216347" y="702"/>
                  </a:lnTo>
                  <a:lnTo>
                    <a:pt x="205705" y="0"/>
                  </a:lnTo>
                  <a:close/>
                </a:path>
                <a:path w="310514" h="152400">
                  <a:moveTo>
                    <a:pt x="246995" y="98012"/>
                  </a:moveTo>
                  <a:lnTo>
                    <a:pt x="225582" y="130130"/>
                  </a:lnTo>
                  <a:lnTo>
                    <a:pt x="203794" y="135423"/>
                  </a:lnTo>
                  <a:lnTo>
                    <a:pt x="248702" y="135423"/>
                  </a:lnTo>
                  <a:lnTo>
                    <a:pt x="251792" y="132487"/>
                  </a:lnTo>
                  <a:lnTo>
                    <a:pt x="257933" y="124060"/>
                  </a:lnTo>
                  <a:lnTo>
                    <a:pt x="262865" y="114153"/>
                  </a:lnTo>
                  <a:lnTo>
                    <a:pt x="266535" y="102922"/>
                  </a:lnTo>
                  <a:lnTo>
                    <a:pt x="246995" y="98012"/>
                  </a:lnTo>
                  <a:close/>
                </a:path>
                <a:path w="310514" h="152400">
                  <a:moveTo>
                    <a:pt x="249069" y="16652"/>
                  </a:moveTo>
                  <a:lnTo>
                    <a:pt x="205302" y="16652"/>
                  </a:lnTo>
                  <a:lnTo>
                    <a:pt x="212391" y="17112"/>
                  </a:lnTo>
                  <a:lnTo>
                    <a:pt x="218847" y="18488"/>
                  </a:lnTo>
                  <a:lnTo>
                    <a:pt x="244786" y="47355"/>
                  </a:lnTo>
                  <a:lnTo>
                    <a:pt x="264008" y="42848"/>
                  </a:lnTo>
                  <a:lnTo>
                    <a:pt x="260468" y="33231"/>
                  </a:lnTo>
                  <a:lnTo>
                    <a:pt x="255777" y="24757"/>
                  </a:lnTo>
                  <a:lnTo>
                    <a:pt x="249940" y="17425"/>
                  </a:lnTo>
                  <a:lnTo>
                    <a:pt x="249069" y="16652"/>
                  </a:lnTo>
                  <a:close/>
                </a:path>
                <a:path w="310514" h="152400">
                  <a:moveTo>
                    <a:pt x="310416" y="2518"/>
                  </a:moveTo>
                  <a:lnTo>
                    <a:pt x="292299" y="2518"/>
                  </a:lnTo>
                  <a:lnTo>
                    <a:pt x="292299" y="149579"/>
                  </a:lnTo>
                  <a:lnTo>
                    <a:pt x="310416" y="149579"/>
                  </a:lnTo>
                  <a:lnTo>
                    <a:pt x="310416" y="251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495235" y="4069440"/>
              <a:ext cx="73446" cy="110666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151071" y="3035987"/>
              <a:ext cx="130623" cy="152076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851168" y="3038505"/>
              <a:ext cx="130198" cy="14706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014288" y="3104968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30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456921" y="3035987"/>
              <a:ext cx="174377" cy="152076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317590" y="3104969"/>
              <a:ext cx="102870" cy="0"/>
            </a:xfrm>
            <a:custGeom>
              <a:avLst/>
              <a:gdLst/>
              <a:ahLst/>
              <a:cxnLst/>
              <a:rect l="l" t="t" r="r" b="b"/>
              <a:pathLst>
                <a:path w="102870">
                  <a:moveTo>
                    <a:pt x="0" y="0"/>
                  </a:moveTo>
                  <a:lnTo>
                    <a:pt x="102799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144928" y="2731199"/>
              <a:ext cx="141221" cy="152161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190152" y="2916708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4" h="85725">
                  <a:moveTo>
                    <a:pt x="0" y="85634"/>
                  </a:moveTo>
                  <a:lnTo>
                    <a:pt x="0" y="0"/>
                  </a:lnTo>
                </a:path>
                <a:path w="55244" h="85725">
                  <a:moveTo>
                    <a:pt x="55010" y="85634"/>
                  </a:moveTo>
                  <a:lnTo>
                    <a:pt x="55010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31405" y="2276779"/>
              <a:ext cx="1299210" cy="176530"/>
            </a:xfrm>
            <a:custGeom>
              <a:avLst/>
              <a:gdLst/>
              <a:ahLst/>
              <a:cxnLst/>
              <a:rect l="l" t="t" r="r" b="b"/>
              <a:pathLst>
                <a:path w="1299210" h="176530">
                  <a:moveTo>
                    <a:pt x="108445" y="57975"/>
                  </a:moveTo>
                  <a:lnTo>
                    <a:pt x="68262" y="38087"/>
                  </a:lnTo>
                  <a:lnTo>
                    <a:pt x="59359" y="38595"/>
                  </a:lnTo>
                  <a:lnTo>
                    <a:pt x="22771" y="63385"/>
                  </a:lnTo>
                  <a:lnTo>
                    <a:pt x="19532" y="70878"/>
                  </a:lnTo>
                  <a:lnTo>
                    <a:pt x="37947" y="72364"/>
                  </a:lnTo>
                  <a:lnTo>
                    <a:pt x="40182" y="66230"/>
                  </a:lnTo>
                  <a:lnTo>
                    <a:pt x="43713" y="61353"/>
                  </a:lnTo>
                  <a:lnTo>
                    <a:pt x="53454" y="54584"/>
                  </a:lnTo>
                  <a:lnTo>
                    <a:pt x="59702" y="52895"/>
                  </a:lnTo>
                  <a:lnTo>
                    <a:pt x="75488" y="52895"/>
                  </a:lnTo>
                  <a:lnTo>
                    <a:pt x="81661" y="54584"/>
                  </a:lnTo>
                  <a:lnTo>
                    <a:pt x="85890" y="57975"/>
                  </a:lnTo>
                  <a:lnTo>
                    <a:pt x="88976" y="60299"/>
                  </a:lnTo>
                  <a:lnTo>
                    <a:pt x="90385" y="63385"/>
                  </a:lnTo>
                  <a:lnTo>
                    <a:pt x="90449" y="71513"/>
                  </a:lnTo>
                  <a:lnTo>
                    <a:pt x="89814" y="75323"/>
                  </a:lnTo>
                  <a:lnTo>
                    <a:pt x="88417" y="80187"/>
                  </a:lnTo>
                  <a:lnTo>
                    <a:pt x="85699" y="81241"/>
                  </a:lnTo>
                  <a:lnTo>
                    <a:pt x="85699" y="93103"/>
                  </a:lnTo>
                  <a:lnTo>
                    <a:pt x="59385" y="133731"/>
                  </a:lnTo>
                  <a:lnTo>
                    <a:pt x="53568" y="135420"/>
                  </a:lnTo>
                  <a:lnTo>
                    <a:pt x="41008" y="135420"/>
                  </a:lnTo>
                  <a:lnTo>
                    <a:pt x="36004" y="133731"/>
                  </a:lnTo>
                  <a:lnTo>
                    <a:pt x="32473" y="130556"/>
                  </a:lnTo>
                  <a:lnTo>
                    <a:pt x="28943" y="127165"/>
                  </a:lnTo>
                  <a:lnTo>
                    <a:pt x="27178" y="122936"/>
                  </a:lnTo>
                  <a:lnTo>
                    <a:pt x="27178" y="114046"/>
                  </a:lnTo>
                  <a:lnTo>
                    <a:pt x="28282" y="110655"/>
                  </a:lnTo>
                  <a:lnTo>
                    <a:pt x="32727" y="104317"/>
                  </a:lnTo>
                  <a:lnTo>
                    <a:pt x="36017" y="101981"/>
                  </a:lnTo>
                  <a:lnTo>
                    <a:pt x="40373" y="100711"/>
                  </a:lnTo>
                  <a:lnTo>
                    <a:pt x="44754" y="99237"/>
                  </a:lnTo>
                  <a:lnTo>
                    <a:pt x="52222" y="97967"/>
                  </a:lnTo>
                  <a:lnTo>
                    <a:pt x="62826" y="97116"/>
                  </a:lnTo>
                  <a:lnTo>
                    <a:pt x="69684" y="96481"/>
                  </a:lnTo>
                  <a:lnTo>
                    <a:pt x="85699" y="93103"/>
                  </a:lnTo>
                  <a:lnTo>
                    <a:pt x="85699" y="81241"/>
                  </a:lnTo>
                  <a:lnTo>
                    <a:pt x="83451" y="82092"/>
                  </a:lnTo>
                  <a:lnTo>
                    <a:pt x="75222" y="83362"/>
                  </a:lnTo>
                  <a:lnTo>
                    <a:pt x="52349" y="84213"/>
                  </a:lnTo>
                  <a:lnTo>
                    <a:pt x="44577" y="84848"/>
                  </a:lnTo>
                  <a:lnTo>
                    <a:pt x="40474" y="85686"/>
                  </a:lnTo>
                  <a:lnTo>
                    <a:pt x="33959" y="86956"/>
                  </a:lnTo>
                  <a:lnTo>
                    <a:pt x="13144" y="102831"/>
                  </a:lnTo>
                  <a:lnTo>
                    <a:pt x="10426" y="107276"/>
                  </a:lnTo>
                  <a:lnTo>
                    <a:pt x="9067" y="112560"/>
                  </a:lnTo>
                  <a:lnTo>
                    <a:pt x="9067" y="127584"/>
                  </a:lnTo>
                  <a:lnTo>
                    <a:pt x="12077" y="135001"/>
                  </a:lnTo>
                  <a:lnTo>
                    <a:pt x="18135" y="140703"/>
                  </a:lnTo>
                  <a:lnTo>
                    <a:pt x="24168" y="146634"/>
                  </a:lnTo>
                  <a:lnTo>
                    <a:pt x="32131" y="149390"/>
                  </a:lnTo>
                  <a:lnTo>
                    <a:pt x="48641" y="149390"/>
                  </a:lnTo>
                  <a:lnTo>
                    <a:pt x="54876" y="148120"/>
                  </a:lnTo>
                  <a:lnTo>
                    <a:pt x="60718" y="145580"/>
                  </a:lnTo>
                  <a:lnTo>
                    <a:pt x="66560" y="143243"/>
                  </a:lnTo>
                  <a:lnTo>
                    <a:pt x="72631" y="139230"/>
                  </a:lnTo>
                  <a:lnTo>
                    <a:pt x="77000" y="135420"/>
                  </a:lnTo>
                  <a:lnTo>
                    <a:pt x="78943" y="133731"/>
                  </a:lnTo>
                  <a:lnTo>
                    <a:pt x="79349" y="139230"/>
                  </a:lnTo>
                  <a:lnTo>
                    <a:pt x="80048" y="143459"/>
                  </a:lnTo>
                  <a:lnTo>
                    <a:pt x="81051" y="147053"/>
                  </a:lnTo>
                  <a:lnTo>
                    <a:pt x="99479" y="147053"/>
                  </a:lnTo>
                  <a:lnTo>
                    <a:pt x="97993" y="140703"/>
                  </a:lnTo>
                  <a:lnTo>
                    <a:pt x="97269" y="135839"/>
                  </a:lnTo>
                  <a:lnTo>
                    <a:pt x="97269" y="133731"/>
                  </a:lnTo>
                  <a:lnTo>
                    <a:pt x="97307" y="127165"/>
                  </a:lnTo>
                  <a:lnTo>
                    <a:pt x="98209" y="120396"/>
                  </a:lnTo>
                  <a:lnTo>
                    <a:pt x="100076" y="111925"/>
                  </a:lnTo>
                  <a:lnTo>
                    <a:pt x="104317" y="93103"/>
                  </a:lnTo>
                  <a:lnTo>
                    <a:pt x="107708" y="78079"/>
                  </a:lnTo>
                  <a:lnTo>
                    <a:pt x="108445" y="72364"/>
                  </a:lnTo>
                  <a:lnTo>
                    <a:pt x="108445" y="57975"/>
                  </a:lnTo>
                  <a:close/>
                </a:path>
                <a:path w="1299210" h="176530">
                  <a:moveTo>
                    <a:pt x="223443" y="73418"/>
                  </a:moveTo>
                  <a:lnTo>
                    <a:pt x="222808" y="65849"/>
                  </a:lnTo>
                  <a:lnTo>
                    <a:pt x="220916" y="59029"/>
                  </a:lnTo>
                  <a:lnTo>
                    <a:pt x="217830" y="53111"/>
                  </a:lnTo>
                  <a:lnTo>
                    <a:pt x="186080" y="38087"/>
                  </a:lnTo>
                  <a:lnTo>
                    <a:pt x="177990" y="38633"/>
                  </a:lnTo>
                  <a:lnTo>
                    <a:pt x="140474" y="64643"/>
                  </a:lnTo>
                  <a:lnTo>
                    <a:pt x="129692" y="106857"/>
                  </a:lnTo>
                  <a:lnTo>
                    <a:pt x="130365" y="116332"/>
                  </a:lnTo>
                  <a:lnTo>
                    <a:pt x="160464" y="148704"/>
                  </a:lnTo>
                  <a:lnTo>
                    <a:pt x="168770" y="149390"/>
                  </a:lnTo>
                  <a:lnTo>
                    <a:pt x="176593" y="148780"/>
                  </a:lnTo>
                  <a:lnTo>
                    <a:pt x="208686" y="127457"/>
                  </a:lnTo>
                  <a:lnTo>
                    <a:pt x="195681" y="117436"/>
                  </a:lnTo>
                  <a:lnTo>
                    <a:pt x="191427" y="124206"/>
                  </a:lnTo>
                  <a:lnTo>
                    <a:pt x="180619" y="133096"/>
                  </a:lnTo>
                  <a:lnTo>
                    <a:pt x="174967" y="135420"/>
                  </a:lnTo>
                  <a:lnTo>
                    <a:pt x="163156" y="135420"/>
                  </a:lnTo>
                  <a:lnTo>
                    <a:pt x="158191" y="133096"/>
                  </a:lnTo>
                  <a:lnTo>
                    <a:pt x="154152" y="128651"/>
                  </a:lnTo>
                  <a:lnTo>
                    <a:pt x="150139" y="123990"/>
                  </a:lnTo>
                  <a:lnTo>
                    <a:pt x="148183" y="117436"/>
                  </a:lnTo>
                  <a:lnTo>
                    <a:pt x="148183" y="106857"/>
                  </a:lnTo>
                  <a:lnTo>
                    <a:pt x="159969" y="64528"/>
                  </a:lnTo>
                  <a:lnTo>
                    <a:pt x="177050" y="53111"/>
                  </a:lnTo>
                  <a:lnTo>
                    <a:pt x="190665" y="53111"/>
                  </a:lnTo>
                  <a:lnTo>
                    <a:pt x="195757" y="55016"/>
                  </a:lnTo>
                  <a:lnTo>
                    <a:pt x="203466" y="62623"/>
                  </a:lnTo>
                  <a:lnTo>
                    <a:pt x="205447" y="67919"/>
                  </a:lnTo>
                  <a:lnTo>
                    <a:pt x="205511" y="74688"/>
                  </a:lnTo>
                  <a:lnTo>
                    <a:pt x="223443" y="73418"/>
                  </a:lnTo>
                  <a:close/>
                </a:path>
                <a:path w="1299210" h="176530">
                  <a:moveTo>
                    <a:pt x="271056" y="40411"/>
                  </a:moveTo>
                  <a:lnTo>
                    <a:pt x="252831" y="40411"/>
                  </a:lnTo>
                  <a:lnTo>
                    <a:pt x="230492" y="147053"/>
                  </a:lnTo>
                  <a:lnTo>
                    <a:pt x="248716" y="147053"/>
                  </a:lnTo>
                  <a:lnTo>
                    <a:pt x="271056" y="40411"/>
                  </a:lnTo>
                  <a:close/>
                </a:path>
                <a:path w="1299210" h="176530">
                  <a:moveTo>
                    <a:pt x="279514" y="0"/>
                  </a:moveTo>
                  <a:lnTo>
                    <a:pt x="261391" y="0"/>
                  </a:lnTo>
                  <a:lnTo>
                    <a:pt x="257060" y="20523"/>
                  </a:lnTo>
                  <a:lnTo>
                    <a:pt x="275183" y="20523"/>
                  </a:lnTo>
                  <a:lnTo>
                    <a:pt x="279514" y="0"/>
                  </a:lnTo>
                  <a:close/>
                </a:path>
                <a:path w="1299210" h="176530">
                  <a:moveTo>
                    <a:pt x="389661" y="161239"/>
                  </a:moveTo>
                  <a:lnTo>
                    <a:pt x="0" y="161239"/>
                  </a:lnTo>
                  <a:lnTo>
                    <a:pt x="0" y="176263"/>
                  </a:lnTo>
                  <a:lnTo>
                    <a:pt x="389661" y="176263"/>
                  </a:lnTo>
                  <a:lnTo>
                    <a:pt x="389661" y="161239"/>
                  </a:lnTo>
                  <a:close/>
                </a:path>
                <a:path w="1299210" h="176530">
                  <a:moveTo>
                    <a:pt x="394906" y="0"/>
                  </a:moveTo>
                  <a:lnTo>
                    <a:pt x="376783" y="0"/>
                  </a:lnTo>
                  <a:lnTo>
                    <a:pt x="364705" y="57340"/>
                  </a:lnTo>
                  <a:lnTo>
                    <a:pt x="361848" y="53111"/>
                  </a:lnTo>
                  <a:lnTo>
                    <a:pt x="359054" y="48958"/>
                  </a:lnTo>
                  <a:lnTo>
                    <a:pt x="359054" y="71513"/>
                  </a:lnTo>
                  <a:lnTo>
                    <a:pt x="359054" y="79984"/>
                  </a:lnTo>
                  <a:lnTo>
                    <a:pt x="345567" y="122085"/>
                  </a:lnTo>
                  <a:lnTo>
                    <a:pt x="323113" y="135001"/>
                  </a:lnTo>
                  <a:lnTo>
                    <a:pt x="318147" y="135001"/>
                  </a:lnTo>
                  <a:lnTo>
                    <a:pt x="313880" y="133515"/>
                  </a:lnTo>
                  <a:lnTo>
                    <a:pt x="310324" y="130556"/>
                  </a:lnTo>
                  <a:lnTo>
                    <a:pt x="306755" y="127800"/>
                  </a:lnTo>
                  <a:lnTo>
                    <a:pt x="304253" y="124206"/>
                  </a:lnTo>
                  <a:lnTo>
                    <a:pt x="301307" y="115735"/>
                  </a:lnTo>
                  <a:lnTo>
                    <a:pt x="300558" y="109816"/>
                  </a:lnTo>
                  <a:lnTo>
                    <a:pt x="300672" y="96316"/>
                  </a:lnTo>
                  <a:lnTo>
                    <a:pt x="316611" y="61150"/>
                  </a:lnTo>
                  <a:lnTo>
                    <a:pt x="331330" y="53111"/>
                  </a:lnTo>
                  <a:lnTo>
                    <a:pt x="342404" y="53111"/>
                  </a:lnTo>
                  <a:lnTo>
                    <a:pt x="347992" y="55435"/>
                  </a:lnTo>
                  <a:lnTo>
                    <a:pt x="352399" y="60083"/>
                  </a:lnTo>
                  <a:lnTo>
                    <a:pt x="356844" y="64960"/>
                  </a:lnTo>
                  <a:lnTo>
                    <a:pt x="359054" y="71513"/>
                  </a:lnTo>
                  <a:lnTo>
                    <a:pt x="359054" y="48958"/>
                  </a:lnTo>
                  <a:lnTo>
                    <a:pt x="352094" y="42875"/>
                  </a:lnTo>
                  <a:lnTo>
                    <a:pt x="343941" y="39281"/>
                  </a:lnTo>
                  <a:lnTo>
                    <a:pt x="334581" y="38087"/>
                  </a:lnTo>
                  <a:lnTo>
                    <a:pt x="328549" y="38595"/>
                  </a:lnTo>
                  <a:lnTo>
                    <a:pt x="294703" y="62661"/>
                  </a:lnTo>
                  <a:lnTo>
                    <a:pt x="282448" y="105791"/>
                  </a:lnTo>
                  <a:lnTo>
                    <a:pt x="283070" y="115798"/>
                  </a:lnTo>
                  <a:lnTo>
                    <a:pt x="310591" y="148704"/>
                  </a:lnTo>
                  <a:lnTo>
                    <a:pt x="317868" y="149390"/>
                  </a:lnTo>
                  <a:lnTo>
                    <a:pt x="326288" y="148272"/>
                  </a:lnTo>
                  <a:lnTo>
                    <a:pt x="334530" y="144945"/>
                  </a:lnTo>
                  <a:lnTo>
                    <a:pt x="342595" y="139382"/>
                  </a:lnTo>
                  <a:lnTo>
                    <a:pt x="347052" y="135001"/>
                  </a:lnTo>
                  <a:lnTo>
                    <a:pt x="350494" y="131610"/>
                  </a:lnTo>
                  <a:lnTo>
                    <a:pt x="347281" y="147053"/>
                  </a:lnTo>
                  <a:lnTo>
                    <a:pt x="364083" y="147053"/>
                  </a:lnTo>
                  <a:lnTo>
                    <a:pt x="367322" y="131610"/>
                  </a:lnTo>
                  <a:lnTo>
                    <a:pt x="382892" y="57340"/>
                  </a:lnTo>
                  <a:lnTo>
                    <a:pt x="394906" y="0"/>
                  </a:lnTo>
                  <a:close/>
                </a:path>
                <a:path w="1299210" h="176530">
                  <a:moveTo>
                    <a:pt x="553974" y="73418"/>
                  </a:moveTo>
                  <a:lnTo>
                    <a:pt x="553339" y="65849"/>
                  </a:lnTo>
                  <a:lnTo>
                    <a:pt x="551446" y="59029"/>
                  </a:lnTo>
                  <a:lnTo>
                    <a:pt x="548360" y="53111"/>
                  </a:lnTo>
                  <a:lnTo>
                    <a:pt x="516610" y="38087"/>
                  </a:lnTo>
                  <a:lnTo>
                    <a:pt x="508533" y="38633"/>
                  </a:lnTo>
                  <a:lnTo>
                    <a:pt x="471030" y="64643"/>
                  </a:lnTo>
                  <a:lnTo>
                    <a:pt x="460235" y="106857"/>
                  </a:lnTo>
                  <a:lnTo>
                    <a:pt x="460908" y="116332"/>
                  </a:lnTo>
                  <a:lnTo>
                    <a:pt x="490994" y="148704"/>
                  </a:lnTo>
                  <a:lnTo>
                    <a:pt x="499300" y="149390"/>
                  </a:lnTo>
                  <a:lnTo>
                    <a:pt x="507136" y="148780"/>
                  </a:lnTo>
                  <a:lnTo>
                    <a:pt x="539229" y="127457"/>
                  </a:lnTo>
                  <a:lnTo>
                    <a:pt x="526211" y="117436"/>
                  </a:lnTo>
                  <a:lnTo>
                    <a:pt x="521957" y="124206"/>
                  </a:lnTo>
                  <a:lnTo>
                    <a:pt x="511149" y="133096"/>
                  </a:lnTo>
                  <a:lnTo>
                    <a:pt x="505498" y="135420"/>
                  </a:lnTo>
                  <a:lnTo>
                    <a:pt x="493687" y="135420"/>
                  </a:lnTo>
                  <a:lnTo>
                    <a:pt x="488721" y="133096"/>
                  </a:lnTo>
                  <a:lnTo>
                    <a:pt x="484682" y="128651"/>
                  </a:lnTo>
                  <a:lnTo>
                    <a:pt x="480669" y="123990"/>
                  </a:lnTo>
                  <a:lnTo>
                    <a:pt x="478713" y="117436"/>
                  </a:lnTo>
                  <a:lnTo>
                    <a:pt x="478713" y="106857"/>
                  </a:lnTo>
                  <a:lnTo>
                    <a:pt x="490499" y="64528"/>
                  </a:lnTo>
                  <a:lnTo>
                    <a:pt x="507580" y="53111"/>
                  </a:lnTo>
                  <a:lnTo>
                    <a:pt x="521220" y="53111"/>
                  </a:lnTo>
                  <a:lnTo>
                    <a:pt x="526288" y="55016"/>
                  </a:lnTo>
                  <a:lnTo>
                    <a:pt x="534022" y="62623"/>
                  </a:lnTo>
                  <a:lnTo>
                    <a:pt x="535978" y="67919"/>
                  </a:lnTo>
                  <a:lnTo>
                    <a:pt x="536041" y="74688"/>
                  </a:lnTo>
                  <a:lnTo>
                    <a:pt x="553974" y="73418"/>
                  </a:lnTo>
                  <a:close/>
                </a:path>
                <a:path w="1299210" h="176530">
                  <a:moveTo>
                    <a:pt x="663930" y="55854"/>
                  </a:moveTo>
                  <a:lnTo>
                    <a:pt x="662825" y="53111"/>
                  </a:lnTo>
                  <a:lnTo>
                    <a:pt x="661466" y="49720"/>
                  </a:lnTo>
                  <a:lnTo>
                    <a:pt x="651675" y="40411"/>
                  </a:lnTo>
                  <a:lnTo>
                    <a:pt x="644791" y="38087"/>
                  </a:lnTo>
                  <a:lnTo>
                    <a:pt x="629754" y="38087"/>
                  </a:lnTo>
                  <a:lnTo>
                    <a:pt x="598970" y="56489"/>
                  </a:lnTo>
                  <a:lnTo>
                    <a:pt x="610768" y="0"/>
                  </a:lnTo>
                  <a:lnTo>
                    <a:pt x="592543" y="0"/>
                  </a:lnTo>
                  <a:lnTo>
                    <a:pt x="561721" y="147053"/>
                  </a:lnTo>
                  <a:lnTo>
                    <a:pt x="579945" y="147053"/>
                  </a:lnTo>
                  <a:lnTo>
                    <a:pt x="589508" y="101346"/>
                  </a:lnTo>
                  <a:lnTo>
                    <a:pt x="591667" y="92024"/>
                  </a:lnTo>
                  <a:lnTo>
                    <a:pt x="615861" y="56489"/>
                  </a:lnTo>
                  <a:lnTo>
                    <a:pt x="625119" y="53111"/>
                  </a:lnTo>
                  <a:lnTo>
                    <a:pt x="636270" y="53111"/>
                  </a:lnTo>
                  <a:lnTo>
                    <a:pt x="639749" y="54165"/>
                  </a:lnTo>
                  <a:lnTo>
                    <a:pt x="642175" y="56273"/>
                  </a:lnTo>
                  <a:lnTo>
                    <a:pt x="644601" y="58610"/>
                  </a:lnTo>
                  <a:lnTo>
                    <a:pt x="645782" y="61353"/>
                  </a:lnTo>
                  <a:lnTo>
                    <a:pt x="645782" y="67284"/>
                  </a:lnTo>
                  <a:lnTo>
                    <a:pt x="644829" y="73202"/>
                  </a:lnTo>
                  <a:lnTo>
                    <a:pt x="629285" y="147053"/>
                  </a:lnTo>
                  <a:lnTo>
                    <a:pt x="647509" y="147053"/>
                  </a:lnTo>
                  <a:lnTo>
                    <a:pt x="662838" y="74053"/>
                  </a:lnTo>
                  <a:lnTo>
                    <a:pt x="663930" y="67284"/>
                  </a:lnTo>
                  <a:lnTo>
                    <a:pt x="663930" y="55854"/>
                  </a:lnTo>
                  <a:close/>
                </a:path>
                <a:path w="1299210" h="176530">
                  <a:moveTo>
                    <a:pt x="727456" y="0"/>
                  </a:moveTo>
                  <a:lnTo>
                    <a:pt x="709231" y="0"/>
                  </a:lnTo>
                  <a:lnTo>
                    <a:pt x="678408" y="147053"/>
                  </a:lnTo>
                  <a:lnTo>
                    <a:pt x="696633" y="147053"/>
                  </a:lnTo>
                  <a:lnTo>
                    <a:pt x="727456" y="0"/>
                  </a:lnTo>
                  <a:close/>
                </a:path>
                <a:path w="1299210" h="176530">
                  <a:moveTo>
                    <a:pt x="831570" y="82727"/>
                  </a:moveTo>
                  <a:lnTo>
                    <a:pt x="813536" y="45034"/>
                  </a:lnTo>
                  <a:lnTo>
                    <a:pt x="813536" y="88658"/>
                  </a:lnTo>
                  <a:lnTo>
                    <a:pt x="812495" y="95008"/>
                  </a:lnTo>
                  <a:lnTo>
                    <a:pt x="810412" y="101561"/>
                  </a:lnTo>
                  <a:lnTo>
                    <a:pt x="809015" y="106426"/>
                  </a:lnTo>
                  <a:lnTo>
                    <a:pt x="807148" y="110655"/>
                  </a:lnTo>
                  <a:lnTo>
                    <a:pt x="778065" y="135420"/>
                  </a:lnTo>
                  <a:lnTo>
                    <a:pt x="766724" y="135420"/>
                  </a:lnTo>
                  <a:lnTo>
                    <a:pt x="760590" y="132880"/>
                  </a:lnTo>
                  <a:lnTo>
                    <a:pt x="755738" y="127584"/>
                  </a:lnTo>
                  <a:lnTo>
                    <a:pt x="750925" y="122516"/>
                  </a:lnTo>
                  <a:lnTo>
                    <a:pt x="748576" y="115100"/>
                  </a:lnTo>
                  <a:lnTo>
                    <a:pt x="748499" y="99441"/>
                  </a:lnTo>
                  <a:lnTo>
                    <a:pt x="749388" y="93306"/>
                  </a:lnTo>
                  <a:lnTo>
                    <a:pt x="752944" y="79349"/>
                  </a:lnTo>
                  <a:lnTo>
                    <a:pt x="755726" y="73202"/>
                  </a:lnTo>
                  <a:lnTo>
                    <a:pt x="759523" y="68135"/>
                  </a:lnTo>
                  <a:lnTo>
                    <a:pt x="763308" y="62839"/>
                  </a:lnTo>
                  <a:lnTo>
                    <a:pt x="767549" y="58813"/>
                  </a:lnTo>
                  <a:lnTo>
                    <a:pt x="772274" y="56273"/>
                  </a:lnTo>
                  <a:lnTo>
                    <a:pt x="776960" y="53530"/>
                  </a:lnTo>
                  <a:lnTo>
                    <a:pt x="782167" y="52044"/>
                  </a:lnTo>
                  <a:lnTo>
                    <a:pt x="795248" y="52044"/>
                  </a:lnTo>
                  <a:lnTo>
                    <a:pt x="801370" y="54800"/>
                  </a:lnTo>
                  <a:lnTo>
                    <a:pt x="811110" y="65379"/>
                  </a:lnTo>
                  <a:lnTo>
                    <a:pt x="813523" y="72961"/>
                  </a:lnTo>
                  <a:lnTo>
                    <a:pt x="813536" y="88658"/>
                  </a:lnTo>
                  <a:lnTo>
                    <a:pt x="813536" y="45034"/>
                  </a:lnTo>
                  <a:lnTo>
                    <a:pt x="813346" y="44869"/>
                  </a:lnTo>
                  <a:lnTo>
                    <a:pt x="806030" y="41097"/>
                  </a:lnTo>
                  <a:lnTo>
                    <a:pt x="797763" y="38836"/>
                  </a:lnTo>
                  <a:lnTo>
                    <a:pt x="788581" y="38087"/>
                  </a:lnTo>
                  <a:lnTo>
                    <a:pt x="776833" y="39154"/>
                  </a:lnTo>
                  <a:lnTo>
                    <a:pt x="740638" y="65874"/>
                  </a:lnTo>
                  <a:lnTo>
                    <a:pt x="730300" y="106426"/>
                  </a:lnTo>
                  <a:lnTo>
                    <a:pt x="730275" y="115100"/>
                  </a:lnTo>
                  <a:lnTo>
                    <a:pt x="732066" y="122516"/>
                  </a:lnTo>
                  <a:lnTo>
                    <a:pt x="739241" y="135636"/>
                  </a:lnTo>
                  <a:lnTo>
                    <a:pt x="744448" y="140500"/>
                  </a:lnTo>
                  <a:lnTo>
                    <a:pt x="758075" y="147688"/>
                  </a:lnTo>
                  <a:lnTo>
                    <a:pt x="765644" y="149390"/>
                  </a:lnTo>
                  <a:lnTo>
                    <a:pt x="773963" y="149390"/>
                  </a:lnTo>
                  <a:lnTo>
                    <a:pt x="810310" y="135420"/>
                  </a:lnTo>
                  <a:lnTo>
                    <a:pt x="815086" y="130759"/>
                  </a:lnTo>
                  <a:lnTo>
                    <a:pt x="831100" y="91655"/>
                  </a:lnTo>
                  <a:lnTo>
                    <a:pt x="831570" y="82727"/>
                  </a:lnTo>
                  <a:close/>
                </a:path>
                <a:path w="1299210" h="176530">
                  <a:moveTo>
                    <a:pt x="924814" y="42100"/>
                  </a:moveTo>
                  <a:lnTo>
                    <a:pt x="919505" y="39357"/>
                  </a:lnTo>
                  <a:lnTo>
                    <a:pt x="915047" y="38087"/>
                  </a:lnTo>
                  <a:lnTo>
                    <a:pt x="905903" y="38087"/>
                  </a:lnTo>
                  <a:lnTo>
                    <a:pt x="900518" y="39992"/>
                  </a:lnTo>
                  <a:lnTo>
                    <a:pt x="889977" y="48031"/>
                  </a:lnTo>
                  <a:lnTo>
                    <a:pt x="884605" y="53949"/>
                  </a:lnTo>
                  <a:lnTo>
                    <a:pt x="879081" y="62204"/>
                  </a:lnTo>
                  <a:lnTo>
                    <a:pt x="883627" y="40411"/>
                  </a:lnTo>
                  <a:lnTo>
                    <a:pt x="867511" y="40411"/>
                  </a:lnTo>
                  <a:lnTo>
                    <a:pt x="845159" y="147053"/>
                  </a:lnTo>
                  <a:lnTo>
                    <a:pt x="862469" y="147053"/>
                  </a:lnTo>
                  <a:lnTo>
                    <a:pt x="871537" y="104317"/>
                  </a:lnTo>
                  <a:lnTo>
                    <a:pt x="874687" y="91579"/>
                  </a:lnTo>
                  <a:lnTo>
                    <a:pt x="878357" y="80962"/>
                  </a:lnTo>
                  <a:lnTo>
                    <a:pt x="882586" y="72440"/>
                  </a:lnTo>
                  <a:lnTo>
                    <a:pt x="887349" y="66014"/>
                  </a:lnTo>
                  <a:lnTo>
                    <a:pt x="891006" y="62204"/>
                  </a:lnTo>
                  <a:lnTo>
                    <a:pt x="894054" y="59029"/>
                  </a:lnTo>
                  <a:lnTo>
                    <a:pt x="900595" y="55435"/>
                  </a:lnTo>
                  <a:lnTo>
                    <a:pt x="910729" y="55435"/>
                  </a:lnTo>
                  <a:lnTo>
                    <a:pt x="914196" y="56489"/>
                  </a:lnTo>
                  <a:lnTo>
                    <a:pt x="917359" y="58813"/>
                  </a:lnTo>
                  <a:lnTo>
                    <a:pt x="918870" y="55435"/>
                  </a:lnTo>
                  <a:lnTo>
                    <a:pt x="924814" y="42100"/>
                  </a:lnTo>
                  <a:close/>
                </a:path>
                <a:path w="1299210" h="176530">
                  <a:moveTo>
                    <a:pt x="955713" y="40411"/>
                  </a:moveTo>
                  <a:lnTo>
                    <a:pt x="937488" y="40411"/>
                  </a:lnTo>
                  <a:lnTo>
                    <a:pt x="915123" y="147053"/>
                  </a:lnTo>
                  <a:lnTo>
                    <a:pt x="933373" y="147053"/>
                  </a:lnTo>
                  <a:lnTo>
                    <a:pt x="955713" y="40411"/>
                  </a:lnTo>
                  <a:close/>
                </a:path>
                <a:path w="1299210" h="176530">
                  <a:moveTo>
                    <a:pt x="964171" y="0"/>
                  </a:moveTo>
                  <a:lnTo>
                    <a:pt x="946048" y="0"/>
                  </a:lnTo>
                  <a:lnTo>
                    <a:pt x="941717" y="20523"/>
                  </a:lnTo>
                  <a:lnTo>
                    <a:pt x="959840" y="20523"/>
                  </a:lnTo>
                  <a:lnTo>
                    <a:pt x="964171" y="0"/>
                  </a:lnTo>
                  <a:close/>
                </a:path>
                <a:path w="1299210" h="176530">
                  <a:moveTo>
                    <a:pt x="1079563" y="0"/>
                  </a:moveTo>
                  <a:lnTo>
                    <a:pt x="1061440" y="0"/>
                  </a:lnTo>
                  <a:lnTo>
                    <a:pt x="1049362" y="57340"/>
                  </a:lnTo>
                  <a:lnTo>
                    <a:pt x="1046505" y="53111"/>
                  </a:lnTo>
                  <a:lnTo>
                    <a:pt x="1043711" y="48945"/>
                  </a:lnTo>
                  <a:lnTo>
                    <a:pt x="1043711" y="71513"/>
                  </a:lnTo>
                  <a:lnTo>
                    <a:pt x="1043711" y="79984"/>
                  </a:lnTo>
                  <a:lnTo>
                    <a:pt x="1030224" y="122085"/>
                  </a:lnTo>
                  <a:lnTo>
                    <a:pt x="1007770" y="135001"/>
                  </a:lnTo>
                  <a:lnTo>
                    <a:pt x="1002804" y="135001"/>
                  </a:lnTo>
                  <a:lnTo>
                    <a:pt x="998537" y="133515"/>
                  </a:lnTo>
                  <a:lnTo>
                    <a:pt x="994994" y="130556"/>
                  </a:lnTo>
                  <a:lnTo>
                    <a:pt x="991425" y="127800"/>
                  </a:lnTo>
                  <a:lnTo>
                    <a:pt x="988910" y="124206"/>
                  </a:lnTo>
                  <a:lnTo>
                    <a:pt x="985964" y="115735"/>
                  </a:lnTo>
                  <a:lnTo>
                    <a:pt x="985215" y="109816"/>
                  </a:lnTo>
                  <a:lnTo>
                    <a:pt x="985329" y="96316"/>
                  </a:lnTo>
                  <a:lnTo>
                    <a:pt x="1001280" y="61150"/>
                  </a:lnTo>
                  <a:lnTo>
                    <a:pt x="1016000" y="53111"/>
                  </a:lnTo>
                  <a:lnTo>
                    <a:pt x="1027061" y="53111"/>
                  </a:lnTo>
                  <a:lnTo>
                    <a:pt x="1032649" y="55435"/>
                  </a:lnTo>
                  <a:lnTo>
                    <a:pt x="1037069" y="60083"/>
                  </a:lnTo>
                  <a:lnTo>
                    <a:pt x="1041501" y="64960"/>
                  </a:lnTo>
                  <a:lnTo>
                    <a:pt x="1043711" y="71513"/>
                  </a:lnTo>
                  <a:lnTo>
                    <a:pt x="1043711" y="48945"/>
                  </a:lnTo>
                  <a:lnTo>
                    <a:pt x="1036751" y="42875"/>
                  </a:lnTo>
                  <a:lnTo>
                    <a:pt x="1028611" y="39281"/>
                  </a:lnTo>
                  <a:lnTo>
                    <a:pt x="1019238" y="38087"/>
                  </a:lnTo>
                  <a:lnTo>
                    <a:pt x="1013206" y="38595"/>
                  </a:lnTo>
                  <a:lnTo>
                    <a:pt x="979360" y="62661"/>
                  </a:lnTo>
                  <a:lnTo>
                    <a:pt x="967105" y="105791"/>
                  </a:lnTo>
                  <a:lnTo>
                    <a:pt x="967727" y="115798"/>
                  </a:lnTo>
                  <a:lnTo>
                    <a:pt x="995248" y="148704"/>
                  </a:lnTo>
                  <a:lnTo>
                    <a:pt x="1002525" y="149390"/>
                  </a:lnTo>
                  <a:lnTo>
                    <a:pt x="1010945" y="148272"/>
                  </a:lnTo>
                  <a:lnTo>
                    <a:pt x="1019187" y="144945"/>
                  </a:lnTo>
                  <a:lnTo>
                    <a:pt x="1027264" y="139382"/>
                  </a:lnTo>
                  <a:lnTo>
                    <a:pt x="1031709" y="135001"/>
                  </a:lnTo>
                  <a:lnTo>
                    <a:pt x="1035151" y="131610"/>
                  </a:lnTo>
                  <a:lnTo>
                    <a:pt x="1031951" y="147053"/>
                  </a:lnTo>
                  <a:lnTo>
                    <a:pt x="1048740" y="147053"/>
                  </a:lnTo>
                  <a:lnTo>
                    <a:pt x="1051979" y="131610"/>
                  </a:lnTo>
                  <a:lnTo>
                    <a:pt x="1067549" y="57340"/>
                  </a:lnTo>
                  <a:lnTo>
                    <a:pt x="1079563" y="0"/>
                  </a:lnTo>
                  <a:close/>
                </a:path>
                <a:path w="1299210" h="176530">
                  <a:moveTo>
                    <a:pt x="1183982" y="84416"/>
                  </a:moveTo>
                  <a:lnTo>
                    <a:pt x="1166863" y="45212"/>
                  </a:lnTo>
                  <a:lnTo>
                    <a:pt x="1166863" y="71297"/>
                  </a:lnTo>
                  <a:lnTo>
                    <a:pt x="1166749" y="84416"/>
                  </a:lnTo>
                  <a:lnTo>
                    <a:pt x="1106754" y="84416"/>
                  </a:lnTo>
                  <a:lnTo>
                    <a:pt x="1109421" y="76847"/>
                  </a:lnTo>
                  <a:lnTo>
                    <a:pt x="1134592" y="52260"/>
                  </a:lnTo>
                  <a:lnTo>
                    <a:pt x="1149565" y="52260"/>
                  </a:lnTo>
                  <a:lnTo>
                    <a:pt x="1155458" y="54584"/>
                  </a:lnTo>
                  <a:lnTo>
                    <a:pt x="1164590" y="64325"/>
                  </a:lnTo>
                  <a:lnTo>
                    <a:pt x="1166863" y="71297"/>
                  </a:lnTo>
                  <a:lnTo>
                    <a:pt x="1166863" y="45212"/>
                  </a:lnTo>
                  <a:lnTo>
                    <a:pt x="1166355" y="44780"/>
                  </a:lnTo>
                  <a:lnTo>
                    <a:pt x="1159192" y="41071"/>
                  </a:lnTo>
                  <a:lnTo>
                    <a:pt x="1151077" y="38836"/>
                  </a:lnTo>
                  <a:lnTo>
                    <a:pt x="1141984" y="38087"/>
                  </a:lnTo>
                  <a:lnTo>
                    <a:pt x="1134618" y="38595"/>
                  </a:lnTo>
                  <a:lnTo>
                    <a:pt x="1097445" y="62750"/>
                  </a:lnTo>
                  <a:lnTo>
                    <a:pt x="1085126" y="102196"/>
                  </a:lnTo>
                  <a:lnTo>
                    <a:pt x="1084999" y="113195"/>
                  </a:lnTo>
                  <a:lnTo>
                    <a:pt x="1086726" y="121031"/>
                  </a:lnTo>
                  <a:lnTo>
                    <a:pt x="1093647" y="135001"/>
                  </a:lnTo>
                  <a:lnTo>
                    <a:pt x="1098677" y="140284"/>
                  </a:lnTo>
                  <a:lnTo>
                    <a:pt x="1105281" y="143878"/>
                  </a:lnTo>
                  <a:lnTo>
                    <a:pt x="1111885" y="147688"/>
                  </a:lnTo>
                  <a:lnTo>
                    <a:pt x="1119149" y="149390"/>
                  </a:lnTo>
                  <a:lnTo>
                    <a:pt x="1127074" y="149390"/>
                  </a:lnTo>
                  <a:lnTo>
                    <a:pt x="1162964" y="134569"/>
                  </a:lnTo>
                  <a:lnTo>
                    <a:pt x="1166114" y="131584"/>
                  </a:lnTo>
                  <a:lnTo>
                    <a:pt x="1171130" y="125450"/>
                  </a:lnTo>
                  <a:lnTo>
                    <a:pt x="1174902" y="119113"/>
                  </a:lnTo>
                  <a:lnTo>
                    <a:pt x="1177442" y="112560"/>
                  </a:lnTo>
                  <a:lnTo>
                    <a:pt x="1159700" y="110871"/>
                  </a:lnTo>
                  <a:lnTo>
                    <a:pt x="1156347" y="118491"/>
                  </a:lnTo>
                  <a:lnTo>
                    <a:pt x="1151648" y="124409"/>
                  </a:lnTo>
                  <a:lnTo>
                    <a:pt x="1139571" y="132461"/>
                  </a:lnTo>
                  <a:lnTo>
                    <a:pt x="1133424" y="134569"/>
                  </a:lnTo>
                  <a:lnTo>
                    <a:pt x="1120533" y="134569"/>
                  </a:lnTo>
                  <a:lnTo>
                    <a:pt x="1114933" y="132029"/>
                  </a:lnTo>
                  <a:lnTo>
                    <a:pt x="1105725" y="121450"/>
                  </a:lnTo>
                  <a:lnTo>
                    <a:pt x="1103414" y="113830"/>
                  </a:lnTo>
                  <a:lnTo>
                    <a:pt x="1103414" y="102196"/>
                  </a:lnTo>
                  <a:lnTo>
                    <a:pt x="1103566" y="100291"/>
                  </a:lnTo>
                  <a:lnTo>
                    <a:pt x="1103820" y="98171"/>
                  </a:lnTo>
                  <a:lnTo>
                    <a:pt x="1182560" y="98171"/>
                  </a:lnTo>
                  <a:lnTo>
                    <a:pt x="1183513" y="92887"/>
                  </a:lnTo>
                  <a:lnTo>
                    <a:pt x="1183982" y="87388"/>
                  </a:lnTo>
                  <a:lnTo>
                    <a:pt x="1183982" y="84416"/>
                  </a:lnTo>
                  <a:close/>
                </a:path>
                <a:path w="1299210" h="176530">
                  <a:moveTo>
                    <a:pt x="1295844" y="71729"/>
                  </a:moveTo>
                  <a:lnTo>
                    <a:pt x="1271993" y="40436"/>
                  </a:lnTo>
                  <a:lnTo>
                    <a:pt x="1254264" y="38087"/>
                  </a:lnTo>
                  <a:lnTo>
                    <a:pt x="1245692" y="38646"/>
                  </a:lnTo>
                  <a:lnTo>
                    <a:pt x="1215986" y="60299"/>
                  </a:lnTo>
                  <a:lnTo>
                    <a:pt x="1215986" y="73634"/>
                  </a:lnTo>
                  <a:lnTo>
                    <a:pt x="1229575" y="91198"/>
                  </a:lnTo>
                  <a:lnTo>
                    <a:pt x="1232281" y="92887"/>
                  </a:lnTo>
                  <a:lnTo>
                    <a:pt x="1238440" y="95846"/>
                  </a:lnTo>
                  <a:lnTo>
                    <a:pt x="1248054" y="99872"/>
                  </a:lnTo>
                  <a:lnTo>
                    <a:pt x="1257706" y="104101"/>
                  </a:lnTo>
                  <a:lnTo>
                    <a:pt x="1263751" y="107492"/>
                  </a:lnTo>
                  <a:lnTo>
                    <a:pt x="1266240" y="110236"/>
                  </a:lnTo>
                  <a:lnTo>
                    <a:pt x="1268666" y="113195"/>
                  </a:lnTo>
                  <a:lnTo>
                    <a:pt x="1269873" y="116166"/>
                  </a:lnTo>
                  <a:lnTo>
                    <a:pt x="1269873" y="123571"/>
                  </a:lnTo>
                  <a:lnTo>
                    <a:pt x="1267853" y="127381"/>
                  </a:lnTo>
                  <a:lnTo>
                    <a:pt x="1259801" y="133731"/>
                  </a:lnTo>
                  <a:lnTo>
                    <a:pt x="1253744" y="135420"/>
                  </a:lnTo>
                  <a:lnTo>
                    <a:pt x="1239926" y="135420"/>
                  </a:lnTo>
                  <a:lnTo>
                    <a:pt x="1219212" y="114681"/>
                  </a:lnTo>
                  <a:lnTo>
                    <a:pt x="1219212" y="109601"/>
                  </a:lnTo>
                  <a:lnTo>
                    <a:pt x="1200988" y="110655"/>
                  </a:lnTo>
                  <a:lnTo>
                    <a:pt x="1220114" y="144297"/>
                  </a:lnTo>
                  <a:lnTo>
                    <a:pt x="1244790" y="149390"/>
                  </a:lnTo>
                  <a:lnTo>
                    <a:pt x="1253858" y="149390"/>
                  </a:lnTo>
                  <a:lnTo>
                    <a:pt x="1286560" y="127584"/>
                  </a:lnTo>
                  <a:lnTo>
                    <a:pt x="1288173" y="122516"/>
                  </a:lnTo>
                  <a:lnTo>
                    <a:pt x="1288173" y="109181"/>
                  </a:lnTo>
                  <a:lnTo>
                    <a:pt x="1253159" y="82727"/>
                  </a:lnTo>
                  <a:lnTo>
                    <a:pt x="1244765" y="78917"/>
                  </a:lnTo>
                  <a:lnTo>
                    <a:pt x="1239558" y="76377"/>
                  </a:lnTo>
                  <a:lnTo>
                    <a:pt x="1234528" y="72148"/>
                  </a:lnTo>
                  <a:lnTo>
                    <a:pt x="1233017" y="69189"/>
                  </a:lnTo>
                  <a:lnTo>
                    <a:pt x="1233017" y="62420"/>
                  </a:lnTo>
                  <a:lnTo>
                    <a:pt x="1234757" y="59245"/>
                  </a:lnTo>
                  <a:lnTo>
                    <a:pt x="1238250" y="56489"/>
                  </a:lnTo>
                  <a:lnTo>
                    <a:pt x="1241729" y="53530"/>
                  </a:lnTo>
                  <a:lnTo>
                    <a:pt x="1246632" y="52044"/>
                  </a:lnTo>
                  <a:lnTo>
                    <a:pt x="1260805" y="52044"/>
                  </a:lnTo>
                  <a:lnTo>
                    <a:pt x="1266875" y="53949"/>
                  </a:lnTo>
                  <a:lnTo>
                    <a:pt x="1275461" y="61569"/>
                  </a:lnTo>
                  <a:lnTo>
                    <a:pt x="1277747" y="66649"/>
                  </a:lnTo>
                  <a:lnTo>
                    <a:pt x="1278026" y="72999"/>
                  </a:lnTo>
                  <a:lnTo>
                    <a:pt x="1295844" y="71729"/>
                  </a:lnTo>
                  <a:close/>
                </a:path>
                <a:path w="1299210" h="176530">
                  <a:moveTo>
                    <a:pt x="1298651" y="161239"/>
                  </a:moveTo>
                  <a:lnTo>
                    <a:pt x="448640" y="161239"/>
                  </a:lnTo>
                  <a:lnTo>
                    <a:pt x="448640" y="176263"/>
                  </a:lnTo>
                  <a:lnTo>
                    <a:pt x="1298651" y="176263"/>
                  </a:lnTo>
                  <a:lnTo>
                    <a:pt x="1298651" y="1612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46836" y="2094585"/>
              <a:ext cx="3394710" cy="2223135"/>
            </a:xfrm>
            <a:custGeom>
              <a:avLst/>
              <a:gdLst/>
              <a:ahLst/>
              <a:cxnLst/>
              <a:rect l="l" t="t" r="r" b="b"/>
              <a:pathLst>
                <a:path w="3394710" h="2223135">
                  <a:moveTo>
                    <a:pt x="3394125" y="0"/>
                  </a:moveTo>
                  <a:lnTo>
                    <a:pt x="3343148" y="0"/>
                  </a:lnTo>
                  <a:lnTo>
                    <a:pt x="3343148" y="2171852"/>
                  </a:lnTo>
                  <a:lnTo>
                    <a:pt x="0" y="2171852"/>
                  </a:lnTo>
                  <a:lnTo>
                    <a:pt x="0" y="2172068"/>
                  </a:lnTo>
                  <a:lnTo>
                    <a:pt x="0" y="2222563"/>
                  </a:lnTo>
                  <a:lnTo>
                    <a:pt x="3394125" y="2222563"/>
                  </a:lnTo>
                  <a:lnTo>
                    <a:pt x="3394125" y="2172068"/>
                  </a:lnTo>
                  <a:lnTo>
                    <a:pt x="3394125" y="2171852"/>
                  </a:lnTo>
                  <a:lnTo>
                    <a:pt x="3394125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95863" y="2043796"/>
              <a:ext cx="3394710" cy="2223135"/>
            </a:xfrm>
            <a:custGeom>
              <a:avLst/>
              <a:gdLst/>
              <a:ahLst/>
              <a:cxnLst/>
              <a:rect l="l" t="t" r="r" b="b"/>
              <a:pathLst>
                <a:path w="3394710" h="2223135">
                  <a:moveTo>
                    <a:pt x="3394133" y="2222854"/>
                  </a:moveTo>
                  <a:lnTo>
                    <a:pt x="3394133" y="937766"/>
                  </a:lnTo>
                  <a:lnTo>
                    <a:pt x="3394133" y="277856"/>
                  </a:lnTo>
                  <a:lnTo>
                    <a:pt x="3394133" y="34732"/>
                  </a:lnTo>
                  <a:lnTo>
                    <a:pt x="1431900" y="0"/>
                  </a:lnTo>
                  <a:lnTo>
                    <a:pt x="424266" y="0"/>
                  </a:lnTo>
                  <a:lnTo>
                    <a:pt x="53033" y="0"/>
                  </a:lnTo>
                  <a:lnTo>
                    <a:pt x="0" y="0"/>
                  </a:lnTo>
                  <a:lnTo>
                    <a:pt x="0" y="1285087"/>
                  </a:lnTo>
                  <a:lnTo>
                    <a:pt x="0" y="1944997"/>
                  </a:lnTo>
                  <a:lnTo>
                    <a:pt x="0" y="2188122"/>
                  </a:lnTo>
                  <a:lnTo>
                    <a:pt x="0" y="2222854"/>
                  </a:lnTo>
                  <a:lnTo>
                    <a:pt x="1962233" y="2222854"/>
                  </a:lnTo>
                  <a:lnTo>
                    <a:pt x="2969866" y="2222854"/>
                  </a:lnTo>
                  <a:lnTo>
                    <a:pt x="3341100" y="2222854"/>
                  </a:lnTo>
                  <a:lnTo>
                    <a:pt x="3394133" y="2222854"/>
                  </a:lnTo>
                  <a:close/>
                </a:path>
              </a:pathLst>
            </a:custGeom>
            <a:ln w="1271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9" name="object 29"/>
          <p:cNvGrpSpPr/>
          <p:nvPr/>
        </p:nvGrpSpPr>
        <p:grpSpPr>
          <a:xfrm>
            <a:off x="7785355" y="1688299"/>
            <a:ext cx="3515360" cy="3063875"/>
            <a:chOff x="7785355" y="1688299"/>
            <a:chExt cx="3515360" cy="3063875"/>
          </a:xfrm>
        </p:grpSpPr>
        <p:sp>
          <p:nvSpPr>
            <p:cNvPr id="30" name="object 30"/>
            <p:cNvSpPr/>
            <p:nvPr/>
          </p:nvSpPr>
          <p:spPr>
            <a:xfrm>
              <a:off x="8079510" y="1913451"/>
              <a:ext cx="578485" cy="174625"/>
            </a:xfrm>
            <a:custGeom>
              <a:avLst/>
              <a:gdLst/>
              <a:ahLst/>
              <a:cxnLst/>
              <a:rect l="l" t="t" r="r" b="b"/>
              <a:pathLst>
                <a:path w="578484" h="174625">
                  <a:moveTo>
                    <a:pt x="67541" y="36395"/>
                  </a:moveTo>
                  <a:lnTo>
                    <a:pt x="27930" y="54460"/>
                  </a:lnTo>
                  <a:lnTo>
                    <a:pt x="11134" y="93973"/>
                  </a:lnTo>
                  <a:lnTo>
                    <a:pt x="10619" y="102625"/>
                  </a:lnTo>
                  <a:lnTo>
                    <a:pt x="10619" y="111513"/>
                  </a:lnTo>
                  <a:lnTo>
                    <a:pt x="30797" y="142194"/>
                  </a:lnTo>
                  <a:lnTo>
                    <a:pt x="37594" y="146003"/>
                  </a:lnTo>
                  <a:lnTo>
                    <a:pt x="44815" y="147696"/>
                  </a:lnTo>
                  <a:lnTo>
                    <a:pt x="52674" y="147696"/>
                  </a:lnTo>
                  <a:lnTo>
                    <a:pt x="61876" y="146975"/>
                  </a:lnTo>
                  <a:lnTo>
                    <a:pt x="70382" y="144787"/>
                  </a:lnTo>
                  <a:lnTo>
                    <a:pt x="78211" y="141090"/>
                  </a:lnTo>
                  <a:lnTo>
                    <a:pt x="85383" y="135846"/>
                  </a:lnTo>
                  <a:lnTo>
                    <a:pt x="88492" y="132884"/>
                  </a:lnTo>
                  <a:lnTo>
                    <a:pt x="46089" y="132884"/>
                  </a:lnTo>
                  <a:lnTo>
                    <a:pt x="40567" y="130345"/>
                  </a:lnTo>
                  <a:lnTo>
                    <a:pt x="31222" y="119765"/>
                  </a:lnTo>
                  <a:lnTo>
                    <a:pt x="29098" y="112147"/>
                  </a:lnTo>
                  <a:lnTo>
                    <a:pt x="29098" y="98605"/>
                  </a:lnTo>
                  <a:lnTo>
                    <a:pt x="29523" y="96489"/>
                  </a:lnTo>
                  <a:lnTo>
                    <a:pt x="108109" y="96489"/>
                  </a:lnTo>
                  <a:lnTo>
                    <a:pt x="109171" y="91199"/>
                  </a:lnTo>
                  <a:lnTo>
                    <a:pt x="109596" y="85697"/>
                  </a:lnTo>
                  <a:lnTo>
                    <a:pt x="109596" y="82735"/>
                  </a:lnTo>
                  <a:lnTo>
                    <a:pt x="32284" y="82735"/>
                  </a:lnTo>
                  <a:lnTo>
                    <a:pt x="34988" y="75157"/>
                  </a:lnTo>
                  <a:lnTo>
                    <a:pt x="60108" y="50572"/>
                  </a:lnTo>
                  <a:lnTo>
                    <a:pt x="99944" y="50572"/>
                  </a:lnTo>
                  <a:lnTo>
                    <a:pt x="98126" y="48244"/>
                  </a:lnTo>
                  <a:lnTo>
                    <a:pt x="91914" y="43090"/>
                  </a:lnTo>
                  <a:lnTo>
                    <a:pt x="84746" y="39383"/>
                  </a:lnTo>
                  <a:lnTo>
                    <a:pt x="76621" y="37145"/>
                  </a:lnTo>
                  <a:lnTo>
                    <a:pt x="67541" y="36395"/>
                  </a:lnTo>
                  <a:close/>
                </a:path>
                <a:path w="578484" h="174625">
                  <a:moveTo>
                    <a:pt x="85383" y="109185"/>
                  </a:moveTo>
                  <a:lnTo>
                    <a:pt x="81984" y="116802"/>
                  </a:lnTo>
                  <a:lnTo>
                    <a:pt x="77312" y="122727"/>
                  </a:lnTo>
                  <a:lnTo>
                    <a:pt x="71152" y="126748"/>
                  </a:lnTo>
                  <a:lnTo>
                    <a:pt x="65205" y="130768"/>
                  </a:lnTo>
                  <a:lnTo>
                    <a:pt x="59046" y="132884"/>
                  </a:lnTo>
                  <a:lnTo>
                    <a:pt x="88492" y="132884"/>
                  </a:lnTo>
                  <a:lnTo>
                    <a:pt x="91632" y="129892"/>
                  </a:lnTo>
                  <a:lnTo>
                    <a:pt x="96666" y="123759"/>
                  </a:lnTo>
                  <a:lnTo>
                    <a:pt x="100466" y="117427"/>
                  </a:lnTo>
                  <a:lnTo>
                    <a:pt x="103012" y="110878"/>
                  </a:lnTo>
                  <a:lnTo>
                    <a:pt x="85383" y="109185"/>
                  </a:lnTo>
                  <a:close/>
                </a:path>
                <a:path w="578484" h="174625">
                  <a:moveTo>
                    <a:pt x="99944" y="50572"/>
                  </a:moveTo>
                  <a:lnTo>
                    <a:pt x="75188" y="50572"/>
                  </a:lnTo>
                  <a:lnTo>
                    <a:pt x="81135" y="52899"/>
                  </a:lnTo>
                  <a:lnTo>
                    <a:pt x="85595" y="57766"/>
                  </a:lnTo>
                  <a:lnTo>
                    <a:pt x="90268" y="62633"/>
                  </a:lnTo>
                  <a:lnTo>
                    <a:pt x="92392" y="69616"/>
                  </a:lnTo>
                  <a:lnTo>
                    <a:pt x="92392" y="82735"/>
                  </a:lnTo>
                  <a:lnTo>
                    <a:pt x="109596" y="82735"/>
                  </a:lnTo>
                  <a:lnTo>
                    <a:pt x="109596" y="80619"/>
                  </a:lnTo>
                  <a:lnTo>
                    <a:pt x="108879" y="70859"/>
                  </a:lnTo>
                  <a:lnTo>
                    <a:pt x="106729" y="62210"/>
                  </a:lnTo>
                  <a:lnTo>
                    <a:pt x="103144" y="54672"/>
                  </a:lnTo>
                  <a:lnTo>
                    <a:pt x="99944" y="50572"/>
                  </a:lnTo>
                  <a:close/>
                </a:path>
                <a:path w="578484" h="174625">
                  <a:moveTo>
                    <a:pt x="144854" y="107915"/>
                  </a:moveTo>
                  <a:lnTo>
                    <a:pt x="126588" y="108973"/>
                  </a:lnTo>
                  <a:lnTo>
                    <a:pt x="127109" y="118542"/>
                  </a:lnTo>
                  <a:lnTo>
                    <a:pt x="129322" y="126642"/>
                  </a:lnTo>
                  <a:lnTo>
                    <a:pt x="161457" y="147137"/>
                  </a:lnTo>
                  <a:lnTo>
                    <a:pt x="179474" y="147696"/>
                  </a:lnTo>
                  <a:lnTo>
                    <a:pt x="187333" y="146215"/>
                  </a:lnTo>
                  <a:lnTo>
                    <a:pt x="193917" y="143252"/>
                  </a:lnTo>
                  <a:lnTo>
                    <a:pt x="200714" y="140078"/>
                  </a:lnTo>
                  <a:lnTo>
                    <a:pt x="205599" y="136058"/>
                  </a:lnTo>
                  <a:lnTo>
                    <a:pt x="207156" y="133730"/>
                  </a:lnTo>
                  <a:lnTo>
                    <a:pt x="165456" y="133730"/>
                  </a:lnTo>
                  <a:lnTo>
                    <a:pt x="160571" y="132461"/>
                  </a:lnTo>
                  <a:lnTo>
                    <a:pt x="144854" y="112994"/>
                  </a:lnTo>
                  <a:lnTo>
                    <a:pt x="144854" y="107915"/>
                  </a:lnTo>
                  <a:close/>
                </a:path>
                <a:path w="578484" h="174625">
                  <a:moveTo>
                    <a:pt x="179899" y="36395"/>
                  </a:moveTo>
                  <a:lnTo>
                    <a:pt x="144854" y="51418"/>
                  </a:lnTo>
                  <a:lnTo>
                    <a:pt x="141668" y="58613"/>
                  </a:lnTo>
                  <a:lnTo>
                    <a:pt x="141668" y="71943"/>
                  </a:lnTo>
                  <a:lnTo>
                    <a:pt x="142730" y="76175"/>
                  </a:lnTo>
                  <a:lnTo>
                    <a:pt x="145066" y="79984"/>
                  </a:lnTo>
                  <a:lnTo>
                    <a:pt x="147190" y="83581"/>
                  </a:lnTo>
                  <a:lnTo>
                    <a:pt x="150588" y="86755"/>
                  </a:lnTo>
                  <a:lnTo>
                    <a:pt x="155261" y="89506"/>
                  </a:lnTo>
                  <a:lnTo>
                    <a:pt x="157810" y="91199"/>
                  </a:lnTo>
                  <a:lnTo>
                    <a:pt x="163969" y="94161"/>
                  </a:lnTo>
                  <a:lnTo>
                    <a:pt x="173739" y="98182"/>
                  </a:lnTo>
                  <a:lnTo>
                    <a:pt x="183297" y="102414"/>
                  </a:lnTo>
                  <a:lnTo>
                    <a:pt x="195404" y="121881"/>
                  </a:lnTo>
                  <a:lnTo>
                    <a:pt x="193492" y="125690"/>
                  </a:lnTo>
                  <a:lnTo>
                    <a:pt x="185421" y="132038"/>
                  </a:lnTo>
                  <a:lnTo>
                    <a:pt x="179262" y="133730"/>
                  </a:lnTo>
                  <a:lnTo>
                    <a:pt x="207156" y="133730"/>
                  </a:lnTo>
                  <a:lnTo>
                    <a:pt x="208997" y="130980"/>
                  </a:lnTo>
                  <a:lnTo>
                    <a:pt x="212183" y="125901"/>
                  </a:lnTo>
                  <a:lnTo>
                    <a:pt x="213882" y="120823"/>
                  </a:lnTo>
                  <a:lnTo>
                    <a:pt x="213882" y="107492"/>
                  </a:lnTo>
                  <a:lnTo>
                    <a:pt x="170341" y="77233"/>
                  </a:lnTo>
                  <a:lnTo>
                    <a:pt x="165244" y="74694"/>
                  </a:lnTo>
                  <a:lnTo>
                    <a:pt x="163120" y="73001"/>
                  </a:lnTo>
                  <a:lnTo>
                    <a:pt x="160146" y="70462"/>
                  </a:lnTo>
                  <a:lnTo>
                    <a:pt x="158659" y="67500"/>
                  </a:lnTo>
                  <a:lnTo>
                    <a:pt x="158659" y="60729"/>
                  </a:lnTo>
                  <a:lnTo>
                    <a:pt x="160359" y="57555"/>
                  </a:lnTo>
                  <a:lnTo>
                    <a:pt x="163757" y="54804"/>
                  </a:lnTo>
                  <a:lnTo>
                    <a:pt x="167368" y="51841"/>
                  </a:lnTo>
                  <a:lnTo>
                    <a:pt x="172253" y="50360"/>
                  </a:lnTo>
                  <a:lnTo>
                    <a:pt x="214795" y="50360"/>
                  </a:lnTo>
                  <a:lnTo>
                    <a:pt x="210484" y="45705"/>
                  </a:lnTo>
                  <a:lnTo>
                    <a:pt x="204630" y="41661"/>
                  </a:lnTo>
                  <a:lnTo>
                    <a:pt x="197581" y="38749"/>
                  </a:lnTo>
                  <a:lnTo>
                    <a:pt x="189337" y="36986"/>
                  </a:lnTo>
                  <a:lnTo>
                    <a:pt x="179899" y="36395"/>
                  </a:lnTo>
                  <a:close/>
                </a:path>
                <a:path w="578484" h="174625">
                  <a:moveTo>
                    <a:pt x="214795" y="50360"/>
                  </a:moveTo>
                  <a:lnTo>
                    <a:pt x="186483" y="50360"/>
                  </a:lnTo>
                  <a:lnTo>
                    <a:pt x="192430" y="52265"/>
                  </a:lnTo>
                  <a:lnTo>
                    <a:pt x="196678" y="56073"/>
                  </a:lnTo>
                  <a:lnTo>
                    <a:pt x="201139" y="59882"/>
                  </a:lnTo>
                  <a:lnTo>
                    <a:pt x="203263" y="64961"/>
                  </a:lnTo>
                  <a:lnTo>
                    <a:pt x="203687" y="71309"/>
                  </a:lnTo>
                  <a:lnTo>
                    <a:pt x="221529" y="70039"/>
                  </a:lnTo>
                  <a:lnTo>
                    <a:pt x="220609" y="62904"/>
                  </a:lnTo>
                  <a:lnTo>
                    <a:pt x="218475" y="56444"/>
                  </a:lnTo>
                  <a:lnTo>
                    <a:pt x="215107" y="50697"/>
                  </a:lnTo>
                  <a:lnTo>
                    <a:pt x="214795" y="50360"/>
                  </a:lnTo>
                  <a:close/>
                </a:path>
                <a:path w="578484" h="174625">
                  <a:moveTo>
                    <a:pt x="269742" y="52899"/>
                  </a:moveTo>
                  <a:lnTo>
                    <a:pt x="251476" y="52899"/>
                  </a:lnTo>
                  <a:lnTo>
                    <a:pt x="238520" y="114687"/>
                  </a:lnTo>
                  <a:lnTo>
                    <a:pt x="236609" y="123150"/>
                  </a:lnTo>
                  <a:lnTo>
                    <a:pt x="235759" y="128652"/>
                  </a:lnTo>
                  <a:lnTo>
                    <a:pt x="235759" y="135423"/>
                  </a:lnTo>
                  <a:lnTo>
                    <a:pt x="237458" y="139232"/>
                  </a:lnTo>
                  <a:lnTo>
                    <a:pt x="240644" y="141771"/>
                  </a:lnTo>
                  <a:lnTo>
                    <a:pt x="244892" y="145368"/>
                  </a:lnTo>
                  <a:lnTo>
                    <a:pt x="250839" y="147061"/>
                  </a:lnTo>
                  <a:lnTo>
                    <a:pt x="262096" y="147061"/>
                  </a:lnTo>
                  <a:lnTo>
                    <a:pt x="266344" y="146638"/>
                  </a:lnTo>
                  <a:lnTo>
                    <a:pt x="270592" y="145368"/>
                  </a:lnTo>
                  <a:lnTo>
                    <a:pt x="273505" y="131826"/>
                  </a:lnTo>
                  <a:lnTo>
                    <a:pt x="260185" y="131826"/>
                  </a:lnTo>
                  <a:lnTo>
                    <a:pt x="258061" y="131191"/>
                  </a:lnTo>
                  <a:lnTo>
                    <a:pt x="256786" y="130133"/>
                  </a:lnTo>
                  <a:lnTo>
                    <a:pt x="255512" y="128864"/>
                  </a:lnTo>
                  <a:lnTo>
                    <a:pt x="254875" y="127382"/>
                  </a:lnTo>
                  <a:lnTo>
                    <a:pt x="254991" y="123150"/>
                  </a:lnTo>
                  <a:lnTo>
                    <a:pt x="255724" y="119130"/>
                  </a:lnTo>
                  <a:lnTo>
                    <a:pt x="257211" y="111724"/>
                  </a:lnTo>
                  <a:lnTo>
                    <a:pt x="269742" y="52899"/>
                  </a:lnTo>
                  <a:close/>
                </a:path>
                <a:path w="578484" h="174625">
                  <a:moveTo>
                    <a:pt x="273778" y="130556"/>
                  </a:moveTo>
                  <a:lnTo>
                    <a:pt x="270592" y="131403"/>
                  </a:lnTo>
                  <a:lnTo>
                    <a:pt x="266981" y="131826"/>
                  </a:lnTo>
                  <a:lnTo>
                    <a:pt x="273505" y="131826"/>
                  </a:lnTo>
                  <a:lnTo>
                    <a:pt x="273778" y="130556"/>
                  </a:lnTo>
                  <a:close/>
                </a:path>
                <a:path w="578484" h="174625">
                  <a:moveTo>
                    <a:pt x="290557" y="38722"/>
                  </a:moveTo>
                  <a:lnTo>
                    <a:pt x="240007" y="38722"/>
                  </a:lnTo>
                  <a:lnTo>
                    <a:pt x="237034" y="52899"/>
                  </a:lnTo>
                  <a:lnTo>
                    <a:pt x="287584" y="52899"/>
                  </a:lnTo>
                  <a:lnTo>
                    <a:pt x="290557" y="38722"/>
                  </a:lnTo>
                  <a:close/>
                </a:path>
                <a:path w="578484" h="174625">
                  <a:moveTo>
                    <a:pt x="280787" y="0"/>
                  </a:moveTo>
                  <a:lnTo>
                    <a:pt x="259972" y="12695"/>
                  </a:lnTo>
                  <a:lnTo>
                    <a:pt x="254450" y="38722"/>
                  </a:lnTo>
                  <a:lnTo>
                    <a:pt x="272504" y="38722"/>
                  </a:lnTo>
                  <a:lnTo>
                    <a:pt x="280787" y="0"/>
                  </a:lnTo>
                  <a:close/>
                </a:path>
                <a:path w="578484" h="174625">
                  <a:moveTo>
                    <a:pt x="350878" y="36395"/>
                  </a:moveTo>
                  <a:lnTo>
                    <a:pt x="311266" y="54460"/>
                  </a:lnTo>
                  <a:lnTo>
                    <a:pt x="294470" y="93973"/>
                  </a:lnTo>
                  <a:lnTo>
                    <a:pt x="293956" y="102625"/>
                  </a:lnTo>
                  <a:lnTo>
                    <a:pt x="293956" y="111513"/>
                  </a:lnTo>
                  <a:lnTo>
                    <a:pt x="314133" y="142194"/>
                  </a:lnTo>
                  <a:lnTo>
                    <a:pt x="320930" y="146003"/>
                  </a:lnTo>
                  <a:lnTo>
                    <a:pt x="328151" y="147696"/>
                  </a:lnTo>
                  <a:lnTo>
                    <a:pt x="336010" y="147696"/>
                  </a:lnTo>
                  <a:lnTo>
                    <a:pt x="345213" y="146975"/>
                  </a:lnTo>
                  <a:lnTo>
                    <a:pt x="353719" y="144787"/>
                  </a:lnTo>
                  <a:lnTo>
                    <a:pt x="361547" y="141090"/>
                  </a:lnTo>
                  <a:lnTo>
                    <a:pt x="368719" y="135846"/>
                  </a:lnTo>
                  <a:lnTo>
                    <a:pt x="371828" y="132884"/>
                  </a:lnTo>
                  <a:lnTo>
                    <a:pt x="329426" y="132884"/>
                  </a:lnTo>
                  <a:lnTo>
                    <a:pt x="323903" y="130345"/>
                  </a:lnTo>
                  <a:lnTo>
                    <a:pt x="314558" y="119765"/>
                  </a:lnTo>
                  <a:lnTo>
                    <a:pt x="312434" y="112147"/>
                  </a:lnTo>
                  <a:lnTo>
                    <a:pt x="312434" y="98605"/>
                  </a:lnTo>
                  <a:lnTo>
                    <a:pt x="312859" y="96489"/>
                  </a:lnTo>
                  <a:lnTo>
                    <a:pt x="391445" y="96489"/>
                  </a:lnTo>
                  <a:lnTo>
                    <a:pt x="392507" y="91199"/>
                  </a:lnTo>
                  <a:lnTo>
                    <a:pt x="392932" y="85697"/>
                  </a:lnTo>
                  <a:lnTo>
                    <a:pt x="392932" y="82735"/>
                  </a:lnTo>
                  <a:lnTo>
                    <a:pt x="315620" y="82735"/>
                  </a:lnTo>
                  <a:lnTo>
                    <a:pt x="318325" y="75157"/>
                  </a:lnTo>
                  <a:lnTo>
                    <a:pt x="343444" y="50572"/>
                  </a:lnTo>
                  <a:lnTo>
                    <a:pt x="383280" y="50572"/>
                  </a:lnTo>
                  <a:lnTo>
                    <a:pt x="381463" y="48244"/>
                  </a:lnTo>
                  <a:lnTo>
                    <a:pt x="375250" y="43090"/>
                  </a:lnTo>
                  <a:lnTo>
                    <a:pt x="368082" y="39383"/>
                  </a:lnTo>
                  <a:lnTo>
                    <a:pt x="359958" y="37145"/>
                  </a:lnTo>
                  <a:lnTo>
                    <a:pt x="350878" y="36395"/>
                  </a:lnTo>
                  <a:close/>
                </a:path>
                <a:path w="578484" h="174625">
                  <a:moveTo>
                    <a:pt x="368719" y="109185"/>
                  </a:moveTo>
                  <a:lnTo>
                    <a:pt x="365321" y="116802"/>
                  </a:lnTo>
                  <a:lnTo>
                    <a:pt x="360648" y="122727"/>
                  </a:lnTo>
                  <a:lnTo>
                    <a:pt x="354489" y="126748"/>
                  </a:lnTo>
                  <a:lnTo>
                    <a:pt x="348541" y="130768"/>
                  </a:lnTo>
                  <a:lnTo>
                    <a:pt x="342382" y="132884"/>
                  </a:lnTo>
                  <a:lnTo>
                    <a:pt x="371828" y="132884"/>
                  </a:lnTo>
                  <a:lnTo>
                    <a:pt x="374968" y="129892"/>
                  </a:lnTo>
                  <a:lnTo>
                    <a:pt x="380003" y="123759"/>
                  </a:lnTo>
                  <a:lnTo>
                    <a:pt x="383802" y="117427"/>
                  </a:lnTo>
                  <a:lnTo>
                    <a:pt x="386348" y="110878"/>
                  </a:lnTo>
                  <a:lnTo>
                    <a:pt x="368719" y="109185"/>
                  </a:lnTo>
                  <a:close/>
                </a:path>
                <a:path w="578484" h="174625">
                  <a:moveTo>
                    <a:pt x="383280" y="50572"/>
                  </a:moveTo>
                  <a:lnTo>
                    <a:pt x="358524" y="50572"/>
                  </a:lnTo>
                  <a:lnTo>
                    <a:pt x="364471" y="52899"/>
                  </a:lnTo>
                  <a:lnTo>
                    <a:pt x="368931" y="57766"/>
                  </a:lnTo>
                  <a:lnTo>
                    <a:pt x="373604" y="62633"/>
                  </a:lnTo>
                  <a:lnTo>
                    <a:pt x="375728" y="69616"/>
                  </a:lnTo>
                  <a:lnTo>
                    <a:pt x="375728" y="82735"/>
                  </a:lnTo>
                  <a:lnTo>
                    <a:pt x="392932" y="82735"/>
                  </a:lnTo>
                  <a:lnTo>
                    <a:pt x="392932" y="80619"/>
                  </a:lnTo>
                  <a:lnTo>
                    <a:pt x="392215" y="70859"/>
                  </a:lnTo>
                  <a:lnTo>
                    <a:pt x="390065" y="62210"/>
                  </a:lnTo>
                  <a:lnTo>
                    <a:pt x="386481" y="54672"/>
                  </a:lnTo>
                  <a:lnTo>
                    <a:pt x="383280" y="50572"/>
                  </a:lnTo>
                  <a:close/>
                </a:path>
                <a:path w="578484" h="174625">
                  <a:moveTo>
                    <a:pt x="498918" y="107915"/>
                  </a:moveTo>
                  <a:lnTo>
                    <a:pt x="480652" y="108973"/>
                  </a:lnTo>
                  <a:lnTo>
                    <a:pt x="481173" y="118542"/>
                  </a:lnTo>
                  <a:lnTo>
                    <a:pt x="483386" y="126642"/>
                  </a:lnTo>
                  <a:lnTo>
                    <a:pt x="524405" y="147696"/>
                  </a:lnTo>
                  <a:lnTo>
                    <a:pt x="533538" y="147696"/>
                  </a:lnTo>
                  <a:lnTo>
                    <a:pt x="541397" y="146215"/>
                  </a:lnTo>
                  <a:lnTo>
                    <a:pt x="547981" y="143252"/>
                  </a:lnTo>
                  <a:lnTo>
                    <a:pt x="554778" y="140078"/>
                  </a:lnTo>
                  <a:lnTo>
                    <a:pt x="559663" y="136058"/>
                  </a:lnTo>
                  <a:lnTo>
                    <a:pt x="561123" y="133730"/>
                  </a:lnTo>
                  <a:lnTo>
                    <a:pt x="519520" y="133730"/>
                  </a:lnTo>
                  <a:lnTo>
                    <a:pt x="514423" y="132461"/>
                  </a:lnTo>
                  <a:lnTo>
                    <a:pt x="498918" y="112994"/>
                  </a:lnTo>
                  <a:lnTo>
                    <a:pt x="498918" y="107915"/>
                  </a:lnTo>
                  <a:close/>
                </a:path>
                <a:path w="578484" h="174625">
                  <a:moveTo>
                    <a:pt x="446668" y="38722"/>
                  </a:moveTo>
                  <a:lnTo>
                    <a:pt x="430526" y="38722"/>
                  </a:lnTo>
                  <a:lnTo>
                    <a:pt x="408225" y="145368"/>
                  </a:lnTo>
                  <a:lnTo>
                    <a:pt x="425429" y="145368"/>
                  </a:lnTo>
                  <a:lnTo>
                    <a:pt x="434614" y="102414"/>
                  </a:lnTo>
                  <a:lnTo>
                    <a:pt x="437708" y="89886"/>
                  </a:lnTo>
                  <a:lnTo>
                    <a:pt x="441412" y="79270"/>
                  </a:lnTo>
                  <a:lnTo>
                    <a:pt x="445673" y="70756"/>
                  </a:lnTo>
                  <a:lnTo>
                    <a:pt x="450492" y="64326"/>
                  </a:lnTo>
                  <a:lnTo>
                    <a:pt x="454083" y="60517"/>
                  </a:lnTo>
                  <a:lnTo>
                    <a:pt x="442208" y="60517"/>
                  </a:lnTo>
                  <a:lnTo>
                    <a:pt x="446668" y="38722"/>
                  </a:lnTo>
                  <a:close/>
                </a:path>
                <a:path w="578484" h="174625">
                  <a:moveTo>
                    <a:pt x="533963" y="36395"/>
                  </a:moveTo>
                  <a:lnTo>
                    <a:pt x="498918" y="51418"/>
                  </a:lnTo>
                  <a:lnTo>
                    <a:pt x="495520" y="58613"/>
                  </a:lnTo>
                  <a:lnTo>
                    <a:pt x="495520" y="71943"/>
                  </a:lnTo>
                  <a:lnTo>
                    <a:pt x="496794" y="76175"/>
                  </a:lnTo>
                  <a:lnTo>
                    <a:pt x="499130" y="79984"/>
                  </a:lnTo>
                  <a:lnTo>
                    <a:pt x="501254" y="83581"/>
                  </a:lnTo>
                  <a:lnTo>
                    <a:pt x="504653" y="86755"/>
                  </a:lnTo>
                  <a:lnTo>
                    <a:pt x="511874" y="91199"/>
                  </a:lnTo>
                  <a:lnTo>
                    <a:pt x="518033" y="94161"/>
                  </a:lnTo>
                  <a:lnTo>
                    <a:pt x="527591" y="98182"/>
                  </a:lnTo>
                  <a:lnTo>
                    <a:pt x="537362" y="102414"/>
                  </a:lnTo>
                  <a:lnTo>
                    <a:pt x="549468" y="121881"/>
                  </a:lnTo>
                  <a:lnTo>
                    <a:pt x="547557" y="125690"/>
                  </a:lnTo>
                  <a:lnTo>
                    <a:pt x="539485" y="132038"/>
                  </a:lnTo>
                  <a:lnTo>
                    <a:pt x="533326" y="133730"/>
                  </a:lnTo>
                  <a:lnTo>
                    <a:pt x="561123" y="133730"/>
                  </a:lnTo>
                  <a:lnTo>
                    <a:pt x="562849" y="130980"/>
                  </a:lnTo>
                  <a:lnTo>
                    <a:pt x="566247" y="125901"/>
                  </a:lnTo>
                  <a:lnTo>
                    <a:pt x="567610" y="121246"/>
                  </a:lnTo>
                  <a:lnTo>
                    <a:pt x="542213" y="85251"/>
                  </a:lnTo>
                  <a:lnTo>
                    <a:pt x="532689" y="81042"/>
                  </a:lnTo>
                  <a:lnTo>
                    <a:pt x="524405" y="77233"/>
                  </a:lnTo>
                  <a:lnTo>
                    <a:pt x="519095" y="74694"/>
                  </a:lnTo>
                  <a:lnTo>
                    <a:pt x="517184" y="73001"/>
                  </a:lnTo>
                  <a:lnTo>
                    <a:pt x="514210" y="70462"/>
                  </a:lnTo>
                  <a:lnTo>
                    <a:pt x="512724" y="67500"/>
                  </a:lnTo>
                  <a:lnTo>
                    <a:pt x="512837" y="60517"/>
                  </a:lnTo>
                  <a:lnTo>
                    <a:pt x="514423" y="57555"/>
                  </a:lnTo>
                  <a:lnTo>
                    <a:pt x="517821" y="54804"/>
                  </a:lnTo>
                  <a:lnTo>
                    <a:pt x="521432" y="51841"/>
                  </a:lnTo>
                  <a:lnTo>
                    <a:pt x="526317" y="50360"/>
                  </a:lnTo>
                  <a:lnTo>
                    <a:pt x="568856" y="50360"/>
                  </a:lnTo>
                  <a:lnTo>
                    <a:pt x="564548" y="45705"/>
                  </a:lnTo>
                  <a:lnTo>
                    <a:pt x="558694" y="41661"/>
                  </a:lnTo>
                  <a:lnTo>
                    <a:pt x="551645" y="38749"/>
                  </a:lnTo>
                  <a:lnTo>
                    <a:pt x="543402" y="36986"/>
                  </a:lnTo>
                  <a:lnTo>
                    <a:pt x="533963" y="36395"/>
                  </a:lnTo>
                  <a:close/>
                </a:path>
                <a:path w="578484" h="174625">
                  <a:moveTo>
                    <a:pt x="568856" y="50360"/>
                  </a:moveTo>
                  <a:lnTo>
                    <a:pt x="540335" y="50360"/>
                  </a:lnTo>
                  <a:lnTo>
                    <a:pt x="546495" y="52265"/>
                  </a:lnTo>
                  <a:lnTo>
                    <a:pt x="554990" y="59882"/>
                  </a:lnTo>
                  <a:lnTo>
                    <a:pt x="557327" y="64961"/>
                  </a:lnTo>
                  <a:lnTo>
                    <a:pt x="557539" y="71309"/>
                  </a:lnTo>
                  <a:lnTo>
                    <a:pt x="575380" y="70039"/>
                  </a:lnTo>
                  <a:lnTo>
                    <a:pt x="574584" y="62904"/>
                  </a:lnTo>
                  <a:lnTo>
                    <a:pt x="572513" y="56444"/>
                  </a:lnTo>
                  <a:lnTo>
                    <a:pt x="569168" y="50697"/>
                  </a:lnTo>
                  <a:lnTo>
                    <a:pt x="568856" y="50360"/>
                  </a:lnTo>
                  <a:close/>
                </a:path>
                <a:path w="578484" h="174625">
                  <a:moveTo>
                    <a:pt x="478103" y="36395"/>
                  </a:moveTo>
                  <a:lnTo>
                    <a:pt x="442208" y="60517"/>
                  </a:lnTo>
                  <a:lnTo>
                    <a:pt x="454083" y="60517"/>
                  </a:lnTo>
                  <a:lnTo>
                    <a:pt x="457076" y="57343"/>
                  </a:lnTo>
                  <a:lnTo>
                    <a:pt x="463660" y="53746"/>
                  </a:lnTo>
                  <a:lnTo>
                    <a:pt x="481945" y="53746"/>
                  </a:lnTo>
                  <a:lnTo>
                    <a:pt x="487873" y="40415"/>
                  </a:lnTo>
                  <a:lnTo>
                    <a:pt x="482563" y="37664"/>
                  </a:lnTo>
                  <a:lnTo>
                    <a:pt x="478103" y="36395"/>
                  </a:lnTo>
                  <a:close/>
                </a:path>
                <a:path w="578484" h="174625">
                  <a:moveTo>
                    <a:pt x="481945" y="53746"/>
                  </a:moveTo>
                  <a:lnTo>
                    <a:pt x="473855" y="53746"/>
                  </a:lnTo>
                  <a:lnTo>
                    <a:pt x="477253" y="54804"/>
                  </a:lnTo>
                  <a:lnTo>
                    <a:pt x="480439" y="57131"/>
                  </a:lnTo>
                  <a:lnTo>
                    <a:pt x="481945" y="53746"/>
                  </a:lnTo>
                  <a:close/>
                </a:path>
                <a:path w="578484" h="174625">
                  <a:moveTo>
                    <a:pt x="578354" y="159546"/>
                  </a:moveTo>
                  <a:lnTo>
                    <a:pt x="0" y="159546"/>
                  </a:lnTo>
                  <a:lnTo>
                    <a:pt x="0" y="174569"/>
                  </a:lnTo>
                  <a:lnTo>
                    <a:pt x="578354" y="174569"/>
                  </a:lnTo>
                  <a:lnTo>
                    <a:pt x="578354" y="1595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296366" y="2655108"/>
              <a:ext cx="130623" cy="152076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996463" y="2657647"/>
              <a:ext cx="130198" cy="147040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159583" y="2724089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29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602216" y="2655108"/>
              <a:ext cx="174377" cy="152076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462884" y="2724089"/>
              <a:ext cx="102870" cy="0"/>
            </a:xfrm>
            <a:custGeom>
              <a:avLst/>
              <a:gdLst/>
              <a:ahLst/>
              <a:cxnLst/>
              <a:rect l="l" t="t" r="r" b="b"/>
              <a:pathLst>
                <a:path w="102870">
                  <a:moveTo>
                    <a:pt x="0" y="0"/>
                  </a:moveTo>
                  <a:lnTo>
                    <a:pt x="102799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8290230" y="2350404"/>
              <a:ext cx="141220" cy="152140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8335447" y="2535765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5" h="85725">
                  <a:moveTo>
                    <a:pt x="0" y="85697"/>
                  </a:moveTo>
                  <a:lnTo>
                    <a:pt x="0" y="0"/>
                  </a:lnTo>
                </a:path>
                <a:path w="55245" h="85725">
                  <a:moveTo>
                    <a:pt x="55010" y="85697"/>
                  </a:moveTo>
                  <a:lnTo>
                    <a:pt x="55010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907854" y="2705045"/>
              <a:ext cx="703580" cy="12700"/>
            </a:xfrm>
            <a:custGeom>
              <a:avLst/>
              <a:gdLst/>
              <a:ahLst/>
              <a:cxnLst/>
              <a:rect l="l" t="t" r="r" b="b"/>
              <a:pathLst>
                <a:path w="703579" h="12700">
                  <a:moveTo>
                    <a:pt x="703455" y="0"/>
                  </a:moveTo>
                  <a:lnTo>
                    <a:pt x="0" y="0"/>
                  </a:lnTo>
                  <a:lnTo>
                    <a:pt x="0" y="12696"/>
                  </a:lnTo>
                  <a:lnTo>
                    <a:pt x="703455" y="12696"/>
                  </a:lnTo>
                  <a:lnTo>
                    <a:pt x="7034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9591349" y="2675208"/>
              <a:ext cx="130402" cy="69830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9042718" y="2448801"/>
              <a:ext cx="650240" cy="638810"/>
            </a:xfrm>
            <a:custGeom>
              <a:avLst/>
              <a:gdLst/>
              <a:ahLst/>
              <a:cxnLst/>
              <a:rect l="l" t="t" r="r" b="b"/>
              <a:pathLst>
                <a:path w="650240" h="638810">
                  <a:moveTo>
                    <a:pt x="98336" y="636257"/>
                  </a:moveTo>
                  <a:lnTo>
                    <a:pt x="92608" y="582790"/>
                  </a:lnTo>
                  <a:lnTo>
                    <a:pt x="92494" y="556577"/>
                  </a:lnTo>
                  <a:lnTo>
                    <a:pt x="60325" y="527304"/>
                  </a:lnTo>
                  <a:lnTo>
                    <a:pt x="42062" y="527304"/>
                  </a:lnTo>
                  <a:lnTo>
                    <a:pt x="33985" y="528574"/>
                  </a:lnTo>
                  <a:lnTo>
                    <a:pt x="19964" y="533590"/>
                  </a:lnTo>
                  <a:lnTo>
                    <a:pt x="14655" y="537171"/>
                  </a:lnTo>
                  <a:lnTo>
                    <a:pt x="11010" y="541845"/>
                  </a:lnTo>
                  <a:lnTo>
                    <a:pt x="7226" y="546455"/>
                  </a:lnTo>
                  <a:lnTo>
                    <a:pt x="4673" y="552551"/>
                  </a:lnTo>
                  <a:lnTo>
                    <a:pt x="2971" y="560108"/>
                  </a:lnTo>
                  <a:lnTo>
                    <a:pt x="20815" y="562521"/>
                  </a:lnTo>
                  <a:lnTo>
                    <a:pt x="22733" y="554964"/>
                  </a:lnTo>
                  <a:lnTo>
                    <a:pt x="25704" y="549694"/>
                  </a:lnTo>
                  <a:lnTo>
                    <a:pt x="33769" y="543750"/>
                  </a:lnTo>
                  <a:lnTo>
                    <a:pt x="40144" y="542264"/>
                  </a:lnTo>
                  <a:lnTo>
                    <a:pt x="57772" y="542264"/>
                  </a:lnTo>
                  <a:lnTo>
                    <a:pt x="64782" y="544296"/>
                  </a:lnTo>
                  <a:lnTo>
                    <a:pt x="69240" y="548386"/>
                  </a:lnTo>
                  <a:lnTo>
                    <a:pt x="72644" y="551395"/>
                  </a:lnTo>
                  <a:lnTo>
                    <a:pt x="74549" y="556577"/>
                  </a:lnTo>
                  <a:lnTo>
                    <a:pt x="74549" y="564591"/>
                  </a:lnTo>
                  <a:lnTo>
                    <a:pt x="74345" y="566178"/>
                  </a:lnTo>
                  <a:lnTo>
                    <a:pt x="74345" y="568629"/>
                  </a:lnTo>
                  <a:lnTo>
                    <a:pt x="74345" y="582790"/>
                  </a:lnTo>
                  <a:lnTo>
                    <a:pt x="74345" y="597369"/>
                  </a:lnTo>
                  <a:lnTo>
                    <a:pt x="73279" y="603377"/>
                  </a:lnTo>
                  <a:lnTo>
                    <a:pt x="47790" y="624522"/>
                  </a:lnTo>
                  <a:lnTo>
                    <a:pt x="33769" y="624522"/>
                  </a:lnTo>
                  <a:lnTo>
                    <a:pt x="28460" y="622909"/>
                  </a:lnTo>
                  <a:lnTo>
                    <a:pt x="24853" y="619696"/>
                  </a:lnTo>
                  <a:lnTo>
                    <a:pt x="21031" y="616496"/>
                  </a:lnTo>
                  <a:lnTo>
                    <a:pt x="19443" y="612749"/>
                  </a:lnTo>
                  <a:lnTo>
                    <a:pt x="19329" y="604520"/>
                  </a:lnTo>
                  <a:lnTo>
                    <a:pt x="20180" y="601662"/>
                  </a:lnTo>
                  <a:lnTo>
                    <a:pt x="21882" y="599084"/>
                  </a:lnTo>
                  <a:lnTo>
                    <a:pt x="23368" y="596519"/>
                  </a:lnTo>
                  <a:lnTo>
                    <a:pt x="44818" y="589610"/>
                  </a:lnTo>
                  <a:lnTo>
                    <a:pt x="54063" y="588124"/>
                  </a:lnTo>
                  <a:lnTo>
                    <a:pt x="62052" y="586498"/>
                  </a:lnTo>
                  <a:lnTo>
                    <a:pt x="68795" y="584720"/>
                  </a:lnTo>
                  <a:lnTo>
                    <a:pt x="74345" y="582790"/>
                  </a:lnTo>
                  <a:lnTo>
                    <a:pt x="74345" y="568629"/>
                  </a:lnTo>
                  <a:lnTo>
                    <a:pt x="68402" y="570382"/>
                  </a:lnTo>
                  <a:lnTo>
                    <a:pt x="61061" y="571995"/>
                  </a:lnTo>
                  <a:lnTo>
                    <a:pt x="52298" y="573493"/>
                  </a:lnTo>
                  <a:lnTo>
                    <a:pt x="42062" y="574852"/>
                  </a:lnTo>
                  <a:lnTo>
                    <a:pt x="34836" y="575729"/>
                  </a:lnTo>
                  <a:lnTo>
                    <a:pt x="29527" y="576630"/>
                  </a:lnTo>
                  <a:lnTo>
                    <a:pt x="25920" y="577570"/>
                  </a:lnTo>
                  <a:lnTo>
                    <a:pt x="21031" y="578916"/>
                  </a:lnTo>
                  <a:lnTo>
                    <a:pt x="16776" y="580885"/>
                  </a:lnTo>
                  <a:lnTo>
                    <a:pt x="12954" y="583488"/>
                  </a:lnTo>
                  <a:lnTo>
                    <a:pt x="8928" y="586092"/>
                  </a:lnTo>
                  <a:lnTo>
                    <a:pt x="5930" y="589610"/>
                  </a:lnTo>
                  <a:lnTo>
                    <a:pt x="3606" y="593877"/>
                  </a:lnTo>
                  <a:lnTo>
                    <a:pt x="1066" y="598195"/>
                  </a:lnTo>
                  <a:lnTo>
                    <a:pt x="0" y="602957"/>
                  </a:lnTo>
                  <a:lnTo>
                    <a:pt x="0" y="617067"/>
                  </a:lnTo>
                  <a:lnTo>
                    <a:pt x="36537" y="638657"/>
                  </a:lnTo>
                  <a:lnTo>
                    <a:pt x="43548" y="638657"/>
                  </a:lnTo>
                  <a:lnTo>
                    <a:pt x="75831" y="623125"/>
                  </a:lnTo>
                  <a:lnTo>
                    <a:pt x="76466" y="628142"/>
                  </a:lnTo>
                  <a:lnTo>
                    <a:pt x="77520" y="632523"/>
                  </a:lnTo>
                  <a:lnTo>
                    <a:pt x="79438" y="636257"/>
                  </a:lnTo>
                  <a:lnTo>
                    <a:pt x="98336" y="636257"/>
                  </a:lnTo>
                  <a:close/>
                </a:path>
                <a:path w="650240" h="638810">
                  <a:moveTo>
                    <a:pt x="124891" y="2540"/>
                  </a:moveTo>
                  <a:lnTo>
                    <a:pt x="105346" y="2540"/>
                  </a:lnTo>
                  <a:lnTo>
                    <a:pt x="105346" y="62852"/>
                  </a:lnTo>
                  <a:lnTo>
                    <a:pt x="28460" y="62852"/>
                  </a:lnTo>
                  <a:lnTo>
                    <a:pt x="28460" y="2540"/>
                  </a:lnTo>
                  <a:lnTo>
                    <a:pt x="8928" y="2540"/>
                  </a:lnTo>
                  <a:lnTo>
                    <a:pt x="8928" y="149606"/>
                  </a:lnTo>
                  <a:lnTo>
                    <a:pt x="28460" y="149606"/>
                  </a:lnTo>
                  <a:lnTo>
                    <a:pt x="28460" y="80200"/>
                  </a:lnTo>
                  <a:lnTo>
                    <a:pt x="105346" y="80200"/>
                  </a:lnTo>
                  <a:lnTo>
                    <a:pt x="105346" y="149606"/>
                  </a:lnTo>
                  <a:lnTo>
                    <a:pt x="124891" y="149606"/>
                  </a:lnTo>
                  <a:lnTo>
                    <a:pt x="124891" y="80200"/>
                  </a:lnTo>
                  <a:lnTo>
                    <a:pt x="124891" y="62852"/>
                  </a:lnTo>
                  <a:lnTo>
                    <a:pt x="124891" y="2540"/>
                  </a:lnTo>
                  <a:close/>
                </a:path>
                <a:path w="650240" h="638810">
                  <a:moveTo>
                    <a:pt x="141884" y="489204"/>
                  </a:moveTo>
                  <a:lnTo>
                    <a:pt x="123825" y="489204"/>
                  </a:lnTo>
                  <a:lnTo>
                    <a:pt x="123825" y="636257"/>
                  </a:lnTo>
                  <a:lnTo>
                    <a:pt x="141884" y="636257"/>
                  </a:lnTo>
                  <a:lnTo>
                    <a:pt x="141884" y="489204"/>
                  </a:lnTo>
                  <a:close/>
                </a:path>
                <a:path w="650240" h="638810">
                  <a:moveTo>
                    <a:pt x="258914" y="599554"/>
                  </a:moveTo>
                  <a:lnTo>
                    <a:pt x="241287" y="597242"/>
                  </a:lnTo>
                  <a:lnTo>
                    <a:pt x="240004" y="606259"/>
                  </a:lnTo>
                  <a:lnTo>
                    <a:pt x="236829" y="612940"/>
                  </a:lnTo>
                  <a:lnTo>
                    <a:pt x="232156" y="617308"/>
                  </a:lnTo>
                  <a:lnTo>
                    <a:pt x="227266" y="621639"/>
                  </a:lnTo>
                  <a:lnTo>
                    <a:pt x="221322" y="623824"/>
                  </a:lnTo>
                  <a:lnTo>
                    <a:pt x="205384" y="623824"/>
                  </a:lnTo>
                  <a:lnTo>
                    <a:pt x="184569" y="582891"/>
                  </a:lnTo>
                  <a:lnTo>
                    <a:pt x="185089" y="573024"/>
                  </a:lnTo>
                  <a:lnTo>
                    <a:pt x="206235" y="542163"/>
                  </a:lnTo>
                  <a:lnTo>
                    <a:pt x="221322" y="542163"/>
                  </a:lnTo>
                  <a:lnTo>
                    <a:pt x="226415" y="543966"/>
                  </a:lnTo>
                  <a:lnTo>
                    <a:pt x="230670" y="547585"/>
                  </a:lnTo>
                  <a:lnTo>
                    <a:pt x="235127" y="551205"/>
                  </a:lnTo>
                  <a:lnTo>
                    <a:pt x="238099" y="556577"/>
                  </a:lnTo>
                  <a:lnTo>
                    <a:pt x="239585" y="563727"/>
                  </a:lnTo>
                  <a:lnTo>
                    <a:pt x="257213" y="561022"/>
                  </a:lnTo>
                  <a:lnTo>
                    <a:pt x="230454" y="529513"/>
                  </a:lnTo>
                  <a:lnTo>
                    <a:pt x="214528" y="527304"/>
                  </a:lnTo>
                  <a:lnTo>
                    <a:pt x="207797" y="527710"/>
                  </a:lnTo>
                  <a:lnTo>
                    <a:pt x="174853" y="547128"/>
                  </a:lnTo>
                  <a:lnTo>
                    <a:pt x="165887" y="583387"/>
                  </a:lnTo>
                  <a:lnTo>
                    <a:pt x="166725" y="595947"/>
                  </a:lnTo>
                  <a:lnTo>
                    <a:pt x="186474" y="630618"/>
                  </a:lnTo>
                  <a:lnTo>
                    <a:pt x="214528" y="638657"/>
                  </a:lnTo>
                  <a:lnTo>
                    <a:pt x="222923" y="638009"/>
                  </a:lnTo>
                  <a:lnTo>
                    <a:pt x="256921" y="608228"/>
                  </a:lnTo>
                  <a:lnTo>
                    <a:pt x="258914" y="599554"/>
                  </a:lnTo>
                  <a:close/>
                </a:path>
                <a:path w="650240" h="638810">
                  <a:moveTo>
                    <a:pt x="296926" y="76174"/>
                  </a:moveTo>
                  <a:lnTo>
                    <a:pt x="288442" y="36817"/>
                  </a:lnTo>
                  <a:lnTo>
                    <a:pt x="276758" y="20320"/>
                  </a:lnTo>
                  <a:lnTo>
                    <a:pt x="276758" y="76174"/>
                  </a:lnTo>
                  <a:lnTo>
                    <a:pt x="275869" y="89509"/>
                  </a:lnTo>
                  <a:lnTo>
                    <a:pt x="255003" y="126771"/>
                  </a:lnTo>
                  <a:lnTo>
                    <a:pt x="226199" y="135432"/>
                  </a:lnTo>
                  <a:lnTo>
                    <a:pt x="215836" y="134467"/>
                  </a:lnTo>
                  <a:lnTo>
                    <a:pt x="184023" y="111861"/>
                  </a:lnTo>
                  <a:lnTo>
                    <a:pt x="175869" y="78295"/>
                  </a:lnTo>
                  <a:lnTo>
                    <a:pt x="176822" y="62852"/>
                  </a:lnTo>
                  <a:lnTo>
                    <a:pt x="198793" y="24663"/>
                  </a:lnTo>
                  <a:lnTo>
                    <a:pt x="226631" y="16725"/>
                  </a:lnTo>
                  <a:lnTo>
                    <a:pt x="233756" y="17157"/>
                  </a:lnTo>
                  <a:lnTo>
                    <a:pt x="267423" y="38557"/>
                  </a:lnTo>
                  <a:lnTo>
                    <a:pt x="276758" y="76174"/>
                  </a:lnTo>
                  <a:lnTo>
                    <a:pt x="276758" y="20320"/>
                  </a:lnTo>
                  <a:lnTo>
                    <a:pt x="272897" y="16725"/>
                  </a:lnTo>
                  <a:lnTo>
                    <a:pt x="271056" y="15011"/>
                  </a:lnTo>
                  <a:lnTo>
                    <a:pt x="263372" y="9740"/>
                  </a:lnTo>
                  <a:lnTo>
                    <a:pt x="254850" y="5448"/>
                  </a:lnTo>
                  <a:lnTo>
                    <a:pt x="245846" y="2413"/>
                  </a:lnTo>
                  <a:lnTo>
                    <a:pt x="236372" y="596"/>
                  </a:lnTo>
                  <a:lnTo>
                    <a:pt x="226415" y="0"/>
                  </a:lnTo>
                  <a:lnTo>
                    <a:pt x="211518" y="1282"/>
                  </a:lnTo>
                  <a:lnTo>
                    <a:pt x="175437" y="20523"/>
                  </a:lnTo>
                  <a:lnTo>
                    <a:pt x="157137" y="60604"/>
                  </a:lnTo>
                  <a:lnTo>
                    <a:pt x="155917" y="78295"/>
                  </a:lnTo>
                  <a:lnTo>
                    <a:pt x="156413" y="87439"/>
                  </a:lnTo>
                  <a:lnTo>
                    <a:pt x="174701" y="130238"/>
                  </a:lnTo>
                  <a:lnTo>
                    <a:pt x="216217" y="151511"/>
                  </a:lnTo>
                  <a:lnTo>
                    <a:pt x="226415" y="152146"/>
                  </a:lnTo>
                  <a:lnTo>
                    <a:pt x="235813" y="151549"/>
                  </a:lnTo>
                  <a:lnTo>
                    <a:pt x="272897" y="135432"/>
                  </a:lnTo>
                  <a:lnTo>
                    <a:pt x="294703" y="97447"/>
                  </a:lnTo>
                  <a:lnTo>
                    <a:pt x="296379" y="87134"/>
                  </a:lnTo>
                  <a:lnTo>
                    <a:pt x="296926" y="76174"/>
                  </a:lnTo>
                  <a:close/>
                </a:path>
                <a:path w="650240" h="638810">
                  <a:moveTo>
                    <a:pt x="371055" y="581482"/>
                  </a:moveTo>
                  <a:lnTo>
                    <a:pt x="357466" y="542264"/>
                  </a:lnTo>
                  <a:lnTo>
                    <a:pt x="352336" y="537768"/>
                  </a:lnTo>
                  <a:lnTo>
                    <a:pt x="352336" y="582980"/>
                  </a:lnTo>
                  <a:lnTo>
                    <a:pt x="351815" y="592201"/>
                  </a:lnTo>
                  <a:lnTo>
                    <a:pt x="330060" y="623824"/>
                  </a:lnTo>
                  <a:lnTo>
                    <a:pt x="312013" y="623824"/>
                  </a:lnTo>
                  <a:lnTo>
                    <a:pt x="290055" y="592569"/>
                  </a:lnTo>
                  <a:lnTo>
                    <a:pt x="289496" y="582980"/>
                  </a:lnTo>
                  <a:lnTo>
                    <a:pt x="290055" y="573405"/>
                  </a:lnTo>
                  <a:lnTo>
                    <a:pt x="312013" y="542264"/>
                  </a:lnTo>
                  <a:lnTo>
                    <a:pt x="330060" y="542264"/>
                  </a:lnTo>
                  <a:lnTo>
                    <a:pt x="352310" y="581482"/>
                  </a:lnTo>
                  <a:lnTo>
                    <a:pt x="352336" y="582980"/>
                  </a:lnTo>
                  <a:lnTo>
                    <a:pt x="352336" y="537768"/>
                  </a:lnTo>
                  <a:lnTo>
                    <a:pt x="349542" y="535419"/>
                  </a:lnTo>
                  <a:lnTo>
                    <a:pt x="341058" y="530910"/>
                  </a:lnTo>
                  <a:lnTo>
                    <a:pt x="331533" y="528205"/>
                  </a:lnTo>
                  <a:lnTo>
                    <a:pt x="320929" y="527304"/>
                  </a:lnTo>
                  <a:lnTo>
                    <a:pt x="311416" y="528053"/>
                  </a:lnTo>
                  <a:lnTo>
                    <a:pt x="274955" y="557225"/>
                  </a:lnTo>
                  <a:lnTo>
                    <a:pt x="270802" y="582980"/>
                  </a:lnTo>
                  <a:lnTo>
                    <a:pt x="271678" y="595693"/>
                  </a:lnTo>
                  <a:lnTo>
                    <a:pt x="292227" y="630580"/>
                  </a:lnTo>
                  <a:lnTo>
                    <a:pt x="320929" y="638657"/>
                  </a:lnTo>
                  <a:lnTo>
                    <a:pt x="327825" y="638251"/>
                  </a:lnTo>
                  <a:lnTo>
                    <a:pt x="357632" y="623824"/>
                  </a:lnTo>
                  <a:lnTo>
                    <a:pt x="361391" y="619391"/>
                  </a:lnTo>
                  <a:lnTo>
                    <a:pt x="364896" y="613829"/>
                  </a:lnTo>
                  <a:lnTo>
                    <a:pt x="367563" y="607390"/>
                  </a:lnTo>
                  <a:lnTo>
                    <a:pt x="369493" y="599859"/>
                  </a:lnTo>
                  <a:lnTo>
                    <a:pt x="370662" y="591210"/>
                  </a:lnTo>
                  <a:lnTo>
                    <a:pt x="371055" y="581482"/>
                  </a:lnTo>
                  <a:close/>
                </a:path>
                <a:path w="650240" h="638810">
                  <a:moveTo>
                    <a:pt x="457288" y="149606"/>
                  </a:moveTo>
                  <a:lnTo>
                    <a:pt x="431596" y="109613"/>
                  </a:lnTo>
                  <a:lnTo>
                    <a:pt x="407009" y="84226"/>
                  </a:lnTo>
                  <a:lnTo>
                    <a:pt x="403771" y="82740"/>
                  </a:lnTo>
                  <a:lnTo>
                    <a:pt x="436359" y="67500"/>
                  </a:lnTo>
                  <a:lnTo>
                    <a:pt x="439623" y="63309"/>
                  </a:lnTo>
                  <a:lnTo>
                    <a:pt x="442747" y="57061"/>
                  </a:lnTo>
                  <a:lnTo>
                    <a:pt x="444576" y="50203"/>
                  </a:lnTo>
                  <a:lnTo>
                    <a:pt x="445185" y="42748"/>
                  </a:lnTo>
                  <a:lnTo>
                    <a:pt x="445185" y="34493"/>
                  </a:lnTo>
                  <a:lnTo>
                    <a:pt x="443268" y="27089"/>
                  </a:lnTo>
                  <a:lnTo>
                    <a:pt x="439242" y="20523"/>
                  </a:lnTo>
                  <a:lnTo>
                    <a:pt x="438175" y="18834"/>
                  </a:lnTo>
                  <a:lnTo>
                    <a:pt x="434987" y="13754"/>
                  </a:lnTo>
                  <a:lnTo>
                    <a:pt x="429679" y="9105"/>
                  </a:lnTo>
                  <a:lnTo>
                    <a:pt x="425221" y="7493"/>
                  </a:lnTo>
                  <a:lnTo>
                    <a:pt x="425221" y="35763"/>
                  </a:lnTo>
                  <a:lnTo>
                    <a:pt x="425221" y="47396"/>
                  </a:lnTo>
                  <a:lnTo>
                    <a:pt x="397814" y="67500"/>
                  </a:lnTo>
                  <a:lnTo>
                    <a:pt x="346849" y="67500"/>
                  </a:lnTo>
                  <a:lnTo>
                    <a:pt x="346849" y="18834"/>
                  </a:lnTo>
                  <a:lnTo>
                    <a:pt x="404406" y="18834"/>
                  </a:lnTo>
                  <a:lnTo>
                    <a:pt x="412470" y="20955"/>
                  </a:lnTo>
                  <a:lnTo>
                    <a:pt x="417576" y="25400"/>
                  </a:lnTo>
                  <a:lnTo>
                    <a:pt x="422668" y="30048"/>
                  </a:lnTo>
                  <a:lnTo>
                    <a:pt x="425221" y="35763"/>
                  </a:lnTo>
                  <a:lnTo>
                    <a:pt x="425221" y="7493"/>
                  </a:lnTo>
                  <a:lnTo>
                    <a:pt x="392722" y="2540"/>
                  </a:lnTo>
                  <a:lnTo>
                    <a:pt x="327304" y="2540"/>
                  </a:lnTo>
                  <a:lnTo>
                    <a:pt x="327304" y="149606"/>
                  </a:lnTo>
                  <a:lnTo>
                    <a:pt x="346849" y="149606"/>
                  </a:lnTo>
                  <a:lnTo>
                    <a:pt x="346849" y="84226"/>
                  </a:lnTo>
                  <a:lnTo>
                    <a:pt x="374459" y="84226"/>
                  </a:lnTo>
                  <a:lnTo>
                    <a:pt x="378066" y="84429"/>
                  </a:lnTo>
                  <a:lnTo>
                    <a:pt x="380403" y="85064"/>
                  </a:lnTo>
                  <a:lnTo>
                    <a:pt x="383374" y="85699"/>
                  </a:lnTo>
                  <a:lnTo>
                    <a:pt x="399097" y="98818"/>
                  </a:lnTo>
                  <a:lnTo>
                    <a:pt x="402920" y="103479"/>
                  </a:lnTo>
                  <a:lnTo>
                    <a:pt x="407593" y="110248"/>
                  </a:lnTo>
                  <a:lnTo>
                    <a:pt x="413321" y="118922"/>
                  </a:lnTo>
                  <a:lnTo>
                    <a:pt x="432866" y="149606"/>
                  </a:lnTo>
                  <a:lnTo>
                    <a:pt x="457288" y="149606"/>
                  </a:lnTo>
                  <a:close/>
                </a:path>
                <a:path w="650240" h="638810">
                  <a:moveTo>
                    <a:pt x="482777" y="558304"/>
                  </a:moveTo>
                  <a:lnTo>
                    <a:pt x="481507" y="550354"/>
                  </a:lnTo>
                  <a:lnTo>
                    <a:pt x="479171" y="544868"/>
                  </a:lnTo>
                  <a:lnTo>
                    <a:pt x="478231" y="542861"/>
                  </a:lnTo>
                  <a:lnTo>
                    <a:pt x="477812" y="541947"/>
                  </a:lnTo>
                  <a:lnTo>
                    <a:pt x="476618" y="539394"/>
                  </a:lnTo>
                  <a:lnTo>
                    <a:pt x="472376" y="535101"/>
                  </a:lnTo>
                  <a:lnTo>
                    <a:pt x="466420" y="531990"/>
                  </a:lnTo>
                  <a:lnTo>
                    <a:pt x="460692" y="528878"/>
                  </a:lnTo>
                  <a:lnTo>
                    <a:pt x="453898" y="527304"/>
                  </a:lnTo>
                  <a:lnTo>
                    <a:pt x="445820" y="527304"/>
                  </a:lnTo>
                  <a:lnTo>
                    <a:pt x="436626" y="528231"/>
                  </a:lnTo>
                  <a:lnTo>
                    <a:pt x="428218" y="530974"/>
                  </a:lnTo>
                  <a:lnTo>
                    <a:pt x="420636" y="535546"/>
                  </a:lnTo>
                  <a:lnTo>
                    <a:pt x="413956" y="541947"/>
                  </a:lnTo>
                  <a:lnTo>
                    <a:pt x="413956" y="489204"/>
                  </a:lnTo>
                  <a:lnTo>
                    <a:pt x="395693" y="489204"/>
                  </a:lnTo>
                  <a:lnTo>
                    <a:pt x="395693" y="636257"/>
                  </a:lnTo>
                  <a:lnTo>
                    <a:pt x="413956" y="636257"/>
                  </a:lnTo>
                  <a:lnTo>
                    <a:pt x="413956" y="569607"/>
                  </a:lnTo>
                  <a:lnTo>
                    <a:pt x="414807" y="563067"/>
                  </a:lnTo>
                  <a:lnTo>
                    <a:pt x="416941" y="558304"/>
                  </a:lnTo>
                  <a:lnTo>
                    <a:pt x="418846" y="553567"/>
                  </a:lnTo>
                  <a:lnTo>
                    <a:pt x="422249" y="549808"/>
                  </a:lnTo>
                  <a:lnTo>
                    <a:pt x="426923" y="547027"/>
                  </a:lnTo>
                  <a:lnTo>
                    <a:pt x="431800" y="544258"/>
                  </a:lnTo>
                  <a:lnTo>
                    <a:pt x="436689" y="542861"/>
                  </a:lnTo>
                  <a:lnTo>
                    <a:pt x="449427" y="542861"/>
                  </a:lnTo>
                  <a:lnTo>
                    <a:pt x="454952" y="544918"/>
                  </a:lnTo>
                  <a:lnTo>
                    <a:pt x="458774" y="549046"/>
                  </a:lnTo>
                  <a:lnTo>
                    <a:pt x="462813" y="553148"/>
                  </a:lnTo>
                  <a:lnTo>
                    <a:pt x="464731" y="559727"/>
                  </a:lnTo>
                  <a:lnTo>
                    <a:pt x="464731" y="636257"/>
                  </a:lnTo>
                  <a:lnTo>
                    <a:pt x="482777" y="636257"/>
                  </a:lnTo>
                  <a:lnTo>
                    <a:pt x="482777" y="558304"/>
                  </a:lnTo>
                  <a:close/>
                </a:path>
                <a:path w="650240" h="638810">
                  <a:moveTo>
                    <a:pt x="494030" y="2540"/>
                  </a:moveTo>
                  <a:lnTo>
                    <a:pt x="473430" y="2540"/>
                  </a:lnTo>
                  <a:lnTo>
                    <a:pt x="473430" y="27089"/>
                  </a:lnTo>
                  <a:lnTo>
                    <a:pt x="478104" y="54597"/>
                  </a:lnTo>
                  <a:lnTo>
                    <a:pt x="489369" y="54597"/>
                  </a:lnTo>
                  <a:lnTo>
                    <a:pt x="494030" y="27089"/>
                  </a:lnTo>
                  <a:lnTo>
                    <a:pt x="494030" y="2540"/>
                  </a:lnTo>
                  <a:close/>
                </a:path>
                <a:path w="650240" h="638810">
                  <a:moveTo>
                    <a:pt x="607237" y="581482"/>
                  </a:moveTo>
                  <a:lnTo>
                    <a:pt x="606361" y="569480"/>
                  </a:lnTo>
                  <a:lnTo>
                    <a:pt x="603732" y="558850"/>
                  </a:lnTo>
                  <a:lnTo>
                    <a:pt x="599351" y="549592"/>
                  </a:lnTo>
                  <a:lnTo>
                    <a:pt x="593648" y="542264"/>
                  </a:lnTo>
                  <a:lnTo>
                    <a:pt x="593229" y="541718"/>
                  </a:lnTo>
                  <a:lnTo>
                    <a:pt x="588733" y="537946"/>
                  </a:lnTo>
                  <a:lnTo>
                    <a:pt x="588733" y="582980"/>
                  </a:lnTo>
                  <a:lnTo>
                    <a:pt x="588175" y="592201"/>
                  </a:lnTo>
                  <a:lnTo>
                    <a:pt x="566254" y="623824"/>
                  </a:lnTo>
                  <a:lnTo>
                    <a:pt x="548195" y="623824"/>
                  </a:lnTo>
                  <a:lnTo>
                    <a:pt x="526237" y="592569"/>
                  </a:lnTo>
                  <a:lnTo>
                    <a:pt x="525678" y="582980"/>
                  </a:lnTo>
                  <a:lnTo>
                    <a:pt x="526237" y="573405"/>
                  </a:lnTo>
                  <a:lnTo>
                    <a:pt x="548195" y="542264"/>
                  </a:lnTo>
                  <a:lnTo>
                    <a:pt x="566254" y="542264"/>
                  </a:lnTo>
                  <a:lnTo>
                    <a:pt x="588708" y="581482"/>
                  </a:lnTo>
                  <a:lnTo>
                    <a:pt x="588733" y="582980"/>
                  </a:lnTo>
                  <a:lnTo>
                    <a:pt x="588733" y="537946"/>
                  </a:lnTo>
                  <a:lnTo>
                    <a:pt x="585736" y="535419"/>
                  </a:lnTo>
                  <a:lnTo>
                    <a:pt x="577265" y="530910"/>
                  </a:lnTo>
                  <a:lnTo>
                    <a:pt x="567804" y="528205"/>
                  </a:lnTo>
                  <a:lnTo>
                    <a:pt x="557326" y="527304"/>
                  </a:lnTo>
                  <a:lnTo>
                    <a:pt x="547725" y="528053"/>
                  </a:lnTo>
                  <a:lnTo>
                    <a:pt x="511238" y="557225"/>
                  </a:lnTo>
                  <a:lnTo>
                    <a:pt x="507199" y="582980"/>
                  </a:lnTo>
                  <a:lnTo>
                    <a:pt x="508050" y="595693"/>
                  </a:lnTo>
                  <a:lnTo>
                    <a:pt x="528421" y="630580"/>
                  </a:lnTo>
                  <a:lnTo>
                    <a:pt x="557326" y="638657"/>
                  </a:lnTo>
                  <a:lnTo>
                    <a:pt x="564184" y="638251"/>
                  </a:lnTo>
                  <a:lnTo>
                    <a:pt x="597662" y="619391"/>
                  </a:lnTo>
                  <a:lnTo>
                    <a:pt x="606882" y="591210"/>
                  </a:lnTo>
                  <a:lnTo>
                    <a:pt x="607237" y="581482"/>
                  </a:lnTo>
                  <a:close/>
                </a:path>
                <a:path w="650240" h="638810">
                  <a:moveTo>
                    <a:pt x="649719" y="489204"/>
                  </a:moveTo>
                  <a:lnTo>
                    <a:pt x="631456" y="489204"/>
                  </a:lnTo>
                  <a:lnTo>
                    <a:pt x="631456" y="636257"/>
                  </a:lnTo>
                  <a:lnTo>
                    <a:pt x="649719" y="636257"/>
                  </a:lnTo>
                  <a:lnTo>
                    <a:pt x="649719" y="4892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0239790" y="2670978"/>
              <a:ext cx="130623" cy="15207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9939887" y="2673517"/>
              <a:ext cx="130198" cy="147040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10103007" y="2739959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29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10539497" y="2670978"/>
              <a:ext cx="338455" cy="152400"/>
            </a:xfrm>
            <a:custGeom>
              <a:avLst/>
              <a:gdLst/>
              <a:ahLst/>
              <a:cxnLst/>
              <a:rect l="l" t="t" r="r" b="b"/>
              <a:pathLst>
                <a:path w="338454" h="152400">
                  <a:moveTo>
                    <a:pt x="70711" y="0"/>
                  </a:moveTo>
                  <a:lnTo>
                    <a:pt x="30329" y="11560"/>
                  </a:lnTo>
                  <a:lnTo>
                    <a:pt x="4922" y="45308"/>
                  </a:lnTo>
                  <a:lnTo>
                    <a:pt x="0" y="78249"/>
                  </a:lnTo>
                  <a:lnTo>
                    <a:pt x="504" y="87507"/>
                  </a:lnTo>
                  <a:lnTo>
                    <a:pt x="18833" y="130189"/>
                  </a:lnTo>
                  <a:lnTo>
                    <a:pt x="60390" y="151449"/>
                  </a:lnTo>
                  <a:lnTo>
                    <a:pt x="70499" y="152076"/>
                  </a:lnTo>
                  <a:lnTo>
                    <a:pt x="80020" y="151509"/>
                  </a:lnTo>
                  <a:lnTo>
                    <a:pt x="117050" y="135423"/>
                  </a:lnTo>
                  <a:lnTo>
                    <a:pt x="70499" y="135423"/>
                  </a:lnTo>
                  <a:lnTo>
                    <a:pt x="60081" y="134459"/>
                  </a:lnTo>
                  <a:lnTo>
                    <a:pt x="28136" y="111772"/>
                  </a:lnTo>
                  <a:lnTo>
                    <a:pt x="20161" y="78249"/>
                  </a:lnTo>
                  <a:lnTo>
                    <a:pt x="21080" y="62836"/>
                  </a:lnTo>
                  <a:lnTo>
                    <a:pt x="42874" y="24652"/>
                  </a:lnTo>
                  <a:lnTo>
                    <a:pt x="70711" y="16716"/>
                  </a:lnTo>
                  <a:lnTo>
                    <a:pt x="117068" y="16716"/>
                  </a:lnTo>
                  <a:lnTo>
                    <a:pt x="115225" y="15003"/>
                  </a:lnTo>
                  <a:lnTo>
                    <a:pt x="107456" y="9733"/>
                  </a:lnTo>
                  <a:lnTo>
                    <a:pt x="99056" y="5445"/>
                  </a:lnTo>
                  <a:lnTo>
                    <a:pt x="90119" y="2406"/>
                  </a:lnTo>
                  <a:lnTo>
                    <a:pt x="80664" y="598"/>
                  </a:lnTo>
                  <a:lnTo>
                    <a:pt x="70711" y="0"/>
                  </a:lnTo>
                  <a:close/>
                </a:path>
                <a:path w="338454" h="152400">
                  <a:moveTo>
                    <a:pt x="117068" y="16716"/>
                  </a:moveTo>
                  <a:lnTo>
                    <a:pt x="70711" y="16716"/>
                  </a:lnTo>
                  <a:lnTo>
                    <a:pt x="77843" y="17167"/>
                  </a:lnTo>
                  <a:lnTo>
                    <a:pt x="84597" y="18528"/>
                  </a:lnTo>
                  <a:lnTo>
                    <a:pt x="114890" y="44795"/>
                  </a:lnTo>
                  <a:lnTo>
                    <a:pt x="121049" y="76133"/>
                  </a:lnTo>
                  <a:lnTo>
                    <a:pt x="120140" y="89524"/>
                  </a:lnTo>
                  <a:lnTo>
                    <a:pt x="99172" y="126737"/>
                  </a:lnTo>
                  <a:lnTo>
                    <a:pt x="70499" y="135423"/>
                  </a:lnTo>
                  <a:lnTo>
                    <a:pt x="117050" y="135423"/>
                  </a:lnTo>
                  <a:lnTo>
                    <a:pt x="138890" y="97431"/>
                  </a:lnTo>
                  <a:lnTo>
                    <a:pt x="141221" y="76133"/>
                  </a:lnTo>
                  <a:lnTo>
                    <a:pt x="140673" y="65499"/>
                  </a:lnTo>
                  <a:lnTo>
                    <a:pt x="127736" y="28542"/>
                  </a:lnTo>
                  <a:lnTo>
                    <a:pt x="121978" y="21278"/>
                  </a:lnTo>
                  <a:lnTo>
                    <a:pt x="117068" y="16716"/>
                  </a:lnTo>
                  <a:close/>
                </a:path>
                <a:path w="338454" h="152400">
                  <a:moveTo>
                    <a:pt x="236805" y="2539"/>
                  </a:moveTo>
                  <a:lnTo>
                    <a:pt x="171387" y="2539"/>
                  </a:lnTo>
                  <a:lnTo>
                    <a:pt x="171387" y="149579"/>
                  </a:lnTo>
                  <a:lnTo>
                    <a:pt x="190927" y="149579"/>
                  </a:lnTo>
                  <a:lnTo>
                    <a:pt x="190927" y="84258"/>
                  </a:lnTo>
                  <a:lnTo>
                    <a:pt x="251117" y="84258"/>
                  </a:lnTo>
                  <a:lnTo>
                    <a:pt x="247850" y="82671"/>
                  </a:lnTo>
                  <a:lnTo>
                    <a:pt x="257809" y="80723"/>
                  </a:lnTo>
                  <a:lnTo>
                    <a:pt x="266355" y="77799"/>
                  </a:lnTo>
                  <a:lnTo>
                    <a:pt x="273506" y="73899"/>
                  </a:lnTo>
                  <a:lnTo>
                    <a:pt x="279284" y="69023"/>
                  </a:lnTo>
                  <a:lnTo>
                    <a:pt x="280549" y="67415"/>
                  </a:lnTo>
                  <a:lnTo>
                    <a:pt x="190927" y="67415"/>
                  </a:lnTo>
                  <a:lnTo>
                    <a:pt x="190927" y="18768"/>
                  </a:lnTo>
                  <a:lnTo>
                    <a:pt x="282306" y="18768"/>
                  </a:lnTo>
                  <a:lnTo>
                    <a:pt x="279284" y="13753"/>
                  </a:lnTo>
                  <a:lnTo>
                    <a:pt x="273762" y="9098"/>
                  </a:lnTo>
                  <a:lnTo>
                    <a:pt x="266965" y="6559"/>
                  </a:lnTo>
                  <a:lnTo>
                    <a:pt x="261237" y="4770"/>
                  </a:lnTo>
                  <a:lnTo>
                    <a:pt x="254275" y="3517"/>
                  </a:lnTo>
                  <a:lnTo>
                    <a:pt x="246117" y="2780"/>
                  </a:lnTo>
                  <a:lnTo>
                    <a:pt x="236805" y="2539"/>
                  </a:lnTo>
                  <a:close/>
                </a:path>
                <a:path w="338454" h="152400">
                  <a:moveTo>
                    <a:pt x="251117" y="84258"/>
                  </a:moveTo>
                  <a:lnTo>
                    <a:pt x="218751" y="84258"/>
                  </a:lnTo>
                  <a:lnTo>
                    <a:pt x="222362" y="84512"/>
                  </a:lnTo>
                  <a:lnTo>
                    <a:pt x="224486" y="84978"/>
                  </a:lnTo>
                  <a:lnTo>
                    <a:pt x="257407" y="118982"/>
                  </a:lnTo>
                  <a:lnTo>
                    <a:pt x="276948" y="149579"/>
                  </a:lnTo>
                  <a:lnTo>
                    <a:pt x="301586" y="149579"/>
                  </a:lnTo>
                  <a:lnTo>
                    <a:pt x="275886" y="109545"/>
                  </a:lnTo>
                  <a:lnTo>
                    <a:pt x="252947" y="85147"/>
                  </a:lnTo>
                  <a:lnTo>
                    <a:pt x="251117" y="84258"/>
                  </a:lnTo>
                  <a:close/>
                </a:path>
                <a:path w="338454" h="152400">
                  <a:moveTo>
                    <a:pt x="282306" y="18768"/>
                  </a:moveTo>
                  <a:lnTo>
                    <a:pt x="248699" y="18768"/>
                  </a:lnTo>
                  <a:lnTo>
                    <a:pt x="256558" y="21011"/>
                  </a:lnTo>
                  <a:lnTo>
                    <a:pt x="266753" y="29962"/>
                  </a:lnTo>
                  <a:lnTo>
                    <a:pt x="269302" y="35675"/>
                  </a:lnTo>
                  <a:lnTo>
                    <a:pt x="269302" y="47398"/>
                  </a:lnTo>
                  <a:lnTo>
                    <a:pt x="268027" y="51778"/>
                  </a:lnTo>
                  <a:lnTo>
                    <a:pt x="241902" y="67415"/>
                  </a:lnTo>
                  <a:lnTo>
                    <a:pt x="280549" y="67415"/>
                  </a:lnTo>
                  <a:lnTo>
                    <a:pt x="283744" y="63350"/>
                  </a:lnTo>
                  <a:lnTo>
                    <a:pt x="286930" y="57060"/>
                  </a:lnTo>
                  <a:lnTo>
                    <a:pt x="288842" y="50155"/>
                  </a:lnTo>
                  <a:lnTo>
                    <a:pt x="289479" y="42637"/>
                  </a:lnTo>
                  <a:lnTo>
                    <a:pt x="289479" y="34554"/>
                  </a:lnTo>
                  <a:lnTo>
                    <a:pt x="287355" y="27148"/>
                  </a:lnTo>
                  <a:lnTo>
                    <a:pt x="282306" y="18768"/>
                  </a:lnTo>
                  <a:close/>
                </a:path>
                <a:path w="338454" h="152400">
                  <a:moveTo>
                    <a:pt x="338330" y="2539"/>
                  </a:moveTo>
                  <a:lnTo>
                    <a:pt x="317728" y="2539"/>
                  </a:lnTo>
                  <a:lnTo>
                    <a:pt x="317728" y="27084"/>
                  </a:lnTo>
                  <a:lnTo>
                    <a:pt x="322188" y="54571"/>
                  </a:lnTo>
                  <a:lnTo>
                    <a:pt x="333445" y="54571"/>
                  </a:lnTo>
                  <a:lnTo>
                    <a:pt x="338330" y="27084"/>
                  </a:lnTo>
                  <a:lnTo>
                    <a:pt x="338330" y="25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10406308" y="2739959"/>
              <a:ext cx="97155" cy="0"/>
            </a:xfrm>
            <a:custGeom>
              <a:avLst/>
              <a:gdLst/>
              <a:ahLst/>
              <a:cxnLst/>
              <a:rect l="l" t="t" r="r" b="b"/>
              <a:pathLst>
                <a:path w="97154">
                  <a:moveTo>
                    <a:pt x="0" y="0"/>
                  </a:moveTo>
                  <a:lnTo>
                    <a:pt x="96852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10233654" y="2366274"/>
              <a:ext cx="141220" cy="152140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10278871" y="2551636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5" h="85725">
                  <a:moveTo>
                    <a:pt x="0" y="85697"/>
                  </a:moveTo>
                  <a:lnTo>
                    <a:pt x="0" y="0"/>
                  </a:lnTo>
                </a:path>
                <a:path w="55245" h="85725">
                  <a:moveTo>
                    <a:pt x="55010" y="85697"/>
                  </a:moveTo>
                  <a:lnTo>
                    <a:pt x="55010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296366" y="3955578"/>
              <a:ext cx="130623" cy="152055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996463" y="3958075"/>
              <a:ext cx="130198" cy="147061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8159583" y="4024538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29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8596073" y="3955472"/>
              <a:ext cx="287655" cy="152400"/>
            </a:xfrm>
            <a:custGeom>
              <a:avLst/>
              <a:gdLst/>
              <a:ahLst/>
              <a:cxnLst/>
              <a:rect l="l" t="t" r="r" b="b"/>
              <a:pathLst>
                <a:path w="287654" h="152400">
                  <a:moveTo>
                    <a:pt x="70711" y="0"/>
                  </a:moveTo>
                  <a:lnTo>
                    <a:pt x="30329" y="11649"/>
                  </a:lnTo>
                  <a:lnTo>
                    <a:pt x="4922" y="45409"/>
                  </a:lnTo>
                  <a:lnTo>
                    <a:pt x="0" y="78334"/>
                  </a:lnTo>
                  <a:lnTo>
                    <a:pt x="504" y="87591"/>
                  </a:lnTo>
                  <a:lnTo>
                    <a:pt x="18833" y="130273"/>
                  </a:lnTo>
                  <a:lnTo>
                    <a:pt x="60390" y="151534"/>
                  </a:lnTo>
                  <a:lnTo>
                    <a:pt x="70499" y="152161"/>
                  </a:lnTo>
                  <a:lnTo>
                    <a:pt x="80020" y="151593"/>
                  </a:lnTo>
                  <a:lnTo>
                    <a:pt x="117026" y="135529"/>
                  </a:lnTo>
                  <a:lnTo>
                    <a:pt x="70499" y="135529"/>
                  </a:lnTo>
                  <a:lnTo>
                    <a:pt x="60070" y="134561"/>
                  </a:lnTo>
                  <a:lnTo>
                    <a:pt x="28136" y="111875"/>
                  </a:lnTo>
                  <a:lnTo>
                    <a:pt x="20161" y="78334"/>
                  </a:lnTo>
                  <a:lnTo>
                    <a:pt x="21080" y="62923"/>
                  </a:lnTo>
                  <a:lnTo>
                    <a:pt x="42874" y="24730"/>
                  </a:lnTo>
                  <a:lnTo>
                    <a:pt x="70711" y="16758"/>
                  </a:lnTo>
                  <a:lnTo>
                    <a:pt x="117031" y="16758"/>
                  </a:lnTo>
                  <a:lnTo>
                    <a:pt x="115225" y="15073"/>
                  </a:lnTo>
                  <a:lnTo>
                    <a:pt x="107456" y="9733"/>
                  </a:lnTo>
                  <a:lnTo>
                    <a:pt x="99056" y="5472"/>
                  </a:lnTo>
                  <a:lnTo>
                    <a:pt x="90119" y="2430"/>
                  </a:lnTo>
                  <a:lnTo>
                    <a:pt x="80664" y="607"/>
                  </a:lnTo>
                  <a:lnTo>
                    <a:pt x="70711" y="0"/>
                  </a:lnTo>
                  <a:close/>
                </a:path>
                <a:path w="287654" h="152400">
                  <a:moveTo>
                    <a:pt x="117031" y="16758"/>
                  </a:moveTo>
                  <a:lnTo>
                    <a:pt x="70711" y="16758"/>
                  </a:lnTo>
                  <a:lnTo>
                    <a:pt x="77843" y="17218"/>
                  </a:lnTo>
                  <a:lnTo>
                    <a:pt x="84597" y="18599"/>
                  </a:lnTo>
                  <a:lnTo>
                    <a:pt x="114890" y="44880"/>
                  </a:lnTo>
                  <a:lnTo>
                    <a:pt x="121049" y="76239"/>
                  </a:lnTo>
                  <a:lnTo>
                    <a:pt x="120140" y="89621"/>
                  </a:lnTo>
                  <a:lnTo>
                    <a:pt x="99172" y="126825"/>
                  </a:lnTo>
                  <a:lnTo>
                    <a:pt x="70499" y="135529"/>
                  </a:lnTo>
                  <a:lnTo>
                    <a:pt x="117026" y="135529"/>
                  </a:lnTo>
                  <a:lnTo>
                    <a:pt x="138890" y="97526"/>
                  </a:lnTo>
                  <a:lnTo>
                    <a:pt x="141221" y="76239"/>
                  </a:lnTo>
                  <a:lnTo>
                    <a:pt x="140673" y="65593"/>
                  </a:lnTo>
                  <a:lnTo>
                    <a:pt x="127736" y="28640"/>
                  </a:lnTo>
                  <a:lnTo>
                    <a:pt x="121978" y="21376"/>
                  </a:lnTo>
                  <a:lnTo>
                    <a:pt x="117031" y="16758"/>
                  </a:lnTo>
                  <a:close/>
                </a:path>
                <a:path w="287654" h="152400">
                  <a:moveTo>
                    <a:pt x="191352" y="2602"/>
                  </a:moveTo>
                  <a:lnTo>
                    <a:pt x="171812" y="2602"/>
                  </a:lnTo>
                  <a:lnTo>
                    <a:pt x="171812" y="149664"/>
                  </a:lnTo>
                  <a:lnTo>
                    <a:pt x="191352" y="149664"/>
                  </a:lnTo>
                  <a:lnTo>
                    <a:pt x="191352" y="80344"/>
                  </a:lnTo>
                  <a:lnTo>
                    <a:pt x="287568" y="80344"/>
                  </a:lnTo>
                  <a:lnTo>
                    <a:pt x="287568" y="62993"/>
                  </a:lnTo>
                  <a:lnTo>
                    <a:pt x="191352" y="62993"/>
                  </a:lnTo>
                  <a:lnTo>
                    <a:pt x="191352" y="2602"/>
                  </a:lnTo>
                  <a:close/>
                </a:path>
                <a:path w="287654" h="152400">
                  <a:moveTo>
                    <a:pt x="287568" y="80344"/>
                  </a:moveTo>
                  <a:lnTo>
                    <a:pt x="268027" y="80344"/>
                  </a:lnTo>
                  <a:lnTo>
                    <a:pt x="268027" y="149664"/>
                  </a:lnTo>
                  <a:lnTo>
                    <a:pt x="287568" y="149664"/>
                  </a:lnTo>
                  <a:lnTo>
                    <a:pt x="287568" y="80344"/>
                  </a:lnTo>
                  <a:close/>
                </a:path>
                <a:path w="287654" h="152400">
                  <a:moveTo>
                    <a:pt x="287568" y="2602"/>
                  </a:moveTo>
                  <a:lnTo>
                    <a:pt x="268027" y="2602"/>
                  </a:lnTo>
                  <a:lnTo>
                    <a:pt x="268027" y="62993"/>
                  </a:lnTo>
                  <a:lnTo>
                    <a:pt x="287568" y="62993"/>
                  </a:lnTo>
                  <a:lnTo>
                    <a:pt x="287568" y="26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8462884" y="4024538"/>
              <a:ext cx="97155" cy="0"/>
            </a:xfrm>
            <a:custGeom>
              <a:avLst/>
              <a:gdLst/>
              <a:ahLst/>
              <a:cxnLst/>
              <a:rect l="l" t="t" r="r" b="b"/>
              <a:pathLst>
                <a:path w="97154">
                  <a:moveTo>
                    <a:pt x="0" y="0"/>
                  </a:moveTo>
                  <a:lnTo>
                    <a:pt x="96852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8290223" y="3650769"/>
              <a:ext cx="141221" cy="152161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8335447" y="3836278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5" h="85725">
                  <a:moveTo>
                    <a:pt x="0" y="85634"/>
                  </a:moveTo>
                  <a:lnTo>
                    <a:pt x="0" y="0"/>
                  </a:lnTo>
                </a:path>
                <a:path w="55245" h="85725">
                  <a:moveTo>
                    <a:pt x="55010" y="85634"/>
                  </a:moveTo>
                  <a:lnTo>
                    <a:pt x="55010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8023860" y="3022637"/>
              <a:ext cx="1683385" cy="1409065"/>
            </a:xfrm>
            <a:custGeom>
              <a:avLst/>
              <a:gdLst/>
              <a:ahLst/>
              <a:cxnLst/>
              <a:rect l="l" t="t" r="r" b="b"/>
              <a:pathLst>
                <a:path w="1683384" h="1409064">
                  <a:moveTo>
                    <a:pt x="93027" y="110350"/>
                  </a:moveTo>
                  <a:lnTo>
                    <a:pt x="75184" y="108051"/>
                  </a:lnTo>
                  <a:lnTo>
                    <a:pt x="73914" y="117055"/>
                  </a:lnTo>
                  <a:lnTo>
                    <a:pt x="70942" y="123748"/>
                  </a:lnTo>
                  <a:lnTo>
                    <a:pt x="66052" y="128104"/>
                  </a:lnTo>
                  <a:lnTo>
                    <a:pt x="61379" y="132448"/>
                  </a:lnTo>
                  <a:lnTo>
                    <a:pt x="55435" y="134620"/>
                  </a:lnTo>
                  <a:lnTo>
                    <a:pt x="39497" y="134620"/>
                  </a:lnTo>
                  <a:lnTo>
                    <a:pt x="32283" y="131368"/>
                  </a:lnTo>
                  <a:lnTo>
                    <a:pt x="18478" y="93700"/>
                  </a:lnTo>
                  <a:lnTo>
                    <a:pt x="19024" y="83820"/>
                  </a:lnTo>
                  <a:lnTo>
                    <a:pt x="40144" y="52971"/>
                  </a:lnTo>
                  <a:lnTo>
                    <a:pt x="55435" y="52971"/>
                  </a:lnTo>
                  <a:lnTo>
                    <a:pt x="60528" y="54762"/>
                  </a:lnTo>
                  <a:lnTo>
                    <a:pt x="69024" y="62001"/>
                  </a:lnTo>
                  <a:lnTo>
                    <a:pt x="71996" y="67373"/>
                  </a:lnTo>
                  <a:lnTo>
                    <a:pt x="73698" y="74523"/>
                  </a:lnTo>
                  <a:lnTo>
                    <a:pt x="91325" y="71818"/>
                  </a:lnTo>
                  <a:lnTo>
                    <a:pt x="89255" y="64211"/>
                  </a:lnTo>
                  <a:lnTo>
                    <a:pt x="86207" y="57518"/>
                  </a:lnTo>
                  <a:lnTo>
                    <a:pt x="83007" y="52971"/>
                  </a:lnTo>
                  <a:lnTo>
                    <a:pt x="82156" y="51752"/>
                  </a:lnTo>
                  <a:lnTo>
                    <a:pt x="48628" y="38112"/>
                  </a:lnTo>
                  <a:lnTo>
                    <a:pt x="41910" y="38519"/>
                  </a:lnTo>
                  <a:lnTo>
                    <a:pt x="8953" y="57937"/>
                  </a:lnTo>
                  <a:lnTo>
                    <a:pt x="0" y="94183"/>
                  </a:lnTo>
                  <a:lnTo>
                    <a:pt x="800" y="106756"/>
                  </a:lnTo>
                  <a:lnTo>
                    <a:pt x="20408" y="141427"/>
                  </a:lnTo>
                  <a:lnTo>
                    <a:pt x="48628" y="149453"/>
                  </a:lnTo>
                  <a:lnTo>
                    <a:pt x="57035" y="148805"/>
                  </a:lnTo>
                  <a:lnTo>
                    <a:pt x="64744" y="146862"/>
                  </a:lnTo>
                  <a:lnTo>
                    <a:pt x="71780" y="143624"/>
                  </a:lnTo>
                  <a:lnTo>
                    <a:pt x="78155" y="139090"/>
                  </a:lnTo>
                  <a:lnTo>
                    <a:pt x="82372" y="134620"/>
                  </a:lnTo>
                  <a:lnTo>
                    <a:pt x="83527" y="133400"/>
                  </a:lnTo>
                  <a:lnTo>
                    <a:pt x="87820" y="126707"/>
                  </a:lnTo>
                  <a:lnTo>
                    <a:pt x="90995" y="119024"/>
                  </a:lnTo>
                  <a:lnTo>
                    <a:pt x="93027" y="110350"/>
                  </a:lnTo>
                  <a:close/>
                </a:path>
                <a:path w="1683384" h="1409064">
                  <a:moveTo>
                    <a:pt x="198793" y="69113"/>
                  </a:moveTo>
                  <a:lnTo>
                    <a:pt x="197523" y="61150"/>
                  </a:lnTo>
                  <a:lnTo>
                    <a:pt x="194043" y="53670"/>
                  </a:lnTo>
                  <a:lnTo>
                    <a:pt x="193611" y="52755"/>
                  </a:lnTo>
                  <a:lnTo>
                    <a:pt x="192430" y="50190"/>
                  </a:lnTo>
                  <a:lnTo>
                    <a:pt x="188391" y="45897"/>
                  </a:lnTo>
                  <a:lnTo>
                    <a:pt x="182448" y="42786"/>
                  </a:lnTo>
                  <a:lnTo>
                    <a:pt x="176707" y="39674"/>
                  </a:lnTo>
                  <a:lnTo>
                    <a:pt x="169697" y="38112"/>
                  </a:lnTo>
                  <a:lnTo>
                    <a:pt x="161836" y="38112"/>
                  </a:lnTo>
                  <a:lnTo>
                    <a:pt x="152565" y="39027"/>
                  </a:lnTo>
                  <a:lnTo>
                    <a:pt x="144132" y="41770"/>
                  </a:lnTo>
                  <a:lnTo>
                    <a:pt x="136537" y="46355"/>
                  </a:lnTo>
                  <a:lnTo>
                    <a:pt x="129768" y="52755"/>
                  </a:lnTo>
                  <a:lnTo>
                    <a:pt x="129768" y="0"/>
                  </a:lnTo>
                  <a:lnTo>
                    <a:pt x="111721" y="0"/>
                  </a:lnTo>
                  <a:lnTo>
                    <a:pt x="111721" y="147066"/>
                  </a:lnTo>
                  <a:lnTo>
                    <a:pt x="129768" y="147066"/>
                  </a:lnTo>
                  <a:lnTo>
                    <a:pt x="129768" y="80416"/>
                  </a:lnTo>
                  <a:lnTo>
                    <a:pt x="130835" y="73875"/>
                  </a:lnTo>
                  <a:lnTo>
                    <a:pt x="152704" y="53670"/>
                  </a:lnTo>
                  <a:lnTo>
                    <a:pt x="165239" y="53670"/>
                  </a:lnTo>
                  <a:lnTo>
                    <a:pt x="170764" y="55714"/>
                  </a:lnTo>
                  <a:lnTo>
                    <a:pt x="174802" y="59842"/>
                  </a:lnTo>
                  <a:lnTo>
                    <a:pt x="178625" y="63944"/>
                  </a:lnTo>
                  <a:lnTo>
                    <a:pt x="180530" y="70535"/>
                  </a:lnTo>
                  <a:lnTo>
                    <a:pt x="180530" y="147066"/>
                  </a:lnTo>
                  <a:lnTo>
                    <a:pt x="198793" y="147066"/>
                  </a:lnTo>
                  <a:lnTo>
                    <a:pt x="198793" y="69113"/>
                  </a:lnTo>
                  <a:close/>
                </a:path>
                <a:path w="1683384" h="1409064">
                  <a:moveTo>
                    <a:pt x="247434" y="0"/>
                  </a:moveTo>
                  <a:lnTo>
                    <a:pt x="229387" y="0"/>
                  </a:lnTo>
                  <a:lnTo>
                    <a:pt x="229387" y="147066"/>
                  </a:lnTo>
                  <a:lnTo>
                    <a:pt x="247434" y="147066"/>
                  </a:lnTo>
                  <a:lnTo>
                    <a:pt x="247434" y="0"/>
                  </a:lnTo>
                  <a:close/>
                </a:path>
                <a:path w="1683384" h="1409064">
                  <a:moveTo>
                    <a:pt x="352577" y="1406080"/>
                  </a:moveTo>
                  <a:lnTo>
                    <a:pt x="346837" y="1352613"/>
                  </a:lnTo>
                  <a:lnTo>
                    <a:pt x="346722" y="1326400"/>
                  </a:lnTo>
                  <a:lnTo>
                    <a:pt x="314553" y="1297127"/>
                  </a:lnTo>
                  <a:lnTo>
                    <a:pt x="296291" y="1297127"/>
                  </a:lnTo>
                  <a:lnTo>
                    <a:pt x="288213" y="1298397"/>
                  </a:lnTo>
                  <a:lnTo>
                    <a:pt x="274193" y="1303413"/>
                  </a:lnTo>
                  <a:lnTo>
                    <a:pt x="268884" y="1306995"/>
                  </a:lnTo>
                  <a:lnTo>
                    <a:pt x="265239" y="1311668"/>
                  </a:lnTo>
                  <a:lnTo>
                    <a:pt x="261454" y="1316278"/>
                  </a:lnTo>
                  <a:lnTo>
                    <a:pt x="258902" y="1322374"/>
                  </a:lnTo>
                  <a:lnTo>
                    <a:pt x="257213" y="1329944"/>
                  </a:lnTo>
                  <a:lnTo>
                    <a:pt x="275043" y="1332344"/>
                  </a:lnTo>
                  <a:lnTo>
                    <a:pt x="276961" y="1324787"/>
                  </a:lnTo>
                  <a:lnTo>
                    <a:pt x="279933" y="1319517"/>
                  </a:lnTo>
                  <a:lnTo>
                    <a:pt x="288010" y="1313573"/>
                  </a:lnTo>
                  <a:lnTo>
                    <a:pt x="294373" y="1312087"/>
                  </a:lnTo>
                  <a:lnTo>
                    <a:pt x="312000" y="1312087"/>
                  </a:lnTo>
                  <a:lnTo>
                    <a:pt x="319011" y="1314119"/>
                  </a:lnTo>
                  <a:lnTo>
                    <a:pt x="323469" y="1318209"/>
                  </a:lnTo>
                  <a:lnTo>
                    <a:pt x="326872" y="1321206"/>
                  </a:lnTo>
                  <a:lnTo>
                    <a:pt x="328790" y="1326400"/>
                  </a:lnTo>
                  <a:lnTo>
                    <a:pt x="328790" y="1334414"/>
                  </a:lnTo>
                  <a:lnTo>
                    <a:pt x="328574" y="1336001"/>
                  </a:lnTo>
                  <a:lnTo>
                    <a:pt x="328574" y="1338453"/>
                  </a:lnTo>
                  <a:lnTo>
                    <a:pt x="328574" y="1352613"/>
                  </a:lnTo>
                  <a:lnTo>
                    <a:pt x="328574" y="1367193"/>
                  </a:lnTo>
                  <a:lnTo>
                    <a:pt x="327507" y="1373200"/>
                  </a:lnTo>
                  <a:lnTo>
                    <a:pt x="302018" y="1394345"/>
                  </a:lnTo>
                  <a:lnTo>
                    <a:pt x="288010" y="1394345"/>
                  </a:lnTo>
                  <a:lnTo>
                    <a:pt x="282689" y="1392732"/>
                  </a:lnTo>
                  <a:lnTo>
                    <a:pt x="279082" y="1389519"/>
                  </a:lnTo>
                  <a:lnTo>
                    <a:pt x="275259" y="1386319"/>
                  </a:lnTo>
                  <a:lnTo>
                    <a:pt x="273672" y="1382572"/>
                  </a:lnTo>
                  <a:lnTo>
                    <a:pt x="273558" y="1374343"/>
                  </a:lnTo>
                  <a:lnTo>
                    <a:pt x="274408" y="1371485"/>
                  </a:lnTo>
                  <a:lnTo>
                    <a:pt x="276110" y="1368907"/>
                  </a:lnTo>
                  <a:lnTo>
                    <a:pt x="277596" y="1366342"/>
                  </a:lnTo>
                  <a:lnTo>
                    <a:pt x="299046" y="1359420"/>
                  </a:lnTo>
                  <a:lnTo>
                    <a:pt x="308292" y="1357947"/>
                  </a:lnTo>
                  <a:lnTo>
                    <a:pt x="316280" y="1356321"/>
                  </a:lnTo>
                  <a:lnTo>
                    <a:pt x="323037" y="1354543"/>
                  </a:lnTo>
                  <a:lnTo>
                    <a:pt x="328574" y="1352613"/>
                  </a:lnTo>
                  <a:lnTo>
                    <a:pt x="328574" y="1338453"/>
                  </a:lnTo>
                  <a:lnTo>
                    <a:pt x="322630" y="1340205"/>
                  </a:lnTo>
                  <a:lnTo>
                    <a:pt x="315302" y="1341818"/>
                  </a:lnTo>
                  <a:lnTo>
                    <a:pt x="306527" y="1343317"/>
                  </a:lnTo>
                  <a:lnTo>
                    <a:pt x="296291" y="1344676"/>
                  </a:lnTo>
                  <a:lnTo>
                    <a:pt x="289064" y="1345539"/>
                  </a:lnTo>
                  <a:lnTo>
                    <a:pt x="283756" y="1346454"/>
                  </a:lnTo>
                  <a:lnTo>
                    <a:pt x="280149" y="1347381"/>
                  </a:lnTo>
                  <a:lnTo>
                    <a:pt x="275259" y="1348740"/>
                  </a:lnTo>
                  <a:lnTo>
                    <a:pt x="271018" y="1350708"/>
                  </a:lnTo>
                  <a:lnTo>
                    <a:pt x="267195" y="1353312"/>
                  </a:lnTo>
                  <a:lnTo>
                    <a:pt x="263156" y="1355915"/>
                  </a:lnTo>
                  <a:lnTo>
                    <a:pt x="260159" y="1359420"/>
                  </a:lnTo>
                  <a:lnTo>
                    <a:pt x="257848" y="1363700"/>
                  </a:lnTo>
                  <a:lnTo>
                    <a:pt x="255295" y="1368018"/>
                  </a:lnTo>
                  <a:lnTo>
                    <a:pt x="254228" y="1372781"/>
                  </a:lnTo>
                  <a:lnTo>
                    <a:pt x="254228" y="1386890"/>
                  </a:lnTo>
                  <a:lnTo>
                    <a:pt x="290766" y="1408480"/>
                  </a:lnTo>
                  <a:lnTo>
                    <a:pt x="297776" y="1408480"/>
                  </a:lnTo>
                  <a:lnTo>
                    <a:pt x="330060" y="1392948"/>
                  </a:lnTo>
                  <a:lnTo>
                    <a:pt x="330695" y="1397952"/>
                  </a:lnTo>
                  <a:lnTo>
                    <a:pt x="331762" y="1402334"/>
                  </a:lnTo>
                  <a:lnTo>
                    <a:pt x="333667" y="1406080"/>
                  </a:lnTo>
                  <a:lnTo>
                    <a:pt x="352577" y="1406080"/>
                  </a:lnTo>
                  <a:close/>
                </a:path>
                <a:path w="1683384" h="1409064">
                  <a:moveTo>
                    <a:pt x="370420" y="92278"/>
                  </a:moveTo>
                  <a:lnTo>
                    <a:pt x="369544" y="80289"/>
                  </a:lnTo>
                  <a:lnTo>
                    <a:pt x="366915" y="69659"/>
                  </a:lnTo>
                  <a:lnTo>
                    <a:pt x="362534" y="60401"/>
                  </a:lnTo>
                  <a:lnTo>
                    <a:pt x="356819" y="53073"/>
                  </a:lnTo>
                  <a:lnTo>
                    <a:pt x="356400" y="52527"/>
                  </a:lnTo>
                  <a:lnTo>
                    <a:pt x="351688" y="48564"/>
                  </a:lnTo>
                  <a:lnTo>
                    <a:pt x="351688" y="93789"/>
                  </a:lnTo>
                  <a:lnTo>
                    <a:pt x="351167" y="102997"/>
                  </a:lnTo>
                  <a:lnTo>
                    <a:pt x="329425" y="134620"/>
                  </a:lnTo>
                  <a:lnTo>
                    <a:pt x="311365" y="134620"/>
                  </a:lnTo>
                  <a:lnTo>
                    <a:pt x="289407" y="103378"/>
                  </a:lnTo>
                  <a:lnTo>
                    <a:pt x="288848" y="93789"/>
                  </a:lnTo>
                  <a:lnTo>
                    <a:pt x="289407" y="84201"/>
                  </a:lnTo>
                  <a:lnTo>
                    <a:pt x="311365" y="53073"/>
                  </a:lnTo>
                  <a:lnTo>
                    <a:pt x="329425" y="53073"/>
                  </a:lnTo>
                  <a:lnTo>
                    <a:pt x="351663" y="92278"/>
                  </a:lnTo>
                  <a:lnTo>
                    <a:pt x="351688" y="93789"/>
                  </a:lnTo>
                  <a:lnTo>
                    <a:pt x="351688" y="48564"/>
                  </a:lnTo>
                  <a:lnTo>
                    <a:pt x="348907" y="46215"/>
                  </a:lnTo>
                  <a:lnTo>
                    <a:pt x="340410" y="41719"/>
                  </a:lnTo>
                  <a:lnTo>
                    <a:pt x="330885" y="39014"/>
                  </a:lnTo>
                  <a:lnTo>
                    <a:pt x="320294" y="38112"/>
                  </a:lnTo>
                  <a:lnTo>
                    <a:pt x="310769" y="38849"/>
                  </a:lnTo>
                  <a:lnTo>
                    <a:pt x="274307" y="68033"/>
                  </a:lnTo>
                  <a:lnTo>
                    <a:pt x="270167" y="93789"/>
                  </a:lnTo>
                  <a:lnTo>
                    <a:pt x="271043" y="106502"/>
                  </a:lnTo>
                  <a:lnTo>
                    <a:pt x="291592" y="141389"/>
                  </a:lnTo>
                  <a:lnTo>
                    <a:pt x="320294" y="149453"/>
                  </a:lnTo>
                  <a:lnTo>
                    <a:pt x="327177" y="149047"/>
                  </a:lnTo>
                  <a:lnTo>
                    <a:pt x="360743" y="130200"/>
                  </a:lnTo>
                  <a:lnTo>
                    <a:pt x="370014" y="102019"/>
                  </a:lnTo>
                  <a:lnTo>
                    <a:pt x="370420" y="92278"/>
                  </a:lnTo>
                  <a:close/>
                </a:path>
                <a:path w="1683384" h="1409064">
                  <a:moveTo>
                    <a:pt x="453034" y="43929"/>
                  </a:moveTo>
                  <a:lnTo>
                    <a:pt x="446659" y="40055"/>
                  </a:lnTo>
                  <a:lnTo>
                    <a:pt x="440499" y="38112"/>
                  </a:lnTo>
                  <a:lnTo>
                    <a:pt x="430098" y="38112"/>
                  </a:lnTo>
                  <a:lnTo>
                    <a:pt x="411200" y="56667"/>
                  </a:lnTo>
                  <a:lnTo>
                    <a:pt x="411200" y="40525"/>
                  </a:lnTo>
                  <a:lnTo>
                    <a:pt x="394843" y="40525"/>
                  </a:lnTo>
                  <a:lnTo>
                    <a:pt x="394843" y="147066"/>
                  </a:lnTo>
                  <a:lnTo>
                    <a:pt x="413105" y="147066"/>
                  </a:lnTo>
                  <a:lnTo>
                    <a:pt x="413105" y="83667"/>
                  </a:lnTo>
                  <a:lnTo>
                    <a:pt x="413956" y="76644"/>
                  </a:lnTo>
                  <a:lnTo>
                    <a:pt x="416077" y="70218"/>
                  </a:lnTo>
                  <a:lnTo>
                    <a:pt x="417360" y="66001"/>
                  </a:lnTo>
                  <a:lnTo>
                    <a:pt x="419684" y="62725"/>
                  </a:lnTo>
                  <a:lnTo>
                    <a:pt x="422871" y="60325"/>
                  </a:lnTo>
                  <a:lnTo>
                    <a:pt x="425843" y="57962"/>
                  </a:lnTo>
                  <a:lnTo>
                    <a:pt x="429463" y="56781"/>
                  </a:lnTo>
                  <a:lnTo>
                    <a:pt x="437959" y="56781"/>
                  </a:lnTo>
                  <a:lnTo>
                    <a:pt x="442417" y="58089"/>
                  </a:lnTo>
                  <a:lnTo>
                    <a:pt x="446659" y="60693"/>
                  </a:lnTo>
                  <a:lnTo>
                    <a:pt x="448157" y="56781"/>
                  </a:lnTo>
                  <a:lnTo>
                    <a:pt x="453034" y="43929"/>
                  </a:lnTo>
                  <a:close/>
                </a:path>
                <a:path w="1683384" h="1409064">
                  <a:moveTo>
                    <a:pt x="465988" y="1369364"/>
                  </a:moveTo>
                  <a:lnTo>
                    <a:pt x="448157" y="1367066"/>
                  </a:lnTo>
                  <a:lnTo>
                    <a:pt x="446874" y="1376083"/>
                  </a:lnTo>
                  <a:lnTo>
                    <a:pt x="443903" y="1382763"/>
                  </a:lnTo>
                  <a:lnTo>
                    <a:pt x="439229" y="1387119"/>
                  </a:lnTo>
                  <a:lnTo>
                    <a:pt x="434340" y="1391462"/>
                  </a:lnTo>
                  <a:lnTo>
                    <a:pt x="428396" y="1393647"/>
                  </a:lnTo>
                  <a:lnTo>
                    <a:pt x="412470" y="1393647"/>
                  </a:lnTo>
                  <a:lnTo>
                    <a:pt x="391439" y="1352715"/>
                  </a:lnTo>
                  <a:lnTo>
                    <a:pt x="391998" y="1342847"/>
                  </a:lnTo>
                  <a:lnTo>
                    <a:pt x="413105" y="1311986"/>
                  </a:lnTo>
                  <a:lnTo>
                    <a:pt x="428396" y="1311986"/>
                  </a:lnTo>
                  <a:lnTo>
                    <a:pt x="433501" y="1313789"/>
                  </a:lnTo>
                  <a:lnTo>
                    <a:pt x="441998" y="1321015"/>
                  </a:lnTo>
                  <a:lnTo>
                    <a:pt x="444969" y="1326400"/>
                  </a:lnTo>
                  <a:lnTo>
                    <a:pt x="446659" y="1333550"/>
                  </a:lnTo>
                  <a:lnTo>
                    <a:pt x="464299" y="1330833"/>
                  </a:lnTo>
                  <a:lnTo>
                    <a:pt x="462216" y="1323225"/>
                  </a:lnTo>
                  <a:lnTo>
                    <a:pt x="459168" y="1316532"/>
                  </a:lnTo>
                  <a:lnTo>
                    <a:pt x="455980" y="1311986"/>
                  </a:lnTo>
                  <a:lnTo>
                    <a:pt x="455129" y="1310767"/>
                  </a:lnTo>
                  <a:lnTo>
                    <a:pt x="421601" y="1297127"/>
                  </a:lnTo>
                  <a:lnTo>
                    <a:pt x="414870" y="1297533"/>
                  </a:lnTo>
                  <a:lnTo>
                    <a:pt x="381927" y="1316951"/>
                  </a:lnTo>
                  <a:lnTo>
                    <a:pt x="372960" y="1353210"/>
                  </a:lnTo>
                  <a:lnTo>
                    <a:pt x="373799" y="1365783"/>
                  </a:lnTo>
                  <a:lnTo>
                    <a:pt x="393382" y="1400441"/>
                  </a:lnTo>
                  <a:lnTo>
                    <a:pt x="421601" y="1408480"/>
                  </a:lnTo>
                  <a:lnTo>
                    <a:pt x="430009" y="1407833"/>
                  </a:lnTo>
                  <a:lnTo>
                    <a:pt x="463969" y="1378051"/>
                  </a:lnTo>
                  <a:lnTo>
                    <a:pt x="465988" y="1369364"/>
                  </a:lnTo>
                  <a:close/>
                </a:path>
                <a:path w="1683384" h="1409064">
                  <a:moveTo>
                    <a:pt x="484047" y="40525"/>
                  </a:moveTo>
                  <a:lnTo>
                    <a:pt x="465785" y="40525"/>
                  </a:lnTo>
                  <a:lnTo>
                    <a:pt x="465785" y="147066"/>
                  </a:lnTo>
                  <a:lnTo>
                    <a:pt x="484047" y="147066"/>
                  </a:lnTo>
                  <a:lnTo>
                    <a:pt x="484047" y="40525"/>
                  </a:lnTo>
                  <a:close/>
                </a:path>
                <a:path w="1683384" h="1409064">
                  <a:moveTo>
                    <a:pt x="484047" y="0"/>
                  </a:moveTo>
                  <a:lnTo>
                    <a:pt x="465785" y="0"/>
                  </a:lnTo>
                  <a:lnTo>
                    <a:pt x="465785" y="20764"/>
                  </a:lnTo>
                  <a:lnTo>
                    <a:pt x="484047" y="20764"/>
                  </a:lnTo>
                  <a:lnTo>
                    <a:pt x="484047" y="0"/>
                  </a:lnTo>
                  <a:close/>
                </a:path>
                <a:path w="1683384" h="1409064">
                  <a:moveTo>
                    <a:pt x="502945" y="1299540"/>
                  </a:moveTo>
                  <a:lnTo>
                    <a:pt x="484682" y="1299540"/>
                  </a:lnTo>
                  <a:lnTo>
                    <a:pt x="484682" y="1406080"/>
                  </a:lnTo>
                  <a:lnTo>
                    <a:pt x="502945" y="1406080"/>
                  </a:lnTo>
                  <a:lnTo>
                    <a:pt x="502945" y="1299540"/>
                  </a:lnTo>
                  <a:close/>
                </a:path>
                <a:path w="1683384" h="1409064">
                  <a:moveTo>
                    <a:pt x="502945" y="1259027"/>
                  </a:moveTo>
                  <a:lnTo>
                    <a:pt x="484682" y="1259027"/>
                  </a:lnTo>
                  <a:lnTo>
                    <a:pt x="484682" y="1279779"/>
                  </a:lnTo>
                  <a:lnTo>
                    <a:pt x="502945" y="1279779"/>
                  </a:lnTo>
                  <a:lnTo>
                    <a:pt x="502945" y="1259027"/>
                  </a:lnTo>
                  <a:close/>
                </a:path>
                <a:path w="1683384" h="1409064">
                  <a:moveTo>
                    <a:pt x="599160" y="0"/>
                  </a:moveTo>
                  <a:lnTo>
                    <a:pt x="582599" y="0"/>
                  </a:lnTo>
                  <a:lnTo>
                    <a:pt x="582599" y="95389"/>
                  </a:lnTo>
                  <a:lnTo>
                    <a:pt x="582079" y="104686"/>
                  </a:lnTo>
                  <a:lnTo>
                    <a:pt x="562203" y="134620"/>
                  </a:lnTo>
                  <a:lnTo>
                    <a:pt x="546277" y="134620"/>
                  </a:lnTo>
                  <a:lnTo>
                    <a:pt x="525043" y="93891"/>
                  </a:lnTo>
                  <a:lnTo>
                    <a:pt x="525551" y="84010"/>
                  </a:lnTo>
                  <a:lnTo>
                    <a:pt x="545426" y="53073"/>
                  </a:lnTo>
                  <a:lnTo>
                    <a:pt x="561568" y="53073"/>
                  </a:lnTo>
                  <a:lnTo>
                    <a:pt x="582079" y="85191"/>
                  </a:lnTo>
                  <a:lnTo>
                    <a:pt x="582599" y="95389"/>
                  </a:lnTo>
                  <a:lnTo>
                    <a:pt x="582599" y="0"/>
                  </a:lnTo>
                  <a:lnTo>
                    <a:pt x="581113" y="0"/>
                  </a:lnTo>
                  <a:lnTo>
                    <a:pt x="581113" y="52755"/>
                  </a:lnTo>
                  <a:lnTo>
                    <a:pt x="577926" y="48412"/>
                  </a:lnTo>
                  <a:lnTo>
                    <a:pt x="573887" y="44881"/>
                  </a:lnTo>
                  <a:lnTo>
                    <a:pt x="568794" y="42176"/>
                  </a:lnTo>
                  <a:lnTo>
                    <a:pt x="563905" y="39471"/>
                  </a:lnTo>
                  <a:lnTo>
                    <a:pt x="558177" y="38112"/>
                  </a:lnTo>
                  <a:lnTo>
                    <a:pt x="542874" y="38112"/>
                  </a:lnTo>
                  <a:lnTo>
                    <a:pt x="511873" y="64947"/>
                  </a:lnTo>
                  <a:lnTo>
                    <a:pt x="506564" y="93891"/>
                  </a:lnTo>
                  <a:lnTo>
                    <a:pt x="506920" y="101828"/>
                  </a:lnTo>
                  <a:lnTo>
                    <a:pt x="523887" y="138582"/>
                  </a:lnTo>
                  <a:lnTo>
                    <a:pt x="543941" y="149453"/>
                  </a:lnTo>
                  <a:lnTo>
                    <a:pt x="552437" y="149453"/>
                  </a:lnTo>
                  <a:lnTo>
                    <a:pt x="582383" y="133604"/>
                  </a:lnTo>
                  <a:lnTo>
                    <a:pt x="582383" y="147066"/>
                  </a:lnTo>
                  <a:lnTo>
                    <a:pt x="599160" y="147066"/>
                  </a:lnTo>
                  <a:lnTo>
                    <a:pt x="599160" y="133604"/>
                  </a:lnTo>
                  <a:lnTo>
                    <a:pt x="599160" y="53073"/>
                  </a:lnTo>
                  <a:lnTo>
                    <a:pt x="599160" y="52755"/>
                  </a:lnTo>
                  <a:lnTo>
                    <a:pt x="599160" y="0"/>
                  </a:lnTo>
                  <a:close/>
                </a:path>
                <a:path w="1683384" h="1409064">
                  <a:moveTo>
                    <a:pt x="618070" y="1259027"/>
                  </a:moveTo>
                  <a:lnTo>
                    <a:pt x="601497" y="1259027"/>
                  </a:lnTo>
                  <a:lnTo>
                    <a:pt x="601497" y="1354416"/>
                  </a:lnTo>
                  <a:lnTo>
                    <a:pt x="600989" y="1363713"/>
                  </a:lnTo>
                  <a:lnTo>
                    <a:pt x="580898" y="1393647"/>
                  </a:lnTo>
                  <a:lnTo>
                    <a:pt x="565188" y="1393647"/>
                  </a:lnTo>
                  <a:lnTo>
                    <a:pt x="543941" y="1352905"/>
                  </a:lnTo>
                  <a:lnTo>
                    <a:pt x="544461" y="1343037"/>
                  </a:lnTo>
                  <a:lnTo>
                    <a:pt x="564121" y="1312087"/>
                  </a:lnTo>
                  <a:lnTo>
                    <a:pt x="580478" y="1312087"/>
                  </a:lnTo>
                  <a:lnTo>
                    <a:pt x="600976" y="1344206"/>
                  </a:lnTo>
                  <a:lnTo>
                    <a:pt x="601497" y="1354416"/>
                  </a:lnTo>
                  <a:lnTo>
                    <a:pt x="601497" y="1259027"/>
                  </a:lnTo>
                  <a:lnTo>
                    <a:pt x="600011" y="1259027"/>
                  </a:lnTo>
                  <a:lnTo>
                    <a:pt x="600011" y="1311770"/>
                  </a:lnTo>
                  <a:lnTo>
                    <a:pt x="596823" y="1307439"/>
                  </a:lnTo>
                  <a:lnTo>
                    <a:pt x="592797" y="1303896"/>
                  </a:lnTo>
                  <a:lnTo>
                    <a:pt x="587692" y="1301191"/>
                  </a:lnTo>
                  <a:lnTo>
                    <a:pt x="582815" y="1298486"/>
                  </a:lnTo>
                  <a:lnTo>
                    <a:pt x="577075" y="1297127"/>
                  </a:lnTo>
                  <a:lnTo>
                    <a:pt x="561784" y="1297127"/>
                  </a:lnTo>
                  <a:lnTo>
                    <a:pt x="530555" y="1323962"/>
                  </a:lnTo>
                  <a:lnTo>
                    <a:pt x="525246" y="1352905"/>
                  </a:lnTo>
                  <a:lnTo>
                    <a:pt x="525640" y="1360843"/>
                  </a:lnTo>
                  <a:lnTo>
                    <a:pt x="542785" y="1397596"/>
                  </a:lnTo>
                  <a:lnTo>
                    <a:pt x="562851" y="1408480"/>
                  </a:lnTo>
                  <a:lnTo>
                    <a:pt x="571347" y="1408480"/>
                  </a:lnTo>
                  <a:lnTo>
                    <a:pt x="580618" y="1407490"/>
                  </a:lnTo>
                  <a:lnTo>
                    <a:pt x="588708" y="1404518"/>
                  </a:lnTo>
                  <a:lnTo>
                    <a:pt x="595591" y="1399565"/>
                  </a:lnTo>
                  <a:lnTo>
                    <a:pt x="600456" y="1393647"/>
                  </a:lnTo>
                  <a:lnTo>
                    <a:pt x="601294" y="1392631"/>
                  </a:lnTo>
                  <a:lnTo>
                    <a:pt x="601294" y="1406080"/>
                  </a:lnTo>
                  <a:lnTo>
                    <a:pt x="618070" y="1406080"/>
                  </a:lnTo>
                  <a:lnTo>
                    <a:pt x="618070" y="1392631"/>
                  </a:lnTo>
                  <a:lnTo>
                    <a:pt x="618070" y="1312087"/>
                  </a:lnTo>
                  <a:lnTo>
                    <a:pt x="618070" y="1311770"/>
                  </a:lnTo>
                  <a:lnTo>
                    <a:pt x="618070" y="1259027"/>
                  </a:lnTo>
                  <a:close/>
                </a:path>
                <a:path w="1683384" h="1409064">
                  <a:moveTo>
                    <a:pt x="723633" y="93599"/>
                  </a:moveTo>
                  <a:lnTo>
                    <a:pt x="722947" y="83566"/>
                  </a:lnTo>
                  <a:lnTo>
                    <a:pt x="722795" y="81140"/>
                  </a:lnTo>
                  <a:lnTo>
                    <a:pt x="720255" y="70167"/>
                  </a:lnTo>
                  <a:lnTo>
                    <a:pt x="716013" y="60680"/>
                  </a:lnTo>
                  <a:lnTo>
                    <a:pt x="710260" y="52971"/>
                  </a:lnTo>
                  <a:lnTo>
                    <a:pt x="710031" y="52666"/>
                  </a:lnTo>
                  <a:lnTo>
                    <a:pt x="704519" y="47891"/>
                  </a:lnTo>
                  <a:lnTo>
                    <a:pt x="704519" y="83566"/>
                  </a:lnTo>
                  <a:lnTo>
                    <a:pt x="644829" y="83566"/>
                  </a:lnTo>
                  <a:lnTo>
                    <a:pt x="666915" y="52971"/>
                  </a:lnTo>
                  <a:lnTo>
                    <a:pt x="684339" y="52971"/>
                  </a:lnTo>
                  <a:lnTo>
                    <a:pt x="704519" y="83566"/>
                  </a:lnTo>
                  <a:lnTo>
                    <a:pt x="704519" y="47891"/>
                  </a:lnTo>
                  <a:lnTo>
                    <a:pt x="702703" y="46304"/>
                  </a:lnTo>
                  <a:lnTo>
                    <a:pt x="694423" y="41744"/>
                  </a:lnTo>
                  <a:lnTo>
                    <a:pt x="685190" y="39027"/>
                  </a:lnTo>
                  <a:lnTo>
                    <a:pt x="674992" y="38112"/>
                  </a:lnTo>
                  <a:lnTo>
                    <a:pt x="664476" y="39039"/>
                  </a:lnTo>
                  <a:lnTo>
                    <a:pt x="632879" y="61150"/>
                  </a:lnTo>
                  <a:lnTo>
                    <a:pt x="625081" y="94691"/>
                  </a:lnTo>
                  <a:lnTo>
                    <a:pt x="625944" y="106972"/>
                  </a:lnTo>
                  <a:lnTo>
                    <a:pt x="646328" y="141363"/>
                  </a:lnTo>
                  <a:lnTo>
                    <a:pt x="676046" y="149453"/>
                  </a:lnTo>
                  <a:lnTo>
                    <a:pt x="684898" y="148894"/>
                  </a:lnTo>
                  <a:lnTo>
                    <a:pt x="720318" y="122770"/>
                  </a:lnTo>
                  <a:lnTo>
                    <a:pt x="722998" y="115049"/>
                  </a:lnTo>
                  <a:lnTo>
                    <a:pt x="704303" y="112737"/>
                  </a:lnTo>
                  <a:lnTo>
                    <a:pt x="701535" y="120383"/>
                  </a:lnTo>
                  <a:lnTo>
                    <a:pt x="697928" y="125920"/>
                  </a:lnTo>
                  <a:lnTo>
                    <a:pt x="693039" y="129400"/>
                  </a:lnTo>
                  <a:lnTo>
                    <a:pt x="688365" y="132892"/>
                  </a:lnTo>
                  <a:lnTo>
                    <a:pt x="682853" y="134620"/>
                  </a:lnTo>
                  <a:lnTo>
                    <a:pt x="667131" y="134620"/>
                  </a:lnTo>
                  <a:lnTo>
                    <a:pt x="659701" y="131508"/>
                  </a:lnTo>
                  <a:lnTo>
                    <a:pt x="643763" y="98399"/>
                  </a:lnTo>
                  <a:lnTo>
                    <a:pt x="723633" y="98399"/>
                  </a:lnTo>
                  <a:lnTo>
                    <a:pt x="723633" y="93599"/>
                  </a:lnTo>
                  <a:close/>
                </a:path>
                <a:path w="1683384" h="1409064">
                  <a:moveTo>
                    <a:pt x="1683016" y="973175"/>
                  </a:moveTo>
                  <a:lnTo>
                    <a:pt x="979563" y="973175"/>
                  </a:lnTo>
                  <a:lnTo>
                    <a:pt x="979563" y="985862"/>
                  </a:lnTo>
                  <a:lnTo>
                    <a:pt x="1683016" y="985862"/>
                  </a:lnTo>
                  <a:lnTo>
                    <a:pt x="1683016" y="9731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9686927" y="3965945"/>
              <a:ext cx="130402" cy="69851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9137028" y="3739476"/>
              <a:ext cx="1014730" cy="680085"/>
            </a:xfrm>
            <a:custGeom>
              <a:avLst/>
              <a:gdLst/>
              <a:ahLst/>
              <a:cxnLst/>
              <a:rect l="l" t="t" r="r" b="b"/>
              <a:pathLst>
                <a:path w="1014729" h="680085">
                  <a:moveTo>
                    <a:pt x="88988" y="598893"/>
                  </a:moveTo>
                  <a:lnTo>
                    <a:pt x="87503" y="593725"/>
                  </a:lnTo>
                  <a:lnTo>
                    <a:pt x="84531" y="589597"/>
                  </a:lnTo>
                  <a:lnTo>
                    <a:pt x="81762" y="585457"/>
                  </a:lnTo>
                  <a:lnTo>
                    <a:pt x="36957" y="569328"/>
                  </a:lnTo>
                  <a:lnTo>
                    <a:pt x="31648" y="567791"/>
                  </a:lnTo>
                  <a:lnTo>
                    <a:pt x="29730" y="567131"/>
                  </a:lnTo>
                  <a:lnTo>
                    <a:pt x="26543" y="565861"/>
                  </a:lnTo>
                  <a:lnTo>
                    <a:pt x="24422" y="564248"/>
                  </a:lnTo>
                  <a:lnTo>
                    <a:pt x="22936" y="562305"/>
                  </a:lnTo>
                  <a:lnTo>
                    <a:pt x="21450" y="560438"/>
                  </a:lnTo>
                  <a:lnTo>
                    <a:pt x="20599" y="558330"/>
                  </a:lnTo>
                  <a:lnTo>
                    <a:pt x="20599" y="552323"/>
                  </a:lnTo>
                  <a:lnTo>
                    <a:pt x="22504" y="549097"/>
                  </a:lnTo>
                  <a:lnTo>
                    <a:pt x="25908" y="546354"/>
                  </a:lnTo>
                  <a:lnTo>
                    <a:pt x="29514" y="543623"/>
                  </a:lnTo>
                  <a:lnTo>
                    <a:pt x="35471" y="542251"/>
                  </a:lnTo>
                  <a:lnTo>
                    <a:pt x="50761" y="542251"/>
                  </a:lnTo>
                  <a:lnTo>
                    <a:pt x="56286" y="543788"/>
                  </a:lnTo>
                  <a:lnTo>
                    <a:pt x="63931" y="549922"/>
                  </a:lnTo>
                  <a:lnTo>
                    <a:pt x="66268" y="554228"/>
                  </a:lnTo>
                  <a:lnTo>
                    <a:pt x="67106" y="559701"/>
                  </a:lnTo>
                  <a:lnTo>
                    <a:pt x="84950" y="557288"/>
                  </a:lnTo>
                  <a:lnTo>
                    <a:pt x="83680" y="550392"/>
                  </a:lnTo>
                  <a:lnTo>
                    <a:pt x="81559" y="544918"/>
                  </a:lnTo>
                  <a:lnTo>
                    <a:pt x="79629" y="542251"/>
                  </a:lnTo>
                  <a:lnTo>
                    <a:pt x="75603" y="536676"/>
                  </a:lnTo>
                  <a:lnTo>
                    <a:pt x="70942" y="533425"/>
                  </a:lnTo>
                  <a:lnTo>
                    <a:pt x="58191" y="528599"/>
                  </a:lnTo>
                  <a:lnTo>
                    <a:pt x="50965" y="527392"/>
                  </a:lnTo>
                  <a:lnTo>
                    <a:pt x="36957" y="527392"/>
                  </a:lnTo>
                  <a:lnTo>
                    <a:pt x="31648" y="528116"/>
                  </a:lnTo>
                  <a:lnTo>
                    <a:pt x="21869" y="530987"/>
                  </a:lnTo>
                  <a:lnTo>
                    <a:pt x="18046" y="532739"/>
                  </a:lnTo>
                  <a:lnTo>
                    <a:pt x="15290" y="534822"/>
                  </a:lnTo>
                  <a:lnTo>
                    <a:pt x="11468" y="537502"/>
                  </a:lnTo>
                  <a:lnTo>
                    <a:pt x="8496" y="540854"/>
                  </a:lnTo>
                  <a:lnTo>
                    <a:pt x="4241" y="548957"/>
                  </a:lnTo>
                  <a:lnTo>
                    <a:pt x="3187" y="553351"/>
                  </a:lnTo>
                  <a:lnTo>
                    <a:pt x="3187" y="563295"/>
                  </a:lnTo>
                  <a:lnTo>
                    <a:pt x="37261" y="588772"/>
                  </a:lnTo>
                  <a:lnTo>
                    <a:pt x="56286" y="593661"/>
                  </a:lnTo>
                  <a:lnTo>
                    <a:pt x="62445" y="595718"/>
                  </a:lnTo>
                  <a:lnTo>
                    <a:pt x="64985" y="597331"/>
                  </a:lnTo>
                  <a:lnTo>
                    <a:pt x="68605" y="599655"/>
                  </a:lnTo>
                  <a:lnTo>
                    <a:pt x="70294" y="602869"/>
                  </a:lnTo>
                  <a:lnTo>
                    <a:pt x="70294" y="611505"/>
                  </a:lnTo>
                  <a:lnTo>
                    <a:pt x="68173" y="615454"/>
                  </a:lnTo>
                  <a:lnTo>
                    <a:pt x="64135" y="618820"/>
                  </a:lnTo>
                  <a:lnTo>
                    <a:pt x="60312" y="622211"/>
                  </a:lnTo>
                  <a:lnTo>
                    <a:pt x="53949" y="623900"/>
                  </a:lnTo>
                  <a:lnTo>
                    <a:pt x="37376" y="623900"/>
                  </a:lnTo>
                  <a:lnTo>
                    <a:pt x="18046" y="601726"/>
                  </a:lnTo>
                  <a:lnTo>
                    <a:pt x="0" y="604545"/>
                  </a:lnTo>
                  <a:lnTo>
                    <a:pt x="27393" y="636574"/>
                  </a:lnTo>
                  <a:lnTo>
                    <a:pt x="45872" y="638733"/>
                  </a:lnTo>
                  <a:lnTo>
                    <a:pt x="54152" y="638733"/>
                  </a:lnTo>
                  <a:lnTo>
                    <a:pt x="61798" y="637298"/>
                  </a:lnTo>
                  <a:lnTo>
                    <a:pt x="74968" y="631482"/>
                  </a:lnTo>
                  <a:lnTo>
                    <a:pt x="80073" y="627354"/>
                  </a:lnTo>
                  <a:lnTo>
                    <a:pt x="82410" y="623900"/>
                  </a:lnTo>
                  <a:lnTo>
                    <a:pt x="83705" y="621995"/>
                  </a:lnTo>
                  <a:lnTo>
                    <a:pt x="87083" y="616724"/>
                  </a:lnTo>
                  <a:lnTo>
                    <a:pt x="88988" y="611060"/>
                  </a:lnTo>
                  <a:lnTo>
                    <a:pt x="88988" y="598893"/>
                  </a:lnTo>
                  <a:close/>
                </a:path>
                <a:path w="1014729" h="680085">
                  <a:moveTo>
                    <a:pt x="126161" y="2603"/>
                  </a:moveTo>
                  <a:lnTo>
                    <a:pt x="106616" y="2603"/>
                  </a:lnTo>
                  <a:lnTo>
                    <a:pt x="106616" y="62992"/>
                  </a:lnTo>
                  <a:lnTo>
                    <a:pt x="29730" y="62992"/>
                  </a:lnTo>
                  <a:lnTo>
                    <a:pt x="29730" y="2603"/>
                  </a:lnTo>
                  <a:lnTo>
                    <a:pt x="10185" y="2603"/>
                  </a:lnTo>
                  <a:lnTo>
                    <a:pt x="10185" y="149669"/>
                  </a:lnTo>
                  <a:lnTo>
                    <a:pt x="29730" y="149669"/>
                  </a:lnTo>
                  <a:lnTo>
                    <a:pt x="29730" y="80340"/>
                  </a:lnTo>
                  <a:lnTo>
                    <a:pt x="106616" y="80340"/>
                  </a:lnTo>
                  <a:lnTo>
                    <a:pt x="106616" y="149669"/>
                  </a:lnTo>
                  <a:lnTo>
                    <a:pt x="126161" y="149669"/>
                  </a:lnTo>
                  <a:lnTo>
                    <a:pt x="126161" y="80340"/>
                  </a:lnTo>
                  <a:lnTo>
                    <a:pt x="126161" y="62992"/>
                  </a:lnTo>
                  <a:lnTo>
                    <a:pt x="126161" y="2603"/>
                  </a:lnTo>
                  <a:close/>
                </a:path>
                <a:path w="1014729" h="680085">
                  <a:moveTo>
                    <a:pt x="155676" y="636130"/>
                  </a:moveTo>
                  <a:lnTo>
                    <a:pt x="153250" y="620903"/>
                  </a:lnTo>
                  <a:lnTo>
                    <a:pt x="153136" y="620179"/>
                  </a:lnTo>
                  <a:lnTo>
                    <a:pt x="149948" y="620649"/>
                  </a:lnTo>
                  <a:lnTo>
                    <a:pt x="147180" y="620903"/>
                  </a:lnTo>
                  <a:lnTo>
                    <a:pt x="142519" y="620903"/>
                  </a:lnTo>
                  <a:lnTo>
                    <a:pt x="134861" y="611289"/>
                  </a:lnTo>
                  <a:lnTo>
                    <a:pt x="134861" y="543852"/>
                  </a:lnTo>
                  <a:lnTo>
                    <a:pt x="153136" y="543852"/>
                  </a:lnTo>
                  <a:lnTo>
                    <a:pt x="153136" y="529805"/>
                  </a:lnTo>
                  <a:lnTo>
                    <a:pt x="134861" y="529805"/>
                  </a:lnTo>
                  <a:lnTo>
                    <a:pt x="134861" y="492582"/>
                  </a:lnTo>
                  <a:lnTo>
                    <a:pt x="116814" y="503415"/>
                  </a:lnTo>
                  <a:lnTo>
                    <a:pt x="116814" y="529805"/>
                  </a:lnTo>
                  <a:lnTo>
                    <a:pt x="103644" y="529805"/>
                  </a:lnTo>
                  <a:lnTo>
                    <a:pt x="103644" y="543852"/>
                  </a:lnTo>
                  <a:lnTo>
                    <a:pt x="116814" y="543852"/>
                  </a:lnTo>
                  <a:lnTo>
                    <a:pt x="116814" y="615962"/>
                  </a:lnTo>
                  <a:lnTo>
                    <a:pt x="117665" y="623074"/>
                  </a:lnTo>
                  <a:lnTo>
                    <a:pt x="120637" y="629831"/>
                  </a:lnTo>
                  <a:lnTo>
                    <a:pt x="123190" y="632561"/>
                  </a:lnTo>
                  <a:lnTo>
                    <a:pt x="130403" y="636701"/>
                  </a:lnTo>
                  <a:lnTo>
                    <a:pt x="135509" y="637743"/>
                  </a:lnTo>
                  <a:lnTo>
                    <a:pt x="146126" y="637743"/>
                  </a:lnTo>
                  <a:lnTo>
                    <a:pt x="150583" y="637209"/>
                  </a:lnTo>
                  <a:lnTo>
                    <a:pt x="155676" y="636130"/>
                  </a:lnTo>
                  <a:close/>
                </a:path>
                <a:path w="1014729" h="680085">
                  <a:moveTo>
                    <a:pt x="230441" y="533209"/>
                  </a:moveTo>
                  <a:lnTo>
                    <a:pt x="224078" y="529336"/>
                  </a:lnTo>
                  <a:lnTo>
                    <a:pt x="217919" y="527392"/>
                  </a:lnTo>
                  <a:lnTo>
                    <a:pt x="207721" y="527392"/>
                  </a:lnTo>
                  <a:lnTo>
                    <a:pt x="203682" y="528599"/>
                  </a:lnTo>
                  <a:lnTo>
                    <a:pt x="200291" y="531012"/>
                  </a:lnTo>
                  <a:lnTo>
                    <a:pt x="196672" y="533425"/>
                  </a:lnTo>
                  <a:lnTo>
                    <a:pt x="192849" y="538391"/>
                  </a:lnTo>
                  <a:lnTo>
                    <a:pt x="188607" y="545947"/>
                  </a:lnTo>
                  <a:lnTo>
                    <a:pt x="188607" y="529805"/>
                  </a:lnTo>
                  <a:lnTo>
                    <a:pt x="172466" y="529805"/>
                  </a:lnTo>
                  <a:lnTo>
                    <a:pt x="172466" y="636346"/>
                  </a:lnTo>
                  <a:lnTo>
                    <a:pt x="190512" y="636346"/>
                  </a:lnTo>
                  <a:lnTo>
                    <a:pt x="190512" y="572947"/>
                  </a:lnTo>
                  <a:lnTo>
                    <a:pt x="191579" y="565924"/>
                  </a:lnTo>
                  <a:lnTo>
                    <a:pt x="207086" y="546049"/>
                  </a:lnTo>
                  <a:lnTo>
                    <a:pt x="215366" y="546049"/>
                  </a:lnTo>
                  <a:lnTo>
                    <a:pt x="219824" y="547370"/>
                  </a:lnTo>
                  <a:lnTo>
                    <a:pt x="224282" y="549973"/>
                  </a:lnTo>
                  <a:lnTo>
                    <a:pt x="225729" y="546049"/>
                  </a:lnTo>
                  <a:lnTo>
                    <a:pt x="230441" y="533209"/>
                  </a:lnTo>
                  <a:close/>
                </a:path>
                <a:path w="1014729" h="680085">
                  <a:moveTo>
                    <a:pt x="298196" y="76225"/>
                  </a:moveTo>
                  <a:lnTo>
                    <a:pt x="289699" y="36868"/>
                  </a:lnTo>
                  <a:lnTo>
                    <a:pt x="278028" y="20383"/>
                  </a:lnTo>
                  <a:lnTo>
                    <a:pt x="278028" y="76225"/>
                  </a:lnTo>
                  <a:lnTo>
                    <a:pt x="277139" y="89611"/>
                  </a:lnTo>
                  <a:lnTo>
                    <a:pt x="256260" y="126822"/>
                  </a:lnTo>
                  <a:lnTo>
                    <a:pt x="227469" y="135509"/>
                  </a:lnTo>
                  <a:lnTo>
                    <a:pt x="217081" y="134543"/>
                  </a:lnTo>
                  <a:lnTo>
                    <a:pt x="185293" y="111861"/>
                  </a:lnTo>
                  <a:lnTo>
                    <a:pt x="177139" y="78333"/>
                  </a:lnTo>
                  <a:lnTo>
                    <a:pt x="178092" y="62915"/>
                  </a:lnTo>
                  <a:lnTo>
                    <a:pt x="200063" y="24726"/>
                  </a:lnTo>
                  <a:lnTo>
                    <a:pt x="227901" y="16738"/>
                  </a:lnTo>
                  <a:lnTo>
                    <a:pt x="235026" y="17195"/>
                  </a:lnTo>
                  <a:lnTo>
                    <a:pt x="268693" y="38557"/>
                  </a:lnTo>
                  <a:lnTo>
                    <a:pt x="278028" y="76225"/>
                  </a:lnTo>
                  <a:lnTo>
                    <a:pt x="278028" y="20383"/>
                  </a:lnTo>
                  <a:lnTo>
                    <a:pt x="274116" y="16738"/>
                  </a:lnTo>
                  <a:lnTo>
                    <a:pt x="272326" y="15062"/>
                  </a:lnTo>
                  <a:lnTo>
                    <a:pt x="264642" y="9715"/>
                  </a:lnTo>
                  <a:lnTo>
                    <a:pt x="256120" y="5461"/>
                  </a:lnTo>
                  <a:lnTo>
                    <a:pt x="247116" y="2425"/>
                  </a:lnTo>
                  <a:lnTo>
                    <a:pt x="237642" y="609"/>
                  </a:lnTo>
                  <a:lnTo>
                    <a:pt x="227685" y="0"/>
                  </a:lnTo>
                  <a:lnTo>
                    <a:pt x="212788" y="1295"/>
                  </a:lnTo>
                  <a:lnTo>
                    <a:pt x="176707" y="20713"/>
                  </a:lnTo>
                  <a:lnTo>
                    <a:pt x="158394" y="60718"/>
                  </a:lnTo>
                  <a:lnTo>
                    <a:pt x="157187" y="78333"/>
                  </a:lnTo>
                  <a:lnTo>
                    <a:pt x="157683" y="87591"/>
                  </a:lnTo>
                  <a:lnTo>
                    <a:pt x="175971" y="130276"/>
                  </a:lnTo>
                  <a:lnTo>
                    <a:pt x="217487" y="151536"/>
                  </a:lnTo>
                  <a:lnTo>
                    <a:pt x="227685" y="152158"/>
                  </a:lnTo>
                  <a:lnTo>
                    <a:pt x="237083" y="151599"/>
                  </a:lnTo>
                  <a:lnTo>
                    <a:pt x="274180" y="135509"/>
                  </a:lnTo>
                  <a:lnTo>
                    <a:pt x="278257" y="131864"/>
                  </a:lnTo>
                  <a:lnTo>
                    <a:pt x="295973" y="97523"/>
                  </a:lnTo>
                  <a:lnTo>
                    <a:pt x="297637" y="87223"/>
                  </a:lnTo>
                  <a:lnTo>
                    <a:pt x="298196" y="76225"/>
                  </a:lnTo>
                  <a:close/>
                </a:path>
                <a:path w="1014729" h="680085">
                  <a:moveTo>
                    <a:pt x="336638" y="581558"/>
                  </a:moveTo>
                  <a:lnTo>
                    <a:pt x="335762" y="569569"/>
                  </a:lnTo>
                  <a:lnTo>
                    <a:pt x="333133" y="558939"/>
                  </a:lnTo>
                  <a:lnTo>
                    <a:pt x="328752" y="549681"/>
                  </a:lnTo>
                  <a:lnTo>
                    <a:pt x="323049" y="542353"/>
                  </a:lnTo>
                  <a:lnTo>
                    <a:pt x="322630" y="541807"/>
                  </a:lnTo>
                  <a:lnTo>
                    <a:pt x="318135" y="538022"/>
                  </a:lnTo>
                  <a:lnTo>
                    <a:pt x="318135" y="583069"/>
                  </a:lnTo>
                  <a:lnTo>
                    <a:pt x="317601" y="592277"/>
                  </a:lnTo>
                  <a:lnTo>
                    <a:pt x="295656" y="623900"/>
                  </a:lnTo>
                  <a:lnTo>
                    <a:pt x="277596" y="623900"/>
                  </a:lnTo>
                  <a:lnTo>
                    <a:pt x="255638" y="592658"/>
                  </a:lnTo>
                  <a:lnTo>
                    <a:pt x="255079" y="583069"/>
                  </a:lnTo>
                  <a:lnTo>
                    <a:pt x="255638" y="573481"/>
                  </a:lnTo>
                  <a:lnTo>
                    <a:pt x="277596" y="542353"/>
                  </a:lnTo>
                  <a:lnTo>
                    <a:pt x="295656" y="542353"/>
                  </a:lnTo>
                  <a:lnTo>
                    <a:pt x="318109" y="581558"/>
                  </a:lnTo>
                  <a:lnTo>
                    <a:pt x="318135" y="583069"/>
                  </a:lnTo>
                  <a:lnTo>
                    <a:pt x="318135" y="538022"/>
                  </a:lnTo>
                  <a:lnTo>
                    <a:pt x="315137" y="535495"/>
                  </a:lnTo>
                  <a:lnTo>
                    <a:pt x="306666" y="530999"/>
                  </a:lnTo>
                  <a:lnTo>
                    <a:pt x="297205" y="528294"/>
                  </a:lnTo>
                  <a:lnTo>
                    <a:pt x="286727" y="527392"/>
                  </a:lnTo>
                  <a:lnTo>
                    <a:pt x="277126" y="528129"/>
                  </a:lnTo>
                  <a:lnTo>
                    <a:pt x="240639" y="557314"/>
                  </a:lnTo>
                  <a:lnTo>
                    <a:pt x="236601" y="583069"/>
                  </a:lnTo>
                  <a:lnTo>
                    <a:pt x="237451" y="595782"/>
                  </a:lnTo>
                  <a:lnTo>
                    <a:pt x="257822" y="630669"/>
                  </a:lnTo>
                  <a:lnTo>
                    <a:pt x="286727" y="638733"/>
                  </a:lnTo>
                  <a:lnTo>
                    <a:pt x="293585" y="638327"/>
                  </a:lnTo>
                  <a:lnTo>
                    <a:pt x="327063" y="619480"/>
                  </a:lnTo>
                  <a:lnTo>
                    <a:pt x="336283" y="591299"/>
                  </a:lnTo>
                  <a:lnTo>
                    <a:pt x="336638" y="581558"/>
                  </a:lnTo>
                  <a:close/>
                </a:path>
                <a:path w="1014729" h="680085">
                  <a:moveTo>
                    <a:pt x="448360" y="636346"/>
                  </a:moveTo>
                  <a:lnTo>
                    <a:pt x="448259" y="560984"/>
                  </a:lnTo>
                  <a:lnTo>
                    <a:pt x="441566" y="539940"/>
                  </a:lnTo>
                  <a:lnTo>
                    <a:pt x="439013" y="536194"/>
                  </a:lnTo>
                  <a:lnTo>
                    <a:pt x="434987" y="533171"/>
                  </a:lnTo>
                  <a:lnTo>
                    <a:pt x="429463" y="530860"/>
                  </a:lnTo>
                  <a:lnTo>
                    <a:pt x="424154" y="528561"/>
                  </a:lnTo>
                  <a:lnTo>
                    <a:pt x="418198" y="527392"/>
                  </a:lnTo>
                  <a:lnTo>
                    <a:pt x="411619" y="527392"/>
                  </a:lnTo>
                  <a:lnTo>
                    <a:pt x="401231" y="528485"/>
                  </a:lnTo>
                  <a:lnTo>
                    <a:pt x="392074" y="531787"/>
                  </a:lnTo>
                  <a:lnTo>
                    <a:pt x="384200" y="537273"/>
                  </a:lnTo>
                  <a:lnTo>
                    <a:pt x="377634" y="544957"/>
                  </a:lnTo>
                  <a:lnTo>
                    <a:pt x="377634" y="529805"/>
                  </a:lnTo>
                  <a:lnTo>
                    <a:pt x="361276" y="529805"/>
                  </a:lnTo>
                  <a:lnTo>
                    <a:pt x="361276" y="636346"/>
                  </a:lnTo>
                  <a:lnTo>
                    <a:pt x="379552" y="636346"/>
                  </a:lnTo>
                  <a:lnTo>
                    <a:pt x="379552" y="578154"/>
                  </a:lnTo>
                  <a:lnTo>
                    <a:pt x="380060" y="568744"/>
                  </a:lnTo>
                  <a:lnTo>
                    <a:pt x="394995" y="544957"/>
                  </a:lnTo>
                  <a:lnTo>
                    <a:pt x="400151" y="543052"/>
                  </a:lnTo>
                  <a:lnTo>
                    <a:pt x="412686" y="543052"/>
                  </a:lnTo>
                  <a:lnTo>
                    <a:pt x="416928" y="544131"/>
                  </a:lnTo>
                  <a:lnTo>
                    <a:pt x="424154" y="548487"/>
                  </a:lnTo>
                  <a:lnTo>
                    <a:pt x="426694" y="551383"/>
                  </a:lnTo>
                  <a:lnTo>
                    <a:pt x="427977" y="555028"/>
                  </a:lnTo>
                  <a:lnTo>
                    <a:pt x="429463" y="558685"/>
                  </a:lnTo>
                  <a:lnTo>
                    <a:pt x="430098" y="564184"/>
                  </a:lnTo>
                  <a:lnTo>
                    <a:pt x="430098" y="636346"/>
                  </a:lnTo>
                  <a:lnTo>
                    <a:pt x="448360" y="636346"/>
                  </a:lnTo>
                  <a:close/>
                </a:path>
                <a:path w="1014729" h="680085">
                  <a:moveTo>
                    <a:pt x="458558" y="149669"/>
                  </a:moveTo>
                  <a:lnTo>
                    <a:pt x="432854" y="109626"/>
                  </a:lnTo>
                  <a:lnTo>
                    <a:pt x="427761" y="101803"/>
                  </a:lnTo>
                  <a:lnTo>
                    <a:pt x="422452" y="95288"/>
                  </a:lnTo>
                  <a:lnTo>
                    <a:pt x="416712" y="90081"/>
                  </a:lnTo>
                  <a:lnTo>
                    <a:pt x="414172" y="87668"/>
                  </a:lnTo>
                  <a:lnTo>
                    <a:pt x="410133" y="85229"/>
                  </a:lnTo>
                  <a:lnTo>
                    <a:pt x="408305" y="84340"/>
                  </a:lnTo>
                  <a:lnTo>
                    <a:pt x="405041" y="82753"/>
                  </a:lnTo>
                  <a:lnTo>
                    <a:pt x="440893" y="63436"/>
                  </a:lnTo>
                  <a:lnTo>
                    <a:pt x="446455" y="42722"/>
                  </a:lnTo>
                  <a:lnTo>
                    <a:pt x="446455" y="34645"/>
                  </a:lnTo>
                  <a:lnTo>
                    <a:pt x="426491" y="7531"/>
                  </a:lnTo>
                  <a:lnTo>
                    <a:pt x="426491" y="35763"/>
                  </a:lnTo>
                  <a:lnTo>
                    <a:pt x="426491" y="47485"/>
                  </a:lnTo>
                  <a:lnTo>
                    <a:pt x="399084" y="67500"/>
                  </a:lnTo>
                  <a:lnTo>
                    <a:pt x="348107" y="67500"/>
                  </a:lnTo>
                  <a:lnTo>
                    <a:pt x="348107" y="18859"/>
                  </a:lnTo>
                  <a:lnTo>
                    <a:pt x="405676" y="18859"/>
                  </a:lnTo>
                  <a:lnTo>
                    <a:pt x="413740" y="21094"/>
                  </a:lnTo>
                  <a:lnTo>
                    <a:pt x="423938" y="30048"/>
                  </a:lnTo>
                  <a:lnTo>
                    <a:pt x="426491" y="35763"/>
                  </a:lnTo>
                  <a:lnTo>
                    <a:pt x="426491" y="7531"/>
                  </a:lnTo>
                  <a:lnTo>
                    <a:pt x="393992" y="2603"/>
                  </a:lnTo>
                  <a:lnTo>
                    <a:pt x="328574" y="2603"/>
                  </a:lnTo>
                  <a:lnTo>
                    <a:pt x="328574" y="149669"/>
                  </a:lnTo>
                  <a:lnTo>
                    <a:pt x="348107" y="149669"/>
                  </a:lnTo>
                  <a:lnTo>
                    <a:pt x="348107" y="84340"/>
                  </a:lnTo>
                  <a:lnTo>
                    <a:pt x="375729" y="84340"/>
                  </a:lnTo>
                  <a:lnTo>
                    <a:pt x="400367" y="98793"/>
                  </a:lnTo>
                  <a:lnTo>
                    <a:pt x="404190" y="103479"/>
                  </a:lnTo>
                  <a:lnTo>
                    <a:pt x="408863" y="110248"/>
                  </a:lnTo>
                  <a:lnTo>
                    <a:pt x="414591" y="119062"/>
                  </a:lnTo>
                  <a:lnTo>
                    <a:pt x="434136" y="149669"/>
                  </a:lnTo>
                  <a:lnTo>
                    <a:pt x="458558" y="149669"/>
                  </a:lnTo>
                  <a:close/>
                </a:path>
                <a:path w="1014729" h="680085">
                  <a:moveTo>
                    <a:pt x="495300" y="2603"/>
                  </a:moveTo>
                  <a:lnTo>
                    <a:pt x="474700" y="2603"/>
                  </a:lnTo>
                  <a:lnTo>
                    <a:pt x="474700" y="27165"/>
                  </a:lnTo>
                  <a:lnTo>
                    <a:pt x="479374" y="54660"/>
                  </a:lnTo>
                  <a:lnTo>
                    <a:pt x="490626" y="54660"/>
                  </a:lnTo>
                  <a:lnTo>
                    <a:pt x="495300" y="27165"/>
                  </a:lnTo>
                  <a:lnTo>
                    <a:pt x="495300" y="2603"/>
                  </a:lnTo>
                  <a:close/>
                </a:path>
                <a:path w="1014729" h="680085">
                  <a:moveTo>
                    <a:pt x="566674" y="529805"/>
                  </a:moveTo>
                  <a:lnTo>
                    <a:pt x="550100" y="529805"/>
                  </a:lnTo>
                  <a:lnTo>
                    <a:pt x="550100" y="542645"/>
                  </a:lnTo>
                  <a:lnTo>
                    <a:pt x="549846" y="542391"/>
                  </a:lnTo>
                  <a:lnTo>
                    <a:pt x="549846" y="581164"/>
                  </a:lnTo>
                  <a:lnTo>
                    <a:pt x="549846" y="582472"/>
                  </a:lnTo>
                  <a:lnTo>
                    <a:pt x="549363" y="591324"/>
                  </a:lnTo>
                  <a:lnTo>
                    <a:pt x="528866" y="621385"/>
                  </a:lnTo>
                  <a:lnTo>
                    <a:pt x="512076" y="621385"/>
                  </a:lnTo>
                  <a:lnTo>
                    <a:pt x="491058" y="581164"/>
                  </a:lnTo>
                  <a:lnTo>
                    <a:pt x="491604" y="572135"/>
                  </a:lnTo>
                  <a:lnTo>
                    <a:pt x="512076" y="542353"/>
                  </a:lnTo>
                  <a:lnTo>
                    <a:pt x="528434" y="542353"/>
                  </a:lnTo>
                  <a:lnTo>
                    <a:pt x="549846" y="581164"/>
                  </a:lnTo>
                  <a:lnTo>
                    <a:pt x="549846" y="542391"/>
                  </a:lnTo>
                  <a:lnTo>
                    <a:pt x="543496" y="535978"/>
                  </a:lnTo>
                  <a:lnTo>
                    <a:pt x="536079" y="531215"/>
                  </a:lnTo>
                  <a:lnTo>
                    <a:pt x="527875" y="528345"/>
                  </a:lnTo>
                  <a:lnTo>
                    <a:pt x="518883" y="527392"/>
                  </a:lnTo>
                  <a:lnTo>
                    <a:pt x="511949" y="527837"/>
                  </a:lnTo>
                  <a:lnTo>
                    <a:pt x="478104" y="554329"/>
                  </a:lnTo>
                  <a:lnTo>
                    <a:pt x="472579" y="582472"/>
                  </a:lnTo>
                  <a:lnTo>
                    <a:pt x="473329" y="593153"/>
                  </a:lnTo>
                  <a:lnTo>
                    <a:pt x="491337" y="627430"/>
                  </a:lnTo>
                  <a:lnTo>
                    <a:pt x="518668" y="636346"/>
                  </a:lnTo>
                  <a:lnTo>
                    <a:pt x="527202" y="635469"/>
                  </a:lnTo>
                  <a:lnTo>
                    <a:pt x="534974" y="632853"/>
                  </a:lnTo>
                  <a:lnTo>
                    <a:pt x="542023" y="628497"/>
                  </a:lnTo>
                  <a:lnTo>
                    <a:pt x="548398" y="622401"/>
                  </a:lnTo>
                  <a:lnTo>
                    <a:pt x="548284" y="636346"/>
                  </a:lnTo>
                  <a:lnTo>
                    <a:pt x="526732" y="664616"/>
                  </a:lnTo>
                  <a:lnTo>
                    <a:pt x="510590" y="664616"/>
                  </a:lnTo>
                  <a:lnTo>
                    <a:pt x="504431" y="662940"/>
                  </a:lnTo>
                  <a:lnTo>
                    <a:pt x="499973" y="659599"/>
                  </a:lnTo>
                  <a:lnTo>
                    <a:pt x="496582" y="657148"/>
                  </a:lnTo>
                  <a:lnTo>
                    <a:pt x="494449" y="653186"/>
                  </a:lnTo>
                  <a:lnTo>
                    <a:pt x="493814" y="647776"/>
                  </a:lnTo>
                  <a:lnTo>
                    <a:pt x="476186" y="645172"/>
                  </a:lnTo>
                  <a:lnTo>
                    <a:pt x="501116" y="677430"/>
                  </a:lnTo>
                  <a:lnTo>
                    <a:pt x="518452" y="679577"/>
                  </a:lnTo>
                  <a:lnTo>
                    <a:pt x="526224" y="679196"/>
                  </a:lnTo>
                  <a:lnTo>
                    <a:pt x="561784" y="657148"/>
                  </a:lnTo>
                  <a:lnTo>
                    <a:pt x="566674" y="621385"/>
                  </a:lnTo>
                  <a:lnTo>
                    <a:pt x="566674" y="542645"/>
                  </a:lnTo>
                  <a:lnTo>
                    <a:pt x="566674" y="529805"/>
                  </a:lnTo>
                  <a:close/>
                </a:path>
                <a:path w="1014729" h="680085">
                  <a:moveTo>
                    <a:pt x="748906" y="636346"/>
                  </a:moveTo>
                  <a:lnTo>
                    <a:pt x="743165" y="582879"/>
                  </a:lnTo>
                  <a:lnTo>
                    <a:pt x="743051" y="556653"/>
                  </a:lnTo>
                  <a:lnTo>
                    <a:pt x="724052" y="530606"/>
                  </a:lnTo>
                  <a:lnTo>
                    <a:pt x="718527" y="528472"/>
                  </a:lnTo>
                  <a:lnTo>
                    <a:pt x="711098" y="527392"/>
                  </a:lnTo>
                  <a:lnTo>
                    <a:pt x="692619" y="527392"/>
                  </a:lnTo>
                  <a:lnTo>
                    <a:pt x="657999" y="546544"/>
                  </a:lnTo>
                  <a:lnTo>
                    <a:pt x="653745" y="560209"/>
                  </a:lnTo>
                  <a:lnTo>
                    <a:pt x="671385" y="562597"/>
                  </a:lnTo>
                  <a:lnTo>
                    <a:pt x="673290" y="555053"/>
                  </a:lnTo>
                  <a:lnTo>
                    <a:pt x="676262" y="549783"/>
                  </a:lnTo>
                  <a:lnTo>
                    <a:pt x="680300" y="546811"/>
                  </a:lnTo>
                  <a:lnTo>
                    <a:pt x="684542" y="543839"/>
                  </a:lnTo>
                  <a:lnTo>
                    <a:pt x="690702" y="542353"/>
                  </a:lnTo>
                  <a:lnTo>
                    <a:pt x="708342" y="542353"/>
                  </a:lnTo>
                  <a:lnTo>
                    <a:pt x="715340" y="544385"/>
                  </a:lnTo>
                  <a:lnTo>
                    <a:pt x="719810" y="548462"/>
                  </a:lnTo>
                  <a:lnTo>
                    <a:pt x="723417" y="551472"/>
                  </a:lnTo>
                  <a:lnTo>
                    <a:pt x="725119" y="556653"/>
                  </a:lnTo>
                  <a:lnTo>
                    <a:pt x="725119" y="564680"/>
                  </a:lnTo>
                  <a:lnTo>
                    <a:pt x="724903" y="566267"/>
                  </a:lnTo>
                  <a:lnTo>
                    <a:pt x="724903" y="568718"/>
                  </a:lnTo>
                  <a:lnTo>
                    <a:pt x="724903" y="582879"/>
                  </a:lnTo>
                  <a:lnTo>
                    <a:pt x="724789" y="598284"/>
                  </a:lnTo>
                  <a:lnTo>
                    <a:pt x="724052" y="603465"/>
                  </a:lnTo>
                  <a:lnTo>
                    <a:pt x="721931" y="607542"/>
                  </a:lnTo>
                  <a:lnTo>
                    <a:pt x="719378" y="612838"/>
                  </a:lnTo>
                  <a:lnTo>
                    <a:pt x="715556" y="616978"/>
                  </a:lnTo>
                  <a:lnTo>
                    <a:pt x="704519" y="623074"/>
                  </a:lnTo>
                  <a:lnTo>
                    <a:pt x="698360" y="624598"/>
                  </a:lnTo>
                  <a:lnTo>
                    <a:pt x="684339" y="624598"/>
                  </a:lnTo>
                  <a:lnTo>
                    <a:pt x="679030" y="622998"/>
                  </a:lnTo>
                  <a:lnTo>
                    <a:pt x="675411" y="619772"/>
                  </a:lnTo>
                  <a:lnTo>
                    <a:pt x="671588" y="616585"/>
                  </a:lnTo>
                  <a:lnTo>
                    <a:pt x="670013" y="612838"/>
                  </a:lnTo>
                  <a:lnTo>
                    <a:pt x="669886" y="604608"/>
                  </a:lnTo>
                  <a:lnTo>
                    <a:pt x="670737" y="601751"/>
                  </a:lnTo>
                  <a:lnTo>
                    <a:pt x="695375" y="589686"/>
                  </a:lnTo>
                  <a:lnTo>
                    <a:pt x="704621" y="588213"/>
                  </a:lnTo>
                  <a:lnTo>
                    <a:pt x="712609" y="586587"/>
                  </a:lnTo>
                  <a:lnTo>
                    <a:pt x="719366" y="584796"/>
                  </a:lnTo>
                  <a:lnTo>
                    <a:pt x="724903" y="582879"/>
                  </a:lnTo>
                  <a:lnTo>
                    <a:pt x="724903" y="568718"/>
                  </a:lnTo>
                  <a:lnTo>
                    <a:pt x="719048" y="570458"/>
                  </a:lnTo>
                  <a:lnTo>
                    <a:pt x="711708" y="572084"/>
                  </a:lnTo>
                  <a:lnTo>
                    <a:pt x="702894" y="573570"/>
                  </a:lnTo>
                  <a:lnTo>
                    <a:pt x="692619" y="574941"/>
                  </a:lnTo>
                  <a:lnTo>
                    <a:pt x="685393" y="575805"/>
                  </a:lnTo>
                  <a:lnTo>
                    <a:pt x="680085" y="576719"/>
                  </a:lnTo>
                  <a:lnTo>
                    <a:pt x="654177" y="593966"/>
                  </a:lnTo>
                  <a:lnTo>
                    <a:pt x="651624" y="598284"/>
                  </a:lnTo>
                  <a:lnTo>
                    <a:pt x="650570" y="603034"/>
                  </a:lnTo>
                  <a:lnTo>
                    <a:pt x="650570" y="617156"/>
                  </a:lnTo>
                  <a:lnTo>
                    <a:pt x="687095" y="638733"/>
                  </a:lnTo>
                  <a:lnTo>
                    <a:pt x="694105" y="638733"/>
                  </a:lnTo>
                  <a:lnTo>
                    <a:pt x="700900" y="637578"/>
                  </a:lnTo>
                  <a:lnTo>
                    <a:pt x="713219" y="632891"/>
                  </a:lnTo>
                  <a:lnTo>
                    <a:pt x="719810" y="628878"/>
                  </a:lnTo>
                  <a:lnTo>
                    <a:pt x="724763" y="624598"/>
                  </a:lnTo>
                  <a:lnTo>
                    <a:pt x="726389" y="623201"/>
                  </a:lnTo>
                  <a:lnTo>
                    <a:pt x="727024" y="628218"/>
                  </a:lnTo>
                  <a:lnTo>
                    <a:pt x="728091" y="632599"/>
                  </a:lnTo>
                  <a:lnTo>
                    <a:pt x="729996" y="636346"/>
                  </a:lnTo>
                  <a:lnTo>
                    <a:pt x="748906" y="636346"/>
                  </a:lnTo>
                  <a:close/>
                </a:path>
                <a:path w="1014729" h="680085">
                  <a:moveTo>
                    <a:pt x="862330" y="599630"/>
                  </a:moveTo>
                  <a:lnTo>
                    <a:pt x="844486" y="597331"/>
                  </a:lnTo>
                  <a:lnTo>
                    <a:pt x="843203" y="606336"/>
                  </a:lnTo>
                  <a:lnTo>
                    <a:pt x="840232" y="613029"/>
                  </a:lnTo>
                  <a:lnTo>
                    <a:pt x="835558" y="617385"/>
                  </a:lnTo>
                  <a:lnTo>
                    <a:pt x="830681" y="621728"/>
                  </a:lnTo>
                  <a:lnTo>
                    <a:pt x="824725" y="623900"/>
                  </a:lnTo>
                  <a:lnTo>
                    <a:pt x="808799" y="623900"/>
                  </a:lnTo>
                  <a:lnTo>
                    <a:pt x="787768" y="582980"/>
                  </a:lnTo>
                  <a:lnTo>
                    <a:pt x="788327" y="573100"/>
                  </a:lnTo>
                  <a:lnTo>
                    <a:pt x="809650" y="542251"/>
                  </a:lnTo>
                  <a:lnTo>
                    <a:pt x="824725" y="542251"/>
                  </a:lnTo>
                  <a:lnTo>
                    <a:pt x="829830" y="544042"/>
                  </a:lnTo>
                  <a:lnTo>
                    <a:pt x="838327" y="551281"/>
                  </a:lnTo>
                  <a:lnTo>
                    <a:pt x="841298" y="556653"/>
                  </a:lnTo>
                  <a:lnTo>
                    <a:pt x="843000" y="563803"/>
                  </a:lnTo>
                  <a:lnTo>
                    <a:pt x="860628" y="561098"/>
                  </a:lnTo>
                  <a:lnTo>
                    <a:pt x="858545" y="553491"/>
                  </a:lnTo>
                  <a:lnTo>
                    <a:pt x="855497" y="546798"/>
                  </a:lnTo>
                  <a:lnTo>
                    <a:pt x="852309" y="542251"/>
                  </a:lnTo>
                  <a:lnTo>
                    <a:pt x="851458" y="541032"/>
                  </a:lnTo>
                  <a:lnTo>
                    <a:pt x="817930" y="527392"/>
                  </a:lnTo>
                  <a:lnTo>
                    <a:pt x="811199" y="527799"/>
                  </a:lnTo>
                  <a:lnTo>
                    <a:pt x="778256" y="547217"/>
                  </a:lnTo>
                  <a:lnTo>
                    <a:pt x="769289" y="583463"/>
                  </a:lnTo>
                  <a:lnTo>
                    <a:pt x="770128" y="596036"/>
                  </a:lnTo>
                  <a:lnTo>
                    <a:pt x="789800" y="630707"/>
                  </a:lnTo>
                  <a:lnTo>
                    <a:pt x="817930" y="638733"/>
                  </a:lnTo>
                  <a:lnTo>
                    <a:pt x="826338" y="638086"/>
                  </a:lnTo>
                  <a:lnTo>
                    <a:pt x="834047" y="636143"/>
                  </a:lnTo>
                  <a:lnTo>
                    <a:pt x="841082" y="632904"/>
                  </a:lnTo>
                  <a:lnTo>
                    <a:pt x="847458" y="628370"/>
                  </a:lnTo>
                  <a:lnTo>
                    <a:pt x="851738" y="623900"/>
                  </a:lnTo>
                  <a:lnTo>
                    <a:pt x="852919" y="622681"/>
                  </a:lnTo>
                  <a:lnTo>
                    <a:pt x="857199" y="615988"/>
                  </a:lnTo>
                  <a:lnTo>
                    <a:pt x="860323" y="608304"/>
                  </a:lnTo>
                  <a:lnTo>
                    <a:pt x="862330" y="599630"/>
                  </a:lnTo>
                  <a:close/>
                </a:path>
                <a:path w="1014729" h="680085">
                  <a:moveTo>
                    <a:pt x="899287" y="529805"/>
                  </a:moveTo>
                  <a:lnTo>
                    <a:pt x="881011" y="529805"/>
                  </a:lnTo>
                  <a:lnTo>
                    <a:pt x="881011" y="636346"/>
                  </a:lnTo>
                  <a:lnTo>
                    <a:pt x="899287" y="636346"/>
                  </a:lnTo>
                  <a:lnTo>
                    <a:pt x="899287" y="529805"/>
                  </a:lnTo>
                  <a:close/>
                </a:path>
                <a:path w="1014729" h="680085">
                  <a:moveTo>
                    <a:pt x="899287" y="489280"/>
                  </a:moveTo>
                  <a:lnTo>
                    <a:pt x="881011" y="489280"/>
                  </a:lnTo>
                  <a:lnTo>
                    <a:pt x="881011" y="510044"/>
                  </a:lnTo>
                  <a:lnTo>
                    <a:pt x="899287" y="510044"/>
                  </a:lnTo>
                  <a:lnTo>
                    <a:pt x="899287" y="489280"/>
                  </a:lnTo>
                  <a:close/>
                </a:path>
                <a:path w="1014729" h="680085">
                  <a:moveTo>
                    <a:pt x="1014399" y="489280"/>
                  </a:moveTo>
                  <a:lnTo>
                    <a:pt x="997839" y="489280"/>
                  </a:lnTo>
                  <a:lnTo>
                    <a:pt x="997839" y="584669"/>
                  </a:lnTo>
                  <a:lnTo>
                    <a:pt x="997318" y="593966"/>
                  </a:lnTo>
                  <a:lnTo>
                    <a:pt x="977226" y="623900"/>
                  </a:lnTo>
                  <a:lnTo>
                    <a:pt x="961517" y="623900"/>
                  </a:lnTo>
                  <a:lnTo>
                    <a:pt x="940269" y="583171"/>
                  </a:lnTo>
                  <a:lnTo>
                    <a:pt x="940790" y="573290"/>
                  </a:lnTo>
                  <a:lnTo>
                    <a:pt x="960450" y="542353"/>
                  </a:lnTo>
                  <a:lnTo>
                    <a:pt x="976807" y="542353"/>
                  </a:lnTo>
                  <a:lnTo>
                    <a:pt x="997318" y="574471"/>
                  </a:lnTo>
                  <a:lnTo>
                    <a:pt x="997839" y="584669"/>
                  </a:lnTo>
                  <a:lnTo>
                    <a:pt x="997839" y="489280"/>
                  </a:lnTo>
                  <a:lnTo>
                    <a:pt x="996340" y="489280"/>
                  </a:lnTo>
                  <a:lnTo>
                    <a:pt x="996340" y="542036"/>
                  </a:lnTo>
                  <a:lnTo>
                    <a:pt x="993165" y="537692"/>
                  </a:lnTo>
                  <a:lnTo>
                    <a:pt x="989126" y="534162"/>
                  </a:lnTo>
                  <a:lnTo>
                    <a:pt x="984021" y="531456"/>
                  </a:lnTo>
                  <a:lnTo>
                    <a:pt x="979144" y="528751"/>
                  </a:lnTo>
                  <a:lnTo>
                    <a:pt x="973404" y="527392"/>
                  </a:lnTo>
                  <a:lnTo>
                    <a:pt x="958113" y="527392"/>
                  </a:lnTo>
                  <a:lnTo>
                    <a:pt x="927100" y="554228"/>
                  </a:lnTo>
                  <a:lnTo>
                    <a:pt x="921588" y="583171"/>
                  </a:lnTo>
                  <a:lnTo>
                    <a:pt x="921969" y="591108"/>
                  </a:lnTo>
                  <a:lnTo>
                    <a:pt x="939114" y="627862"/>
                  </a:lnTo>
                  <a:lnTo>
                    <a:pt x="959180" y="638733"/>
                  </a:lnTo>
                  <a:lnTo>
                    <a:pt x="967676" y="638733"/>
                  </a:lnTo>
                  <a:lnTo>
                    <a:pt x="976947" y="637743"/>
                  </a:lnTo>
                  <a:lnTo>
                    <a:pt x="985037" y="634784"/>
                  </a:lnTo>
                  <a:lnTo>
                    <a:pt x="991920" y="629831"/>
                  </a:lnTo>
                  <a:lnTo>
                    <a:pt x="996784" y="623900"/>
                  </a:lnTo>
                  <a:lnTo>
                    <a:pt x="997623" y="622884"/>
                  </a:lnTo>
                  <a:lnTo>
                    <a:pt x="997623" y="636346"/>
                  </a:lnTo>
                  <a:lnTo>
                    <a:pt x="1014399" y="636346"/>
                  </a:lnTo>
                  <a:lnTo>
                    <a:pt x="1014399" y="622884"/>
                  </a:lnTo>
                  <a:lnTo>
                    <a:pt x="1014399" y="542353"/>
                  </a:lnTo>
                  <a:lnTo>
                    <a:pt x="1014399" y="542036"/>
                  </a:lnTo>
                  <a:lnTo>
                    <a:pt x="1014399" y="4892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10335368" y="3961735"/>
              <a:ext cx="130623" cy="152076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10035465" y="3964253"/>
              <a:ext cx="130198" cy="147061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10198585" y="4030717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29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10635075" y="3961651"/>
              <a:ext cx="338455" cy="152400"/>
            </a:xfrm>
            <a:custGeom>
              <a:avLst/>
              <a:gdLst/>
              <a:ahLst/>
              <a:cxnLst/>
              <a:rect l="l" t="t" r="r" b="b"/>
              <a:pathLst>
                <a:path w="338454" h="152400">
                  <a:moveTo>
                    <a:pt x="70711" y="0"/>
                  </a:moveTo>
                  <a:lnTo>
                    <a:pt x="30329" y="11649"/>
                  </a:lnTo>
                  <a:lnTo>
                    <a:pt x="4922" y="45393"/>
                  </a:lnTo>
                  <a:lnTo>
                    <a:pt x="0" y="78334"/>
                  </a:lnTo>
                  <a:lnTo>
                    <a:pt x="504" y="87591"/>
                  </a:lnTo>
                  <a:lnTo>
                    <a:pt x="18833" y="130273"/>
                  </a:lnTo>
                  <a:lnTo>
                    <a:pt x="60390" y="151534"/>
                  </a:lnTo>
                  <a:lnTo>
                    <a:pt x="70499" y="152161"/>
                  </a:lnTo>
                  <a:lnTo>
                    <a:pt x="80020" y="151593"/>
                  </a:lnTo>
                  <a:lnTo>
                    <a:pt x="117050" y="135508"/>
                  </a:lnTo>
                  <a:lnTo>
                    <a:pt x="70499" y="135508"/>
                  </a:lnTo>
                  <a:lnTo>
                    <a:pt x="60081" y="134543"/>
                  </a:lnTo>
                  <a:lnTo>
                    <a:pt x="28136" y="111857"/>
                  </a:lnTo>
                  <a:lnTo>
                    <a:pt x="20161" y="78334"/>
                  </a:lnTo>
                  <a:lnTo>
                    <a:pt x="21080" y="62920"/>
                  </a:lnTo>
                  <a:lnTo>
                    <a:pt x="42874" y="24727"/>
                  </a:lnTo>
                  <a:lnTo>
                    <a:pt x="70711" y="16737"/>
                  </a:lnTo>
                  <a:lnTo>
                    <a:pt x="117020" y="16737"/>
                  </a:lnTo>
                  <a:lnTo>
                    <a:pt x="115225" y="15061"/>
                  </a:lnTo>
                  <a:lnTo>
                    <a:pt x="107456" y="9712"/>
                  </a:lnTo>
                  <a:lnTo>
                    <a:pt x="99056" y="5463"/>
                  </a:lnTo>
                  <a:lnTo>
                    <a:pt x="90119" y="2428"/>
                  </a:lnTo>
                  <a:lnTo>
                    <a:pt x="80664" y="607"/>
                  </a:lnTo>
                  <a:lnTo>
                    <a:pt x="70711" y="0"/>
                  </a:lnTo>
                  <a:close/>
                </a:path>
                <a:path w="338454" h="152400">
                  <a:moveTo>
                    <a:pt x="117020" y="16737"/>
                  </a:moveTo>
                  <a:lnTo>
                    <a:pt x="70711" y="16737"/>
                  </a:lnTo>
                  <a:lnTo>
                    <a:pt x="77843" y="17198"/>
                  </a:lnTo>
                  <a:lnTo>
                    <a:pt x="84597" y="18581"/>
                  </a:lnTo>
                  <a:lnTo>
                    <a:pt x="114890" y="44880"/>
                  </a:lnTo>
                  <a:lnTo>
                    <a:pt x="121049" y="76218"/>
                  </a:lnTo>
                  <a:lnTo>
                    <a:pt x="120140" y="89609"/>
                  </a:lnTo>
                  <a:lnTo>
                    <a:pt x="99172" y="126822"/>
                  </a:lnTo>
                  <a:lnTo>
                    <a:pt x="70499" y="135508"/>
                  </a:lnTo>
                  <a:lnTo>
                    <a:pt x="117050" y="135508"/>
                  </a:lnTo>
                  <a:lnTo>
                    <a:pt x="138890" y="97523"/>
                  </a:lnTo>
                  <a:lnTo>
                    <a:pt x="141221" y="76218"/>
                  </a:lnTo>
                  <a:lnTo>
                    <a:pt x="140673" y="65584"/>
                  </a:lnTo>
                  <a:lnTo>
                    <a:pt x="127736" y="28631"/>
                  </a:lnTo>
                  <a:lnTo>
                    <a:pt x="121978" y="21366"/>
                  </a:lnTo>
                  <a:lnTo>
                    <a:pt x="117020" y="16737"/>
                  </a:lnTo>
                  <a:close/>
                </a:path>
                <a:path w="338454" h="152400">
                  <a:moveTo>
                    <a:pt x="236805" y="2602"/>
                  </a:moveTo>
                  <a:lnTo>
                    <a:pt x="171387" y="2602"/>
                  </a:lnTo>
                  <a:lnTo>
                    <a:pt x="171387" y="149664"/>
                  </a:lnTo>
                  <a:lnTo>
                    <a:pt x="190927" y="149664"/>
                  </a:lnTo>
                  <a:lnTo>
                    <a:pt x="190927" y="84343"/>
                  </a:lnTo>
                  <a:lnTo>
                    <a:pt x="251117" y="84343"/>
                  </a:lnTo>
                  <a:lnTo>
                    <a:pt x="247850" y="82756"/>
                  </a:lnTo>
                  <a:lnTo>
                    <a:pt x="257809" y="80808"/>
                  </a:lnTo>
                  <a:lnTo>
                    <a:pt x="266355" y="77884"/>
                  </a:lnTo>
                  <a:lnTo>
                    <a:pt x="273506" y="73984"/>
                  </a:lnTo>
                  <a:lnTo>
                    <a:pt x="279284" y="69108"/>
                  </a:lnTo>
                  <a:lnTo>
                    <a:pt x="280549" y="67500"/>
                  </a:lnTo>
                  <a:lnTo>
                    <a:pt x="190927" y="67500"/>
                  </a:lnTo>
                  <a:lnTo>
                    <a:pt x="190927" y="18853"/>
                  </a:lnTo>
                  <a:lnTo>
                    <a:pt x="282293" y="18853"/>
                  </a:lnTo>
                  <a:lnTo>
                    <a:pt x="279284" y="13859"/>
                  </a:lnTo>
                  <a:lnTo>
                    <a:pt x="273762" y="9204"/>
                  </a:lnTo>
                  <a:lnTo>
                    <a:pt x="266965" y="6559"/>
                  </a:lnTo>
                  <a:lnTo>
                    <a:pt x="261237" y="4825"/>
                  </a:lnTo>
                  <a:lnTo>
                    <a:pt x="254275" y="3589"/>
                  </a:lnTo>
                  <a:lnTo>
                    <a:pt x="246117" y="2848"/>
                  </a:lnTo>
                  <a:lnTo>
                    <a:pt x="236805" y="2602"/>
                  </a:lnTo>
                  <a:close/>
                </a:path>
                <a:path w="338454" h="152400">
                  <a:moveTo>
                    <a:pt x="251117" y="84343"/>
                  </a:moveTo>
                  <a:lnTo>
                    <a:pt x="218751" y="84343"/>
                  </a:lnTo>
                  <a:lnTo>
                    <a:pt x="222362" y="84597"/>
                  </a:lnTo>
                  <a:lnTo>
                    <a:pt x="224486" y="85063"/>
                  </a:lnTo>
                  <a:lnTo>
                    <a:pt x="257407" y="119067"/>
                  </a:lnTo>
                  <a:lnTo>
                    <a:pt x="276948" y="149664"/>
                  </a:lnTo>
                  <a:lnTo>
                    <a:pt x="301586" y="149664"/>
                  </a:lnTo>
                  <a:lnTo>
                    <a:pt x="275886" y="109629"/>
                  </a:lnTo>
                  <a:lnTo>
                    <a:pt x="252947" y="85232"/>
                  </a:lnTo>
                  <a:lnTo>
                    <a:pt x="251117" y="84343"/>
                  </a:lnTo>
                  <a:close/>
                </a:path>
                <a:path w="338454" h="152400">
                  <a:moveTo>
                    <a:pt x="282293" y="18853"/>
                  </a:moveTo>
                  <a:lnTo>
                    <a:pt x="248699" y="18853"/>
                  </a:lnTo>
                  <a:lnTo>
                    <a:pt x="256558" y="21096"/>
                  </a:lnTo>
                  <a:lnTo>
                    <a:pt x="266753" y="30047"/>
                  </a:lnTo>
                  <a:lnTo>
                    <a:pt x="269302" y="35760"/>
                  </a:lnTo>
                  <a:lnTo>
                    <a:pt x="269302" y="47482"/>
                  </a:lnTo>
                  <a:lnTo>
                    <a:pt x="268027" y="51863"/>
                  </a:lnTo>
                  <a:lnTo>
                    <a:pt x="241902" y="67500"/>
                  </a:lnTo>
                  <a:lnTo>
                    <a:pt x="280549" y="67500"/>
                  </a:lnTo>
                  <a:lnTo>
                    <a:pt x="283744" y="63435"/>
                  </a:lnTo>
                  <a:lnTo>
                    <a:pt x="286930" y="57145"/>
                  </a:lnTo>
                  <a:lnTo>
                    <a:pt x="288842" y="50240"/>
                  </a:lnTo>
                  <a:lnTo>
                    <a:pt x="289479" y="42721"/>
                  </a:lnTo>
                  <a:lnTo>
                    <a:pt x="289479" y="34638"/>
                  </a:lnTo>
                  <a:lnTo>
                    <a:pt x="287355" y="27254"/>
                  </a:lnTo>
                  <a:lnTo>
                    <a:pt x="282293" y="18853"/>
                  </a:lnTo>
                  <a:close/>
                </a:path>
                <a:path w="338454" h="152400">
                  <a:moveTo>
                    <a:pt x="338330" y="2602"/>
                  </a:moveTo>
                  <a:lnTo>
                    <a:pt x="317728" y="2602"/>
                  </a:lnTo>
                  <a:lnTo>
                    <a:pt x="317728" y="27169"/>
                  </a:lnTo>
                  <a:lnTo>
                    <a:pt x="322188" y="54656"/>
                  </a:lnTo>
                  <a:lnTo>
                    <a:pt x="333445" y="54656"/>
                  </a:lnTo>
                  <a:lnTo>
                    <a:pt x="338330" y="27169"/>
                  </a:lnTo>
                  <a:lnTo>
                    <a:pt x="338330" y="26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10501887" y="4030717"/>
              <a:ext cx="97155" cy="0"/>
            </a:xfrm>
            <a:custGeom>
              <a:avLst/>
              <a:gdLst/>
              <a:ahLst/>
              <a:cxnLst/>
              <a:rect l="l" t="t" r="r" b="b"/>
              <a:pathLst>
                <a:path w="97154">
                  <a:moveTo>
                    <a:pt x="0" y="0"/>
                  </a:moveTo>
                  <a:lnTo>
                    <a:pt x="96852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10329225" y="3656947"/>
              <a:ext cx="141222" cy="152161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10374449" y="3842457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5" h="85725">
                  <a:moveTo>
                    <a:pt x="0" y="85634"/>
                  </a:moveTo>
                  <a:lnTo>
                    <a:pt x="0" y="0"/>
                  </a:lnTo>
                </a:path>
                <a:path w="55245" h="85725">
                  <a:moveTo>
                    <a:pt x="55010" y="85634"/>
                  </a:moveTo>
                  <a:lnTo>
                    <a:pt x="55010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9197404" y="3416871"/>
              <a:ext cx="455295" cy="152400"/>
            </a:xfrm>
            <a:custGeom>
              <a:avLst/>
              <a:gdLst/>
              <a:ahLst/>
              <a:cxnLst/>
              <a:rect l="l" t="t" r="r" b="b"/>
              <a:pathLst>
                <a:path w="455295" h="152400">
                  <a:moveTo>
                    <a:pt x="140423" y="64414"/>
                  </a:moveTo>
                  <a:lnTo>
                    <a:pt x="123126" y="17919"/>
                  </a:lnTo>
                  <a:lnTo>
                    <a:pt x="120789" y="15976"/>
                  </a:lnTo>
                  <a:lnTo>
                    <a:pt x="120789" y="64414"/>
                  </a:lnTo>
                  <a:lnTo>
                    <a:pt x="120510" y="71208"/>
                  </a:lnTo>
                  <a:lnTo>
                    <a:pt x="107162" y="110451"/>
                  </a:lnTo>
                  <a:lnTo>
                    <a:pt x="84899" y="130479"/>
                  </a:lnTo>
                  <a:lnTo>
                    <a:pt x="78105" y="134048"/>
                  </a:lnTo>
                  <a:lnTo>
                    <a:pt x="70878" y="135826"/>
                  </a:lnTo>
                  <a:lnTo>
                    <a:pt x="55372" y="135826"/>
                  </a:lnTo>
                  <a:lnTo>
                    <a:pt x="47942" y="133794"/>
                  </a:lnTo>
                  <a:lnTo>
                    <a:pt x="40932" y="129717"/>
                  </a:lnTo>
                  <a:lnTo>
                    <a:pt x="33705" y="125628"/>
                  </a:lnTo>
                  <a:lnTo>
                    <a:pt x="28397" y="119976"/>
                  </a:lnTo>
                  <a:lnTo>
                    <a:pt x="21183" y="105524"/>
                  </a:lnTo>
                  <a:lnTo>
                    <a:pt x="19481" y="97612"/>
                  </a:lnTo>
                  <a:lnTo>
                    <a:pt x="19545" y="87985"/>
                  </a:lnTo>
                  <a:lnTo>
                    <a:pt x="29425" y="46774"/>
                  </a:lnTo>
                  <a:lnTo>
                    <a:pt x="66827" y="17589"/>
                  </a:lnTo>
                  <a:lnTo>
                    <a:pt x="78105" y="16357"/>
                  </a:lnTo>
                  <a:lnTo>
                    <a:pt x="86791" y="17170"/>
                  </a:lnTo>
                  <a:lnTo>
                    <a:pt x="117741" y="44678"/>
                  </a:lnTo>
                  <a:lnTo>
                    <a:pt x="120789" y="64414"/>
                  </a:lnTo>
                  <a:lnTo>
                    <a:pt x="120789" y="15976"/>
                  </a:lnTo>
                  <a:lnTo>
                    <a:pt x="113766" y="10083"/>
                  </a:lnTo>
                  <a:lnTo>
                    <a:pt x="103162" y="4483"/>
                  </a:lnTo>
                  <a:lnTo>
                    <a:pt x="91287" y="1117"/>
                  </a:lnTo>
                  <a:lnTo>
                    <a:pt x="78105" y="0"/>
                  </a:lnTo>
                  <a:lnTo>
                    <a:pt x="62458" y="1524"/>
                  </a:lnTo>
                  <a:lnTo>
                    <a:pt x="22885" y="24333"/>
                  </a:lnTo>
                  <a:lnTo>
                    <a:pt x="1371" y="69253"/>
                  </a:lnTo>
                  <a:lnTo>
                    <a:pt x="0" y="88976"/>
                  </a:lnTo>
                  <a:lnTo>
                    <a:pt x="419" y="96393"/>
                  </a:lnTo>
                  <a:lnTo>
                    <a:pt x="16776" y="133553"/>
                  </a:lnTo>
                  <a:lnTo>
                    <a:pt x="53149" y="151549"/>
                  </a:lnTo>
                  <a:lnTo>
                    <a:pt x="61747" y="152082"/>
                  </a:lnTo>
                  <a:lnTo>
                    <a:pt x="70104" y="151625"/>
                  </a:lnTo>
                  <a:lnTo>
                    <a:pt x="108013" y="135826"/>
                  </a:lnTo>
                  <a:lnTo>
                    <a:pt x="131622" y="105740"/>
                  </a:lnTo>
                  <a:lnTo>
                    <a:pt x="140373" y="69253"/>
                  </a:lnTo>
                  <a:lnTo>
                    <a:pt x="140423" y="64414"/>
                  </a:lnTo>
                  <a:close/>
                </a:path>
                <a:path w="455295" h="152400">
                  <a:moveTo>
                    <a:pt x="296875" y="29768"/>
                  </a:moveTo>
                  <a:lnTo>
                    <a:pt x="295173" y="22682"/>
                  </a:lnTo>
                  <a:lnTo>
                    <a:pt x="292582" y="18669"/>
                  </a:lnTo>
                  <a:lnTo>
                    <a:pt x="287947" y="11455"/>
                  </a:lnTo>
                  <a:lnTo>
                    <a:pt x="283070" y="7620"/>
                  </a:lnTo>
                  <a:lnTo>
                    <a:pt x="278180" y="6045"/>
                  </a:lnTo>
                  <a:lnTo>
                    <a:pt x="278180" y="33756"/>
                  </a:lnTo>
                  <a:lnTo>
                    <a:pt x="278180" y="43103"/>
                  </a:lnTo>
                  <a:lnTo>
                    <a:pt x="244830" y="67818"/>
                  </a:lnTo>
                  <a:lnTo>
                    <a:pt x="232727" y="68326"/>
                  </a:lnTo>
                  <a:lnTo>
                    <a:pt x="192798" y="68326"/>
                  </a:lnTo>
                  <a:lnTo>
                    <a:pt x="203200" y="18669"/>
                  </a:lnTo>
                  <a:lnTo>
                    <a:pt x="259067" y="18669"/>
                  </a:lnTo>
                  <a:lnTo>
                    <a:pt x="278180" y="33756"/>
                  </a:lnTo>
                  <a:lnTo>
                    <a:pt x="278180" y="6045"/>
                  </a:lnTo>
                  <a:lnTo>
                    <a:pt x="248869" y="2514"/>
                  </a:lnTo>
                  <a:lnTo>
                    <a:pt x="187058" y="2514"/>
                  </a:lnTo>
                  <a:lnTo>
                    <a:pt x="156057" y="149580"/>
                  </a:lnTo>
                  <a:lnTo>
                    <a:pt x="175806" y="149580"/>
                  </a:lnTo>
                  <a:lnTo>
                    <a:pt x="189395" y="84264"/>
                  </a:lnTo>
                  <a:lnTo>
                    <a:pt x="220408" y="84264"/>
                  </a:lnTo>
                  <a:lnTo>
                    <a:pt x="249923" y="115023"/>
                  </a:lnTo>
                  <a:lnTo>
                    <a:pt x="263309" y="149580"/>
                  </a:lnTo>
                  <a:lnTo>
                    <a:pt x="285407" y="149580"/>
                  </a:lnTo>
                  <a:lnTo>
                    <a:pt x="267589" y="108267"/>
                  </a:lnTo>
                  <a:lnTo>
                    <a:pt x="248221" y="84264"/>
                  </a:lnTo>
                  <a:lnTo>
                    <a:pt x="247167" y="83477"/>
                  </a:lnTo>
                  <a:lnTo>
                    <a:pt x="284924" y="68326"/>
                  </a:lnTo>
                  <a:lnTo>
                    <a:pt x="296875" y="38328"/>
                  </a:lnTo>
                  <a:lnTo>
                    <a:pt x="296875" y="29768"/>
                  </a:lnTo>
                  <a:close/>
                </a:path>
                <a:path w="455295" h="152400">
                  <a:moveTo>
                    <a:pt x="395630" y="129019"/>
                  </a:moveTo>
                  <a:lnTo>
                    <a:pt x="375031" y="129019"/>
                  </a:lnTo>
                  <a:lnTo>
                    <a:pt x="370573" y="149580"/>
                  </a:lnTo>
                  <a:lnTo>
                    <a:pt x="391172" y="149580"/>
                  </a:lnTo>
                  <a:lnTo>
                    <a:pt x="395630" y="129019"/>
                  </a:lnTo>
                  <a:close/>
                </a:path>
                <a:path w="455295" h="152400">
                  <a:moveTo>
                    <a:pt x="454685" y="129019"/>
                  </a:moveTo>
                  <a:lnTo>
                    <a:pt x="434073" y="129019"/>
                  </a:lnTo>
                  <a:lnTo>
                    <a:pt x="429615" y="149580"/>
                  </a:lnTo>
                  <a:lnTo>
                    <a:pt x="450215" y="149580"/>
                  </a:lnTo>
                  <a:lnTo>
                    <a:pt x="454685" y="129019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7842682" y="1745449"/>
              <a:ext cx="3458210" cy="3006725"/>
            </a:xfrm>
            <a:custGeom>
              <a:avLst/>
              <a:gdLst/>
              <a:ahLst/>
              <a:cxnLst/>
              <a:rect l="l" t="t" r="r" b="b"/>
              <a:pathLst>
                <a:path w="3458209" h="3006725">
                  <a:moveTo>
                    <a:pt x="3457803" y="2955785"/>
                  </a:moveTo>
                  <a:lnTo>
                    <a:pt x="0" y="2955785"/>
                  </a:lnTo>
                  <a:lnTo>
                    <a:pt x="0" y="3006483"/>
                  </a:lnTo>
                  <a:lnTo>
                    <a:pt x="3457803" y="3006483"/>
                  </a:lnTo>
                  <a:lnTo>
                    <a:pt x="3457803" y="2955785"/>
                  </a:lnTo>
                  <a:close/>
                </a:path>
                <a:path w="3458209" h="3006725">
                  <a:moveTo>
                    <a:pt x="3457803" y="0"/>
                  </a:moveTo>
                  <a:lnTo>
                    <a:pt x="3406838" y="0"/>
                  </a:lnTo>
                  <a:lnTo>
                    <a:pt x="3406838" y="2955506"/>
                  </a:lnTo>
                  <a:lnTo>
                    <a:pt x="3457803" y="2955506"/>
                  </a:lnTo>
                  <a:lnTo>
                    <a:pt x="3457803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7791713" y="1694657"/>
              <a:ext cx="3458210" cy="3006725"/>
            </a:xfrm>
            <a:custGeom>
              <a:avLst/>
              <a:gdLst/>
              <a:ahLst/>
              <a:cxnLst/>
              <a:rect l="l" t="t" r="r" b="b"/>
              <a:pathLst>
                <a:path w="3458209" h="3006725">
                  <a:moveTo>
                    <a:pt x="3457807" y="3006293"/>
                  </a:moveTo>
                  <a:lnTo>
                    <a:pt x="3457807" y="1268280"/>
                  </a:lnTo>
                  <a:lnTo>
                    <a:pt x="3457807" y="375786"/>
                  </a:lnTo>
                  <a:lnTo>
                    <a:pt x="3457807" y="46973"/>
                  </a:lnTo>
                  <a:lnTo>
                    <a:pt x="3457807" y="0"/>
                  </a:lnTo>
                  <a:lnTo>
                    <a:pt x="1458762" y="0"/>
                  </a:lnTo>
                  <a:lnTo>
                    <a:pt x="432225" y="0"/>
                  </a:lnTo>
                  <a:lnTo>
                    <a:pt x="54028" y="0"/>
                  </a:lnTo>
                  <a:lnTo>
                    <a:pt x="0" y="0"/>
                  </a:lnTo>
                  <a:lnTo>
                    <a:pt x="0" y="1738013"/>
                  </a:lnTo>
                  <a:lnTo>
                    <a:pt x="0" y="2630506"/>
                  </a:lnTo>
                  <a:lnTo>
                    <a:pt x="0" y="2959320"/>
                  </a:lnTo>
                  <a:lnTo>
                    <a:pt x="0" y="3006293"/>
                  </a:lnTo>
                  <a:lnTo>
                    <a:pt x="1999045" y="3006293"/>
                  </a:lnTo>
                  <a:lnTo>
                    <a:pt x="3025581" y="3006293"/>
                  </a:lnTo>
                  <a:lnTo>
                    <a:pt x="3403779" y="3006293"/>
                  </a:lnTo>
                  <a:lnTo>
                    <a:pt x="3457807" y="3006293"/>
                  </a:lnTo>
                  <a:close/>
                </a:path>
              </a:pathLst>
            </a:custGeom>
            <a:ln w="1271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8" name="object 68"/>
          <p:cNvGrpSpPr/>
          <p:nvPr/>
        </p:nvGrpSpPr>
        <p:grpSpPr>
          <a:xfrm>
            <a:off x="4105593" y="1671371"/>
            <a:ext cx="3515360" cy="3061970"/>
            <a:chOff x="4105593" y="1671371"/>
            <a:chExt cx="3515360" cy="3061970"/>
          </a:xfrm>
        </p:grpSpPr>
        <p:sp>
          <p:nvSpPr>
            <p:cNvPr id="69" name="object 69"/>
            <p:cNvSpPr/>
            <p:nvPr/>
          </p:nvSpPr>
          <p:spPr>
            <a:xfrm>
              <a:off x="4399748" y="1894830"/>
              <a:ext cx="685165" cy="176530"/>
            </a:xfrm>
            <a:custGeom>
              <a:avLst/>
              <a:gdLst/>
              <a:ahLst/>
              <a:cxnLst/>
              <a:rect l="l" t="t" r="r" b="b"/>
              <a:pathLst>
                <a:path w="685164" h="176530">
                  <a:moveTo>
                    <a:pt x="105879" y="52899"/>
                  </a:moveTo>
                  <a:lnTo>
                    <a:pt x="75400" y="52899"/>
                  </a:lnTo>
                  <a:lnTo>
                    <a:pt x="81560" y="54592"/>
                  </a:lnTo>
                  <a:lnTo>
                    <a:pt x="85808" y="57978"/>
                  </a:lnTo>
                  <a:lnTo>
                    <a:pt x="88993" y="60305"/>
                  </a:lnTo>
                  <a:lnTo>
                    <a:pt x="90350" y="63393"/>
                  </a:lnTo>
                  <a:lnTo>
                    <a:pt x="90395" y="71520"/>
                  </a:lnTo>
                  <a:lnTo>
                    <a:pt x="89631" y="75329"/>
                  </a:lnTo>
                  <a:lnTo>
                    <a:pt x="88356" y="80196"/>
                  </a:lnTo>
                  <a:lnTo>
                    <a:pt x="83259" y="82100"/>
                  </a:lnTo>
                  <a:lnTo>
                    <a:pt x="75188" y="83370"/>
                  </a:lnTo>
                  <a:lnTo>
                    <a:pt x="52249" y="84216"/>
                  </a:lnTo>
                  <a:lnTo>
                    <a:pt x="44390" y="84851"/>
                  </a:lnTo>
                  <a:lnTo>
                    <a:pt x="40355" y="85697"/>
                  </a:lnTo>
                  <a:lnTo>
                    <a:pt x="33983" y="86967"/>
                  </a:lnTo>
                  <a:lnTo>
                    <a:pt x="28461" y="88871"/>
                  </a:lnTo>
                  <a:lnTo>
                    <a:pt x="8920" y="112570"/>
                  </a:lnTo>
                  <a:lnTo>
                    <a:pt x="8920" y="127594"/>
                  </a:lnTo>
                  <a:lnTo>
                    <a:pt x="12106" y="135000"/>
                  </a:lnTo>
                  <a:lnTo>
                    <a:pt x="18053" y="140713"/>
                  </a:lnTo>
                  <a:lnTo>
                    <a:pt x="24000" y="146638"/>
                  </a:lnTo>
                  <a:lnTo>
                    <a:pt x="32071" y="149389"/>
                  </a:lnTo>
                  <a:lnTo>
                    <a:pt x="48638" y="149389"/>
                  </a:lnTo>
                  <a:lnTo>
                    <a:pt x="54798" y="148119"/>
                  </a:lnTo>
                  <a:lnTo>
                    <a:pt x="60532" y="145580"/>
                  </a:lnTo>
                  <a:lnTo>
                    <a:pt x="66479" y="143252"/>
                  </a:lnTo>
                  <a:lnTo>
                    <a:pt x="72639" y="139232"/>
                  </a:lnTo>
                  <a:lnTo>
                    <a:pt x="76903" y="135423"/>
                  </a:lnTo>
                  <a:lnTo>
                    <a:pt x="40992" y="135423"/>
                  </a:lnTo>
                  <a:lnTo>
                    <a:pt x="35894" y="133730"/>
                  </a:lnTo>
                  <a:lnTo>
                    <a:pt x="28885" y="127171"/>
                  </a:lnTo>
                  <a:lnTo>
                    <a:pt x="27186" y="122939"/>
                  </a:lnTo>
                  <a:lnTo>
                    <a:pt x="27186" y="114052"/>
                  </a:lnTo>
                  <a:lnTo>
                    <a:pt x="28248" y="110666"/>
                  </a:lnTo>
                  <a:lnTo>
                    <a:pt x="30372" y="107492"/>
                  </a:lnTo>
                  <a:lnTo>
                    <a:pt x="32708" y="104318"/>
                  </a:lnTo>
                  <a:lnTo>
                    <a:pt x="35894" y="101991"/>
                  </a:lnTo>
                  <a:lnTo>
                    <a:pt x="40355" y="100721"/>
                  </a:lnTo>
                  <a:lnTo>
                    <a:pt x="44603" y="99240"/>
                  </a:lnTo>
                  <a:lnTo>
                    <a:pt x="52249" y="97970"/>
                  </a:lnTo>
                  <a:lnTo>
                    <a:pt x="69665" y="96489"/>
                  </a:lnTo>
                  <a:lnTo>
                    <a:pt x="74551" y="95854"/>
                  </a:lnTo>
                  <a:lnTo>
                    <a:pt x="77312" y="95431"/>
                  </a:lnTo>
                  <a:lnTo>
                    <a:pt x="80285" y="94796"/>
                  </a:lnTo>
                  <a:lnTo>
                    <a:pt x="83046" y="94161"/>
                  </a:lnTo>
                  <a:lnTo>
                    <a:pt x="85595" y="93103"/>
                  </a:lnTo>
                  <a:lnTo>
                    <a:pt x="104271" y="93103"/>
                  </a:lnTo>
                  <a:lnTo>
                    <a:pt x="105985" y="85486"/>
                  </a:lnTo>
                  <a:lnTo>
                    <a:pt x="107684" y="78080"/>
                  </a:lnTo>
                  <a:lnTo>
                    <a:pt x="108424" y="72367"/>
                  </a:lnTo>
                  <a:lnTo>
                    <a:pt x="108428" y="57978"/>
                  </a:lnTo>
                  <a:lnTo>
                    <a:pt x="105879" y="52899"/>
                  </a:lnTo>
                  <a:close/>
                </a:path>
                <a:path w="685164" h="176530">
                  <a:moveTo>
                    <a:pt x="97277" y="133730"/>
                  </a:moveTo>
                  <a:lnTo>
                    <a:pt x="78798" y="133730"/>
                  </a:lnTo>
                  <a:lnTo>
                    <a:pt x="79223" y="139232"/>
                  </a:lnTo>
                  <a:lnTo>
                    <a:pt x="80073" y="143464"/>
                  </a:lnTo>
                  <a:lnTo>
                    <a:pt x="80922" y="147061"/>
                  </a:lnTo>
                  <a:lnTo>
                    <a:pt x="99401" y="147061"/>
                  </a:lnTo>
                  <a:lnTo>
                    <a:pt x="97914" y="140713"/>
                  </a:lnTo>
                  <a:lnTo>
                    <a:pt x="97277" y="135846"/>
                  </a:lnTo>
                  <a:lnTo>
                    <a:pt x="97277" y="133730"/>
                  </a:lnTo>
                  <a:close/>
                </a:path>
                <a:path w="685164" h="176530">
                  <a:moveTo>
                    <a:pt x="104271" y="93103"/>
                  </a:moveTo>
                  <a:lnTo>
                    <a:pt x="85595" y="93103"/>
                  </a:lnTo>
                  <a:lnTo>
                    <a:pt x="84161" y="100476"/>
                  </a:lnTo>
                  <a:lnTo>
                    <a:pt x="82409" y="107016"/>
                  </a:lnTo>
                  <a:lnTo>
                    <a:pt x="64780" y="130556"/>
                  </a:lnTo>
                  <a:lnTo>
                    <a:pt x="59258" y="133730"/>
                  </a:lnTo>
                  <a:lnTo>
                    <a:pt x="53523" y="135423"/>
                  </a:lnTo>
                  <a:lnTo>
                    <a:pt x="76903" y="135423"/>
                  </a:lnTo>
                  <a:lnTo>
                    <a:pt x="78798" y="133730"/>
                  </a:lnTo>
                  <a:lnTo>
                    <a:pt x="97277" y="133730"/>
                  </a:lnTo>
                  <a:lnTo>
                    <a:pt x="97303" y="127171"/>
                  </a:lnTo>
                  <a:lnTo>
                    <a:pt x="98126" y="120400"/>
                  </a:lnTo>
                  <a:lnTo>
                    <a:pt x="104271" y="93103"/>
                  </a:lnTo>
                  <a:close/>
                </a:path>
                <a:path w="685164" h="176530">
                  <a:moveTo>
                    <a:pt x="68179" y="38087"/>
                  </a:moveTo>
                  <a:lnTo>
                    <a:pt x="31607" y="51187"/>
                  </a:lnTo>
                  <a:lnTo>
                    <a:pt x="19540" y="70885"/>
                  </a:lnTo>
                  <a:lnTo>
                    <a:pt x="37806" y="72367"/>
                  </a:lnTo>
                  <a:lnTo>
                    <a:pt x="40142" y="66230"/>
                  </a:lnTo>
                  <a:lnTo>
                    <a:pt x="43541" y="61363"/>
                  </a:lnTo>
                  <a:lnTo>
                    <a:pt x="53311" y="54592"/>
                  </a:lnTo>
                  <a:lnTo>
                    <a:pt x="59683" y="52899"/>
                  </a:lnTo>
                  <a:lnTo>
                    <a:pt x="105879" y="52899"/>
                  </a:lnTo>
                  <a:lnTo>
                    <a:pt x="105560" y="52265"/>
                  </a:lnTo>
                  <a:lnTo>
                    <a:pt x="99613" y="47609"/>
                  </a:lnTo>
                  <a:lnTo>
                    <a:pt x="93328" y="43444"/>
                  </a:lnTo>
                  <a:lnTo>
                    <a:pt x="85967" y="40468"/>
                  </a:lnTo>
                  <a:lnTo>
                    <a:pt x="77571" y="38683"/>
                  </a:lnTo>
                  <a:lnTo>
                    <a:pt x="68179" y="38087"/>
                  </a:lnTo>
                  <a:close/>
                </a:path>
                <a:path w="685164" h="176530">
                  <a:moveTo>
                    <a:pt x="165456" y="40415"/>
                  </a:moveTo>
                  <a:lnTo>
                    <a:pt x="147190" y="40415"/>
                  </a:lnTo>
                  <a:lnTo>
                    <a:pt x="124676" y="147061"/>
                  </a:lnTo>
                  <a:lnTo>
                    <a:pt x="142942" y="147061"/>
                  </a:lnTo>
                  <a:lnTo>
                    <a:pt x="153562" y="96701"/>
                  </a:lnTo>
                  <a:lnTo>
                    <a:pt x="155430" y="89050"/>
                  </a:lnTo>
                  <a:lnTo>
                    <a:pt x="176076" y="57978"/>
                  </a:lnTo>
                  <a:lnTo>
                    <a:pt x="161633" y="57978"/>
                  </a:lnTo>
                  <a:lnTo>
                    <a:pt x="165456" y="40415"/>
                  </a:lnTo>
                  <a:close/>
                </a:path>
                <a:path w="685164" h="176530">
                  <a:moveTo>
                    <a:pt x="221580" y="53111"/>
                  </a:moveTo>
                  <a:lnTo>
                    <a:pt x="195829" y="53111"/>
                  </a:lnTo>
                  <a:lnTo>
                    <a:pt x="198802" y="54169"/>
                  </a:lnTo>
                  <a:lnTo>
                    <a:pt x="203050" y="58401"/>
                  </a:lnTo>
                  <a:lnTo>
                    <a:pt x="204112" y="61152"/>
                  </a:lnTo>
                  <a:lnTo>
                    <a:pt x="204112" y="66653"/>
                  </a:lnTo>
                  <a:lnTo>
                    <a:pt x="203687" y="70251"/>
                  </a:lnTo>
                  <a:lnTo>
                    <a:pt x="202315" y="76599"/>
                  </a:lnTo>
                  <a:lnTo>
                    <a:pt x="187545" y="147061"/>
                  </a:lnTo>
                  <a:lnTo>
                    <a:pt x="205811" y="147061"/>
                  </a:lnTo>
                  <a:lnTo>
                    <a:pt x="216643" y="95431"/>
                  </a:lnTo>
                  <a:lnTo>
                    <a:pt x="218472" y="87698"/>
                  </a:lnTo>
                  <a:lnTo>
                    <a:pt x="237883" y="57978"/>
                  </a:lnTo>
                  <a:lnTo>
                    <a:pt x="222591" y="57978"/>
                  </a:lnTo>
                  <a:lnTo>
                    <a:pt x="221580" y="53111"/>
                  </a:lnTo>
                  <a:close/>
                </a:path>
                <a:path w="685164" h="176530">
                  <a:moveTo>
                    <a:pt x="285088" y="53111"/>
                  </a:moveTo>
                  <a:lnTo>
                    <a:pt x="258486" y="53111"/>
                  </a:lnTo>
                  <a:lnTo>
                    <a:pt x="261671" y="53957"/>
                  </a:lnTo>
                  <a:lnTo>
                    <a:pt x="266132" y="57978"/>
                  </a:lnTo>
                  <a:lnTo>
                    <a:pt x="267194" y="60729"/>
                  </a:lnTo>
                  <a:lnTo>
                    <a:pt x="267194" y="66653"/>
                  </a:lnTo>
                  <a:lnTo>
                    <a:pt x="266557" y="70885"/>
                  </a:lnTo>
                  <a:lnTo>
                    <a:pt x="265282" y="76599"/>
                  </a:lnTo>
                  <a:lnTo>
                    <a:pt x="250627" y="147061"/>
                  </a:lnTo>
                  <a:lnTo>
                    <a:pt x="283336" y="78503"/>
                  </a:lnTo>
                  <a:lnTo>
                    <a:pt x="285672" y="54592"/>
                  </a:lnTo>
                  <a:lnTo>
                    <a:pt x="285088" y="53111"/>
                  </a:lnTo>
                  <a:close/>
                </a:path>
                <a:path w="685164" h="176530">
                  <a:moveTo>
                    <a:pt x="203900" y="38087"/>
                  </a:moveTo>
                  <a:lnTo>
                    <a:pt x="161633" y="57978"/>
                  </a:lnTo>
                  <a:lnTo>
                    <a:pt x="176076" y="57978"/>
                  </a:lnTo>
                  <a:lnTo>
                    <a:pt x="181811" y="54592"/>
                  </a:lnTo>
                  <a:lnTo>
                    <a:pt x="187333" y="53111"/>
                  </a:lnTo>
                  <a:lnTo>
                    <a:pt x="221580" y="53111"/>
                  </a:lnTo>
                  <a:lnTo>
                    <a:pt x="221316" y="51841"/>
                  </a:lnTo>
                  <a:lnTo>
                    <a:pt x="218343" y="46975"/>
                  </a:lnTo>
                  <a:lnTo>
                    <a:pt x="209422" y="39780"/>
                  </a:lnTo>
                  <a:lnTo>
                    <a:pt x="203900" y="38087"/>
                  </a:lnTo>
                  <a:close/>
                </a:path>
                <a:path w="685164" h="176530">
                  <a:moveTo>
                    <a:pt x="267619" y="38087"/>
                  </a:moveTo>
                  <a:lnTo>
                    <a:pt x="252114" y="38087"/>
                  </a:lnTo>
                  <a:lnTo>
                    <a:pt x="245742" y="39780"/>
                  </a:lnTo>
                  <a:lnTo>
                    <a:pt x="239795" y="43166"/>
                  </a:lnTo>
                  <a:lnTo>
                    <a:pt x="233848" y="46340"/>
                  </a:lnTo>
                  <a:lnTo>
                    <a:pt x="228113" y="51418"/>
                  </a:lnTo>
                  <a:lnTo>
                    <a:pt x="222591" y="57978"/>
                  </a:lnTo>
                  <a:lnTo>
                    <a:pt x="237883" y="57978"/>
                  </a:lnTo>
                  <a:lnTo>
                    <a:pt x="243618" y="54592"/>
                  </a:lnTo>
                  <a:lnTo>
                    <a:pt x="249140" y="53111"/>
                  </a:lnTo>
                  <a:lnTo>
                    <a:pt x="285088" y="53111"/>
                  </a:lnTo>
                  <a:lnTo>
                    <a:pt x="283336" y="48667"/>
                  </a:lnTo>
                  <a:lnTo>
                    <a:pt x="274415" y="40203"/>
                  </a:lnTo>
                  <a:lnTo>
                    <a:pt x="267619" y="38087"/>
                  </a:lnTo>
                  <a:close/>
                </a:path>
                <a:path w="685164" h="176530">
                  <a:moveTo>
                    <a:pt x="350028" y="0"/>
                  </a:moveTo>
                  <a:lnTo>
                    <a:pt x="331975" y="0"/>
                  </a:lnTo>
                  <a:lnTo>
                    <a:pt x="327727" y="20525"/>
                  </a:lnTo>
                  <a:lnTo>
                    <a:pt x="345780" y="20525"/>
                  </a:lnTo>
                  <a:lnTo>
                    <a:pt x="350028" y="0"/>
                  </a:lnTo>
                  <a:close/>
                </a:path>
                <a:path w="685164" h="176530">
                  <a:moveTo>
                    <a:pt x="341745" y="40415"/>
                  </a:moveTo>
                  <a:lnTo>
                    <a:pt x="323479" y="40415"/>
                  </a:lnTo>
                  <a:lnTo>
                    <a:pt x="301177" y="147061"/>
                  </a:lnTo>
                  <a:lnTo>
                    <a:pt x="319231" y="147061"/>
                  </a:lnTo>
                  <a:lnTo>
                    <a:pt x="341745" y="40415"/>
                  </a:lnTo>
                  <a:close/>
                </a:path>
                <a:path w="685164" h="176530">
                  <a:moveTo>
                    <a:pt x="405251" y="38087"/>
                  </a:moveTo>
                  <a:lnTo>
                    <a:pt x="370020" y="56126"/>
                  </a:lnTo>
                  <a:lnTo>
                    <a:pt x="353516" y="96317"/>
                  </a:lnTo>
                  <a:lnTo>
                    <a:pt x="353002" y="105799"/>
                  </a:lnTo>
                  <a:lnTo>
                    <a:pt x="353639" y="115797"/>
                  </a:lnTo>
                  <a:lnTo>
                    <a:pt x="381177" y="148708"/>
                  </a:lnTo>
                  <a:lnTo>
                    <a:pt x="388472" y="149389"/>
                  </a:lnTo>
                  <a:lnTo>
                    <a:pt x="396868" y="148278"/>
                  </a:lnTo>
                  <a:lnTo>
                    <a:pt x="405145" y="144945"/>
                  </a:lnTo>
                  <a:lnTo>
                    <a:pt x="413262" y="139391"/>
                  </a:lnTo>
                  <a:lnTo>
                    <a:pt x="417733" y="135000"/>
                  </a:lnTo>
                  <a:lnTo>
                    <a:pt x="388684" y="135000"/>
                  </a:lnTo>
                  <a:lnTo>
                    <a:pt x="384436" y="133519"/>
                  </a:lnTo>
                  <a:lnTo>
                    <a:pt x="380826" y="130556"/>
                  </a:lnTo>
                  <a:lnTo>
                    <a:pt x="377427" y="127806"/>
                  </a:lnTo>
                  <a:lnTo>
                    <a:pt x="374879" y="124208"/>
                  </a:lnTo>
                  <a:lnTo>
                    <a:pt x="371905" y="115744"/>
                  </a:lnTo>
                  <a:lnTo>
                    <a:pt x="371055" y="109820"/>
                  </a:lnTo>
                  <a:lnTo>
                    <a:pt x="371179" y="96317"/>
                  </a:lnTo>
                  <a:lnTo>
                    <a:pt x="372330" y="90776"/>
                  </a:lnTo>
                  <a:lnTo>
                    <a:pt x="374879" y="83581"/>
                  </a:lnTo>
                  <a:lnTo>
                    <a:pt x="377215" y="76387"/>
                  </a:lnTo>
                  <a:lnTo>
                    <a:pt x="380188" y="70462"/>
                  </a:lnTo>
                  <a:lnTo>
                    <a:pt x="383799" y="65807"/>
                  </a:lnTo>
                  <a:lnTo>
                    <a:pt x="387198" y="61152"/>
                  </a:lnTo>
                  <a:lnTo>
                    <a:pt x="390808" y="57978"/>
                  </a:lnTo>
                  <a:lnTo>
                    <a:pt x="394419" y="55862"/>
                  </a:lnTo>
                  <a:lnTo>
                    <a:pt x="398030" y="53957"/>
                  </a:lnTo>
                  <a:lnTo>
                    <a:pt x="401853" y="53111"/>
                  </a:lnTo>
                  <a:lnTo>
                    <a:pt x="432393" y="53111"/>
                  </a:lnTo>
                  <a:lnTo>
                    <a:pt x="429594" y="48889"/>
                  </a:lnTo>
                  <a:lnTo>
                    <a:pt x="422694" y="42875"/>
                  </a:lnTo>
                  <a:lnTo>
                    <a:pt x="414560" y="39281"/>
                  </a:lnTo>
                  <a:lnTo>
                    <a:pt x="405251" y="38087"/>
                  </a:lnTo>
                  <a:close/>
                </a:path>
                <a:path w="685164" h="176530">
                  <a:moveTo>
                    <a:pt x="438009" y="131614"/>
                  </a:moveTo>
                  <a:lnTo>
                    <a:pt x="421181" y="131614"/>
                  </a:lnTo>
                  <a:lnTo>
                    <a:pt x="417783" y="147061"/>
                  </a:lnTo>
                  <a:lnTo>
                    <a:pt x="434774" y="147061"/>
                  </a:lnTo>
                  <a:lnTo>
                    <a:pt x="438009" y="131614"/>
                  </a:lnTo>
                  <a:close/>
                </a:path>
                <a:path w="685164" h="176530">
                  <a:moveTo>
                    <a:pt x="432393" y="53111"/>
                  </a:moveTo>
                  <a:lnTo>
                    <a:pt x="413110" y="53111"/>
                  </a:lnTo>
                  <a:lnTo>
                    <a:pt x="418632" y="55439"/>
                  </a:lnTo>
                  <a:lnTo>
                    <a:pt x="423092" y="60094"/>
                  </a:lnTo>
                  <a:lnTo>
                    <a:pt x="427340" y="64961"/>
                  </a:lnTo>
                  <a:lnTo>
                    <a:pt x="429677" y="71520"/>
                  </a:lnTo>
                  <a:lnTo>
                    <a:pt x="429677" y="79984"/>
                  </a:lnTo>
                  <a:lnTo>
                    <a:pt x="428837" y="92009"/>
                  </a:lnTo>
                  <a:lnTo>
                    <a:pt x="410986" y="127680"/>
                  </a:lnTo>
                  <a:lnTo>
                    <a:pt x="393782" y="135000"/>
                  </a:lnTo>
                  <a:lnTo>
                    <a:pt x="417733" y="135000"/>
                  </a:lnTo>
                  <a:lnTo>
                    <a:pt x="421181" y="131614"/>
                  </a:lnTo>
                  <a:lnTo>
                    <a:pt x="438009" y="131614"/>
                  </a:lnTo>
                  <a:lnTo>
                    <a:pt x="453563" y="57343"/>
                  </a:lnTo>
                  <a:lnTo>
                    <a:pt x="435199" y="57343"/>
                  </a:lnTo>
                  <a:lnTo>
                    <a:pt x="432393" y="53111"/>
                  </a:lnTo>
                  <a:close/>
                </a:path>
                <a:path w="685164" h="176530">
                  <a:moveTo>
                    <a:pt x="465572" y="0"/>
                  </a:moveTo>
                  <a:lnTo>
                    <a:pt x="447306" y="0"/>
                  </a:lnTo>
                  <a:lnTo>
                    <a:pt x="435199" y="57343"/>
                  </a:lnTo>
                  <a:lnTo>
                    <a:pt x="453563" y="57343"/>
                  </a:lnTo>
                  <a:lnTo>
                    <a:pt x="465572" y="0"/>
                  </a:lnTo>
                  <a:close/>
                </a:path>
                <a:path w="685164" h="176530">
                  <a:moveTo>
                    <a:pt x="528016" y="38087"/>
                  </a:moveTo>
                  <a:lnTo>
                    <a:pt x="488351" y="56153"/>
                  </a:lnTo>
                  <a:lnTo>
                    <a:pt x="471396" y="95666"/>
                  </a:lnTo>
                  <a:lnTo>
                    <a:pt x="470882" y="113205"/>
                  </a:lnTo>
                  <a:lnTo>
                    <a:pt x="472581" y="121034"/>
                  </a:lnTo>
                  <a:lnTo>
                    <a:pt x="476191" y="128017"/>
                  </a:lnTo>
                  <a:lnTo>
                    <a:pt x="479590" y="135000"/>
                  </a:lnTo>
                  <a:lnTo>
                    <a:pt x="484687" y="140290"/>
                  </a:lnTo>
                  <a:lnTo>
                    <a:pt x="491272" y="143887"/>
                  </a:lnTo>
                  <a:lnTo>
                    <a:pt x="497856" y="147696"/>
                  </a:lnTo>
                  <a:lnTo>
                    <a:pt x="505077" y="149389"/>
                  </a:lnTo>
                  <a:lnTo>
                    <a:pt x="512936" y="149389"/>
                  </a:lnTo>
                  <a:lnTo>
                    <a:pt x="522172" y="148668"/>
                  </a:lnTo>
                  <a:lnTo>
                    <a:pt x="530751" y="146479"/>
                  </a:lnTo>
                  <a:lnTo>
                    <a:pt x="538653" y="142783"/>
                  </a:lnTo>
                  <a:lnTo>
                    <a:pt x="545857" y="137539"/>
                  </a:lnTo>
                  <a:lnTo>
                    <a:pt x="548950" y="134577"/>
                  </a:lnTo>
                  <a:lnTo>
                    <a:pt x="506564" y="134577"/>
                  </a:lnTo>
                  <a:lnTo>
                    <a:pt x="500829" y="132038"/>
                  </a:lnTo>
                  <a:lnTo>
                    <a:pt x="496157" y="126748"/>
                  </a:lnTo>
                  <a:lnTo>
                    <a:pt x="491696" y="121458"/>
                  </a:lnTo>
                  <a:lnTo>
                    <a:pt x="489360" y="113840"/>
                  </a:lnTo>
                  <a:lnTo>
                    <a:pt x="489360" y="102202"/>
                  </a:lnTo>
                  <a:lnTo>
                    <a:pt x="489785" y="98182"/>
                  </a:lnTo>
                  <a:lnTo>
                    <a:pt x="568584" y="98182"/>
                  </a:lnTo>
                  <a:lnTo>
                    <a:pt x="569433" y="92892"/>
                  </a:lnTo>
                  <a:lnTo>
                    <a:pt x="569858" y="87390"/>
                  </a:lnTo>
                  <a:lnTo>
                    <a:pt x="569858" y="84428"/>
                  </a:lnTo>
                  <a:lnTo>
                    <a:pt x="492758" y="84428"/>
                  </a:lnTo>
                  <a:lnTo>
                    <a:pt x="495430" y="76850"/>
                  </a:lnTo>
                  <a:lnTo>
                    <a:pt x="520582" y="52265"/>
                  </a:lnTo>
                  <a:lnTo>
                    <a:pt x="560206" y="52265"/>
                  </a:lnTo>
                  <a:lnTo>
                    <a:pt x="558389" y="49937"/>
                  </a:lnTo>
                  <a:lnTo>
                    <a:pt x="552299" y="44783"/>
                  </a:lnTo>
                  <a:lnTo>
                    <a:pt x="545194" y="41076"/>
                  </a:lnTo>
                  <a:lnTo>
                    <a:pt x="537093" y="38838"/>
                  </a:lnTo>
                  <a:lnTo>
                    <a:pt x="528016" y="38087"/>
                  </a:lnTo>
                  <a:close/>
                </a:path>
                <a:path w="685164" h="176530">
                  <a:moveTo>
                    <a:pt x="545645" y="110878"/>
                  </a:moveTo>
                  <a:lnTo>
                    <a:pt x="519308" y="134577"/>
                  </a:lnTo>
                  <a:lnTo>
                    <a:pt x="548950" y="134577"/>
                  </a:lnTo>
                  <a:lnTo>
                    <a:pt x="552073" y="131585"/>
                  </a:lnTo>
                  <a:lnTo>
                    <a:pt x="557035" y="125452"/>
                  </a:lnTo>
                  <a:lnTo>
                    <a:pt x="560762" y="119120"/>
                  </a:lnTo>
                  <a:lnTo>
                    <a:pt x="563274" y="112571"/>
                  </a:lnTo>
                  <a:lnTo>
                    <a:pt x="545645" y="110878"/>
                  </a:lnTo>
                  <a:close/>
                </a:path>
                <a:path w="685164" h="176530">
                  <a:moveTo>
                    <a:pt x="560206" y="52265"/>
                  </a:moveTo>
                  <a:lnTo>
                    <a:pt x="535450" y="52265"/>
                  </a:lnTo>
                  <a:lnTo>
                    <a:pt x="541397" y="54592"/>
                  </a:lnTo>
                  <a:lnTo>
                    <a:pt x="545857" y="59459"/>
                  </a:lnTo>
                  <a:lnTo>
                    <a:pt x="550530" y="64326"/>
                  </a:lnTo>
                  <a:lnTo>
                    <a:pt x="552866" y="71309"/>
                  </a:lnTo>
                  <a:lnTo>
                    <a:pt x="552866" y="82523"/>
                  </a:lnTo>
                  <a:lnTo>
                    <a:pt x="552654" y="84428"/>
                  </a:lnTo>
                  <a:lnTo>
                    <a:pt x="569858" y="84428"/>
                  </a:lnTo>
                  <a:lnTo>
                    <a:pt x="569858" y="82312"/>
                  </a:lnTo>
                  <a:lnTo>
                    <a:pt x="569141" y="72552"/>
                  </a:lnTo>
                  <a:lnTo>
                    <a:pt x="566991" y="63903"/>
                  </a:lnTo>
                  <a:lnTo>
                    <a:pt x="563407" y="56364"/>
                  </a:lnTo>
                  <a:lnTo>
                    <a:pt x="560206" y="52265"/>
                  </a:lnTo>
                  <a:close/>
                </a:path>
                <a:path w="685164" h="176530">
                  <a:moveTo>
                    <a:pt x="605116" y="109608"/>
                  </a:moveTo>
                  <a:lnTo>
                    <a:pt x="586850" y="110666"/>
                  </a:lnTo>
                  <a:lnTo>
                    <a:pt x="587371" y="120234"/>
                  </a:lnTo>
                  <a:lnTo>
                    <a:pt x="589584" y="128335"/>
                  </a:lnTo>
                  <a:lnTo>
                    <a:pt x="621809" y="148830"/>
                  </a:lnTo>
                  <a:lnTo>
                    <a:pt x="639736" y="149389"/>
                  </a:lnTo>
                  <a:lnTo>
                    <a:pt x="647595" y="147908"/>
                  </a:lnTo>
                  <a:lnTo>
                    <a:pt x="654392" y="144945"/>
                  </a:lnTo>
                  <a:lnTo>
                    <a:pt x="660976" y="141771"/>
                  </a:lnTo>
                  <a:lnTo>
                    <a:pt x="666074" y="137751"/>
                  </a:lnTo>
                  <a:lnTo>
                    <a:pt x="667534" y="135423"/>
                  </a:lnTo>
                  <a:lnTo>
                    <a:pt x="625931" y="135423"/>
                  </a:lnTo>
                  <a:lnTo>
                    <a:pt x="620833" y="134154"/>
                  </a:lnTo>
                  <a:lnTo>
                    <a:pt x="616585" y="131826"/>
                  </a:lnTo>
                  <a:lnTo>
                    <a:pt x="612125" y="129498"/>
                  </a:lnTo>
                  <a:lnTo>
                    <a:pt x="609151" y="126536"/>
                  </a:lnTo>
                  <a:lnTo>
                    <a:pt x="607665" y="122939"/>
                  </a:lnTo>
                  <a:lnTo>
                    <a:pt x="605965" y="119130"/>
                  </a:lnTo>
                  <a:lnTo>
                    <a:pt x="605116" y="114687"/>
                  </a:lnTo>
                  <a:lnTo>
                    <a:pt x="605116" y="109608"/>
                  </a:lnTo>
                  <a:close/>
                </a:path>
                <a:path w="685164" h="176530">
                  <a:moveTo>
                    <a:pt x="640161" y="38087"/>
                  </a:moveTo>
                  <a:lnTo>
                    <a:pt x="601930" y="60305"/>
                  </a:lnTo>
                  <a:lnTo>
                    <a:pt x="601930" y="73636"/>
                  </a:lnTo>
                  <a:lnTo>
                    <a:pt x="634002" y="99875"/>
                  </a:lnTo>
                  <a:lnTo>
                    <a:pt x="643560" y="104107"/>
                  </a:lnTo>
                  <a:lnTo>
                    <a:pt x="655879" y="123574"/>
                  </a:lnTo>
                  <a:lnTo>
                    <a:pt x="653755" y="127382"/>
                  </a:lnTo>
                  <a:lnTo>
                    <a:pt x="645684" y="133730"/>
                  </a:lnTo>
                  <a:lnTo>
                    <a:pt x="639736" y="135423"/>
                  </a:lnTo>
                  <a:lnTo>
                    <a:pt x="667534" y="135423"/>
                  </a:lnTo>
                  <a:lnTo>
                    <a:pt x="672445" y="127594"/>
                  </a:lnTo>
                  <a:lnTo>
                    <a:pt x="674145" y="122516"/>
                  </a:lnTo>
                  <a:lnTo>
                    <a:pt x="674145" y="109185"/>
                  </a:lnTo>
                  <a:lnTo>
                    <a:pt x="630603" y="78926"/>
                  </a:lnTo>
                  <a:lnTo>
                    <a:pt x="625506" y="76387"/>
                  </a:lnTo>
                  <a:lnTo>
                    <a:pt x="623382" y="74694"/>
                  </a:lnTo>
                  <a:lnTo>
                    <a:pt x="620408" y="72155"/>
                  </a:lnTo>
                  <a:lnTo>
                    <a:pt x="618922" y="69193"/>
                  </a:lnTo>
                  <a:lnTo>
                    <a:pt x="618922" y="62421"/>
                  </a:lnTo>
                  <a:lnTo>
                    <a:pt x="620621" y="59247"/>
                  </a:lnTo>
                  <a:lnTo>
                    <a:pt x="624232" y="56497"/>
                  </a:lnTo>
                  <a:lnTo>
                    <a:pt x="627630" y="53534"/>
                  </a:lnTo>
                  <a:lnTo>
                    <a:pt x="632515" y="52053"/>
                  </a:lnTo>
                  <a:lnTo>
                    <a:pt x="675266" y="52053"/>
                  </a:lnTo>
                  <a:lnTo>
                    <a:pt x="670959" y="47398"/>
                  </a:lnTo>
                  <a:lnTo>
                    <a:pt x="664982" y="43354"/>
                  </a:lnTo>
                  <a:lnTo>
                    <a:pt x="657870" y="40441"/>
                  </a:lnTo>
                  <a:lnTo>
                    <a:pt x="649603" y="38679"/>
                  </a:lnTo>
                  <a:lnTo>
                    <a:pt x="640161" y="38087"/>
                  </a:lnTo>
                  <a:close/>
                </a:path>
                <a:path w="685164" h="176530">
                  <a:moveTo>
                    <a:pt x="675266" y="52053"/>
                  </a:moveTo>
                  <a:lnTo>
                    <a:pt x="646746" y="52053"/>
                  </a:lnTo>
                  <a:lnTo>
                    <a:pt x="652905" y="53957"/>
                  </a:lnTo>
                  <a:lnTo>
                    <a:pt x="661401" y="61575"/>
                  </a:lnTo>
                  <a:lnTo>
                    <a:pt x="663737" y="66653"/>
                  </a:lnTo>
                  <a:lnTo>
                    <a:pt x="663950" y="73001"/>
                  </a:lnTo>
                  <a:lnTo>
                    <a:pt x="681791" y="71732"/>
                  </a:lnTo>
                  <a:lnTo>
                    <a:pt x="680994" y="64597"/>
                  </a:lnTo>
                  <a:lnTo>
                    <a:pt x="678924" y="58137"/>
                  </a:lnTo>
                  <a:lnTo>
                    <a:pt x="675578" y="52390"/>
                  </a:lnTo>
                  <a:lnTo>
                    <a:pt x="675266" y="52053"/>
                  </a:lnTo>
                  <a:close/>
                </a:path>
                <a:path w="685164" h="176530">
                  <a:moveTo>
                    <a:pt x="684552" y="161238"/>
                  </a:moveTo>
                  <a:lnTo>
                    <a:pt x="0" y="161238"/>
                  </a:lnTo>
                  <a:lnTo>
                    <a:pt x="0" y="176262"/>
                  </a:lnTo>
                  <a:lnTo>
                    <a:pt x="684552" y="176262"/>
                  </a:lnTo>
                  <a:lnTo>
                    <a:pt x="684552" y="16123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4616604" y="2638180"/>
              <a:ext cx="130623" cy="152076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4316701" y="2640719"/>
              <a:ext cx="130198" cy="147040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4479821" y="2707161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29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4922454" y="2638180"/>
              <a:ext cx="174377" cy="152076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4783123" y="2707161"/>
              <a:ext cx="102870" cy="0"/>
            </a:xfrm>
            <a:custGeom>
              <a:avLst/>
              <a:gdLst/>
              <a:ahLst/>
              <a:cxnLst/>
              <a:rect l="l" t="t" r="r" b="b"/>
              <a:pathLst>
                <a:path w="102870">
                  <a:moveTo>
                    <a:pt x="0" y="0"/>
                  </a:moveTo>
                  <a:lnTo>
                    <a:pt x="102799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4610468" y="2333476"/>
              <a:ext cx="141220" cy="152140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4655685" y="2518837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5" h="85725">
                  <a:moveTo>
                    <a:pt x="0" y="85697"/>
                  </a:moveTo>
                  <a:lnTo>
                    <a:pt x="0" y="0"/>
                  </a:lnTo>
                </a:path>
                <a:path w="55245" h="85725">
                  <a:moveTo>
                    <a:pt x="55010" y="85697"/>
                  </a:moveTo>
                  <a:lnTo>
                    <a:pt x="55010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5228092" y="2688117"/>
              <a:ext cx="703580" cy="12700"/>
            </a:xfrm>
            <a:custGeom>
              <a:avLst/>
              <a:gdLst/>
              <a:ahLst/>
              <a:cxnLst/>
              <a:rect l="l" t="t" r="r" b="b"/>
              <a:pathLst>
                <a:path w="703579" h="12700">
                  <a:moveTo>
                    <a:pt x="703455" y="0"/>
                  </a:moveTo>
                  <a:lnTo>
                    <a:pt x="0" y="0"/>
                  </a:lnTo>
                  <a:lnTo>
                    <a:pt x="0" y="12695"/>
                  </a:lnTo>
                  <a:lnTo>
                    <a:pt x="703455" y="12695"/>
                  </a:lnTo>
                  <a:lnTo>
                    <a:pt x="7034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5911587" y="2658280"/>
              <a:ext cx="130402" cy="69830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5371247" y="2434409"/>
              <a:ext cx="270510" cy="147320"/>
            </a:xfrm>
            <a:custGeom>
              <a:avLst/>
              <a:gdLst/>
              <a:ahLst/>
              <a:cxnLst/>
              <a:rect l="l" t="t" r="r" b="b"/>
              <a:pathLst>
                <a:path w="270510" h="147319">
                  <a:moveTo>
                    <a:pt x="19965" y="0"/>
                  </a:moveTo>
                  <a:lnTo>
                    <a:pt x="0" y="0"/>
                  </a:lnTo>
                  <a:lnTo>
                    <a:pt x="0" y="147061"/>
                  </a:lnTo>
                  <a:lnTo>
                    <a:pt x="18690" y="147061"/>
                  </a:lnTo>
                  <a:lnTo>
                    <a:pt x="18690" y="31528"/>
                  </a:lnTo>
                  <a:lnTo>
                    <a:pt x="41121" y="31528"/>
                  </a:lnTo>
                  <a:lnTo>
                    <a:pt x="19965" y="0"/>
                  </a:lnTo>
                  <a:close/>
                </a:path>
                <a:path w="270510" h="147319">
                  <a:moveTo>
                    <a:pt x="41121" y="31528"/>
                  </a:moveTo>
                  <a:lnTo>
                    <a:pt x="18690" y="31528"/>
                  </a:lnTo>
                  <a:lnTo>
                    <a:pt x="96215" y="147061"/>
                  </a:lnTo>
                  <a:lnTo>
                    <a:pt x="116180" y="147061"/>
                  </a:lnTo>
                  <a:lnTo>
                    <a:pt x="116180" y="115533"/>
                  </a:lnTo>
                  <a:lnTo>
                    <a:pt x="97489" y="115533"/>
                  </a:lnTo>
                  <a:lnTo>
                    <a:pt x="41121" y="31528"/>
                  </a:lnTo>
                  <a:close/>
                </a:path>
                <a:path w="270510" h="147319">
                  <a:moveTo>
                    <a:pt x="116180" y="0"/>
                  </a:moveTo>
                  <a:lnTo>
                    <a:pt x="97489" y="0"/>
                  </a:lnTo>
                  <a:lnTo>
                    <a:pt x="97489" y="115533"/>
                  </a:lnTo>
                  <a:lnTo>
                    <a:pt x="116180" y="115533"/>
                  </a:lnTo>
                  <a:lnTo>
                    <a:pt x="116180" y="0"/>
                  </a:lnTo>
                  <a:close/>
                </a:path>
                <a:path w="270510" h="147319">
                  <a:moveTo>
                    <a:pt x="173527" y="0"/>
                  </a:moveTo>
                  <a:lnTo>
                    <a:pt x="153987" y="0"/>
                  </a:lnTo>
                  <a:lnTo>
                    <a:pt x="153987" y="147061"/>
                  </a:lnTo>
                  <a:lnTo>
                    <a:pt x="173527" y="147061"/>
                  </a:lnTo>
                  <a:lnTo>
                    <a:pt x="173527" y="77657"/>
                  </a:lnTo>
                  <a:lnTo>
                    <a:pt x="269955" y="77657"/>
                  </a:lnTo>
                  <a:lnTo>
                    <a:pt x="269955" y="60305"/>
                  </a:lnTo>
                  <a:lnTo>
                    <a:pt x="173527" y="60305"/>
                  </a:lnTo>
                  <a:lnTo>
                    <a:pt x="173527" y="0"/>
                  </a:lnTo>
                  <a:close/>
                </a:path>
                <a:path w="270510" h="147319">
                  <a:moveTo>
                    <a:pt x="269955" y="77657"/>
                  </a:moveTo>
                  <a:lnTo>
                    <a:pt x="250414" y="77657"/>
                  </a:lnTo>
                  <a:lnTo>
                    <a:pt x="250414" y="147061"/>
                  </a:lnTo>
                  <a:lnTo>
                    <a:pt x="269955" y="147061"/>
                  </a:lnTo>
                  <a:lnTo>
                    <a:pt x="269955" y="77657"/>
                  </a:lnTo>
                  <a:close/>
                </a:path>
                <a:path w="270510" h="147319">
                  <a:moveTo>
                    <a:pt x="269955" y="0"/>
                  </a:moveTo>
                  <a:lnTo>
                    <a:pt x="250414" y="0"/>
                  </a:lnTo>
                  <a:lnTo>
                    <a:pt x="250414" y="60305"/>
                  </a:lnTo>
                  <a:lnTo>
                    <a:pt x="269955" y="60305"/>
                  </a:lnTo>
                  <a:lnTo>
                    <a:pt x="2699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5666903" y="2516510"/>
              <a:ext cx="73276" cy="110666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5766941" y="2434409"/>
              <a:ext cx="166943" cy="147061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5362964" y="2921067"/>
              <a:ext cx="559435" cy="149860"/>
            </a:xfrm>
            <a:custGeom>
              <a:avLst/>
              <a:gdLst/>
              <a:ahLst/>
              <a:cxnLst/>
              <a:rect l="l" t="t" r="r" b="b"/>
              <a:pathLst>
                <a:path w="559435" h="149860">
                  <a:moveTo>
                    <a:pt x="88978" y="53069"/>
                  </a:moveTo>
                  <a:lnTo>
                    <a:pt x="57771" y="53069"/>
                  </a:lnTo>
                  <a:lnTo>
                    <a:pt x="64780" y="55100"/>
                  </a:lnTo>
                  <a:lnTo>
                    <a:pt x="69241" y="59184"/>
                  </a:lnTo>
                  <a:lnTo>
                    <a:pt x="72639" y="62189"/>
                  </a:lnTo>
                  <a:lnTo>
                    <a:pt x="74551" y="67373"/>
                  </a:lnTo>
                  <a:lnTo>
                    <a:pt x="74551" y="75392"/>
                  </a:lnTo>
                  <a:lnTo>
                    <a:pt x="74338" y="76979"/>
                  </a:lnTo>
                  <a:lnTo>
                    <a:pt x="74338" y="79434"/>
                  </a:lnTo>
                  <a:lnTo>
                    <a:pt x="34832" y="86523"/>
                  </a:lnTo>
                  <a:lnTo>
                    <a:pt x="29523" y="87432"/>
                  </a:lnTo>
                  <a:lnTo>
                    <a:pt x="25912" y="88364"/>
                  </a:lnTo>
                  <a:lnTo>
                    <a:pt x="21027" y="89718"/>
                  </a:lnTo>
                  <a:lnTo>
                    <a:pt x="16779" y="91686"/>
                  </a:lnTo>
                  <a:lnTo>
                    <a:pt x="12956" y="94288"/>
                  </a:lnTo>
                  <a:lnTo>
                    <a:pt x="8920" y="96891"/>
                  </a:lnTo>
                  <a:lnTo>
                    <a:pt x="5924" y="100404"/>
                  </a:lnTo>
                  <a:lnTo>
                    <a:pt x="3610" y="104678"/>
                  </a:lnTo>
                  <a:lnTo>
                    <a:pt x="1061" y="108994"/>
                  </a:lnTo>
                  <a:lnTo>
                    <a:pt x="0" y="113755"/>
                  </a:lnTo>
                  <a:lnTo>
                    <a:pt x="0" y="127869"/>
                  </a:lnTo>
                  <a:lnTo>
                    <a:pt x="3185" y="135169"/>
                  </a:lnTo>
                  <a:lnTo>
                    <a:pt x="43541" y="149452"/>
                  </a:lnTo>
                  <a:lnTo>
                    <a:pt x="50337" y="148289"/>
                  </a:lnTo>
                  <a:lnTo>
                    <a:pt x="62656" y="143612"/>
                  </a:lnTo>
                  <a:lnTo>
                    <a:pt x="69241" y="139592"/>
                  </a:lnTo>
                  <a:lnTo>
                    <a:pt x="74203" y="135317"/>
                  </a:lnTo>
                  <a:lnTo>
                    <a:pt x="33770" y="135317"/>
                  </a:lnTo>
                  <a:lnTo>
                    <a:pt x="28461" y="133709"/>
                  </a:lnTo>
                  <a:lnTo>
                    <a:pt x="24850" y="130493"/>
                  </a:lnTo>
                  <a:lnTo>
                    <a:pt x="21027" y="127298"/>
                  </a:lnTo>
                  <a:lnTo>
                    <a:pt x="19444" y="123553"/>
                  </a:lnTo>
                  <a:lnTo>
                    <a:pt x="19328" y="115321"/>
                  </a:lnTo>
                  <a:lnTo>
                    <a:pt x="20177" y="112465"/>
                  </a:lnTo>
                  <a:lnTo>
                    <a:pt x="21876" y="109883"/>
                  </a:lnTo>
                  <a:lnTo>
                    <a:pt x="23363" y="107323"/>
                  </a:lnTo>
                  <a:lnTo>
                    <a:pt x="44815" y="100404"/>
                  </a:lnTo>
                  <a:lnTo>
                    <a:pt x="54058" y="98928"/>
                  </a:lnTo>
                  <a:lnTo>
                    <a:pt x="62046" y="97298"/>
                  </a:lnTo>
                  <a:lnTo>
                    <a:pt x="68799" y="95518"/>
                  </a:lnTo>
                  <a:lnTo>
                    <a:pt x="74338" y="93590"/>
                  </a:lnTo>
                  <a:lnTo>
                    <a:pt x="92604" y="93590"/>
                  </a:lnTo>
                  <a:lnTo>
                    <a:pt x="92491" y="67373"/>
                  </a:lnTo>
                  <a:lnTo>
                    <a:pt x="92392" y="64770"/>
                  </a:lnTo>
                  <a:lnTo>
                    <a:pt x="91755" y="61681"/>
                  </a:lnTo>
                  <a:lnTo>
                    <a:pt x="90693" y="56751"/>
                  </a:lnTo>
                  <a:lnTo>
                    <a:pt x="88978" y="53069"/>
                  </a:lnTo>
                  <a:close/>
                </a:path>
                <a:path w="559435" h="149860">
                  <a:moveTo>
                    <a:pt x="93837" y="133921"/>
                  </a:moveTo>
                  <a:lnTo>
                    <a:pt x="75825" y="133921"/>
                  </a:lnTo>
                  <a:lnTo>
                    <a:pt x="76462" y="138936"/>
                  </a:lnTo>
                  <a:lnTo>
                    <a:pt x="77524" y="143316"/>
                  </a:lnTo>
                  <a:lnTo>
                    <a:pt x="79436" y="147061"/>
                  </a:lnTo>
                  <a:lnTo>
                    <a:pt x="98339" y="147061"/>
                  </a:lnTo>
                  <a:lnTo>
                    <a:pt x="96215" y="142977"/>
                  </a:lnTo>
                  <a:lnTo>
                    <a:pt x="94516" y="138703"/>
                  </a:lnTo>
                  <a:lnTo>
                    <a:pt x="93837" y="133921"/>
                  </a:lnTo>
                  <a:close/>
                </a:path>
                <a:path w="559435" h="149860">
                  <a:moveTo>
                    <a:pt x="92604" y="93590"/>
                  </a:moveTo>
                  <a:lnTo>
                    <a:pt x="74338" y="93590"/>
                  </a:lnTo>
                  <a:lnTo>
                    <a:pt x="74338" y="108169"/>
                  </a:lnTo>
                  <a:lnTo>
                    <a:pt x="73276" y="114179"/>
                  </a:lnTo>
                  <a:lnTo>
                    <a:pt x="47789" y="135317"/>
                  </a:lnTo>
                  <a:lnTo>
                    <a:pt x="74203" y="135317"/>
                  </a:lnTo>
                  <a:lnTo>
                    <a:pt x="75825" y="133921"/>
                  </a:lnTo>
                  <a:lnTo>
                    <a:pt x="93837" y="133921"/>
                  </a:lnTo>
                  <a:lnTo>
                    <a:pt x="93321" y="129769"/>
                  </a:lnTo>
                  <a:lnTo>
                    <a:pt x="92923" y="122963"/>
                  </a:lnTo>
                  <a:lnTo>
                    <a:pt x="92674" y="112465"/>
                  </a:lnTo>
                  <a:lnTo>
                    <a:pt x="92604" y="93590"/>
                  </a:lnTo>
                  <a:close/>
                </a:path>
                <a:path w="559435" h="149860">
                  <a:moveTo>
                    <a:pt x="60320" y="38109"/>
                  </a:moveTo>
                  <a:lnTo>
                    <a:pt x="19965" y="44393"/>
                  </a:lnTo>
                  <a:lnTo>
                    <a:pt x="11009" y="52645"/>
                  </a:lnTo>
                  <a:lnTo>
                    <a:pt x="7221" y="57258"/>
                  </a:lnTo>
                  <a:lnTo>
                    <a:pt x="4672" y="63352"/>
                  </a:lnTo>
                  <a:lnTo>
                    <a:pt x="2973" y="70928"/>
                  </a:lnTo>
                  <a:lnTo>
                    <a:pt x="20814" y="73319"/>
                  </a:lnTo>
                  <a:lnTo>
                    <a:pt x="22726" y="65765"/>
                  </a:lnTo>
                  <a:lnTo>
                    <a:pt x="25699" y="60496"/>
                  </a:lnTo>
                  <a:lnTo>
                    <a:pt x="33770" y="54550"/>
                  </a:lnTo>
                  <a:lnTo>
                    <a:pt x="40142" y="53069"/>
                  </a:lnTo>
                  <a:lnTo>
                    <a:pt x="88978" y="53069"/>
                  </a:lnTo>
                  <a:lnTo>
                    <a:pt x="88748" y="52603"/>
                  </a:lnTo>
                  <a:lnTo>
                    <a:pt x="86232" y="49408"/>
                  </a:lnTo>
                  <a:lnTo>
                    <a:pt x="83471" y="46149"/>
                  </a:lnTo>
                  <a:lnTo>
                    <a:pt x="79223" y="43462"/>
                  </a:lnTo>
                  <a:lnTo>
                    <a:pt x="67754" y="39188"/>
                  </a:lnTo>
                  <a:lnTo>
                    <a:pt x="60320" y="38109"/>
                  </a:lnTo>
                  <a:close/>
                </a:path>
                <a:path w="559435" h="149860">
                  <a:moveTo>
                    <a:pt x="140393" y="40521"/>
                  </a:moveTo>
                  <a:lnTo>
                    <a:pt x="124251" y="40521"/>
                  </a:lnTo>
                  <a:lnTo>
                    <a:pt x="124251" y="147061"/>
                  </a:lnTo>
                  <a:lnTo>
                    <a:pt x="142305" y="147061"/>
                  </a:lnTo>
                  <a:lnTo>
                    <a:pt x="142305" y="82079"/>
                  </a:lnTo>
                  <a:lnTo>
                    <a:pt x="143367" y="74652"/>
                  </a:lnTo>
                  <a:lnTo>
                    <a:pt x="147207" y="64347"/>
                  </a:lnTo>
                  <a:lnTo>
                    <a:pt x="150376" y="60454"/>
                  </a:lnTo>
                  <a:lnTo>
                    <a:pt x="158301" y="55460"/>
                  </a:lnTo>
                  <a:lnTo>
                    <a:pt x="140393" y="55460"/>
                  </a:lnTo>
                  <a:lnTo>
                    <a:pt x="140393" y="40521"/>
                  </a:lnTo>
                  <a:close/>
                </a:path>
                <a:path w="559435" h="149860">
                  <a:moveTo>
                    <a:pt x="201965" y="53767"/>
                  </a:moveTo>
                  <a:lnTo>
                    <a:pt x="175439" y="53767"/>
                  </a:lnTo>
                  <a:lnTo>
                    <a:pt x="180324" y="55777"/>
                  </a:lnTo>
                  <a:lnTo>
                    <a:pt x="186271" y="63797"/>
                  </a:lnTo>
                  <a:lnTo>
                    <a:pt x="187758" y="69806"/>
                  </a:lnTo>
                  <a:lnTo>
                    <a:pt x="187758" y="147061"/>
                  </a:lnTo>
                  <a:lnTo>
                    <a:pt x="205811" y="147061"/>
                  </a:lnTo>
                  <a:lnTo>
                    <a:pt x="205893" y="73932"/>
                  </a:lnTo>
                  <a:lnTo>
                    <a:pt x="208360" y="66230"/>
                  </a:lnTo>
                  <a:lnTo>
                    <a:pt x="213310" y="61173"/>
                  </a:lnTo>
                  <a:lnTo>
                    <a:pt x="217822" y="56772"/>
                  </a:lnTo>
                  <a:lnTo>
                    <a:pt x="203050" y="56772"/>
                  </a:lnTo>
                  <a:lnTo>
                    <a:pt x="201965" y="53767"/>
                  </a:lnTo>
                  <a:close/>
                </a:path>
                <a:path w="559435" h="149860">
                  <a:moveTo>
                    <a:pt x="265082" y="53767"/>
                  </a:moveTo>
                  <a:lnTo>
                    <a:pt x="236184" y="53767"/>
                  </a:lnTo>
                  <a:lnTo>
                    <a:pt x="239795" y="54740"/>
                  </a:lnTo>
                  <a:lnTo>
                    <a:pt x="242981" y="56666"/>
                  </a:lnTo>
                  <a:lnTo>
                    <a:pt x="251052" y="147061"/>
                  </a:lnTo>
                  <a:lnTo>
                    <a:pt x="269105" y="147061"/>
                  </a:lnTo>
                  <a:lnTo>
                    <a:pt x="269027" y="72726"/>
                  </a:lnTo>
                  <a:lnTo>
                    <a:pt x="268554" y="65398"/>
                  </a:lnTo>
                  <a:lnTo>
                    <a:pt x="266928" y="58047"/>
                  </a:lnTo>
                  <a:lnTo>
                    <a:pt x="265082" y="53767"/>
                  </a:lnTo>
                  <a:close/>
                </a:path>
                <a:path w="559435" h="149860">
                  <a:moveTo>
                    <a:pt x="235972" y="38109"/>
                  </a:moveTo>
                  <a:lnTo>
                    <a:pt x="226377" y="39275"/>
                  </a:lnTo>
                  <a:lnTo>
                    <a:pt x="217679" y="42774"/>
                  </a:lnTo>
                  <a:lnTo>
                    <a:pt x="209897" y="48607"/>
                  </a:lnTo>
                  <a:lnTo>
                    <a:pt x="203050" y="56772"/>
                  </a:lnTo>
                  <a:lnTo>
                    <a:pt x="217822" y="56772"/>
                  </a:lnTo>
                  <a:lnTo>
                    <a:pt x="218343" y="56264"/>
                  </a:lnTo>
                  <a:lnTo>
                    <a:pt x="224502" y="53767"/>
                  </a:lnTo>
                  <a:lnTo>
                    <a:pt x="265082" y="53767"/>
                  </a:lnTo>
                  <a:lnTo>
                    <a:pt x="264267" y="51877"/>
                  </a:lnTo>
                  <a:lnTo>
                    <a:pt x="260609" y="46890"/>
                  </a:lnTo>
                  <a:lnTo>
                    <a:pt x="255802" y="43039"/>
                  </a:lnTo>
                  <a:lnTo>
                    <a:pt x="250122" y="40309"/>
                  </a:lnTo>
                  <a:lnTo>
                    <a:pt x="243495" y="38659"/>
                  </a:lnTo>
                  <a:lnTo>
                    <a:pt x="235972" y="38109"/>
                  </a:lnTo>
                  <a:close/>
                </a:path>
                <a:path w="559435" h="149860">
                  <a:moveTo>
                    <a:pt x="180749" y="38109"/>
                  </a:moveTo>
                  <a:lnTo>
                    <a:pt x="143792" y="50254"/>
                  </a:lnTo>
                  <a:lnTo>
                    <a:pt x="140393" y="55460"/>
                  </a:lnTo>
                  <a:lnTo>
                    <a:pt x="158301" y="55460"/>
                  </a:lnTo>
                  <a:lnTo>
                    <a:pt x="158872" y="55100"/>
                  </a:lnTo>
                  <a:lnTo>
                    <a:pt x="163757" y="53767"/>
                  </a:lnTo>
                  <a:lnTo>
                    <a:pt x="201965" y="53767"/>
                  </a:lnTo>
                  <a:lnTo>
                    <a:pt x="200926" y="50889"/>
                  </a:lnTo>
                  <a:lnTo>
                    <a:pt x="197315" y="46297"/>
                  </a:lnTo>
                  <a:lnTo>
                    <a:pt x="192218" y="43039"/>
                  </a:lnTo>
                  <a:lnTo>
                    <a:pt x="187333" y="39759"/>
                  </a:lnTo>
                  <a:lnTo>
                    <a:pt x="180749" y="38109"/>
                  </a:lnTo>
                  <a:close/>
                </a:path>
                <a:path w="559435" h="149860">
                  <a:moveTo>
                    <a:pt x="319231" y="0"/>
                  </a:moveTo>
                  <a:lnTo>
                    <a:pt x="301177" y="0"/>
                  </a:lnTo>
                  <a:lnTo>
                    <a:pt x="301177" y="20757"/>
                  </a:lnTo>
                  <a:lnTo>
                    <a:pt x="319231" y="20757"/>
                  </a:lnTo>
                  <a:lnTo>
                    <a:pt x="319231" y="0"/>
                  </a:lnTo>
                  <a:close/>
                </a:path>
                <a:path w="559435" h="149860">
                  <a:moveTo>
                    <a:pt x="319231" y="40521"/>
                  </a:moveTo>
                  <a:lnTo>
                    <a:pt x="301177" y="40521"/>
                  </a:lnTo>
                  <a:lnTo>
                    <a:pt x="301177" y="147061"/>
                  </a:lnTo>
                  <a:lnTo>
                    <a:pt x="319231" y="147061"/>
                  </a:lnTo>
                  <a:lnTo>
                    <a:pt x="319231" y="40521"/>
                  </a:lnTo>
                  <a:close/>
                </a:path>
                <a:path w="559435" h="149860">
                  <a:moveTo>
                    <a:pt x="364684" y="40521"/>
                  </a:moveTo>
                  <a:lnTo>
                    <a:pt x="348329" y="40521"/>
                  </a:lnTo>
                  <a:lnTo>
                    <a:pt x="348329" y="147061"/>
                  </a:lnTo>
                  <a:lnTo>
                    <a:pt x="366383" y="147061"/>
                  </a:lnTo>
                  <a:lnTo>
                    <a:pt x="366383" y="88871"/>
                  </a:lnTo>
                  <a:lnTo>
                    <a:pt x="366904" y="79460"/>
                  </a:lnTo>
                  <a:lnTo>
                    <a:pt x="381878" y="55671"/>
                  </a:lnTo>
                  <a:lnTo>
                    <a:pt x="364684" y="55671"/>
                  </a:lnTo>
                  <a:lnTo>
                    <a:pt x="364684" y="40521"/>
                  </a:lnTo>
                  <a:close/>
                </a:path>
                <a:path w="559435" h="149860">
                  <a:moveTo>
                    <a:pt x="430732" y="53767"/>
                  </a:moveTo>
                  <a:lnTo>
                    <a:pt x="399729" y="53767"/>
                  </a:lnTo>
                  <a:lnTo>
                    <a:pt x="403977" y="54846"/>
                  </a:lnTo>
                  <a:lnTo>
                    <a:pt x="407375" y="57026"/>
                  </a:lnTo>
                  <a:lnTo>
                    <a:pt x="417145" y="147061"/>
                  </a:lnTo>
                  <a:lnTo>
                    <a:pt x="435199" y="147061"/>
                  </a:lnTo>
                  <a:lnTo>
                    <a:pt x="435091" y="71695"/>
                  </a:lnTo>
                  <a:lnTo>
                    <a:pt x="431164" y="54402"/>
                  </a:lnTo>
                  <a:lnTo>
                    <a:pt x="430732" y="53767"/>
                  </a:lnTo>
                  <a:close/>
                </a:path>
                <a:path w="559435" h="149860">
                  <a:moveTo>
                    <a:pt x="405039" y="38109"/>
                  </a:moveTo>
                  <a:lnTo>
                    <a:pt x="364684" y="55671"/>
                  </a:lnTo>
                  <a:lnTo>
                    <a:pt x="381878" y="55671"/>
                  </a:lnTo>
                  <a:lnTo>
                    <a:pt x="387198" y="53767"/>
                  </a:lnTo>
                  <a:lnTo>
                    <a:pt x="430732" y="53767"/>
                  </a:lnTo>
                  <a:lnTo>
                    <a:pt x="410986" y="39272"/>
                  </a:lnTo>
                  <a:lnTo>
                    <a:pt x="405039" y="38109"/>
                  </a:lnTo>
                  <a:close/>
                </a:path>
                <a:path w="559435" h="149860">
                  <a:moveTo>
                    <a:pt x="510387" y="38109"/>
                  </a:moveTo>
                  <a:lnTo>
                    <a:pt x="474280" y="52963"/>
                  </a:lnTo>
                  <a:lnTo>
                    <a:pt x="460547" y="93590"/>
                  </a:lnTo>
                  <a:lnTo>
                    <a:pt x="460581" y="96256"/>
                  </a:lnTo>
                  <a:lnTo>
                    <a:pt x="474068" y="135064"/>
                  </a:lnTo>
                  <a:lnTo>
                    <a:pt x="511237" y="149452"/>
                  </a:lnTo>
                  <a:lnTo>
                    <a:pt x="520201" y="148889"/>
                  </a:lnTo>
                  <a:lnTo>
                    <a:pt x="548139" y="134619"/>
                  </a:lnTo>
                  <a:lnTo>
                    <a:pt x="502529" y="134619"/>
                  </a:lnTo>
                  <a:lnTo>
                    <a:pt x="495095" y="131509"/>
                  </a:lnTo>
                  <a:lnTo>
                    <a:pt x="479165" y="98393"/>
                  </a:lnTo>
                  <a:lnTo>
                    <a:pt x="558814" y="98393"/>
                  </a:lnTo>
                  <a:lnTo>
                    <a:pt x="559026" y="96256"/>
                  </a:lnTo>
                  <a:lnTo>
                    <a:pt x="559026" y="93590"/>
                  </a:lnTo>
                  <a:lnTo>
                    <a:pt x="558325" y="83560"/>
                  </a:lnTo>
                  <a:lnTo>
                    <a:pt x="480015" y="83560"/>
                  </a:lnTo>
                  <a:lnTo>
                    <a:pt x="480652" y="74271"/>
                  </a:lnTo>
                  <a:lnTo>
                    <a:pt x="483838" y="66844"/>
                  </a:lnTo>
                  <a:lnTo>
                    <a:pt x="495307" y="55735"/>
                  </a:lnTo>
                  <a:lnTo>
                    <a:pt x="502104" y="52963"/>
                  </a:lnTo>
                  <a:lnTo>
                    <a:pt x="545650" y="52963"/>
                  </a:lnTo>
                  <a:lnTo>
                    <a:pt x="545433" y="52667"/>
                  </a:lnTo>
                  <a:lnTo>
                    <a:pt x="538105" y="46295"/>
                  </a:lnTo>
                  <a:lnTo>
                    <a:pt x="529821" y="41745"/>
                  </a:lnTo>
                  <a:lnTo>
                    <a:pt x="520582" y="39017"/>
                  </a:lnTo>
                  <a:lnTo>
                    <a:pt x="510387" y="38109"/>
                  </a:lnTo>
                  <a:close/>
                </a:path>
                <a:path w="559435" h="149860">
                  <a:moveTo>
                    <a:pt x="539698" y="112740"/>
                  </a:moveTo>
                  <a:lnTo>
                    <a:pt x="536937" y="120379"/>
                  </a:lnTo>
                  <a:lnTo>
                    <a:pt x="533114" y="125922"/>
                  </a:lnTo>
                  <a:lnTo>
                    <a:pt x="523768" y="132884"/>
                  </a:lnTo>
                  <a:lnTo>
                    <a:pt x="518033" y="134619"/>
                  </a:lnTo>
                  <a:lnTo>
                    <a:pt x="548139" y="134619"/>
                  </a:lnTo>
                  <a:lnTo>
                    <a:pt x="552043" y="129575"/>
                  </a:lnTo>
                  <a:lnTo>
                    <a:pt x="555684" y="122772"/>
                  </a:lnTo>
                  <a:lnTo>
                    <a:pt x="558389" y="115046"/>
                  </a:lnTo>
                  <a:lnTo>
                    <a:pt x="539698" y="112740"/>
                  </a:lnTo>
                  <a:close/>
                </a:path>
                <a:path w="559435" h="149860">
                  <a:moveTo>
                    <a:pt x="545650" y="52963"/>
                  </a:moveTo>
                  <a:lnTo>
                    <a:pt x="519733" y="52963"/>
                  </a:lnTo>
                  <a:lnTo>
                    <a:pt x="527167" y="56433"/>
                  </a:lnTo>
                  <a:lnTo>
                    <a:pt x="532901" y="63395"/>
                  </a:lnTo>
                  <a:lnTo>
                    <a:pt x="536724" y="67881"/>
                  </a:lnTo>
                  <a:lnTo>
                    <a:pt x="539061" y="74588"/>
                  </a:lnTo>
                  <a:lnTo>
                    <a:pt x="539910" y="83560"/>
                  </a:lnTo>
                  <a:lnTo>
                    <a:pt x="558325" y="83560"/>
                  </a:lnTo>
                  <a:lnTo>
                    <a:pt x="558156" y="81140"/>
                  </a:lnTo>
                  <a:lnTo>
                    <a:pt x="555574" y="70169"/>
                  </a:lnTo>
                  <a:lnTo>
                    <a:pt x="551320" y="60677"/>
                  </a:lnTo>
                  <a:lnTo>
                    <a:pt x="545650" y="529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6560028" y="2654050"/>
              <a:ext cx="130623" cy="152076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6260125" y="2656589"/>
              <a:ext cx="130198" cy="147040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6423245" y="2723031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29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6871401" y="2656589"/>
              <a:ext cx="474345" cy="147320"/>
            </a:xfrm>
            <a:custGeom>
              <a:avLst/>
              <a:gdLst/>
              <a:ahLst/>
              <a:cxnLst/>
              <a:rect l="l" t="t" r="r" b="b"/>
              <a:pathLst>
                <a:path w="474345" h="147319">
                  <a:moveTo>
                    <a:pt x="19965" y="0"/>
                  </a:moveTo>
                  <a:lnTo>
                    <a:pt x="0" y="0"/>
                  </a:lnTo>
                  <a:lnTo>
                    <a:pt x="0" y="147040"/>
                  </a:lnTo>
                  <a:lnTo>
                    <a:pt x="18690" y="147040"/>
                  </a:lnTo>
                  <a:lnTo>
                    <a:pt x="18690" y="31528"/>
                  </a:lnTo>
                  <a:lnTo>
                    <a:pt x="41140" y="31528"/>
                  </a:lnTo>
                  <a:lnTo>
                    <a:pt x="19965" y="0"/>
                  </a:lnTo>
                  <a:close/>
                </a:path>
                <a:path w="474345" h="147319">
                  <a:moveTo>
                    <a:pt x="41140" y="31528"/>
                  </a:moveTo>
                  <a:lnTo>
                    <a:pt x="18690" y="31528"/>
                  </a:lnTo>
                  <a:lnTo>
                    <a:pt x="96215" y="147040"/>
                  </a:lnTo>
                  <a:lnTo>
                    <a:pt x="116180" y="147040"/>
                  </a:lnTo>
                  <a:lnTo>
                    <a:pt x="116180" y="115427"/>
                  </a:lnTo>
                  <a:lnTo>
                    <a:pt x="97489" y="115427"/>
                  </a:lnTo>
                  <a:lnTo>
                    <a:pt x="41140" y="31528"/>
                  </a:lnTo>
                  <a:close/>
                </a:path>
                <a:path w="474345" h="147319">
                  <a:moveTo>
                    <a:pt x="116180" y="0"/>
                  </a:moveTo>
                  <a:lnTo>
                    <a:pt x="97489" y="0"/>
                  </a:lnTo>
                  <a:lnTo>
                    <a:pt x="97489" y="115427"/>
                  </a:lnTo>
                  <a:lnTo>
                    <a:pt x="116180" y="115427"/>
                  </a:lnTo>
                  <a:lnTo>
                    <a:pt x="116180" y="0"/>
                  </a:lnTo>
                  <a:close/>
                </a:path>
                <a:path w="474345" h="147319">
                  <a:moveTo>
                    <a:pt x="173739" y="0"/>
                  </a:moveTo>
                  <a:lnTo>
                    <a:pt x="154199" y="0"/>
                  </a:lnTo>
                  <a:lnTo>
                    <a:pt x="154199" y="147040"/>
                  </a:lnTo>
                  <a:lnTo>
                    <a:pt x="173739" y="147040"/>
                  </a:lnTo>
                  <a:lnTo>
                    <a:pt x="173739" y="77720"/>
                  </a:lnTo>
                  <a:lnTo>
                    <a:pt x="269955" y="77720"/>
                  </a:lnTo>
                  <a:lnTo>
                    <a:pt x="269955" y="60369"/>
                  </a:lnTo>
                  <a:lnTo>
                    <a:pt x="173739" y="60369"/>
                  </a:lnTo>
                  <a:lnTo>
                    <a:pt x="173739" y="0"/>
                  </a:lnTo>
                  <a:close/>
                </a:path>
                <a:path w="474345" h="147319">
                  <a:moveTo>
                    <a:pt x="269955" y="77720"/>
                  </a:moveTo>
                  <a:lnTo>
                    <a:pt x="250414" y="77720"/>
                  </a:lnTo>
                  <a:lnTo>
                    <a:pt x="250414" y="147040"/>
                  </a:lnTo>
                  <a:lnTo>
                    <a:pt x="269955" y="147040"/>
                  </a:lnTo>
                  <a:lnTo>
                    <a:pt x="269955" y="77720"/>
                  </a:lnTo>
                  <a:close/>
                </a:path>
                <a:path w="474345" h="147319">
                  <a:moveTo>
                    <a:pt x="269955" y="0"/>
                  </a:moveTo>
                  <a:lnTo>
                    <a:pt x="250414" y="0"/>
                  </a:lnTo>
                  <a:lnTo>
                    <a:pt x="250414" y="60369"/>
                  </a:lnTo>
                  <a:lnTo>
                    <a:pt x="269955" y="60369"/>
                  </a:lnTo>
                  <a:lnTo>
                    <a:pt x="269955" y="0"/>
                  </a:lnTo>
                  <a:close/>
                </a:path>
                <a:path w="474345" h="147319">
                  <a:moveTo>
                    <a:pt x="372542" y="0"/>
                  </a:moveTo>
                  <a:lnTo>
                    <a:pt x="307124" y="0"/>
                  </a:lnTo>
                  <a:lnTo>
                    <a:pt x="307124" y="147040"/>
                  </a:lnTo>
                  <a:lnTo>
                    <a:pt x="326665" y="147040"/>
                  </a:lnTo>
                  <a:lnTo>
                    <a:pt x="326665" y="81740"/>
                  </a:lnTo>
                  <a:lnTo>
                    <a:pt x="386898" y="81740"/>
                  </a:lnTo>
                  <a:lnTo>
                    <a:pt x="383587" y="80132"/>
                  </a:lnTo>
                  <a:lnTo>
                    <a:pt x="393546" y="78184"/>
                  </a:lnTo>
                  <a:lnTo>
                    <a:pt x="402092" y="75260"/>
                  </a:lnTo>
                  <a:lnTo>
                    <a:pt x="409244" y="71360"/>
                  </a:lnTo>
                  <a:lnTo>
                    <a:pt x="415021" y="66484"/>
                  </a:lnTo>
                  <a:lnTo>
                    <a:pt x="416286" y="64876"/>
                  </a:lnTo>
                  <a:lnTo>
                    <a:pt x="326665" y="64876"/>
                  </a:lnTo>
                  <a:lnTo>
                    <a:pt x="326665" y="16293"/>
                  </a:lnTo>
                  <a:lnTo>
                    <a:pt x="418048" y="16293"/>
                  </a:lnTo>
                  <a:lnTo>
                    <a:pt x="415021" y="11214"/>
                  </a:lnTo>
                  <a:lnTo>
                    <a:pt x="409499" y="6559"/>
                  </a:lnTo>
                  <a:lnTo>
                    <a:pt x="402702" y="4020"/>
                  </a:lnTo>
                  <a:lnTo>
                    <a:pt x="396885" y="2231"/>
                  </a:lnTo>
                  <a:lnTo>
                    <a:pt x="389932" y="978"/>
                  </a:lnTo>
                  <a:lnTo>
                    <a:pt x="381825" y="241"/>
                  </a:lnTo>
                  <a:lnTo>
                    <a:pt x="372542" y="0"/>
                  </a:lnTo>
                  <a:close/>
                </a:path>
                <a:path w="474345" h="147319">
                  <a:moveTo>
                    <a:pt x="386898" y="81740"/>
                  </a:moveTo>
                  <a:lnTo>
                    <a:pt x="354489" y="81740"/>
                  </a:lnTo>
                  <a:lnTo>
                    <a:pt x="358099" y="81973"/>
                  </a:lnTo>
                  <a:lnTo>
                    <a:pt x="360223" y="82439"/>
                  </a:lnTo>
                  <a:lnTo>
                    <a:pt x="393145" y="116443"/>
                  </a:lnTo>
                  <a:lnTo>
                    <a:pt x="412685" y="147040"/>
                  </a:lnTo>
                  <a:lnTo>
                    <a:pt x="437323" y="147040"/>
                  </a:lnTo>
                  <a:lnTo>
                    <a:pt x="411623" y="107005"/>
                  </a:lnTo>
                  <a:lnTo>
                    <a:pt x="388684" y="82608"/>
                  </a:lnTo>
                  <a:lnTo>
                    <a:pt x="386898" y="81740"/>
                  </a:lnTo>
                  <a:close/>
                </a:path>
                <a:path w="474345" h="147319">
                  <a:moveTo>
                    <a:pt x="418048" y="16293"/>
                  </a:moveTo>
                  <a:lnTo>
                    <a:pt x="384436" y="16293"/>
                  </a:lnTo>
                  <a:lnTo>
                    <a:pt x="392295" y="18409"/>
                  </a:lnTo>
                  <a:lnTo>
                    <a:pt x="397393" y="22852"/>
                  </a:lnTo>
                  <a:lnTo>
                    <a:pt x="402490" y="27507"/>
                  </a:lnTo>
                  <a:lnTo>
                    <a:pt x="405039" y="33136"/>
                  </a:lnTo>
                  <a:lnTo>
                    <a:pt x="405039" y="44859"/>
                  </a:lnTo>
                  <a:lnTo>
                    <a:pt x="403764" y="49239"/>
                  </a:lnTo>
                  <a:lnTo>
                    <a:pt x="401216" y="53301"/>
                  </a:lnTo>
                  <a:lnTo>
                    <a:pt x="398455" y="57343"/>
                  </a:lnTo>
                  <a:lnTo>
                    <a:pt x="394631" y="60284"/>
                  </a:lnTo>
                  <a:lnTo>
                    <a:pt x="389534" y="62125"/>
                  </a:lnTo>
                  <a:lnTo>
                    <a:pt x="384649" y="63966"/>
                  </a:lnTo>
                  <a:lnTo>
                    <a:pt x="377640" y="64876"/>
                  </a:lnTo>
                  <a:lnTo>
                    <a:pt x="416286" y="64876"/>
                  </a:lnTo>
                  <a:lnTo>
                    <a:pt x="419482" y="60811"/>
                  </a:lnTo>
                  <a:lnTo>
                    <a:pt x="422668" y="54521"/>
                  </a:lnTo>
                  <a:lnTo>
                    <a:pt x="424579" y="47616"/>
                  </a:lnTo>
                  <a:lnTo>
                    <a:pt x="425216" y="40098"/>
                  </a:lnTo>
                  <a:lnTo>
                    <a:pt x="425216" y="31951"/>
                  </a:lnTo>
                  <a:lnTo>
                    <a:pt x="423092" y="24545"/>
                  </a:lnTo>
                  <a:lnTo>
                    <a:pt x="419057" y="17985"/>
                  </a:lnTo>
                  <a:lnTo>
                    <a:pt x="418048" y="16293"/>
                  </a:lnTo>
                  <a:close/>
                </a:path>
                <a:path w="474345" h="147319">
                  <a:moveTo>
                    <a:pt x="474068" y="0"/>
                  </a:moveTo>
                  <a:lnTo>
                    <a:pt x="453465" y="0"/>
                  </a:lnTo>
                  <a:lnTo>
                    <a:pt x="453465" y="24545"/>
                  </a:lnTo>
                  <a:lnTo>
                    <a:pt x="457925" y="52032"/>
                  </a:lnTo>
                  <a:lnTo>
                    <a:pt x="469182" y="52032"/>
                  </a:lnTo>
                  <a:lnTo>
                    <a:pt x="474068" y="24545"/>
                  </a:lnTo>
                  <a:lnTo>
                    <a:pt x="4740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6726546" y="2723031"/>
              <a:ext cx="110489" cy="0"/>
            </a:xfrm>
            <a:custGeom>
              <a:avLst/>
              <a:gdLst/>
              <a:ahLst/>
              <a:cxnLst/>
              <a:rect l="l" t="t" r="r" b="b"/>
              <a:pathLst>
                <a:path w="110490">
                  <a:moveTo>
                    <a:pt x="0" y="0"/>
                  </a:moveTo>
                  <a:lnTo>
                    <a:pt x="110445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6553892" y="2349346"/>
              <a:ext cx="141220" cy="152140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6599109" y="2534707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5" h="85725">
                  <a:moveTo>
                    <a:pt x="0" y="85697"/>
                  </a:moveTo>
                  <a:lnTo>
                    <a:pt x="0" y="0"/>
                  </a:lnTo>
                </a:path>
                <a:path w="55245" h="85725">
                  <a:moveTo>
                    <a:pt x="55010" y="85697"/>
                  </a:moveTo>
                  <a:lnTo>
                    <a:pt x="55010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4600674" y="3906910"/>
              <a:ext cx="130623" cy="152055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4300771" y="3909407"/>
              <a:ext cx="130198" cy="147061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4463891" y="3975870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29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4900381" y="3906804"/>
              <a:ext cx="338455" cy="152400"/>
            </a:xfrm>
            <a:custGeom>
              <a:avLst/>
              <a:gdLst/>
              <a:ahLst/>
              <a:cxnLst/>
              <a:rect l="l" t="t" r="r" b="b"/>
              <a:pathLst>
                <a:path w="338454" h="152400">
                  <a:moveTo>
                    <a:pt x="70711" y="0"/>
                  </a:moveTo>
                  <a:lnTo>
                    <a:pt x="30329" y="11649"/>
                  </a:lnTo>
                  <a:lnTo>
                    <a:pt x="4922" y="45409"/>
                  </a:lnTo>
                  <a:lnTo>
                    <a:pt x="0" y="78334"/>
                  </a:lnTo>
                  <a:lnTo>
                    <a:pt x="504" y="87591"/>
                  </a:lnTo>
                  <a:lnTo>
                    <a:pt x="18833" y="130273"/>
                  </a:lnTo>
                  <a:lnTo>
                    <a:pt x="60390" y="151534"/>
                  </a:lnTo>
                  <a:lnTo>
                    <a:pt x="70499" y="152161"/>
                  </a:lnTo>
                  <a:lnTo>
                    <a:pt x="80020" y="151593"/>
                  </a:lnTo>
                  <a:lnTo>
                    <a:pt x="117026" y="135529"/>
                  </a:lnTo>
                  <a:lnTo>
                    <a:pt x="70499" y="135529"/>
                  </a:lnTo>
                  <a:lnTo>
                    <a:pt x="60070" y="134561"/>
                  </a:lnTo>
                  <a:lnTo>
                    <a:pt x="28136" y="111875"/>
                  </a:lnTo>
                  <a:lnTo>
                    <a:pt x="20161" y="78334"/>
                  </a:lnTo>
                  <a:lnTo>
                    <a:pt x="21080" y="62923"/>
                  </a:lnTo>
                  <a:lnTo>
                    <a:pt x="42874" y="24730"/>
                  </a:lnTo>
                  <a:lnTo>
                    <a:pt x="70711" y="16758"/>
                  </a:lnTo>
                  <a:lnTo>
                    <a:pt x="117031" y="16758"/>
                  </a:lnTo>
                  <a:lnTo>
                    <a:pt x="115225" y="15073"/>
                  </a:lnTo>
                  <a:lnTo>
                    <a:pt x="107456" y="9733"/>
                  </a:lnTo>
                  <a:lnTo>
                    <a:pt x="99056" y="5472"/>
                  </a:lnTo>
                  <a:lnTo>
                    <a:pt x="90119" y="2430"/>
                  </a:lnTo>
                  <a:lnTo>
                    <a:pt x="80664" y="607"/>
                  </a:lnTo>
                  <a:lnTo>
                    <a:pt x="70711" y="0"/>
                  </a:lnTo>
                  <a:close/>
                </a:path>
                <a:path w="338454" h="152400">
                  <a:moveTo>
                    <a:pt x="117031" y="16758"/>
                  </a:moveTo>
                  <a:lnTo>
                    <a:pt x="70711" y="16758"/>
                  </a:lnTo>
                  <a:lnTo>
                    <a:pt x="77843" y="17218"/>
                  </a:lnTo>
                  <a:lnTo>
                    <a:pt x="84597" y="18599"/>
                  </a:lnTo>
                  <a:lnTo>
                    <a:pt x="114890" y="44880"/>
                  </a:lnTo>
                  <a:lnTo>
                    <a:pt x="121049" y="76239"/>
                  </a:lnTo>
                  <a:lnTo>
                    <a:pt x="120140" y="89621"/>
                  </a:lnTo>
                  <a:lnTo>
                    <a:pt x="99172" y="126825"/>
                  </a:lnTo>
                  <a:lnTo>
                    <a:pt x="70499" y="135529"/>
                  </a:lnTo>
                  <a:lnTo>
                    <a:pt x="117026" y="135529"/>
                  </a:lnTo>
                  <a:lnTo>
                    <a:pt x="138890" y="97526"/>
                  </a:lnTo>
                  <a:lnTo>
                    <a:pt x="141221" y="76239"/>
                  </a:lnTo>
                  <a:lnTo>
                    <a:pt x="140673" y="65593"/>
                  </a:lnTo>
                  <a:lnTo>
                    <a:pt x="127736" y="28640"/>
                  </a:lnTo>
                  <a:lnTo>
                    <a:pt x="121978" y="21376"/>
                  </a:lnTo>
                  <a:lnTo>
                    <a:pt x="117031" y="16758"/>
                  </a:lnTo>
                  <a:close/>
                </a:path>
                <a:path w="338454" h="152400">
                  <a:moveTo>
                    <a:pt x="236805" y="2602"/>
                  </a:moveTo>
                  <a:lnTo>
                    <a:pt x="171387" y="2602"/>
                  </a:lnTo>
                  <a:lnTo>
                    <a:pt x="171387" y="149664"/>
                  </a:lnTo>
                  <a:lnTo>
                    <a:pt x="190927" y="149664"/>
                  </a:lnTo>
                  <a:lnTo>
                    <a:pt x="190927" y="84364"/>
                  </a:lnTo>
                  <a:lnTo>
                    <a:pt x="251161" y="84364"/>
                  </a:lnTo>
                  <a:lnTo>
                    <a:pt x="247850" y="82756"/>
                  </a:lnTo>
                  <a:lnTo>
                    <a:pt x="257809" y="80808"/>
                  </a:lnTo>
                  <a:lnTo>
                    <a:pt x="266355" y="77884"/>
                  </a:lnTo>
                  <a:lnTo>
                    <a:pt x="273506" y="73984"/>
                  </a:lnTo>
                  <a:lnTo>
                    <a:pt x="279284" y="69108"/>
                  </a:lnTo>
                  <a:lnTo>
                    <a:pt x="280549" y="67500"/>
                  </a:lnTo>
                  <a:lnTo>
                    <a:pt x="190927" y="67500"/>
                  </a:lnTo>
                  <a:lnTo>
                    <a:pt x="190927" y="18853"/>
                  </a:lnTo>
                  <a:lnTo>
                    <a:pt x="282285" y="18853"/>
                  </a:lnTo>
                  <a:lnTo>
                    <a:pt x="279284" y="13880"/>
                  </a:lnTo>
                  <a:lnTo>
                    <a:pt x="273762" y="9204"/>
                  </a:lnTo>
                  <a:lnTo>
                    <a:pt x="266965" y="6559"/>
                  </a:lnTo>
                  <a:lnTo>
                    <a:pt x="261237" y="4834"/>
                  </a:lnTo>
                  <a:lnTo>
                    <a:pt x="254275" y="3597"/>
                  </a:lnTo>
                  <a:lnTo>
                    <a:pt x="246117" y="2851"/>
                  </a:lnTo>
                  <a:lnTo>
                    <a:pt x="236805" y="2602"/>
                  </a:lnTo>
                  <a:close/>
                </a:path>
                <a:path w="338454" h="152400">
                  <a:moveTo>
                    <a:pt x="251161" y="84364"/>
                  </a:moveTo>
                  <a:lnTo>
                    <a:pt x="218751" y="84364"/>
                  </a:lnTo>
                  <a:lnTo>
                    <a:pt x="222362" y="84597"/>
                  </a:lnTo>
                  <a:lnTo>
                    <a:pt x="224486" y="85063"/>
                  </a:lnTo>
                  <a:lnTo>
                    <a:pt x="257407" y="119067"/>
                  </a:lnTo>
                  <a:lnTo>
                    <a:pt x="276948" y="149664"/>
                  </a:lnTo>
                  <a:lnTo>
                    <a:pt x="301586" y="149664"/>
                  </a:lnTo>
                  <a:lnTo>
                    <a:pt x="275886" y="109629"/>
                  </a:lnTo>
                  <a:lnTo>
                    <a:pt x="252947" y="85232"/>
                  </a:lnTo>
                  <a:lnTo>
                    <a:pt x="251161" y="84364"/>
                  </a:lnTo>
                  <a:close/>
                </a:path>
                <a:path w="338454" h="152400">
                  <a:moveTo>
                    <a:pt x="282285" y="18853"/>
                  </a:moveTo>
                  <a:lnTo>
                    <a:pt x="248699" y="18853"/>
                  </a:lnTo>
                  <a:lnTo>
                    <a:pt x="256558" y="21096"/>
                  </a:lnTo>
                  <a:lnTo>
                    <a:pt x="266753" y="30068"/>
                  </a:lnTo>
                  <a:lnTo>
                    <a:pt x="269302" y="35781"/>
                  </a:lnTo>
                  <a:lnTo>
                    <a:pt x="269302" y="47482"/>
                  </a:lnTo>
                  <a:lnTo>
                    <a:pt x="268027" y="51884"/>
                  </a:lnTo>
                  <a:lnTo>
                    <a:pt x="241902" y="67500"/>
                  </a:lnTo>
                  <a:lnTo>
                    <a:pt x="280549" y="67500"/>
                  </a:lnTo>
                  <a:lnTo>
                    <a:pt x="283744" y="63438"/>
                  </a:lnTo>
                  <a:lnTo>
                    <a:pt x="286930" y="57153"/>
                  </a:lnTo>
                  <a:lnTo>
                    <a:pt x="288842" y="50248"/>
                  </a:lnTo>
                  <a:lnTo>
                    <a:pt x="289479" y="42721"/>
                  </a:lnTo>
                  <a:lnTo>
                    <a:pt x="289479" y="34638"/>
                  </a:lnTo>
                  <a:lnTo>
                    <a:pt x="287355" y="27254"/>
                  </a:lnTo>
                  <a:lnTo>
                    <a:pt x="282285" y="18853"/>
                  </a:lnTo>
                  <a:close/>
                </a:path>
                <a:path w="338454" h="152400">
                  <a:moveTo>
                    <a:pt x="338330" y="2602"/>
                  </a:moveTo>
                  <a:lnTo>
                    <a:pt x="317728" y="2602"/>
                  </a:lnTo>
                  <a:lnTo>
                    <a:pt x="317728" y="27190"/>
                  </a:lnTo>
                  <a:lnTo>
                    <a:pt x="322188" y="54677"/>
                  </a:lnTo>
                  <a:lnTo>
                    <a:pt x="333445" y="54677"/>
                  </a:lnTo>
                  <a:lnTo>
                    <a:pt x="338330" y="27190"/>
                  </a:lnTo>
                  <a:lnTo>
                    <a:pt x="338330" y="26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4767193" y="3975870"/>
              <a:ext cx="97155" cy="0"/>
            </a:xfrm>
            <a:custGeom>
              <a:avLst/>
              <a:gdLst/>
              <a:ahLst/>
              <a:cxnLst/>
              <a:rect l="l" t="t" r="r" b="b"/>
              <a:pathLst>
                <a:path w="97154">
                  <a:moveTo>
                    <a:pt x="0" y="0"/>
                  </a:moveTo>
                  <a:lnTo>
                    <a:pt x="96852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4594531" y="3602101"/>
              <a:ext cx="141221" cy="152161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4639755" y="3787610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5" h="85725">
                  <a:moveTo>
                    <a:pt x="0" y="85634"/>
                  </a:moveTo>
                  <a:lnTo>
                    <a:pt x="0" y="0"/>
                  </a:lnTo>
                </a:path>
                <a:path w="55245" h="85725">
                  <a:moveTo>
                    <a:pt x="55010" y="85634"/>
                  </a:moveTo>
                  <a:lnTo>
                    <a:pt x="55010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7"/>
            <p:cNvSpPr/>
            <p:nvPr/>
          </p:nvSpPr>
          <p:spPr>
            <a:xfrm>
              <a:off x="4344098" y="3005708"/>
              <a:ext cx="723900" cy="1377315"/>
            </a:xfrm>
            <a:custGeom>
              <a:avLst/>
              <a:gdLst/>
              <a:ahLst/>
              <a:cxnLst/>
              <a:rect l="l" t="t" r="r" b="b"/>
              <a:pathLst>
                <a:path w="723900" h="1377314">
                  <a:moveTo>
                    <a:pt x="93027" y="110350"/>
                  </a:moveTo>
                  <a:lnTo>
                    <a:pt x="75184" y="108051"/>
                  </a:lnTo>
                  <a:lnTo>
                    <a:pt x="73914" y="117055"/>
                  </a:lnTo>
                  <a:lnTo>
                    <a:pt x="70942" y="123748"/>
                  </a:lnTo>
                  <a:lnTo>
                    <a:pt x="66052" y="128104"/>
                  </a:lnTo>
                  <a:lnTo>
                    <a:pt x="61379" y="132448"/>
                  </a:lnTo>
                  <a:lnTo>
                    <a:pt x="55435" y="134620"/>
                  </a:lnTo>
                  <a:lnTo>
                    <a:pt x="39497" y="134620"/>
                  </a:lnTo>
                  <a:lnTo>
                    <a:pt x="32283" y="131381"/>
                  </a:lnTo>
                  <a:lnTo>
                    <a:pt x="18478" y="93700"/>
                  </a:lnTo>
                  <a:lnTo>
                    <a:pt x="19024" y="83832"/>
                  </a:lnTo>
                  <a:lnTo>
                    <a:pt x="40144" y="52971"/>
                  </a:lnTo>
                  <a:lnTo>
                    <a:pt x="55435" y="52971"/>
                  </a:lnTo>
                  <a:lnTo>
                    <a:pt x="60528" y="54762"/>
                  </a:lnTo>
                  <a:lnTo>
                    <a:pt x="69024" y="62001"/>
                  </a:lnTo>
                  <a:lnTo>
                    <a:pt x="71996" y="67373"/>
                  </a:lnTo>
                  <a:lnTo>
                    <a:pt x="73698" y="74536"/>
                  </a:lnTo>
                  <a:lnTo>
                    <a:pt x="91325" y="71818"/>
                  </a:lnTo>
                  <a:lnTo>
                    <a:pt x="89255" y="64211"/>
                  </a:lnTo>
                  <a:lnTo>
                    <a:pt x="86207" y="57518"/>
                  </a:lnTo>
                  <a:lnTo>
                    <a:pt x="83007" y="52971"/>
                  </a:lnTo>
                  <a:lnTo>
                    <a:pt x="82156" y="51752"/>
                  </a:lnTo>
                  <a:lnTo>
                    <a:pt x="48628" y="38112"/>
                  </a:lnTo>
                  <a:lnTo>
                    <a:pt x="41910" y="38519"/>
                  </a:lnTo>
                  <a:lnTo>
                    <a:pt x="8953" y="57937"/>
                  </a:lnTo>
                  <a:lnTo>
                    <a:pt x="0" y="94183"/>
                  </a:lnTo>
                  <a:lnTo>
                    <a:pt x="800" y="106756"/>
                  </a:lnTo>
                  <a:lnTo>
                    <a:pt x="20408" y="141427"/>
                  </a:lnTo>
                  <a:lnTo>
                    <a:pt x="48628" y="149453"/>
                  </a:lnTo>
                  <a:lnTo>
                    <a:pt x="57035" y="148805"/>
                  </a:lnTo>
                  <a:lnTo>
                    <a:pt x="64744" y="146862"/>
                  </a:lnTo>
                  <a:lnTo>
                    <a:pt x="71780" y="143624"/>
                  </a:lnTo>
                  <a:lnTo>
                    <a:pt x="78155" y="139090"/>
                  </a:lnTo>
                  <a:lnTo>
                    <a:pt x="82372" y="134620"/>
                  </a:lnTo>
                  <a:lnTo>
                    <a:pt x="83527" y="133400"/>
                  </a:lnTo>
                  <a:lnTo>
                    <a:pt x="87820" y="126707"/>
                  </a:lnTo>
                  <a:lnTo>
                    <a:pt x="90995" y="119024"/>
                  </a:lnTo>
                  <a:lnTo>
                    <a:pt x="93027" y="110350"/>
                  </a:lnTo>
                  <a:close/>
                </a:path>
                <a:path w="723900" h="1377314">
                  <a:moveTo>
                    <a:pt x="198793" y="69113"/>
                  </a:moveTo>
                  <a:lnTo>
                    <a:pt x="197523" y="61163"/>
                  </a:lnTo>
                  <a:lnTo>
                    <a:pt x="194043" y="53670"/>
                  </a:lnTo>
                  <a:lnTo>
                    <a:pt x="193611" y="52755"/>
                  </a:lnTo>
                  <a:lnTo>
                    <a:pt x="192430" y="50190"/>
                  </a:lnTo>
                  <a:lnTo>
                    <a:pt x="188391" y="45897"/>
                  </a:lnTo>
                  <a:lnTo>
                    <a:pt x="182448" y="42786"/>
                  </a:lnTo>
                  <a:lnTo>
                    <a:pt x="176707" y="39674"/>
                  </a:lnTo>
                  <a:lnTo>
                    <a:pt x="169697" y="38112"/>
                  </a:lnTo>
                  <a:lnTo>
                    <a:pt x="161836" y="38112"/>
                  </a:lnTo>
                  <a:lnTo>
                    <a:pt x="152565" y="39027"/>
                  </a:lnTo>
                  <a:lnTo>
                    <a:pt x="144132" y="41783"/>
                  </a:lnTo>
                  <a:lnTo>
                    <a:pt x="136537" y="46355"/>
                  </a:lnTo>
                  <a:lnTo>
                    <a:pt x="129768" y="52755"/>
                  </a:lnTo>
                  <a:lnTo>
                    <a:pt x="129768" y="0"/>
                  </a:lnTo>
                  <a:lnTo>
                    <a:pt x="111721" y="0"/>
                  </a:lnTo>
                  <a:lnTo>
                    <a:pt x="111721" y="147066"/>
                  </a:lnTo>
                  <a:lnTo>
                    <a:pt x="129768" y="147066"/>
                  </a:lnTo>
                  <a:lnTo>
                    <a:pt x="129768" y="80416"/>
                  </a:lnTo>
                  <a:lnTo>
                    <a:pt x="130835" y="73875"/>
                  </a:lnTo>
                  <a:lnTo>
                    <a:pt x="152704" y="53670"/>
                  </a:lnTo>
                  <a:lnTo>
                    <a:pt x="165239" y="53670"/>
                  </a:lnTo>
                  <a:lnTo>
                    <a:pt x="170764" y="55714"/>
                  </a:lnTo>
                  <a:lnTo>
                    <a:pt x="174802" y="59842"/>
                  </a:lnTo>
                  <a:lnTo>
                    <a:pt x="178625" y="63944"/>
                  </a:lnTo>
                  <a:lnTo>
                    <a:pt x="180530" y="70535"/>
                  </a:lnTo>
                  <a:lnTo>
                    <a:pt x="180530" y="147066"/>
                  </a:lnTo>
                  <a:lnTo>
                    <a:pt x="198793" y="147066"/>
                  </a:lnTo>
                  <a:lnTo>
                    <a:pt x="198793" y="69113"/>
                  </a:lnTo>
                  <a:close/>
                </a:path>
                <a:path w="723900" h="1377314">
                  <a:moveTo>
                    <a:pt x="247434" y="0"/>
                  </a:moveTo>
                  <a:lnTo>
                    <a:pt x="229387" y="0"/>
                  </a:lnTo>
                  <a:lnTo>
                    <a:pt x="229387" y="147066"/>
                  </a:lnTo>
                  <a:lnTo>
                    <a:pt x="247434" y="147066"/>
                  </a:lnTo>
                  <a:lnTo>
                    <a:pt x="247434" y="0"/>
                  </a:lnTo>
                  <a:close/>
                </a:path>
                <a:path w="723900" h="1377314">
                  <a:moveTo>
                    <a:pt x="352780" y="1320876"/>
                  </a:moveTo>
                  <a:lnTo>
                    <a:pt x="339407" y="1280248"/>
                  </a:lnTo>
                  <a:lnTo>
                    <a:pt x="339191" y="1279944"/>
                  </a:lnTo>
                  <a:lnTo>
                    <a:pt x="333667" y="1275080"/>
                  </a:lnTo>
                  <a:lnTo>
                    <a:pt x="333667" y="1310843"/>
                  </a:lnTo>
                  <a:lnTo>
                    <a:pt x="273989" y="1310843"/>
                  </a:lnTo>
                  <a:lnTo>
                    <a:pt x="296075" y="1280248"/>
                  </a:lnTo>
                  <a:lnTo>
                    <a:pt x="313702" y="1280248"/>
                  </a:lnTo>
                  <a:lnTo>
                    <a:pt x="321132" y="1283716"/>
                  </a:lnTo>
                  <a:lnTo>
                    <a:pt x="326872" y="1290675"/>
                  </a:lnTo>
                  <a:lnTo>
                    <a:pt x="330695" y="1295158"/>
                  </a:lnTo>
                  <a:lnTo>
                    <a:pt x="332816" y="1301877"/>
                  </a:lnTo>
                  <a:lnTo>
                    <a:pt x="333667" y="1310843"/>
                  </a:lnTo>
                  <a:lnTo>
                    <a:pt x="333667" y="1275080"/>
                  </a:lnTo>
                  <a:lnTo>
                    <a:pt x="331978" y="1273581"/>
                  </a:lnTo>
                  <a:lnTo>
                    <a:pt x="323735" y="1269034"/>
                  </a:lnTo>
                  <a:lnTo>
                    <a:pt x="314464" y="1266304"/>
                  </a:lnTo>
                  <a:lnTo>
                    <a:pt x="304152" y="1265389"/>
                  </a:lnTo>
                  <a:lnTo>
                    <a:pt x="293636" y="1266317"/>
                  </a:lnTo>
                  <a:lnTo>
                    <a:pt x="262115" y="1288427"/>
                  </a:lnTo>
                  <a:lnTo>
                    <a:pt x="254228" y="1321968"/>
                  </a:lnTo>
                  <a:lnTo>
                    <a:pt x="255104" y="1334249"/>
                  </a:lnTo>
                  <a:lnTo>
                    <a:pt x="275488" y="1368653"/>
                  </a:lnTo>
                  <a:lnTo>
                    <a:pt x="305206" y="1376730"/>
                  </a:lnTo>
                  <a:lnTo>
                    <a:pt x="314172" y="1376172"/>
                  </a:lnTo>
                  <a:lnTo>
                    <a:pt x="342023" y="1361897"/>
                  </a:lnTo>
                  <a:lnTo>
                    <a:pt x="345960" y="1356855"/>
                  </a:lnTo>
                  <a:lnTo>
                    <a:pt x="349567" y="1350060"/>
                  </a:lnTo>
                  <a:lnTo>
                    <a:pt x="352145" y="1342326"/>
                  </a:lnTo>
                  <a:lnTo>
                    <a:pt x="333451" y="1340027"/>
                  </a:lnTo>
                  <a:lnTo>
                    <a:pt x="330695" y="1347660"/>
                  </a:lnTo>
                  <a:lnTo>
                    <a:pt x="327088" y="1353210"/>
                  </a:lnTo>
                  <a:lnTo>
                    <a:pt x="317741" y="1360170"/>
                  </a:lnTo>
                  <a:lnTo>
                    <a:pt x="312000" y="1361897"/>
                  </a:lnTo>
                  <a:lnTo>
                    <a:pt x="296291" y="1361897"/>
                  </a:lnTo>
                  <a:lnTo>
                    <a:pt x="272923" y="1325676"/>
                  </a:lnTo>
                  <a:lnTo>
                    <a:pt x="352780" y="1325676"/>
                  </a:lnTo>
                  <a:lnTo>
                    <a:pt x="352780" y="1320876"/>
                  </a:lnTo>
                  <a:close/>
                </a:path>
                <a:path w="723900" h="1377314">
                  <a:moveTo>
                    <a:pt x="370408" y="92278"/>
                  </a:moveTo>
                  <a:lnTo>
                    <a:pt x="369531" y="80289"/>
                  </a:lnTo>
                  <a:lnTo>
                    <a:pt x="366915" y="69659"/>
                  </a:lnTo>
                  <a:lnTo>
                    <a:pt x="362534" y="60401"/>
                  </a:lnTo>
                  <a:lnTo>
                    <a:pt x="356819" y="53073"/>
                  </a:lnTo>
                  <a:lnTo>
                    <a:pt x="356400" y="52527"/>
                  </a:lnTo>
                  <a:lnTo>
                    <a:pt x="351688" y="48564"/>
                  </a:lnTo>
                  <a:lnTo>
                    <a:pt x="351688" y="93789"/>
                  </a:lnTo>
                  <a:lnTo>
                    <a:pt x="351167" y="102997"/>
                  </a:lnTo>
                  <a:lnTo>
                    <a:pt x="329425" y="134620"/>
                  </a:lnTo>
                  <a:lnTo>
                    <a:pt x="311365" y="134620"/>
                  </a:lnTo>
                  <a:lnTo>
                    <a:pt x="289407" y="103378"/>
                  </a:lnTo>
                  <a:lnTo>
                    <a:pt x="288848" y="93789"/>
                  </a:lnTo>
                  <a:lnTo>
                    <a:pt x="289407" y="84213"/>
                  </a:lnTo>
                  <a:lnTo>
                    <a:pt x="311365" y="53073"/>
                  </a:lnTo>
                  <a:lnTo>
                    <a:pt x="329425" y="53073"/>
                  </a:lnTo>
                  <a:lnTo>
                    <a:pt x="351663" y="92278"/>
                  </a:lnTo>
                  <a:lnTo>
                    <a:pt x="351688" y="93789"/>
                  </a:lnTo>
                  <a:lnTo>
                    <a:pt x="351688" y="48564"/>
                  </a:lnTo>
                  <a:lnTo>
                    <a:pt x="348907" y="46215"/>
                  </a:lnTo>
                  <a:lnTo>
                    <a:pt x="340410" y="41719"/>
                  </a:lnTo>
                  <a:lnTo>
                    <a:pt x="330885" y="39014"/>
                  </a:lnTo>
                  <a:lnTo>
                    <a:pt x="320294" y="38112"/>
                  </a:lnTo>
                  <a:lnTo>
                    <a:pt x="310769" y="38849"/>
                  </a:lnTo>
                  <a:lnTo>
                    <a:pt x="274307" y="68046"/>
                  </a:lnTo>
                  <a:lnTo>
                    <a:pt x="270167" y="93789"/>
                  </a:lnTo>
                  <a:lnTo>
                    <a:pt x="271043" y="106502"/>
                  </a:lnTo>
                  <a:lnTo>
                    <a:pt x="291579" y="141401"/>
                  </a:lnTo>
                  <a:lnTo>
                    <a:pt x="320294" y="149453"/>
                  </a:lnTo>
                  <a:lnTo>
                    <a:pt x="327177" y="149047"/>
                  </a:lnTo>
                  <a:lnTo>
                    <a:pt x="356984" y="134620"/>
                  </a:lnTo>
                  <a:lnTo>
                    <a:pt x="360743" y="130200"/>
                  </a:lnTo>
                  <a:lnTo>
                    <a:pt x="364248" y="124637"/>
                  </a:lnTo>
                  <a:lnTo>
                    <a:pt x="366915" y="118198"/>
                  </a:lnTo>
                  <a:lnTo>
                    <a:pt x="368846" y="110655"/>
                  </a:lnTo>
                  <a:lnTo>
                    <a:pt x="370014" y="102019"/>
                  </a:lnTo>
                  <a:lnTo>
                    <a:pt x="370408" y="92278"/>
                  </a:lnTo>
                  <a:close/>
                </a:path>
                <a:path w="723900" h="1377314">
                  <a:moveTo>
                    <a:pt x="453034" y="43929"/>
                  </a:moveTo>
                  <a:lnTo>
                    <a:pt x="446659" y="40055"/>
                  </a:lnTo>
                  <a:lnTo>
                    <a:pt x="440499" y="38112"/>
                  </a:lnTo>
                  <a:lnTo>
                    <a:pt x="430098" y="38112"/>
                  </a:lnTo>
                  <a:lnTo>
                    <a:pt x="411200" y="56667"/>
                  </a:lnTo>
                  <a:lnTo>
                    <a:pt x="411200" y="40525"/>
                  </a:lnTo>
                  <a:lnTo>
                    <a:pt x="394843" y="40525"/>
                  </a:lnTo>
                  <a:lnTo>
                    <a:pt x="394843" y="147066"/>
                  </a:lnTo>
                  <a:lnTo>
                    <a:pt x="413105" y="147066"/>
                  </a:lnTo>
                  <a:lnTo>
                    <a:pt x="413105" y="83667"/>
                  </a:lnTo>
                  <a:lnTo>
                    <a:pt x="413956" y="76644"/>
                  </a:lnTo>
                  <a:lnTo>
                    <a:pt x="416077" y="70218"/>
                  </a:lnTo>
                  <a:lnTo>
                    <a:pt x="417360" y="66001"/>
                  </a:lnTo>
                  <a:lnTo>
                    <a:pt x="419684" y="62725"/>
                  </a:lnTo>
                  <a:lnTo>
                    <a:pt x="422871" y="60337"/>
                  </a:lnTo>
                  <a:lnTo>
                    <a:pt x="425843" y="57962"/>
                  </a:lnTo>
                  <a:lnTo>
                    <a:pt x="429463" y="56781"/>
                  </a:lnTo>
                  <a:lnTo>
                    <a:pt x="437959" y="56781"/>
                  </a:lnTo>
                  <a:lnTo>
                    <a:pt x="442417" y="58089"/>
                  </a:lnTo>
                  <a:lnTo>
                    <a:pt x="446659" y="60693"/>
                  </a:lnTo>
                  <a:lnTo>
                    <a:pt x="448157" y="56781"/>
                  </a:lnTo>
                  <a:lnTo>
                    <a:pt x="453034" y="43929"/>
                  </a:lnTo>
                  <a:close/>
                </a:path>
                <a:path w="723900" h="1377314">
                  <a:moveTo>
                    <a:pt x="460044" y="1336890"/>
                  </a:moveTo>
                  <a:lnTo>
                    <a:pt x="458558" y="1331734"/>
                  </a:lnTo>
                  <a:lnTo>
                    <a:pt x="455587" y="1327607"/>
                  </a:lnTo>
                  <a:lnTo>
                    <a:pt x="452818" y="1323454"/>
                  </a:lnTo>
                  <a:lnTo>
                    <a:pt x="408012" y="1307325"/>
                  </a:lnTo>
                  <a:lnTo>
                    <a:pt x="402704" y="1305788"/>
                  </a:lnTo>
                  <a:lnTo>
                    <a:pt x="400786" y="1305128"/>
                  </a:lnTo>
                  <a:lnTo>
                    <a:pt x="397814" y="1303858"/>
                  </a:lnTo>
                  <a:lnTo>
                    <a:pt x="395478" y="1302258"/>
                  </a:lnTo>
                  <a:lnTo>
                    <a:pt x="393992" y="1300302"/>
                  </a:lnTo>
                  <a:lnTo>
                    <a:pt x="392506" y="1298448"/>
                  </a:lnTo>
                  <a:lnTo>
                    <a:pt x="391655" y="1296327"/>
                  </a:lnTo>
                  <a:lnTo>
                    <a:pt x="391655" y="1290320"/>
                  </a:lnTo>
                  <a:lnTo>
                    <a:pt x="393560" y="1287106"/>
                  </a:lnTo>
                  <a:lnTo>
                    <a:pt x="396963" y="1284351"/>
                  </a:lnTo>
                  <a:lnTo>
                    <a:pt x="400570" y="1281620"/>
                  </a:lnTo>
                  <a:lnTo>
                    <a:pt x="406527" y="1280248"/>
                  </a:lnTo>
                  <a:lnTo>
                    <a:pt x="421817" y="1280248"/>
                  </a:lnTo>
                  <a:lnTo>
                    <a:pt x="427342" y="1281785"/>
                  </a:lnTo>
                  <a:lnTo>
                    <a:pt x="431165" y="1284859"/>
                  </a:lnTo>
                  <a:lnTo>
                    <a:pt x="435190" y="1287932"/>
                  </a:lnTo>
                  <a:lnTo>
                    <a:pt x="437324" y="1292225"/>
                  </a:lnTo>
                  <a:lnTo>
                    <a:pt x="438162" y="1297698"/>
                  </a:lnTo>
                  <a:lnTo>
                    <a:pt x="456006" y="1295285"/>
                  </a:lnTo>
                  <a:lnTo>
                    <a:pt x="454736" y="1288415"/>
                  </a:lnTo>
                  <a:lnTo>
                    <a:pt x="452818" y="1282915"/>
                  </a:lnTo>
                  <a:lnTo>
                    <a:pt x="450761" y="1280248"/>
                  </a:lnTo>
                  <a:lnTo>
                    <a:pt x="449643" y="1278788"/>
                  </a:lnTo>
                  <a:lnTo>
                    <a:pt x="446659" y="1274686"/>
                  </a:lnTo>
                  <a:lnTo>
                    <a:pt x="441998" y="1271422"/>
                  </a:lnTo>
                  <a:lnTo>
                    <a:pt x="429247" y="1266596"/>
                  </a:lnTo>
                  <a:lnTo>
                    <a:pt x="422021" y="1265389"/>
                  </a:lnTo>
                  <a:lnTo>
                    <a:pt x="408012" y="1265389"/>
                  </a:lnTo>
                  <a:lnTo>
                    <a:pt x="386346" y="1272819"/>
                  </a:lnTo>
                  <a:lnTo>
                    <a:pt x="382524" y="1275511"/>
                  </a:lnTo>
                  <a:lnTo>
                    <a:pt x="379552" y="1278851"/>
                  </a:lnTo>
                  <a:lnTo>
                    <a:pt x="375297" y="1286954"/>
                  </a:lnTo>
                  <a:lnTo>
                    <a:pt x="374243" y="1291361"/>
                  </a:lnTo>
                  <a:lnTo>
                    <a:pt x="374243" y="1301305"/>
                  </a:lnTo>
                  <a:lnTo>
                    <a:pt x="375513" y="1306080"/>
                  </a:lnTo>
                  <a:lnTo>
                    <a:pt x="378269" y="1310398"/>
                  </a:lnTo>
                  <a:lnTo>
                    <a:pt x="380822" y="1314691"/>
                  </a:lnTo>
                  <a:lnTo>
                    <a:pt x="427342" y="1331671"/>
                  </a:lnTo>
                  <a:lnTo>
                    <a:pt x="433501" y="1333715"/>
                  </a:lnTo>
                  <a:lnTo>
                    <a:pt x="436041" y="1335328"/>
                  </a:lnTo>
                  <a:lnTo>
                    <a:pt x="439661" y="1337652"/>
                  </a:lnTo>
                  <a:lnTo>
                    <a:pt x="441350" y="1340866"/>
                  </a:lnTo>
                  <a:lnTo>
                    <a:pt x="441350" y="1349502"/>
                  </a:lnTo>
                  <a:lnTo>
                    <a:pt x="439445" y="1353464"/>
                  </a:lnTo>
                  <a:lnTo>
                    <a:pt x="431368" y="1360208"/>
                  </a:lnTo>
                  <a:lnTo>
                    <a:pt x="425208" y="1361897"/>
                  </a:lnTo>
                  <a:lnTo>
                    <a:pt x="408432" y="1361897"/>
                  </a:lnTo>
                  <a:lnTo>
                    <a:pt x="402056" y="1359992"/>
                  </a:lnTo>
                  <a:lnTo>
                    <a:pt x="397598" y="1356194"/>
                  </a:lnTo>
                  <a:lnTo>
                    <a:pt x="392925" y="1352359"/>
                  </a:lnTo>
                  <a:lnTo>
                    <a:pt x="390169" y="1346873"/>
                  </a:lnTo>
                  <a:lnTo>
                    <a:pt x="389102" y="1339723"/>
                  </a:lnTo>
                  <a:lnTo>
                    <a:pt x="371259" y="1342542"/>
                  </a:lnTo>
                  <a:lnTo>
                    <a:pt x="398526" y="1374584"/>
                  </a:lnTo>
                  <a:lnTo>
                    <a:pt x="416928" y="1376730"/>
                  </a:lnTo>
                  <a:lnTo>
                    <a:pt x="425208" y="1376730"/>
                  </a:lnTo>
                  <a:lnTo>
                    <a:pt x="432854" y="1375295"/>
                  </a:lnTo>
                  <a:lnTo>
                    <a:pt x="446024" y="1369479"/>
                  </a:lnTo>
                  <a:lnTo>
                    <a:pt x="451129" y="1365351"/>
                  </a:lnTo>
                  <a:lnTo>
                    <a:pt x="453466" y="1361897"/>
                  </a:lnTo>
                  <a:lnTo>
                    <a:pt x="454761" y="1359992"/>
                  </a:lnTo>
                  <a:lnTo>
                    <a:pt x="458139" y="1354734"/>
                  </a:lnTo>
                  <a:lnTo>
                    <a:pt x="460044" y="1349057"/>
                  </a:lnTo>
                  <a:lnTo>
                    <a:pt x="460044" y="1336890"/>
                  </a:lnTo>
                  <a:close/>
                </a:path>
                <a:path w="723900" h="1377314">
                  <a:moveTo>
                    <a:pt x="484047" y="40525"/>
                  </a:moveTo>
                  <a:lnTo>
                    <a:pt x="465785" y="40525"/>
                  </a:lnTo>
                  <a:lnTo>
                    <a:pt x="465785" y="147066"/>
                  </a:lnTo>
                  <a:lnTo>
                    <a:pt x="484047" y="147066"/>
                  </a:lnTo>
                  <a:lnTo>
                    <a:pt x="484047" y="40525"/>
                  </a:lnTo>
                  <a:close/>
                </a:path>
                <a:path w="723900" h="1377314">
                  <a:moveTo>
                    <a:pt x="484047" y="0"/>
                  </a:moveTo>
                  <a:lnTo>
                    <a:pt x="465785" y="0"/>
                  </a:lnTo>
                  <a:lnTo>
                    <a:pt x="465785" y="20764"/>
                  </a:lnTo>
                  <a:lnTo>
                    <a:pt x="484047" y="20764"/>
                  </a:lnTo>
                  <a:lnTo>
                    <a:pt x="484047" y="0"/>
                  </a:lnTo>
                  <a:close/>
                </a:path>
                <a:path w="723900" h="1377314">
                  <a:moveTo>
                    <a:pt x="526732" y="1374127"/>
                  </a:moveTo>
                  <a:lnTo>
                    <a:pt x="524306" y="1358900"/>
                  </a:lnTo>
                  <a:lnTo>
                    <a:pt x="524192" y="1358176"/>
                  </a:lnTo>
                  <a:lnTo>
                    <a:pt x="521004" y="1358671"/>
                  </a:lnTo>
                  <a:lnTo>
                    <a:pt x="518236" y="1358900"/>
                  </a:lnTo>
                  <a:lnTo>
                    <a:pt x="513575" y="1358900"/>
                  </a:lnTo>
                  <a:lnTo>
                    <a:pt x="511441" y="1358455"/>
                  </a:lnTo>
                  <a:lnTo>
                    <a:pt x="510171" y="1357591"/>
                  </a:lnTo>
                  <a:lnTo>
                    <a:pt x="508685" y="1356715"/>
                  </a:lnTo>
                  <a:lnTo>
                    <a:pt x="507619" y="1355559"/>
                  </a:lnTo>
                  <a:lnTo>
                    <a:pt x="506349" y="1352613"/>
                  </a:lnTo>
                  <a:lnTo>
                    <a:pt x="505917" y="1349286"/>
                  </a:lnTo>
                  <a:lnTo>
                    <a:pt x="505917" y="1281849"/>
                  </a:lnTo>
                  <a:lnTo>
                    <a:pt x="524192" y="1281849"/>
                  </a:lnTo>
                  <a:lnTo>
                    <a:pt x="524192" y="1267802"/>
                  </a:lnTo>
                  <a:lnTo>
                    <a:pt x="505917" y="1267802"/>
                  </a:lnTo>
                  <a:lnTo>
                    <a:pt x="505917" y="1230579"/>
                  </a:lnTo>
                  <a:lnTo>
                    <a:pt x="487870" y="1241412"/>
                  </a:lnTo>
                  <a:lnTo>
                    <a:pt x="487870" y="1267802"/>
                  </a:lnTo>
                  <a:lnTo>
                    <a:pt x="474700" y="1267802"/>
                  </a:lnTo>
                  <a:lnTo>
                    <a:pt x="474700" y="1281849"/>
                  </a:lnTo>
                  <a:lnTo>
                    <a:pt x="487870" y="1281849"/>
                  </a:lnTo>
                  <a:lnTo>
                    <a:pt x="487870" y="1353972"/>
                  </a:lnTo>
                  <a:lnTo>
                    <a:pt x="488721" y="1361071"/>
                  </a:lnTo>
                  <a:lnTo>
                    <a:pt x="491693" y="1367828"/>
                  </a:lnTo>
                  <a:lnTo>
                    <a:pt x="494245" y="1370558"/>
                  </a:lnTo>
                  <a:lnTo>
                    <a:pt x="501459" y="1374698"/>
                  </a:lnTo>
                  <a:lnTo>
                    <a:pt x="506564" y="1375740"/>
                  </a:lnTo>
                  <a:lnTo>
                    <a:pt x="517182" y="1375740"/>
                  </a:lnTo>
                  <a:lnTo>
                    <a:pt x="521639" y="1375206"/>
                  </a:lnTo>
                  <a:lnTo>
                    <a:pt x="526732" y="1374127"/>
                  </a:lnTo>
                  <a:close/>
                </a:path>
                <a:path w="723900" h="1377314">
                  <a:moveTo>
                    <a:pt x="599160" y="0"/>
                  </a:moveTo>
                  <a:lnTo>
                    <a:pt x="582599" y="0"/>
                  </a:lnTo>
                  <a:lnTo>
                    <a:pt x="582599" y="95389"/>
                  </a:lnTo>
                  <a:lnTo>
                    <a:pt x="582079" y="104686"/>
                  </a:lnTo>
                  <a:lnTo>
                    <a:pt x="562203" y="134620"/>
                  </a:lnTo>
                  <a:lnTo>
                    <a:pt x="546277" y="134620"/>
                  </a:lnTo>
                  <a:lnTo>
                    <a:pt x="525043" y="93891"/>
                  </a:lnTo>
                  <a:lnTo>
                    <a:pt x="525551" y="84010"/>
                  </a:lnTo>
                  <a:lnTo>
                    <a:pt x="545426" y="53073"/>
                  </a:lnTo>
                  <a:lnTo>
                    <a:pt x="561568" y="53073"/>
                  </a:lnTo>
                  <a:lnTo>
                    <a:pt x="582079" y="85191"/>
                  </a:lnTo>
                  <a:lnTo>
                    <a:pt x="582599" y="95389"/>
                  </a:lnTo>
                  <a:lnTo>
                    <a:pt x="582599" y="0"/>
                  </a:lnTo>
                  <a:lnTo>
                    <a:pt x="581113" y="0"/>
                  </a:lnTo>
                  <a:lnTo>
                    <a:pt x="581113" y="52755"/>
                  </a:lnTo>
                  <a:lnTo>
                    <a:pt x="577926" y="48425"/>
                  </a:lnTo>
                  <a:lnTo>
                    <a:pt x="573887" y="44881"/>
                  </a:lnTo>
                  <a:lnTo>
                    <a:pt x="568794" y="42176"/>
                  </a:lnTo>
                  <a:lnTo>
                    <a:pt x="563905" y="39471"/>
                  </a:lnTo>
                  <a:lnTo>
                    <a:pt x="558177" y="38112"/>
                  </a:lnTo>
                  <a:lnTo>
                    <a:pt x="542874" y="38112"/>
                  </a:lnTo>
                  <a:lnTo>
                    <a:pt x="511873" y="64947"/>
                  </a:lnTo>
                  <a:lnTo>
                    <a:pt x="506564" y="93891"/>
                  </a:lnTo>
                  <a:lnTo>
                    <a:pt x="506920" y="101828"/>
                  </a:lnTo>
                  <a:lnTo>
                    <a:pt x="523887" y="138582"/>
                  </a:lnTo>
                  <a:lnTo>
                    <a:pt x="543941" y="149453"/>
                  </a:lnTo>
                  <a:lnTo>
                    <a:pt x="552437" y="149453"/>
                  </a:lnTo>
                  <a:lnTo>
                    <a:pt x="582383" y="133604"/>
                  </a:lnTo>
                  <a:lnTo>
                    <a:pt x="582383" y="147066"/>
                  </a:lnTo>
                  <a:lnTo>
                    <a:pt x="599160" y="147066"/>
                  </a:lnTo>
                  <a:lnTo>
                    <a:pt x="599160" y="133604"/>
                  </a:lnTo>
                  <a:lnTo>
                    <a:pt x="599160" y="53073"/>
                  </a:lnTo>
                  <a:lnTo>
                    <a:pt x="599160" y="52755"/>
                  </a:lnTo>
                  <a:lnTo>
                    <a:pt x="599160" y="0"/>
                  </a:lnTo>
                  <a:close/>
                </a:path>
                <a:path w="723900" h="1377314">
                  <a:moveTo>
                    <a:pt x="636117" y="1320876"/>
                  </a:moveTo>
                  <a:lnTo>
                    <a:pt x="622744" y="1280248"/>
                  </a:lnTo>
                  <a:lnTo>
                    <a:pt x="622528" y="1279944"/>
                  </a:lnTo>
                  <a:lnTo>
                    <a:pt x="617004" y="1275080"/>
                  </a:lnTo>
                  <a:lnTo>
                    <a:pt x="617004" y="1310843"/>
                  </a:lnTo>
                  <a:lnTo>
                    <a:pt x="557326" y="1310843"/>
                  </a:lnTo>
                  <a:lnTo>
                    <a:pt x="579412" y="1280248"/>
                  </a:lnTo>
                  <a:lnTo>
                    <a:pt x="597039" y="1280248"/>
                  </a:lnTo>
                  <a:lnTo>
                    <a:pt x="604469" y="1283716"/>
                  </a:lnTo>
                  <a:lnTo>
                    <a:pt x="610209" y="1290675"/>
                  </a:lnTo>
                  <a:lnTo>
                    <a:pt x="614032" y="1295158"/>
                  </a:lnTo>
                  <a:lnTo>
                    <a:pt x="616153" y="1301877"/>
                  </a:lnTo>
                  <a:lnTo>
                    <a:pt x="617004" y="1310843"/>
                  </a:lnTo>
                  <a:lnTo>
                    <a:pt x="617004" y="1275080"/>
                  </a:lnTo>
                  <a:lnTo>
                    <a:pt x="615315" y="1273581"/>
                  </a:lnTo>
                  <a:lnTo>
                    <a:pt x="607072" y="1269034"/>
                  </a:lnTo>
                  <a:lnTo>
                    <a:pt x="597801" y="1266304"/>
                  </a:lnTo>
                  <a:lnTo>
                    <a:pt x="587489" y="1265389"/>
                  </a:lnTo>
                  <a:lnTo>
                    <a:pt x="576973" y="1266317"/>
                  </a:lnTo>
                  <a:lnTo>
                    <a:pt x="545452" y="1288427"/>
                  </a:lnTo>
                  <a:lnTo>
                    <a:pt x="537565" y="1321968"/>
                  </a:lnTo>
                  <a:lnTo>
                    <a:pt x="538441" y="1334249"/>
                  </a:lnTo>
                  <a:lnTo>
                    <a:pt x="558825" y="1368653"/>
                  </a:lnTo>
                  <a:lnTo>
                    <a:pt x="588543" y="1376730"/>
                  </a:lnTo>
                  <a:lnTo>
                    <a:pt x="597509" y="1376172"/>
                  </a:lnTo>
                  <a:lnTo>
                    <a:pt x="625360" y="1361897"/>
                  </a:lnTo>
                  <a:lnTo>
                    <a:pt x="629297" y="1356855"/>
                  </a:lnTo>
                  <a:lnTo>
                    <a:pt x="632904" y="1350060"/>
                  </a:lnTo>
                  <a:lnTo>
                    <a:pt x="635482" y="1342326"/>
                  </a:lnTo>
                  <a:lnTo>
                    <a:pt x="616788" y="1340027"/>
                  </a:lnTo>
                  <a:lnTo>
                    <a:pt x="614032" y="1347660"/>
                  </a:lnTo>
                  <a:lnTo>
                    <a:pt x="610425" y="1353210"/>
                  </a:lnTo>
                  <a:lnTo>
                    <a:pt x="601078" y="1360170"/>
                  </a:lnTo>
                  <a:lnTo>
                    <a:pt x="595337" y="1361897"/>
                  </a:lnTo>
                  <a:lnTo>
                    <a:pt x="579628" y="1361897"/>
                  </a:lnTo>
                  <a:lnTo>
                    <a:pt x="556260" y="1325676"/>
                  </a:lnTo>
                  <a:lnTo>
                    <a:pt x="636117" y="1325676"/>
                  </a:lnTo>
                  <a:lnTo>
                    <a:pt x="636117" y="1320876"/>
                  </a:lnTo>
                  <a:close/>
                </a:path>
                <a:path w="723900" h="1377314">
                  <a:moveTo>
                    <a:pt x="719594" y="1271206"/>
                  </a:moveTo>
                  <a:lnTo>
                    <a:pt x="713435" y="1267333"/>
                  </a:lnTo>
                  <a:lnTo>
                    <a:pt x="707059" y="1265389"/>
                  </a:lnTo>
                  <a:lnTo>
                    <a:pt x="696861" y="1265389"/>
                  </a:lnTo>
                  <a:lnTo>
                    <a:pt x="692835" y="1266596"/>
                  </a:lnTo>
                  <a:lnTo>
                    <a:pt x="689432" y="1269009"/>
                  </a:lnTo>
                  <a:lnTo>
                    <a:pt x="685825" y="1271422"/>
                  </a:lnTo>
                  <a:lnTo>
                    <a:pt x="682002" y="1276400"/>
                  </a:lnTo>
                  <a:lnTo>
                    <a:pt x="677964" y="1283944"/>
                  </a:lnTo>
                  <a:lnTo>
                    <a:pt x="677964" y="1267802"/>
                  </a:lnTo>
                  <a:lnTo>
                    <a:pt x="661606" y="1267802"/>
                  </a:lnTo>
                  <a:lnTo>
                    <a:pt x="661606" y="1374343"/>
                  </a:lnTo>
                  <a:lnTo>
                    <a:pt x="679665" y="1374343"/>
                  </a:lnTo>
                  <a:lnTo>
                    <a:pt x="679665" y="1310944"/>
                  </a:lnTo>
                  <a:lnTo>
                    <a:pt x="680720" y="1303921"/>
                  </a:lnTo>
                  <a:lnTo>
                    <a:pt x="696226" y="1284058"/>
                  </a:lnTo>
                  <a:lnTo>
                    <a:pt x="704507" y="1284058"/>
                  </a:lnTo>
                  <a:lnTo>
                    <a:pt x="708977" y="1285367"/>
                  </a:lnTo>
                  <a:lnTo>
                    <a:pt x="713435" y="1287970"/>
                  </a:lnTo>
                  <a:lnTo>
                    <a:pt x="714870" y="1284058"/>
                  </a:lnTo>
                  <a:lnTo>
                    <a:pt x="719594" y="1271206"/>
                  </a:lnTo>
                  <a:close/>
                </a:path>
                <a:path w="723900" h="1377314">
                  <a:moveTo>
                    <a:pt x="723633" y="93599"/>
                  </a:moveTo>
                  <a:lnTo>
                    <a:pt x="722947" y="83566"/>
                  </a:lnTo>
                  <a:lnTo>
                    <a:pt x="722795" y="81140"/>
                  </a:lnTo>
                  <a:lnTo>
                    <a:pt x="720255" y="70180"/>
                  </a:lnTo>
                  <a:lnTo>
                    <a:pt x="716013" y="60680"/>
                  </a:lnTo>
                  <a:lnTo>
                    <a:pt x="710260" y="52971"/>
                  </a:lnTo>
                  <a:lnTo>
                    <a:pt x="710031" y="52666"/>
                  </a:lnTo>
                  <a:lnTo>
                    <a:pt x="704507" y="47879"/>
                  </a:lnTo>
                  <a:lnTo>
                    <a:pt x="704507" y="83566"/>
                  </a:lnTo>
                  <a:lnTo>
                    <a:pt x="644829" y="83566"/>
                  </a:lnTo>
                  <a:lnTo>
                    <a:pt x="666915" y="52971"/>
                  </a:lnTo>
                  <a:lnTo>
                    <a:pt x="684339" y="52971"/>
                  </a:lnTo>
                  <a:lnTo>
                    <a:pt x="704507" y="83566"/>
                  </a:lnTo>
                  <a:lnTo>
                    <a:pt x="704507" y="47879"/>
                  </a:lnTo>
                  <a:lnTo>
                    <a:pt x="702703" y="46304"/>
                  </a:lnTo>
                  <a:lnTo>
                    <a:pt x="694423" y="41744"/>
                  </a:lnTo>
                  <a:lnTo>
                    <a:pt x="685190" y="39027"/>
                  </a:lnTo>
                  <a:lnTo>
                    <a:pt x="674992" y="38112"/>
                  </a:lnTo>
                  <a:lnTo>
                    <a:pt x="664476" y="39039"/>
                  </a:lnTo>
                  <a:lnTo>
                    <a:pt x="632879" y="61150"/>
                  </a:lnTo>
                  <a:lnTo>
                    <a:pt x="625081" y="94691"/>
                  </a:lnTo>
                  <a:lnTo>
                    <a:pt x="625944" y="106972"/>
                  </a:lnTo>
                  <a:lnTo>
                    <a:pt x="646328" y="141363"/>
                  </a:lnTo>
                  <a:lnTo>
                    <a:pt x="676046" y="149453"/>
                  </a:lnTo>
                  <a:lnTo>
                    <a:pt x="684898" y="148894"/>
                  </a:lnTo>
                  <a:lnTo>
                    <a:pt x="712825" y="134620"/>
                  </a:lnTo>
                  <a:lnTo>
                    <a:pt x="716724" y="129578"/>
                  </a:lnTo>
                  <a:lnTo>
                    <a:pt x="720318" y="122783"/>
                  </a:lnTo>
                  <a:lnTo>
                    <a:pt x="722985" y="115049"/>
                  </a:lnTo>
                  <a:lnTo>
                    <a:pt x="704303" y="112750"/>
                  </a:lnTo>
                  <a:lnTo>
                    <a:pt x="701535" y="120383"/>
                  </a:lnTo>
                  <a:lnTo>
                    <a:pt x="697928" y="125933"/>
                  </a:lnTo>
                  <a:lnTo>
                    <a:pt x="693039" y="129400"/>
                  </a:lnTo>
                  <a:lnTo>
                    <a:pt x="688365" y="132892"/>
                  </a:lnTo>
                  <a:lnTo>
                    <a:pt x="682853" y="134620"/>
                  </a:lnTo>
                  <a:lnTo>
                    <a:pt x="667131" y="134620"/>
                  </a:lnTo>
                  <a:lnTo>
                    <a:pt x="659701" y="131508"/>
                  </a:lnTo>
                  <a:lnTo>
                    <a:pt x="643763" y="98399"/>
                  </a:lnTo>
                  <a:lnTo>
                    <a:pt x="723633" y="98399"/>
                  </a:lnTo>
                  <a:lnTo>
                    <a:pt x="723633" y="935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5517642" y="3399942"/>
              <a:ext cx="455295" cy="152400"/>
            </a:xfrm>
            <a:custGeom>
              <a:avLst/>
              <a:gdLst/>
              <a:ahLst/>
              <a:cxnLst/>
              <a:rect l="l" t="t" r="r" b="b"/>
              <a:pathLst>
                <a:path w="455295" h="152400">
                  <a:moveTo>
                    <a:pt x="140423" y="64414"/>
                  </a:moveTo>
                  <a:lnTo>
                    <a:pt x="123126" y="17919"/>
                  </a:lnTo>
                  <a:lnTo>
                    <a:pt x="120789" y="15976"/>
                  </a:lnTo>
                  <a:lnTo>
                    <a:pt x="120789" y="64414"/>
                  </a:lnTo>
                  <a:lnTo>
                    <a:pt x="120510" y="71208"/>
                  </a:lnTo>
                  <a:lnTo>
                    <a:pt x="107162" y="110451"/>
                  </a:lnTo>
                  <a:lnTo>
                    <a:pt x="84899" y="130479"/>
                  </a:lnTo>
                  <a:lnTo>
                    <a:pt x="78105" y="134048"/>
                  </a:lnTo>
                  <a:lnTo>
                    <a:pt x="70878" y="135826"/>
                  </a:lnTo>
                  <a:lnTo>
                    <a:pt x="55372" y="135826"/>
                  </a:lnTo>
                  <a:lnTo>
                    <a:pt x="47942" y="133794"/>
                  </a:lnTo>
                  <a:lnTo>
                    <a:pt x="40932" y="129717"/>
                  </a:lnTo>
                  <a:lnTo>
                    <a:pt x="33705" y="125628"/>
                  </a:lnTo>
                  <a:lnTo>
                    <a:pt x="28397" y="119976"/>
                  </a:lnTo>
                  <a:lnTo>
                    <a:pt x="21183" y="105549"/>
                  </a:lnTo>
                  <a:lnTo>
                    <a:pt x="19481" y="97612"/>
                  </a:lnTo>
                  <a:lnTo>
                    <a:pt x="19545" y="87985"/>
                  </a:lnTo>
                  <a:lnTo>
                    <a:pt x="29425" y="46774"/>
                  </a:lnTo>
                  <a:lnTo>
                    <a:pt x="66827" y="17589"/>
                  </a:lnTo>
                  <a:lnTo>
                    <a:pt x="78105" y="16357"/>
                  </a:lnTo>
                  <a:lnTo>
                    <a:pt x="86791" y="17170"/>
                  </a:lnTo>
                  <a:lnTo>
                    <a:pt x="117741" y="44678"/>
                  </a:lnTo>
                  <a:lnTo>
                    <a:pt x="120789" y="64414"/>
                  </a:lnTo>
                  <a:lnTo>
                    <a:pt x="120789" y="15976"/>
                  </a:lnTo>
                  <a:lnTo>
                    <a:pt x="113766" y="10083"/>
                  </a:lnTo>
                  <a:lnTo>
                    <a:pt x="103162" y="4483"/>
                  </a:lnTo>
                  <a:lnTo>
                    <a:pt x="91287" y="1117"/>
                  </a:lnTo>
                  <a:lnTo>
                    <a:pt x="78105" y="0"/>
                  </a:lnTo>
                  <a:lnTo>
                    <a:pt x="62458" y="1524"/>
                  </a:lnTo>
                  <a:lnTo>
                    <a:pt x="22885" y="24333"/>
                  </a:lnTo>
                  <a:lnTo>
                    <a:pt x="1371" y="69265"/>
                  </a:lnTo>
                  <a:lnTo>
                    <a:pt x="0" y="88976"/>
                  </a:lnTo>
                  <a:lnTo>
                    <a:pt x="419" y="96393"/>
                  </a:lnTo>
                  <a:lnTo>
                    <a:pt x="16776" y="133553"/>
                  </a:lnTo>
                  <a:lnTo>
                    <a:pt x="53149" y="151549"/>
                  </a:lnTo>
                  <a:lnTo>
                    <a:pt x="61747" y="152082"/>
                  </a:lnTo>
                  <a:lnTo>
                    <a:pt x="70104" y="151625"/>
                  </a:lnTo>
                  <a:lnTo>
                    <a:pt x="108013" y="135826"/>
                  </a:lnTo>
                  <a:lnTo>
                    <a:pt x="110121" y="134175"/>
                  </a:lnTo>
                  <a:lnTo>
                    <a:pt x="135534" y="96367"/>
                  </a:lnTo>
                  <a:lnTo>
                    <a:pt x="140373" y="69265"/>
                  </a:lnTo>
                  <a:lnTo>
                    <a:pt x="140423" y="64414"/>
                  </a:lnTo>
                  <a:close/>
                </a:path>
                <a:path w="455295" h="152400">
                  <a:moveTo>
                    <a:pt x="296875" y="29768"/>
                  </a:moveTo>
                  <a:lnTo>
                    <a:pt x="295173" y="22682"/>
                  </a:lnTo>
                  <a:lnTo>
                    <a:pt x="292582" y="18669"/>
                  </a:lnTo>
                  <a:lnTo>
                    <a:pt x="287947" y="11455"/>
                  </a:lnTo>
                  <a:lnTo>
                    <a:pt x="283070" y="7620"/>
                  </a:lnTo>
                  <a:lnTo>
                    <a:pt x="278180" y="6070"/>
                  </a:lnTo>
                  <a:lnTo>
                    <a:pt x="278180" y="33756"/>
                  </a:lnTo>
                  <a:lnTo>
                    <a:pt x="278180" y="43103"/>
                  </a:lnTo>
                  <a:lnTo>
                    <a:pt x="244830" y="67818"/>
                  </a:lnTo>
                  <a:lnTo>
                    <a:pt x="232727" y="68326"/>
                  </a:lnTo>
                  <a:lnTo>
                    <a:pt x="192798" y="68326"/>
                  </a:lnTo>
                  <a:lnTo>
                    <a:pt x="203200" y="18669"/>
                  </a:lnTo>
                  <a:lnTo>
                    <a:pt x="259067" y="18669"/>
                  </a:lnTo>
                  <a:lnTo>
                    <a:pt x="278180" y="33756"/>
                  </a:lnTo>
                  <a:lnTo>
                    <a:pt x="278180" y="6070"/>
                  </a:lnTo>
                  <a:lnTo>
                    <a:pt x="248869" y="2514"/>
                  </a:lnTo>
                  <a:lnTo>
                    <a:pt x="187058" y="2514"/>
                  </a:lnTo>
                  <a:lnTo>
                    <a:pt x="156057" y="149580"/>
                  </a:lnTo>
                  <a:lnTo>
                    <a:pt x="175806" y="149580"/>
                  </a:lnTo>
                  <a:lnTo>
                    <a:pt x="189395" y="84277"/>
                  </a:lnTo>
                  <a:lnTo>
                    <a:pt x="220408" y="84277"/>
                  </a:lnTo>
                  <a:lnTo>
                    <a:pt x="249923" y="115023"/>
                  </a:lnTo>
                  <a:lnTo>
                    <a:pt x="263309" y="149580"/>
                  </a:lnTo>
                  <a:lnTo>
                    <a:pt x="285394" y="149580"/>
                  </a:lnTo>
                  <a:lnTo>
                    <a:pt x="267589" y="108267"/>
                  </a:lnTo>
                  <a:lnTo>
                    <a:pt x="247167" y="83477"/>
                  </a:lnTo>
                  <a:lnTo>
                    <a:pt x="259346" y="81203"/>
                  </a:lnTo>
                  <a:lnTo>
                    <a:pt x="269760" y="77876"/>
                  </a:lnTo>
                  <a:lnTo>
                    <a:pt x="278384" y="73520"/>
                  </a:lnTo>
                  <a:lnTo>
                    <a:pt x="284924" y="68326"/>
                  </a:lnTo>
                  <a:lnTo>
                    <a:pt x="285191" y="68122"/>
                  </a:lnTo>
                  <a:lnTo>
                    <a:pt x="290334" y="61810"/>
                  </a:lnTo>
                  <a:lnTo>
                    <a:pt x="293979" y="54749"/>
                  </a:lnTo>
                  <a:lnTo>
                    <a:pt x="296151" y="46926"/>
                  </a:lnTo>
                  <a:lnTo>
                    <a:pt x="296875" y="38328"/>
                  </a:lnTo>
                  <a:lnTo>
                    <a:pt x="296875" y="29768"/>
                  </a:lnTo>
                  <a:close/>
                </a:path>
                <a:path w="455295" h="152400">
                  <a:moveTo>
                    <a:pt x="395630" y="129019"/>
                  </a:moveTo>
                  <a:lnTo>
                    <a:pt x="375031" y="129019"/>
                  </a:lnTo>
                  <a:lnTo>
                    <a:pt x="370573" y="149580"/>
                  </a:lnTo>
                  <a:lnTo>
                    <a:pt x="391172" y="149580"/>
                  </a:lnTo>
                  <a:lnTo>
                    <a:pt x="395630" y="129019"/>
                  </a:lnTo>
                  <a:close/>
                </a:path>
                <a:path w="455295" h="152400">
                  <a:moveTo>
                    <a:pt x="454685" y="129019"/>
                  </a:moveTo>
                  <a:lnTo>
                    <a:pt x="434073" y="129019"/>
                  </a:lnTo>
                  <a:lnTo>
                    <a:pt x="429615" y="149580"/>
                  </a:lnTo>
                  <a:lnTo>
                    <a:pt x="450215" y="149580"/>
                  </a:lnTo>
                  <a:lnTo>
                    <a:pt x="454685" y="129019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4162920" y="1728520"/>
              <a:ext cx="3458210" cy="3004820"/>
            </a:xfrm>
            <a:custGeom>
              <a:avLst/>
              <a:gdLst/>
              <a:ahLst/>
              <a:cxnLst/>
              <a:rect l="l" t="t" r="r" b="b"/>
              <a:pathLst>
                <a:path w="3458209" h="3004820">
                  <a:moveTo>
                    <a:pt x="3457803" y="0"/>
                  </a:moveTo>
                  <a:lnTo>
                    <a:pt x="3406838" y="0"/>
                  </a:lnTo>
                  <a:lnTo>
                    <a:pt x="3406838" y="2953702"/>
                  </a:lnTo>
                  <a:lnTo>
                    <a:pt x="0" y="2953702"/>
                  </a:lnTo>
                  <a:lnTo>
                    <a:pt x="0" y="2954032"/>
                  </a:lnTo>
                  <a:lnTo>
                    <a:pt x="0" y="3004401"/>
                  </a:lnTo>
                  <a:lnTo>
                    <a:pt x="3457803" y="3004401"/>
                  </a:lnTo>
                  <a:lnTo>
                    <a:pt x="3457803" y="2954032"/>
                  </a:lnTo>
                  <a:lnTo>
                    <a:pt x="3457803" y="2953702"/>
                  </a:lnTo>
                  <a:lnTo>
                    <a:pt x="3457803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4111951" y="1677729"/>
              <a:ext cx="3458210" cy="3004820"/>
            </a:xfrm>
            <a:custGeom>
              <a:avLst/>
              <a:gdLst/>
              <a:ahLst/>
              <a:cxnLst/>
              <a:rect l="l" t="t" r="r" b="b"/>
              <a:pathLst>
                <a:path w="3458209" h="3004820">
                  <a:moveTo>
                    <a:pt x="3457807" y="3004822"/>
                  </a:moveTo>
                  <a:lnTo>
                    <a:pt x="3457807" y="1267659"/>
                  </a:lnTo>
                  <a:lnTo>
                    <a:pt x="3457807" y="375602"/>
                  </a:lnTo>
                  <a:lnTo>
                    <a:pt x="3457807" y="46950"/>
                  </a:lnTo>
                  <a:lnTo>
                    <a:pt x="3457807" y="0"/>
                  </a:lnTo>
                  <a:lnTo>
                    <a:pt x="1458762" y="0"/>
                  </a:lnTo>
                  <a:lnTo>
                    <a:pt x="432225" y="0"/>
                  </a:lnTo>
                  <a:lnTo>
                    <a:pt x="54028" y="0"/>
                  </a:lnTo>
                  <a:lnTo>
                    <a:pt x="0" y="0"/>
                  </a:lnTo>
                  <a:lnTo>
                    <a:pt x="0" y="1737163"/>
                  </a:lnTo>
                  <a:lnTo>
                    <a:pt x="0" y="2629219"/>
                  </a:lnTo>
                  <a:lnTo>
                    <a:pt x="0" y="2957872"/>
                  </a:lnTo>
                  <a:lnTo>
                    <a:pt x="0" y="3004822"/>
                  </a:lnTo>
                  <a:lnTo>
                    <a:pt x="1999045" y="3004822"/>
                  </a:lnTo>
                  <a:lnTo>
                    <a:pt x="3025581" y="3004822"/>
                  </a:lnTo>
                  <a:lnTo>
                    <a:pt x="3403779" y="3004822"/>
                  </a:lnTo>
                  <a:lnTo>
                    <a:pt x="3457807" y="3004822"/>
                  </a:lnTo>
                  <a:close/>
                </a:path>
              </a:pathLst>
            </a:custGeom>
            <a:ln w="1271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101"/>
            <p:cNvSpPr/>
            <p:nvPr/>
          </p:nvSpPr>
          <p:spPr>
            <a:xfrm>
              <a:off x="5339600" y="3978875"/>
              <a:ext cx="703580" cy="12700"/>
            </a:xfrm>
            <a:custGeom>
              <a:avLst/>
              <a:gdLst/>
              <a:ahLst/>
              <a:cxnLst/>
              <a:rect l="l" t="t" r="r" b="b"/>
              <a:pathLst>
                <a:path w="703579" h="12700">
                  <a:moveTo>
                    <a:pt x="703455" y="0"/>
                  </a:moveTo>
                  <a:lnTo>
                    <a:pt x="0" y="0"/>
                  </a:lnTo>
                  <a:lnTo>
                    <a:pt x="0" y="12695"/>
                  </a:lnTo>
                  <a:lnTo>
                    <a:pt x="703455" y="12695"/>
                  </a:lnTo>
                  <a:lnTo>
                    <a:pt x="7034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102"/>
            <p:cNvSpPr/>
            <p:nvPr/>
          </p:nvSpPr>
          <p:spPr>
            <a:xfrm>
              <a:off x="6023095" y="3949017"/>
              <a:ext cx="130402" cy="69851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103"/>
            <p:cNvSpPr/>
            <p:nvPr/>
          </p:nvSpPr>
          <p:spPr>
            <a:xfrm>
              <a:off x="5482755" y="3725146"/>
              <a:ext cx="270510" cy="147320"/>
            </a:xfrm>
            <a:custGeom>
              <a:avLst/>
              <a:gdLst/>
              <a:ahLst/>
              <a:cxnLst/>
              <a:rect l="l" t="t" r="r" b="b"/>
              <a:pathLst>
                <a:path w="270510" h="147320">
                  <a:moveTo>
                    <a:pt x="19965" y="0"/>
                  </a:moveTo>
                  <a:lnTo>
                    <a:pt x="0" y="0"/>
                  </a:lnTo>
                  <a:lnTo>
                    <a:pt x="0" y="147061"/>
                  </a:lnTo>
                  <a:lnTo>
                    <a:pt x="18690" y="147061"/>
                  </a:lnTo>
                  <a:lnTo>
                    <a:pt x="18690" y="31486"/>
                  </a:lnTo>
                  <a:lnTo>
                    <a:pt x="41108" y="31486"/>
                  </a:lnTo>
                  <a:lnTo>
                    <a:pt x="19965" y="0"/>
                  </a:lnTo>
                  <a:close/>
                </a:path>
                <a:path w="270510" h="147320">
                  <a:moveTo>
                    <a:pt x="41108" y="31486"/>
                  </a:moveTo>
                  <a:lnTo>
                    <a:pt x="18690" y="31486"/>
                  </a:lnTo>
                  <a:lnTo>
                    <a:pt x="96215" y="147061"/>
                  </a:lnTo>
                  <a:lnTo>
                    <a:pt x="116180" y="147061"/>
                  </a:lnTo>
                  <a:lnTo>
                    <a:pt x="116180" y="115448"/>
                  </a:lnTo>
                  <a:lnTo>
                    <a:pt x="97489" y="115448"/>
                  </a:lnTo>
                  <a:lnTo>
                    <a:pt x="41108" y="31486"/>
                  </a:lnTo>
                  <a:close/>
                </a:path>
                <a:path w="270510" h="147320">
                  <a:moveTo>
                    <a:pt x="116180" y="0"/>
                  </a:moveTo>
                  <a:lnTo>
                    <a:pt x="97489" y="0"/>
                  </a:lnTo>
                  <a:lnTo>
                    <a:pt x="97489" y="115448"/>
                  </a:lnTo>
                  <a:lnTo>
                    <a:pt x="116180" y="115448"/>
                  </a:lnTo>
                  <a:lnTo>
                    <a:pt x="116180" y="0"/>
                  </a:lnTo>
                  <a:close/>
                </a:path>
                <a:path w="270510" h="147320">
                  <a:moveTo>
                    <a:pt x="173527" y="0"/>
                  </a:moveTo>
                  <a:lnTo>
                    <a:pt x="153987" y="0"/>
                  </a:lnTo>
                  <a:lnTo>
                    <a:pt x="153987" y="147061"/>
                  </a:lnTo>
                  <a:lnTo>
                    <a:pt x="173527" y="147061"/>
                  </a:lnTo>
                  <a:lnTo>
                    <a:pt x="173527" y="77741"/>
                  </a:lnTo>
                  <a:lnTo>
                    <a:pt x="269955" y="77741"/>
                  </a:lnTo>
                  <a:lnTo>
                    <a:pt x="269955" y="60390"/>
                  </a:lnTo>
                  <a:lnTo>
                    <a:pt x="173527" y="60390"/>
                  </a:lnTo>
                  <a:lnTo>
                    <a:pt x="173527" y="0"/>
                  </a:lnTo>
                  <a:close/>
                </a:path>
                <a:path w="270510" h="147320">
                  <a:moveTo>
                    <a:pt x="269955" y="77741"/>
                  </a:moveTo>
                  <a:lnTo>
                    <a:pt x="250414" y="77741"/>
                  </a:lnTo>
                  <a:lnTo>
                    <a:pt x="250414" y="147061"/>
                  </a:lnTo>
                  <a:lnTo>
                    <a:pt x="269955" y="147061"/>
                  </a:lnTo>
                  <a:lnTo>
                    <a:pt x="269955" y="77741"/>
                  </a:lnTo>
                  <a:close/>
                </a:path>
                <a:path w="270510" h="147320">
                  <a:moveTo>
                    <a:pt x="269955" y="0"/>
                  </a:moveTo>
                  <a:lnTo>
                    <a:pt x="250414" y="0"/>
                  </a:lnTo>
                  <a:lnTo>
                    <a:pt x="250414" y="60390"/>
                  </a:lnTo>
                  <a:lnTo>
                    <a:pt x="269955" y="60390"/>
                  </a:lnTo>
                  <a:lnTo>
                    <a:pt x="2699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5878449" y="3725146"/>
              <a:ext cx="200714" cy="147061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5778411" y="3807225"/>
              <a:ext cx="73276" cy="110730"/>
            </a:xfrm>
            <a:prstGeom prst="rect">
              <a:avLst/>
            </a:prstGeom>
            <a:blipFill>
              <a:blip r:embed="rId4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5474472" y="4211825"/>
              <a:ext cx="559435" cy="149860"/>
            </a:xfrm>
            <a:custGeom>
              <a:avLst/>
              <a:gdLst/>
              <a:ahLst/>
              <a:cxnLst/>
              <a:rect l="l" t="t" r="r" b="b"/>
              <a:pathLst>
                <a:path w="559435" h="149860">
                  <a:moveTo>
                    <a:pt x="88978" y="53069"/>
                  </a:moveTo>
                  <a:lnTo>
                    <a:pt x="57771" y="53069"/>
                  </a:lnTo>
                  <a:lnTo>
                    <a:pt x="64780" y="55100"/>
                  </a:lnTo>
                  <a:lnTo>
                    <a:pt x="69241" y="59184"/>
                  </a:lnTo>
                  <a:lnTo>
                    <a:pt x="72639" y="62189"/>
                  </a:lnTo>
                  <a:lnTo>
                    <a:pt x="74551" y="67373"/>
                  </a:lnTo>
                  <a:lnTo>
                    <a:pt x="74551" y="75392"/>
                  </a:lnTo>
                  <a:lnTo>
                    <a:pt x="74338" y="76979"/>
                  </a:lnTo>
                  <a:lnTo>
                    <a:pt x="74338" y="79434"/>
                  </a:lnTo>
                  <a:lnTo>
                    <a:pt x="34832" y="86523"/>
                  </a:lnTo>
                  <a:lnTo>
                    <a:pt x="29523" y="87432"/>
                  </a:lnTo>
                  <a:lnTo>
                    <a:pt x="25912" y="88364"/>
                  </a:lnTo>
                  <a:lnTo>
                    <a:pt x="21027" y="89718"/>
                  </a:lnTo>
                  <a:lnTo>
                    <a:pt x="16779" y="91686"/>
                  </a:lnTo>
                  <a:lnTo>
                    <a:pt x="12956" y="94288"/>
                  </a:lnTo>
                  <a:lnTo>
                    <a:pt x="8920" y="96891"/>
                  </a:lnTo>
                  <a:lnTo>
                    <a:pt x="5924" y="100404"/>
                  </a:lnTo>
                  <a:lnTo>
                    <a:pt x="3610" y="104678"/>
                  </a:lnTo>
                  <a:lnTo>
                    <a:pt x="1061" y="108994"/>
                  </a:lnTo>
                  <a:lnTo>
                    <a:pt x="0" y="113755"/>
                  </a:lnTo>
                  <a:lnTo>
                    <a:pt x="0" y="127869"/>
                  </a:lnTo>
                  <a:lnTo>
                    <a:pt x="3185" y="135169"/>
                  </a:lnTo>
                  <a:lnTo>
                    <a:pt x="43541" y="149452"/>
                  </a:lnTo>
                  <a:lnTo>
                    <a:pt x="50337" y="148289"/>
                  </a:lnTo>
                  <a:lnTo>
                    <a:pt x="62656" y="143612"/>
                  </a:lnTo>
                  <a:lnTo>
                    <a:pt x="69241" y="139592"/>
                  </a:lnTo>
                  <a:lnTo>
                    <a:pt x="74203" y="135317"/>
                  </a:lnTo>
                  <a:lnTo>
                    <a:pt x="33770" y="135317"/>
                  </a:lnTo>
                  <a:lnTo>
                    <a:pt x="28461" y="133709"/>
                  </a:lnTo>
                  <a:lnTo>
                    <a:pt x="24850" y="130493"/>
                  </a:lnTo>
                  <a:lnTo>
                    <a:pt x="21027" y="127298"/>
                  </a:lnTo>
                  <a:lnTo>
                    <a:pt x="19444" y="123553"/>
                  </a:lnTo>
                  <a:lnTo>
                    <a:pt x="19328" y="115321"/>
                  </a:lnTo>
                  <a:lnTo>
                    <a:pt x="20177" y="112465"/>
                  </a:lnTo>
                  <a:lnTo>
                    <a:pt x="21876" y="109883"/>
                  </a:lnTo>
                  <a:lnTo>
                    <a:pt x="23363" y="107323"/>
                  </a:lnTo>
                  <a:lnTo>
                    <a:pt x="44815" y="100404"/>
                  </a:lnTo>
                  <a:lnTo>
                    <a:pt x="54058" y="98928"/>
                  </a:lnTo>
                  <a:lnTo>
                    <a:pt x="62046" y="97298"/>
                  </a:lnTo>
                  <a:lnTo>
                    <a:pt x="68799" y="95518"/>
                  </a:lnTo>
                  <a:lnTo>
                    <a:pt x="74338" y="93590"/>
                  </a:lnTo>
                  <a:lnTo>
                    <a:pt x="92604" y="93590"/>
                  </a:lnTo>
                  <a:lnTo>
                    <a:pt x="92491" y="67373"/>
                  </a:lnTo>
                  <a:lnTo>
                    <a:pt x="92392" y="64770"/>
                  </a:lnTo>
                  <a:lnTo>
                    <a:pt x="91755" y="61681"/>
                  </a:lnTo>
                  <a:lnTo>
                    <a:pt x="90693" y="56751"/>
                  </a:lnTo>
                  <a:lnTo>
                    <a:pt x="88978" y="53069"/>
                  </a:lnTo>
                  <a:close/>
                </a:path>
                <a:path w="559435" h="149860">
                  <a:moveTo>
                    <a:pt x="93837" y="133921"/>
                  </a:moveTo>
                  <a:lnTo>
                    <a:pt x="75825" y="133921"/>
                  </a:lnTo>
                  <a:lnTo>
                    <a:pt x="76462" y="138936"/>
                  </a:lnTo>
                  <a:lnTo>
                    <a:pt x="77524" y="143316"/>
                  </a:lnTo>
                  <a:lnTo>
                    <a:pt x="79436" y="147061"/>
                  </a:lnTo>
                  <a:lnTo>
                    <a:pt x="98339" y="147061"/>
                  </a:lnTo>
                  <a:lnTo>
                    <a:pt x="96215" y="142977"/>
                  </a:lnTo>
                  <a:lnTo>
                    <a:pt x="94516" y="138703"/>
                  </a:lnTo>
                  <a:lnTo>
                    <a:pt x="93837" y="133921"/>
                  </a:lnTo>
                  <a:close/>
                </a:path>
                <a:path w="559435" h="149860">
                  <a:moveTo>
                    <a:pt x="92604" y="93590"/>
                  </a:moveTo>
                  <a:lnTo>
                    <a:pt x="74338" y="93590"/>
                  </a:lnTo>
                  <a:lnTo>
                    <a:pt x="74338" y="108169"/>
                  </a:lnTo>
                  <a:lnTo>
                    <a:pt x="73276" y="114179"/>
                  </a:lnTo>
                  <a:lnTo>
                    <a:pt x="47789" y="135317"/>
                  </a:lnTo>
                  <a:lnTo>
                    <a:pt x="74203" y="135317"/>
                  </a:lnTo>
                  <a:lnTo>
                    <a:pt x="75825" y="133921"/>
                  </a:lnTo>
                  <a:lnTo>
                    <a:pt x="93837" y="133921"/>
                  </a:lnTo>
                  <a:lnTo>
                    <a:pt x="93321" y="129769"/>
                  </a:lnTo>
                  <a:lnTo>
                    <a:pt x="92923" y="122963"/>
                  </a:lnTo>
                  <a:lnTo>
                    <a:pt x="92674" y="112465"/>
                  </a:lnTo>
                  <a:lnTo>
                    <a:pt x="92604" y="93590"/>
                  </a:lnTo>
                  <a:close/>
                </a:path>
                <a:path w="559435" h="149860">
                  <a:moveTo>
                    <a:pt x="60320" y="38109"/>
                  </a:moveTo>
                  <a:lnTo>
                    <a:pt x="19965" y="44393"/>
                  </a:lnTo>
                  <a:lnTo>
                    <a:pt x="11009" y="52645"/>
                  </a:lnTo>
                  <a:lnTo>
                    <a:pt x="7221" y="57258"/>
                  </a:lnTo>
                  <a:lnTo>
                    <a:pt x="4672" y="63352"/>
                  </a:lnTo>
                  <a:lnTo>
                    <a:pt x="2973" y="70928"/>
                  </a:lnTo>
                  <a:lnTo>
                    <a:pt x="20814" y="73319"/>
                  </a:lnTo>
                  <a:lnTo>
                    <a:pt x="22726" y="65765"/>
                  </a:lnTo>
                  <a:lnTo>
                    <a:pt x="25699" y="60496"/>
                  </a:lnTo>
                  <a:lnTo>
                    <a:pt x="33770" y="54550"/>
                  </a:lnTo>
                  <a:lnTo>
                    <a:pt x="40142" y="53069"/>
                  </a:lnTo>
                  <a:lnTo>
                    <a:pt x="88978" y="53069"/>
                  </a:lnTo>
                  <a:lnTo>
                    <a:pt x="88748" y="52603"/>
                  </a:lnTo>
                  <a:lnTo>
                    <a:pt x="86232" y="49408"/>
                  </a:lnTo>
                  <a:lnTo>
                    <a:pt x="83471" y="46149"/>
                  </a:lnTo>
                  <a:lnTo>
                    <a:pt x="79223" y="43462"/>
                  </a:lnTo>
                  <a:lnTo>
                    <a:pt x="67754" y="39188"/>
                  </a:lnTo>
                  <a:lnTo>
                    <a:pt x="60320" y="38109"/>
                  </a:lnTo>
                  <a:close/>
                </a:path>
                <a:path w="559435" h="149860">
                  <a:moveTo>
                    <a:pt x="140393" y="40521"/>
                  </a:moveTo>
                  <a:lnTo>
                    <a:pt x="124251" y="40521"/>
                  </a:lnTo>
                  <a:lnTo>
                    <a:pt x="124251" y="147061"/>
                  </a:lnTo>
                  <a:lnTo>
                    <a:pt x="142305" y="147061"/>
                  </a:lnTo>
                  <a:lnTo>
                    <a:pt x="142305" y="82079"/>
                  </a:lnTo>
                  <a:lnTo>
                    <a:pt x="143367" y="74673"/>
                  </a:lnTo>
                  <a:lnTo>
                    <a:pt x="147207" y="64347"/>
                  </a:lnTo>
                  <a:lnTo>
                    <a:pt x="150376" y="60454"/>
                  </a:lnTo>
                  <a:lnTo>
                    <a:pt x="158301" y="55460"/>
                  </a:lnTo>
                  <a:lnTo>
                    <a:pt x="140393" y="55460"/>
                  </a:lnTo>
                  <a:lnTo>
                    <a:pt x="140393" y="40521"/>
                  </a:lnTo>
                  <a:close/>
                </a:path>
                <a:path w="559435" h="149860">
                  <a:moveTo>
                    <a:pt x="201965" y="53767"/>
                  </a:moveTo>
                  <a:lnTo>
                    <a:pt x="175439" y="53767"/>
                  </a:lnTo>
                  <a:lnTo>
                    <a:pt x="180324" y="55777"/>
                  </a:lnTo>
                  <a:lnTo>
                    <a:pt x="186271" y="63797"/>
                  </a:lnTo>
                  <a:lnTo>
                    <a:pt x="187758" y="69806"/>
                  </a:lnTo>
                  <a:lnTo>
                    <a:pt x="187758" y="147061"/>
                  </a:lnTo>
                  <a:lnTo>
                    <a:pt x="205811" y="147061"/>
                  </a:lnTo>
                  <a:lnTo>
                    <a:pt x="205893" y="73932"/>
                  </a:lnTo>
                  <a:lnTo>
                    <a:pt x="208360" y="66230"/>
                  </a:lnTo>
                  <a:lnTo>
                    <a:pt x="213310" y="61173"/>
                  </a:lnTo>
                  <a:lnTo>
                    <a:pt x="217822" y="56772"/>
                  </a:lnTo>
                  <a:lnTo>
                    <a:pt x="203050" y="56772"/>
                  </a:lnTo>
                  <a:lnTo>
                    <a:pt x="201965" y="53767"/>
                  </a:lnTo>
                  <a:close/>
                </a:path>
                <a:path w="559435" h="149860">
                  <a:moveTo>
                    <a:pt x="265082" y="53767"/>
                  </a:moveTo>
                  <a:lnTo>
                    <a:pt x="236184" y="53767"/>
                  </a:lnTo>
                  <a:lnTo>
                    <a:pt x="239795" y="54740"/>
                  </a:lnTo>
                  <a:lnTo>
                    <a:pt x="242981" y="56666"/>
                  </a:lnTo>
                  <a:lnTo>
                    <a:pt x="251052" y="147061"/>
                  </a:lnTo>
                  <a:lnTo>
                    <a:pt x="269105" y="147061"/>
                  </a:lnTo>
                  <a:lnTo>
                    <a:pt x="269027" y="72726"/>
                  </a:lnTo>
                  <a:lnTo>
                    <a:pt x="268554" y="65398"/>
                  </a:lnTo>
                  <a:lnTo>
                    <a:pt x="266928" y="58047"/>
                  </a:lnTo>
                  <a:lnTo>
                    <a:pt x="265082" y="53767"/>
                  </a:lnTo>
                  <a:close/>
                </a:path>
                <a:path w="559435" h="149860">
                  <a:moveTo>
                    <a:pt x="235972" y="38109"/>
                  </a:moveTo>
                  <a:lnTo>
                    <a:pt x="226377" y="39275"/>
                  </a:lnTo>
                  <a:lnTo>
                    <a:pt x="217679" y="42774"/>
                  </a:lnTo>
                  <a:lnTo>
                    <a:pt x="209897" y="48607"/>
                  </a:lnTo>
                  <a:lnTo>
                    <a:pt x="203050" y="56772"/>
                  </a:lnTo>
                  <a:lnTo>
                    <a:pt x="217822" y="56772"/>
                  </a:lnTo>
                  <a:lnTo>
                    <a:pt x="218343" y="56264"/>
                  </a:lnTo>
                  <a:lnTo>
                    <a:pt x="224502" y="53767"/>
                  </a:lnTo>
                  <a:lnTo>
                    <a:pt x="265082" y="53767"/>
                  </a:lnTo>
                  <a:lnTo>
                    <a:pt x="264267" y="51877"/>
                  </a:lnTo>
                  <a:lnTo>
                    <a:pt x="260609" y="46890"/>
                  </a:lnTo>
                  <a:lnTo>
                    <a:pt x="255802" y="43039"/>
                  </a:lnTo>
                  <a:lnTo>
                    <a:pt x="250122" y="40309"/>
                  </a:lnTo>
                  <a:lnTo>
                    <a:pt x="243495" y="38659"/>
                  </a:lnTo>
                  <a:lnTo>
                    <a:pt x="235972" y="38109"/>
                  </a:lnTo>
                  <a:close/>
                </a:path>
                <a:path w="559435" h="149860">
                  <a:moveTo>
                    <a:pt x="180749" y="38109"/>
                  </a:moveTo>
                  <a:lnTo>
                    <a:pt x="143792" y="50254"/>
                  </a:lnTo>
                  <a:lnTo>
                    <a:pt x="140393" y="55460"/>
                  </a:lnTo>
                  <a:lnTo>
                    <a:pt x="158301" y="55460"/>
                  </a:lnTo>
                  <a:lnTo>
                    <a:pt x="158872" y="55100"/>
                  </a:lnTo>
                  <a:lnTo>
                    <a:pt x="163757" y="53767"/>
                  </a:lnTo>
                  <a:lnTo>
                    <a:pt x="201965" y="53767"/>
                  </a:lnTo>
                  <a:lnTo>
                    <a:pt x="200926" y="50889"/>
                  </a:lnTo>
                  <a:lnTo>
                    <a:pt x="197315" y="46297"/>
                  </a:lnTo>
                  <a:lnTo>
                    <a:pt x="192218" y="43039"/>
                  </a:lnTo>
                  <a:lnTo>
                    <a:pt x="187333" y="39759"/>
                  </a:lnTo>
                  <a:lnTo>
                    <a:pt x="180749" y="38109"/>
                  </a:lnTo>
                  <a:close/>
                </a:path>
                <a:path w="559435" h="149860">
                  <a:moveTo>
                    <a:pt x="319231" y="0"/>
                  </a:moveTo>
                  <a:lnTo>
                    <a:pt x="301177" y="0"/>
                  </a:lnTo>
                  <a:lnTo>
                    <a:pt x="301177" y="20757"/>
                  </a:lnTo>
                  <a:lnTo>
                    <a:pt x="319231" y="20757"/>
                  </a:lnTo>
                  <a:lnTo>
                    <a:pt x="319231" y="0"/>
                  </a:lnTo>
                  <a:close/>
                </a:path>
                <a:path w="559435" h="149860">
                  <a:moveTo>
                    <a:pt x="319231" y="40521"/>
                  </a:moveTo>
                  <a:lnTo>
                    <a:pt x="301177" y="40521"/>
                  </a:lnTo>
                  <a:lnTo>
                    <a:pt x="301177" y="147061"/>
                  </a:lnTo>
                  <a:lnTo>
                    <a:pt x="319231" y="147061"/>
                  </a:lnTo>
                  <a:lnTo>
                    <a:pt x="319231" y="40521"/>
                  </a:lnTo>
                  <a:close/>
                </a:path>
                <a:path w="559435" h="149860">
                  <a:moveTo>
                    <a:pt x="364684" y="40521"/>
                  </a:moveTo>
                  <a:lnTo>
                    <a:pt x="348329" y="40521"/>
                  </a:lnTo>
                  <a:lnTo>
                    <a:pt x="348329" y="147061"/>
                  </a:lnTo>
                  <a:lnTo>
                    <a:pt x="366383" y="147061"/>
                  </a:lnTo>
                  <a:lnTo>
                    <a:pt x="366383" y="88871"/>
                  </a:lnTo>
                  <a:lnTo>
                    <a:pt x="366904" y="79460"/>
                  </a:lnTo>
                  <a:lnTo>
                    <a:pt x="381878" y="55671"/>
                  </a:lnTo>
                  <a:lnTo>
                    <a:pt x="364684" y="55671"/>
                  </a:lnTo>
                  <a:lnTo>
                    <a:pt x="364684" y="40521"/>
                  </a:lnTo>
                  <a:close/>
                </a:path>
                <a:path w="559435" h="149860">
                  <a:moveTo>
                    <a:pt x="430732" y="53767"/>
                  </a:moveTo>
                  <a:lnTo>
                    <a:pt x="399729" y="53767"/>
                  </a:lnTo>
                  <a:lnTo>
                    <a:pt x="403977" y="54846"/>
                  </a:lnTo>
                  <a:lnTo>
                    <a:pt x="407375" y="57026"/>
                  </a:lnTo>
                  <a:lnTo>
                    <a:pt x="417145" y="147061"/>
                  </a:lnTo>
                  <a:lnTo>
                    <a:pt x="435199" y="147061"/>
                  </a:lnTo>
                  <a:lnTo>
                    <a:pt x="435091" y="71695"/>
                  </a:lnTo>
                  <a:lnTo>
                    <a:pt x="431164" y="54402"/>
                  </a:lnTo>
                  <a:lnTo>
                    <a:pt x="430732" y="53767"/>
                  </a:lnTo>
                  <a:close/>
                </a:path>
                <a:path w="559435" h="149860">
                  <a:moveTo>
                    <a:pt x="405039" y="38109"/>
                  </a:moveTo>
                  <a:lnTo>
                    <a:pt x="364684" y="55671"/>
                  </a:lnTo>
                  <a:lnTo>
                    <a:pt x="381878" y="55671"/>
                  </a:lnTo>
                  <a:lnTo>
                    <a:pt x="387198" y="53767"/>
                  </a:lnTo>
                  <a:lnTo>
                    <a:pt x="430732" y="53767"/>
                  </a:lnTo>
                  <a:lnTo>
                    <a:pt x="410986" y="39272"/>
                  </a:lnTo>
                  <a:lnTo>
                    <a:pt x="405039" y="38109"/>
                  </a:lnTo>
                  <a:close/>
                </a:path>
                <a:path w="559435" h="149860">
                  <a:moveTo>
                    <a:pt x="510387" y="38109"/>
                  </a:moveTo>
                  <a:lnTo>
                    <a:pt x="474280" y="52963"/>
                  </a:lnTo>
                  <a:lnTo>
                    <a:pt x="460547" y="93590"/>
                  </a:lnTo>
                  <a:lnTo>
                    <a:pt x="460581" y="96256"/>
                  </a:lnTo>
                  <a:lnTo>
                    <a:pt x="474068" y="135064"/>
                  </a:lnTo>
                  <a:lnTo>
                    <a:pt x="511237" y="149452"/>
                  </a:lnTo>
                  <a:lnTo>
                    <a:pt x="520201" y="148889"/>
                  </a:lnTo>
                  <a:lnTo>
                    <a:pt x="548139" y="134619"/>
                  </a:lnTo>
                  <a:lnTo>
                    <a:pt x="502529" y="134619"/>
                  </a:lnTo>
                  <a:lnTo>
                    <a:pt x="495095" y="131509"/>
                  </a:lnTo>
                  <a:lnTo>
                    <a:pt x="479165" y="98393"/>
                  </a:lnTo>
                  <a:lnTo>
                    <a:pt x="558814" y="98393"/>
                  </a:lnTo>
                  <a:lnTo>
                    <a:pt x="559026" y="96256"/>
                  </a:lnTo>
                  <a:lnTo>
                    <a:pt x="559026" y="93590"/>
                  </a:lnTo>
                  <a:lnTo>
                    <a:pt x="558325" y="83560"/>
                  </a:lnTo>
                  <a:lnTo>
                    <a:pt x="480015" y="83560"/>
                  </a:lnTo>
                  <a:lnTo>
                    <a:pt x="480652" y="74271"/>
                  </a:lnTo>
                  <a:lnTo>
                    <a:pt x="483838" y="66844"/>
                  </a:lnTo>
                  <a:lnTo>
                    <a:pt x="495307" y="55735"/>
                  </a:lnTo>
                  <a:lnTo>
                    <a:pt x="502104" y="52963"/>
                  </a:lnTo>
                  <a:lnTo>
                    <a:pt x="545650" y="52963"/>
                  </a:lnTo>
                  <a:lnTo>
                    <a:pt x="545433" y="52667"/>
                  </a:lnTo>
                  <a:lnTo>
                    <a:pt x="538105" y="46295"/>
                  </a:lnTo>
                  <a:lnTo>
                    <a:pt x="529821" y="41745"/>
                  </a:lnTo>
                  <a:lnTo>
                    <a:pt x="520582" y="39017"/>
                  </a:lnTo>
                  <a:lnTo>
                    <a:pt x="510387" y="38109"/>
                  </a:lnTo>
                  <a:close/>
                </a:path>
                <a:path w="559435" h="149860">
                  <a:moveTo>
                    <a:pt x="539698" y="112740"/>
                  </a:moveTo>
                  <a:lnTo>
                    <a:pt x="536937" y="120379"/>
                  </a:lnTo>
                  <a:lnTo>
                    <a:pt x="533114" y="125922"/>
                  </a:lnTo>
                  <a:lnTo>
                    <a:pt x="523768" y="132884"/>
                  </a:lnTo>
                  <a:lnTo>
                    <a:pt x="518033" y="134619"/>
                  </a:lnTo>
                  <a:lnTo>
                    <a:pt x="548139" y="134619"/>
                  </a:lnTo>
                  <a:lnTo>
                    <a:pt x="552043" y="129575"/>
                  </a:lnTo>
                  <a:lnTo>
                    <a:pt x="555684" y="122772"/>
                  </a:lnTo>
                  <a:lnTo>
                    <a:pt x="558389" y="115046"/>
                  </a:lnTo>
                  <a:lnTo>
                    <a:pt x="539698" y="112740"/>
                  </a:lnTo>
                  <a:close/>
                </a:path>
                <a:path w="559435" h="149860">
                  <a:moveTo>
                    <a:pt x="545650" y="52963"/>
                  </a:moveTo>
                  <a:lnTo>
                    <a:pt x="519733" y="52963"/>
                  </a:lnTo>
                  <a:lnTo>
                    <a:pt x="527167" y="56433"/>
                  </a:lnTo>
                  <a:lnTo>
                    <a:pt x="532901" y="63395"/>
                  </a:lnTo>
                  <a:lnTo>
                    <a:pt x="536724" y="67881"/>
                  </a:lnTo>
                  <a:lnTo>
                    <a:pt x="539061" y="74588"/>
                  </a:lnTo>
                  <a:lnTo>
                    <a:pt x="539910" y="83560"/>
                  </a:lnTo>
                  <a:lnTo>
                    <a:pt x="558325" y="83560"/>
                  </a:lnTo>
                  <a:lnTo>
                    <a:pt x="558156" y="81140"/>
                  </a:lnTo>
                  <a:lnTo>
                    <a:pt x="555574" y="70169"/>
                  </a:lnTo>
                  <a:lnTo>
                    <a:pt x="551320" y="60677"/>
                  </a:lnTo>
                  <a:lnTo>
                    <a:pt x="545650" y="529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107"/>
            <p:cNvSpPr/>
            <p:nvPr/>
          </p:nvSpPr>
          <p:spPr>
            <a:xfrm>
              <a:off x="6671536" y="3944807"/>
              <a:ext cx="130623" cy="152076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08"/>
            <p:cNvSpPr/>
            <p:nvPr/>
          </p:nvSpPr>
          <p:spPr>
            <a:xfrm>
              <a:off x="6371633" y="3947325"/>
              <a:ext cx="130198" cy="147061"/>
            </a:xfrm>
            <a:prstGeom prst="rect">
              <a:avLst/>
            </a:prstGeom>
            <a:blipFill>
              <a:blip r:embed="rId4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6534753" y="4013789"/>
              <a:ext cx="100330" cy="0"/>
            </a:xfrm>
            <a:custGeom>
              <a:avLst/>
              <a:gdLst/>
              <a:ahLst/>
              <a:cxnLst/>
              <a:rect l="l" t="t" r="r" b="b"/>
              <a:pathLst>
                <a:path w="100329">
                  <a:moveTo>
                    <a:pt x="100250" y="0"/>
                  </a:moveTo>
                  <a:lnTo>
                    <a:pt x="0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10"/>
            <p:cNvSpPr/>
            <p:nvPr/>
          </p:nvSpPr>
          <p:spPr>
            <a:xfrm>
              <a:off x="6982909" y="3947325"/>
              <a:ext cx="508000" cy="147320"/>
            </a:xfrm>
            <a:custGeom>
              <a:avLst/>
              <a:gdLst/>
              <a:ahLst/>
              <a:cxnLst/>
              <a:rect l="l" t="t" r="r" b="b"/>
              <a:pathLst>
                <a:path w="508000" h="147320">
                  <a:moveTo>
                    <a:pt x="19965" y="0"/>
                  </a:moveTo>
                  <a:lnTo>
                    <a:pt x="0" y="0"/>
                  </a:lnTo>
                  <a:lnTo>
                    <a:pt x="0" y="147061"/>
                  </a:lnTo>
                  <a:lnTo>
                    <a:pt x="18690" y="147061"/>
                  </a:lnTo>
                  <a:lnTo>
                    <a:pt x="18690" y="31486"/>
                  </a:lnTo>
                  <a:lnTo>
                    <a:pt x="41108" y="31486"/>
                  </a:lnTo>
                  <a:lnTo>
                    <a:pt x="19965" y="0"/>
                  </a:lnTo>
                  <a:close/>
                </a:path>
                <a:path w="508000" h="147320">
                  <a:moveTo>
                    <a:pt x="41108" y="31486"/>
                  </a:moveTo>
                  <a:lnTo>
                    <a:pt x="18690" y="31486"/>
                  </a:lnTo>
                  <a:lnTo>
                    <a:pt x="96215" y="147061"/>
                  </a:lnTo>
                  <a:lnTo>
                    <a:pt x="116180" y="147061"/>
                  </a:lnTo>
                  <a:lnTo>
                    <a:pt x="116180" y="115448"/>
                  </a:lnTo>
                  <a:lnTo>
                    <a:pt x="97489" y="115448"/>
                  </a:lnTo>
                  <a:lnTo>
                    <a:pt x="41108" y="31486"/>
                  </a:lnTo>
                  <a:close/>
                </a:path>
                <a:path w="508000" h="147320">
                  <a:moveTo>
                    <a:pt x="116180" y="0"/>
                  </a:moveTo>
                  <a:lnTo>
                    <a:pt x="97489" y="0"/>
                  </a:lnTo>
                  <a:lnTo>
                    <a:pt x="97489" y="115448"/>
                  </a:lnTo>
                  <a:lnTo>
                    <a:pt x="116180" y="115448"/>
                  </a:lnTo>
                  <a:lnTo>
                    <a:pt x="116180" y="0"/>
                  </a:lnTo>
                  <a:close/>
                </a:path>
                <a:path w="508000" h="147320">
                  <a:moveTo>
                    <a:pt x="173739" y="0"/>
                  </a:moveTo>
                  <a:lnTo>
                    <a:pt x="154199" y="0"/>
                  </a:lnTo>
                  <a:lnTo>
                    <a:pt x="154199" y="147061"/>
                  </a:lnTo>
                  <a:lnTo>
                    <a:pt x="173739" y="147061"/>
                  </a:lnTo>
                  <a:lnTo>
                    <a:pt x="173739" y="77741"/>
                  </a:lnTo>
                  <a:lnTo>
                    <a:pt x="269955" y="77741"/>
                  </a:lnTo>
                  <a:lnTo>
                    <a:pt x="269955" y="60390"/>
                  </a:lnTo>
                  <a:lnTo>
                    <a:pt x="173739" y="60390"/>
                  </a:lnTo>
                  <a:lnTo>
                    <a:pt x="173739" y="0"/>
                  </a:lnTo>
                  <a:close/>
                </a:path>
                <a:path w="508000" h="147320">
                  <a:moveTo>
                    <a:pt x="269955" y="77741"/>
                  </a:moveTo>
                  <a:lnTo>
                    <a:pt x="250414" y="77741"/>
                  </a:lnTo>
                  <a:lnTo>
                    <a:pt x="250414" y="147061"/>
                  </a:lnTo>
                  <a:lnTo>
                    <a:pt x="269955" y="147061"/>
                  </a:lnTo>
                  <a:lnTo>
                    <a:pt x="269955" y="77741"/>
                  </a:lnTo>
                  <a:close/>
                </a:path>
                <a:path w="508000" h="147320">
                  <a:moveTo>
                    <a:pt x="269955" y="0"/>
                  </a:moveTo>
                  <a:lnTo>
                    <a:pt x="250414" y="0"/>
                  </a:lnTo>
                  <a:lnTo>
                    <a:pt x="250414" y="60390"/>
                  </a:lnTo>
                  <a:lnTo>
                    <a:pt x="269955" y="60390"/>
                  </a:lnTo>
                  <a:lnTo>
                    <a:pt x="269955" y="0"/>
                  </a:lnTo>
                  <a:close/>
                </a:path>
                <a:path w="508000" h="147320">
                  <a:moveTo>
                    <a:pt x="372542" y="0"/>
                  </a:moveTo>
                  <a:lnTo>
                    <a:pt x="307124" y="0"/>
                  </a:lnTo>
                  <a:lnTo>
                    <a:pt x="307124" y="147061"/>
                  </a:lnTo>
                  <a:lnTo>
                    <a:pt x="326665" y="147061"/>
                  </a:lnTo>
                  <a:lnTo>
                    <a:pt x="326665" y="81762"/>
                  </a:lnTo>
                  <a:lnTo>
                    <a:pt x="386898" y="81762"/>
                  </a:lnTo>
                  <a:lnTo>
                    <a:pt x="383587" y="80153"/>
                  </a:lnTo>
                  <a:lnTo>
                    <a:pt x="393546" y="78205"/>
                  </a:lnTo>
                  <a:lnTo>
                    <a:pt x="402092" y="75281"/>
                  </a:lnTo>
                  <a:lnTo>
                    <a:pt x="409244" y="71381"/>
                  </a:lnTo>
                  <a:lnTo>
                    <a:pt x="415021" y="66505"/>
                  </a:lnTo>
                  <a:lnTo>
                    <a:pt x="416286" y="64897"/>
                  </a:lnTo>
                  <a:lnTo>
                    <a:pt x="326665" y="64897"/>
                  </a:lnTo>
                  <a:lnTo>
                    <a:pt x="326665" y="16250"/>
                  </a:lnTo>
                  <a:lnTo>
                    <a:pt x="418031" y="16250"/>
                  </a:lnTo>
                  <a:lnTo>
                    <a:pt x="415021" y="11257"/>
                  </a:lnTo>
                  <a:lnTo>
                    <a:pt x="409499" y="6601"/>
                  </a:lnTo>
                  <a:lnTo>
                    <a:pt x="402702" y="3956"/>
                  </a:lnTo>
                  <a:lnTo>
                    <a:pt x="396885" y="2222"/>
                  </a:lnTo>
                  <a:lnTo>
                    <a:pt x="389932" y="986"/>
                  </a:lnTo>
                  <a:lnTo>
                    <a:pt x="381825" y="246"/>
                  </a:lnTo>
                  <a:lnTo>
                    <a:pt x="372542" y="0"/>
                  </a:lnTo>
                  <a:close/>
                </a:path>
                <a:path w="508000" h="147320">
                  <a:moveTo>
                    <a:pt x="386898" y="81762"/>
                  </a:moveTo>
                  <a:lnTo>
                    <a:pt x="354489" y="81762"/>
                  </a:lnTo>
                  <a:lnTo>
                    <a:pt x="358099" y="81994"/>
                  </a:lnTo>
                  <a:lnTo>
                    <a:pt x="360223" y="82460"/>
                  </a:lnTo>
                  <a:lnTo>
                    <a:pt x="393145" y="116464"/>
                  </a:lnTo>
                  <a:lnTo>
                    <a:pt x="412685" y="147061"/>
                  </a:lnTo>
                  <a:lnTo>
                    <a:pt x="437323" y="147061"/>
                  </a:lnTo>
                  <a:lnTo>
                    <a:pt x="411623" y="107027"/>
                  </a:lnTo>
                  <a:lnTo>
                    <a:pt x="388684" y="82629"/>
                  </a:lnTo>
                  <a:lnTo>
                    <a:pt x="386898" y="81762"/>
                  </a:lnTo>
                  <a:close/>
                </a:path>
                <a:path w="508000" h="147320">
                  <a:moveTo>
                    <a:pt x="418031" y="16250"/>
                  </a:moveTo>
                  <a:lnTo>
                    <a:pt x="384436" y="16250"/>
                  </a:lnTo>
                  <a:lnTo>
                    <a:pt x="392295" y="18493"/>
                  </a:lnTo>
                  <a:lnTo>
                    <a:pt x="402490" y="27444"/>
                  </a:lnTo>
                  <a:lnTo>
                    <a:pt x="405039" y="33157"/>
                  </a:lnTo>
                  <a:lnTo>
                    <a:pt x="405039" y="44880"/>
                  </a:lnTo>
                  <a:lnTo>
                    <a:pt x="403764" y="49260"/>
                  </a:lnTo>
                  <a:lnTo>
                    <a:pt x="401216" y="53323"/>
                  </a:lnTo>
                  <a:lnTo>
                    <a:pt x="398455" y="57364"/>
                  </a:lnTo>
                  <a:lnTo>
                    <a:pt x="394631" y="60305"/>
                  </a:lnTo>
                  <a:lnTo>
                    <a:pt x="389534" y="62146"/>
                  </a:lnTo>
                  <a:lnTo>
                    <a:pt x="384649" y="63987"/>
                  </a:lnTo>
                  <a:lnTo>
                    <a:pt x="377640" y="64897"/>
                  </a:lnTo>
                  <a:lnTo>
                    <a:pt x="416286" y="64897"/>
                  </a:lnTo>
                  <a:lnTo>
                    <a:pt x="419482" y="60832"/>
                  </a:lnTo>
                  <a:lnTo>
                    <a:pt x="422668" y="54542"/>
                  </a:lnTo>
                  <a:lnTo>
                    <a:pt x="424579" y="47637"/>
                  </a:lnTo>
                  <a:lnTo>
                    <a:pt x="425216" y="40119"/>
                  </a:lnTo>
                  <a:lnTo>
                    <a:pt x="425216" y="32036"/>
                  </a:lnTo>
                  <a:lnTo>
                    <a:pt x="423092" y="24651"/>
                  </a:lnTo>
                  <a:lnTo>
                    <a:pt x="418031" y="16250"/>
                  </a:lnTo>
                  <a:close/>
                </a:path>
                <a:path w="508000" h="147320">
                  <a:moveTo>
                    <a:pt x="474492" y="0"/>
                  </a:moveTo>
                  <a:lnTo>
                    <a:pt x="453677" y="0"/>
                  </a:lnTo>
                  <a:lnTo>
                    <a:pt x="453677" y="24080"/>
                  </a:lnTo>
                  <a:lnTo>
                    <a:pt x="458775" y="52053"/>
                  </a:lnTo>
                  <a:lnTo>
                    <a:pt x="469820" y="52053"/>
                  </a:lnTo>
                  <a:lnTo>
                    <a:pt x="474492" y="24080"/>
                  </a:lnTo>
                  <a:lnTo>
                    <a:pt x="474492" y="0"/>
                  </a:lnTo>
                  <a:close/>
                </a:path>
                <a:path w="508000" h="147320">
                  <a:moveTo>
                    <a:pt x="507838" y="0"/>
                  </a:moveTo>
                  <a:lnTo>
                    <a:pt x="487236" y="0"/>
                  </a:lnTo>
                  <a:lnTo>
                    <a:pt x="487236" y="24080"/>
                  </a:lnTo>
                  <a:lnTo>
                    <a:pt x="492121" y="52053"/>
                  </a:lnTo>
                  <a:lnTo>
                    <a:pt x="502953" y="52053"/>
                  </a:lnTo>
                  <a:lnTo>
                    <a:pt x="507838" y="24080"/>
                  </a:lnTo>
                  <a:lnTo>
                    <a:pt x="5078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/>
            <p:cNvSpPr/>
            <p:nvPr/>
          </p:nvSpPr>
          <p:spPr>
            <a:xfrm>
              <a:off x="6838054" y="4013789"/>
              <a:ext cx="110489" cy="0"/>
            </a:xfrm>
            <a:custGeom>
              <a:avLst/>
              <a:gdLst/>
              <a:ahLst/>
              <a:cxnLst/>
              <a:rect l="l" t="t" r="r" b="b"/>
              <a:pathLst>
                <a:path w="110490">
                  <a:moveTo>
                    <a:pt x="0" y="0"/>
                  </a:moveTo>
                  <a:lnTo>
                    <a:pt x="110445" y="0"/>
                  </a:lnTo>
                </a:path>
              </a:pathLst>
            </a:custGeom>
            <a:ln w="1269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112"/>
            <p:cNvSpPr/>
            <p:nvPr/>
          </p:nvSpPr>
          <p:spPr>
            <a:xfrm>
              <a:off x="6665393" y="3640019"/>
              <a:ext cx="141222" cy="152161"/>
            </a:xfrm>
            <a:prstGeom prst="rect">
              <a:avLst/>
            </a:prstGeom>
            <a:blipFill>
              <a:blip r:embed="rId4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113"/>
            <p:cNvSpPr/>
            <p:nvPr/>
          </p:nvSpPr>
          <p:spPr>
            <a:xfrm>
              <a:off x="6710617" y="3825529"/>
              <a:ext cx="55244" cy="85725"/>
            </a:xfrm>
            <a:custGeom>
              <a:avLst/>
              <a:gdLst/>
              <a:ahLst/>
              <a:cxnLst/>
              <a:rect l="l" t="t" r="r" b="b"/>
              <a:pathLst>
                <a:path w="55245" h="85725">
                  <a:moveTo>
                    <a:pt x="0" y="85634"/>
                  </a:moveTo>
                  <a:lnTo>
                    <a:pt x="0" y="0"/>
                  </a:lnTo>
                </a:path>
                <a:path w="55245" h="85725">
                  <a:moveTo>
                    <a:pt x="55010" y="85634"/>
                  </a:moveTo>
                  <a:lnTo>
                    <a:pt x="55010" y="0"/>
                  </a:lnTo>
                </a:path>
              </a:pathLst>
            </a:custGeom>
            <a:ln w="1271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4" name="object 114"/>
          <p:cNvSpPr txBox="1"/>
          <p:nvPr/>
        </p:nvSpPr>
        <p:spPr>
          <a:xfrm>
            <a:off x="5017770" y="4967681"/>
            <a:ext cx="4982210" cy="514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dirty="0">
                <a:solidFill>
                  <a:srgbClr val="006FC0"/>
                </a:solidFill>
                <a:latin typeface="Carlito"/>
                <a:cs typeface="Carlito"/>
              </a:rPr>
              <a:t>Acyl </a:t>
            </a:r>
            <a:r>
              <a:rPr sz="3200" b="1" spc="-5" dirty="0">
                <a:solidFill>
                  <a:srgbClr val="006FC0"/>
                </a:solidFill>
                <a:latin typeface="Carlito"/>
                <a:cs typeface="Carlito"/>
              </a:rPr>
              <a:t>nucleophilic</a:t>
            </a:r>
            <a:r>
              <a:rPr sz="3200" b="1" spc="-80" dirty="0">
                <a:solidFill>
                  <a:srgbClr val="006FC0"/>
                </a:solidFill>
                <a:latin typeface="Carlito"/>
                <a:cs typeface="Carlito"/>
              </a:rPr>
              <a:t> </a:t>
            </a:r>
            <a:r>
              <a:rPr sz="3200" b="1" spc="-5" dirty="0">
                <a:solidFill>
                  <a:srgbClr val="006FC0"/>
                </a:solidFill>
                <a:latin typeface="Carlito"/>
                <a:cs typeface="Carlito"/>
              </a:rPr>
              <a:t>substitution</a:t>
            </a:r>
            <a:endParaRPr sz="3200">
              <a:latin typeface="Carlito"/>
              <a:cs typeface="Carlito"/>
            </a:endParaRPr>
          </a:p>
        </p:txBody>
      </p:sp>
      <p:sp>
        <p:nvSpPr>
          <p:cNvPr id="115" name="object 1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17</a:t>
            </a:fld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224104"/>
            <a:ext cx="880999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315" dirty="0"/>
              <a:t>Reactivity: </a:t>
            </a:r>
            <a:r>
              <a:rPr sz="4400" spc="-295" dirty="0"/>
              <a:t>acyl </a:t>
            </a:r>
            <a:r>
              <a:rPr sz="4400" spc="-254" dirty="0"/>
              <a:t>nucleophilic</a:t>
            </a:r>
            <a:r>
              <a:rPr sz="4400" spc="-640" dirty="0"/>
              <a:t> </a:t>
            </a:r>
            <a:r>
              <a:rPr sz="4400" spc="-220" dirty="0"/>
              <a:t>substitution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7741666" y="1487551"/>
            <a:ext cx="4114165" cy="2780665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241300" marR="5080" indent="-228600">
              <a:lnSpc>
                <a:spcPct val="80000"/>
              </a:lnSpc>
              <a:spcBef>
                <a:spcPts val="585"/>
              </a:spcBef>
              <a:buFont typeface="Arial"/>
              <a:buChar char="•"/>
              <a:tabLst>
                <a:tab pos="240665" algn="l"/>
                <a:tab pos="241300" algn="l"/>
              </a:tabLst>
            </a:pPr>
            <a:r>
              <a:rPr sz="2000" dirty="0">
                <a:latin typeface="Carlito"/>
                <a:cs typeface="Carlito"/>
              </a:rPr>
              <a:t>As </a:t>
            </a:r>
            <a:r>
              <a:rPr sz="2000" spc="-5" dirty="0">
                <a:latin typeface="Carlito"/>
                <a:cs typeface="Carlito"/>
              </a:rPr>
              <a:t>with </a:t>
            </a:r>
            <a:r>
              <a:rPr sz="2000" dirty="0">
                <a:latin typeface="Carlito"/>
                <a:cs typeface="Carlito"/>
              </a:rPr>
              <a:t>the </a:t>
            </a:r>
            <a:r>
              <a:rPr sz="2000" b="1" spc="-5" dirty="0">
                <a:latin typeface="Carlito"/>
                <a:cs typeface="Carlito"/>
              </a:rPr>
              <a:t>C=O </a:t>
            </a:r>
            <a:r>
              <a:rPr sz="2000" spc="-10" dirty="0">
                <a:latin typeface="Carlito"/>
                <a:cs typeface="Carlito"/>
              </a:rPr>
              <a:t>group </a:t>
            </a:r>
            <a:r>
              <a:rPr sz="2000" dirty="0">
                <a:latin typeface="Carlito"/>
                <a:cs typeface="Carlito"/>
              </a:rPr>
              <a:t>in </a:t>
            </a:r>
            <a:r>
              <a:rPr sz="2000" spc="-10" dirty="0">
                <a:latin typeface="Carlito"/>
                <a:cs typeface="Carlito"/>
              </a:rPr>
              <a:t>aldehydes  </a:t>
            </a:r>
            <a:r>
              <a:rPr sz="2000" dirty="0">
                <a:latin typeface="Carlito"/>
                <a:cs typeface="Carlito"/>
              </a:rPr>
              <a:t>and </a:t>
            </a:r>
            <a:r>
              <a:rPr sz="2000" spc="-15" dirty="0">
                <a:latin typeface="Carlito"/>
                <a:cs typeface="Carlito"/>
              </a:rPr>
              <a:t>ketones, </a:t>
            </a:r>
            <a:r>
              <a:rPr sz="2000" dirty="0">
                <a:latin typeface="Carlito"/>
                <a:cs typeface="Carlito"/>
              </a:rPr>
              <a:t>the </a:t>
            </a:r>
            <a:r>
              <a:rPr sz="2000" spc="-5" dirty="0">
                <a:latin typeface="Carlito"/>
                <a:cs typeface="Carlito"/>
              </a:rPr>
              <a:t>electron-deficient </a:t>
            </a:r>
            <a:r>
              <a:rPr sz="2000" dirty="0">
                <a:latin typeface="Carlito"/>
                <a:cs typeface="Carlito"/>
              </a:rPr>
              <a:t>C  </a:t>
            </a:r>
            <a:r>
              <a:rPr sz="2000" spc="-5" dirty="0">
                <a:latin typeface="Carlito"/>
                <a:cs typeface="Carlito"/>
              </a:rPr>
              <a:t>of C=O is susceptible </a:t>
            </a:r>
            <a:r>
              <a:rPr sz="2000" spc="-15" dirty="0">
                <a:latin typeface="Carlito"/>
                <a:cs typeface="Carlito"/>
              </a:rPr>
              <a:t>to attack </a:t>
            </a:r>
            <a:r>
              <a:rPr sz="2000" spc="-5" dirty="0">
                <a:latin typeface="Carlito"/>
                <a:cs typeface="Carlito"/>
              </a:rPr>
              <a:t>by  </a:t>
            </a:r>
            <a:r>
              <a:rPr sz="2000" dirty="0">
                <a:latin typeface="Carlito"/>
                <a:cs typeface="Carlito"/>
              </a:rPr>
              <a:t>nucleophiles (the </a:t>
            </a:r>
            <a:r>
              <a:rPr sz="2000" spc="-5" dirty="0">
                <a:latin typeface="Carlito"/>
                <a:cs typeface="Carlito"/>
              </a:rPr>
              <a:t>C=O bond </a:t>
            </a:r>
            <a:r>
              <a:rPr sz="2000" dirty="0">
                <a:latin typeface="Carlito"/>
                <a:cs typeface="Carlito"/>
              </a:rPr>
              <a:t>is </a:t>
            </a:r>
            <a:r>
              <a:rPr sz="2000" spc="-10" dirty="0">
                <a:latin typeface="Carlito"/>
                <a:cs typeface="Carlito"/>
              </a:rPr>
              <a:t>heavily  </a:t>
            </a:r>
            <a:r>
              <a:rPr sz="2000" spc="-5" dirty="0">
                <a:latin typeface="Carlito"/>
                <a:cs typeface="Carlito"/>
              </a:rPr>
              <a:t>polarised, with </a:t>
            </a:r>
            <a:r>
              <a:rPr sz="2000" dirty="0">
                <a:latin typeface="Carlito"/>
                <a:cs typeface="Carlito"/>
              </a:rPr>
              <a:t>a </a:t>
            </a:r>
            <a:r>
              <a:rPr sz="2000" spc="-10" dirty="0">
                <a:latin typeface="Carlito"/>
                <a:cs typeface="Carlito"/>
              </a:rPr>
              <a:t>relatively </a:t>
            </a:r>
            <a:r>
              <a:rPr sz="2000" spc="-15" dirty="0">
                <a:latin typeface="Carlito"/>
                <a:cs typeface="Carlito"/>
              </a:rPr>
              <a:t>strong </a:t>
            </a:r>
            <a:r>
              <a:rPr sz="2000" spc="-5" dirty="0">
                <a:latin typeface="Symbol"/>
                <a:cs typeface="Symbol"/>
              </a:rPr>
              <a:t></a:t>
            </a:r>
            <a:r>
              <a:rPr sz="2000" spc="-5" dirty="0">
                <a:latin typeface="Carlito"/>
                <a:cs typeface="Carlito"/>
              </a:rPr>
              <a:t>+  on </a:t>
            </a:r>
            <a:r>
              <a:rPr sz="2000" dirty="0">
                <a:latin typeface="Carlito"/>
                <a:cs typeface="Carlito"/>
              </a:rPr>
              <a:t>the C and a </a:t>
            </a:r>
            <a:r>
              <a:rPr sz="2000" spc="-5" dirty="0">
                <a:latin typeface="Symbol"/>
                <a:cs typeface="Symbol"/>
              </a:rPr>
              <a:t></a:t>
            </a:r>
            <a:r>
              <a:rPr sz="2000" spc="-5" dirty="0">
                <a:latin typeface="Carlito"/>
                <a:cs typeface="Carlito"/>
              </a:rPr>
              <a:t>- on </a:t>
            </a:r>
            <a:r>
              <a:rPr sz="2000" dirty="0">
                <a:latin typeface="Carlito"/>
                <a:cs typeface="Carlito"/>
              </a:rPr>
              <a:t>the</a:t>
            </a:r>
            <a:r>
              <a:rPr sz="2000" spc="-60" dirty="0">
                <a:latin typeface="Carlito"/>
                <a:cs typeface="Carlito"/>
              </a:rPr>
              <a:t> </a:t>
            </a:r>
            <a:r>
              <a:rPr sz="2000" spc="-5" dirty="0">
                <a:latin typeface="Carlito"/>
                <a:cs typeface="Carlito"/>
              </a:rPr>
              <a:t>O)</a:t>
            </a:r>
            <a:endParaRPr sz="2000">
              <a:latin typeface="Carlito"/>
              <a:cs typeface="Carlito"/>
            </a:endParaRPr>
          </a:p>
          <a:p>
            <a:pPr marL="241300" marR="42545" indent="-228600">
              <a:lnSpc>
                <a:spcPct val="80100"/>
              </a:lnSpc>
              <a:spcBef>
                <a:spcPts val="990"/>
              </a:spcBef>
              <a:buFont typeface="Arial"/>
              <a:buChar char="•"/>
              <a:tabLst>
                <a:tab pos="240665" algn="l"/>
                <a:tab pos="241300" algn="l"/>
              </a:tabLst>
            </a:pPr>
            <a:r>
              <a:rPr sz="2000" dirty="0">
                <a:latin typeface="Carlito"/>
                <a:cs typeface="Carlito"/>
              </a:rPr>
              <a:t>But, the </a:t>
            </a:r>
            <a:r>
              <a:rPr sz="2000" spc="-10" dirty="0">
                <a:latin typeface="Carlito"/>
                <a:cs typeface="Carlito"/>
              </a:rPr>
              <a:t>tetrahedral </a:t>
            </a:r>
            <a:r>
              <a:rPr sz="2000" dirty="0">
                <a:latin typeface="Carlito"/>
                <a:cs typeface="Carlito"/>
              </a:rPr>
              <a:t>‘product’ is </a:t>
            </a:r>
            <a:r>
              <a:rPr sz="2000" spc="-5" dirty="0">
                <a:latin typeface="Carlito"/>
                <a:cs typeface="Carlito"/>
              </a:rPr>
              <a:t>itself  </a:t>
            </a:r>
            <a:r>
              <a:rPr sz="2000" spc="-10" dirty="0">
                <a:latin typeface="Carlito"/>
                <a:cs typeface="Carlito"/>
              </a:rPr>
              <a:t>unstable </a:t>
            </a:r>
            <a:r>
              <a:rPr sz="2000" spc="-5" dirty="0">
                <a:latin typeface="Carlito"/>
                <a:cs typeface="Carlito"/>
              </a:rPr>
              <a:t>(so </a:t>
            </a:r>
            <a:r>
              <a:rPr sz="2000" dirty="0">
                <a:latin typeface="Carlito"/>
                <a:cs typeface="Carlito"/>
              </a:rPr>
              <a:t>an </a:t>
            </a:r>
            <a:r>
              <a:rPr sz="2000" b="1" spc="-10" dirty="0">
                <a:latin typeface="Carlito"/>
                <a:cs typeface="Carlito"/>
              </a:rPr>
              <a:t>intermediate</a:t>
            </a:r>
            <a:r>
              <a:rPr sz="2000" spc="-10" dirty="0">
                <a:latin typeface="Carlito"/>
                <a:cs typeface="Carlito"/>
              </a:rPr>
              <a:t>) </a:t>
            </a:r>
            <a:r>
              <a:rPr sz="2000" dirty="0">
                <a:latin typeface="Carlito"/>
                <a:cs typeface="Carlito"/>
              </a:rPr>
              <a:t>and  </a:t>
            </a:r>
            <a:r>
              <a:rPr sz="2000" spc="-5" dirty="0">
                <a:latin typeface="Carlito"/>
                <a:cs typeface="Carlito"/>
              </a:rPr>
              <a:t>reacts</a:t>
            </a:r>
            <a:r>
              <a:rPr sz="2000" spc="5" dirty="0">
                <a:latin typeface="Carlito"/>
                <a:cs typeface="Carlito"/>
              </a:rPr>
              <a:t> </a:t>
            </a:r>
            <a:r>
              <a:rPr sz="2000" spc="-5" dirty="0">
                <a:latin typeface="Carlito"/>
                <a:cs typeface="Carlito"/>
              </a:rPr>
              <a:t>further</a:t>
            </a:r>
            <a:endParaRPr sz="2000">
              <a:latin typeface="Carlito"/>
              <a:cs typeface="Carlito"/>
            </a:endParaRPr>
          </a:p>
          <a:p>
            <a:pPr marL="241300" indent="-228600">
              <a:lnSpc>
                <a:spcPct val="100000"/>
              </a:lnSpc>
              <a:spcBef>
                <a:spcPts val="530"/>
              </a:spcBef>
              <a:buFont typeface="Arial"/>
              <a:buChar char="•"/>
              <a:tabLst>
                <a:tab pos="240665" algn="l"/>
                <a:tab pos="241300" algn="l"/>
              </a:tabLst>
            </a:pPr>
            <a:r>
              <a:rPr sz="2000" dirty="0">
                <a:latin typeface="Carlito"/>
                <a:cs typeface="Carlito"/>
              </a:rPr>
              <a:t>EN:</a:t>
            </a:r>
            <a:r>
              <a:rPr sz="2000" spc="-20" dirty="0">
                <a:latin typeface="Carlito"/>
                <a:cs typeface="Carlito"/>
              </a:rPr>
              <a:t> </a:t>
            </a:r>
            <a:r>
              <a:rPr sz="2000" spc="-10" dirty="0">
                <a:latin typeface="Carlito"/>
                <a:cs typeface="Carlito"/>
              </a:rPr>
              <a:t>electronegative</a:t>
            </a:r>
            <a:endParaRPr sz="2000">
              <a:latin typeface="Carlito"/>
              <a:cs typeface="Carlito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1982145" y="4727344"/>
            <a:ext cx="680720" cy="744855"/>
            <a:chOff x="1982145" y="4727344"/>
            <a:chExt cx="680720" cy="744855"/>
          </a:xfrm>
        </p:grpSpPr>
        <p:sp>
          <p:nvSpPr>
            <p:cNvPr id="48" name="object 48"/>
            <p:cNvSpPr/>
            <p:nvPr/>
          </p:nvSpPr>
          <p:spPr>
            <a:xfrm>
              <a:off x="2215635" y="5066108"/>
              <a:ext cx="145415" cy="169545"/>
            </a:xfrm>
            <a:custGeom>
              <a:avLst/>
              <a:gdLst/>
              <a:ahLst/>
              <a:cxnLst/>
              <a:rect l="l" t="t" r="r" b="b"/>
              <a:pathLst>
                <a:path w="145414" h="169545">
                  <a:moveTo>
                    <a:pt x="77334" y="0"/>
                  </a:moveTo>
                  <a:lnTo>
                    <a:pt x="37606" y="9877"/>
                  </a:lnTo>
                  <a:lnTo>
                    <a:pt x="9784" y="38758"/>
                  </a:lnTo>
                  <a:lnTo>
                    <a:pt x="0" y="83303"/>
                  </a:lnTo>
                  <a:lnTo>
                    <a:pt x="539" y="94812"/>
                  </a:lnTo>
                  <a:lnTo>
                    <a:pt x="13480" y="136713"/>
                  </a:lnTo>
                  <a:lnTo>
                    <a:pt x="42830" y="162986"/>
                  </a:lnTo>
                  <a:lnTo>
                    <a:pt x="77004" y="169029"/>
                  </a:lnTo>
                  <a:lnTo>
                    <a:pt x="89312" y="168155"/>
                  </a:lnTo>
                  <a:lnTo>
                    <a:pt x="128495" y="147256"/>
                  </a:lnTo>
                  <a:lnTo>
                    <a:pt x="144861" y="114395"/>
                  </a:lnTo>
                  <a:lnTo>
                    <a:pt x="123169" y="108938"/>
                  </a:lnTo>
                  <a:lnTo>
                    <a:pt x="120419" y="118619"/>
                  </a:lnTo>
                  <a:lnTo>
                    <a:pt x="116656" y="127027"/>
                  </a:lnTo>
                  <a:lnTo>
                    <a:pt x="83970" y="149866"/>
                  </a:lnTo>
                  <a:lnTo>
                    <a:pt x="75212" y="150519"/>
                  </a:lnTo>
                  <a:lnTo>
                    <a:pt x="67861" y="150039"/>
                  </a:lnTo>
                  <a:lnTo>
                    <a:pt x="31900" y="126877"/>
                  </a:lnTo>
                  <a:lnTo>
                    <a:pt x="22351" y="83185"/>
                  </a:lnTo>
                  <a:lnTo>
                    <a:pt x="22674" y="75164"/>
                  </a:lnTo>
                  <a:lnTo>
                    <a:pt x="34511" y="38120"/>
                  </a:lnTo>
                  <a:lnTo>
                    <a:pt x="67832" y="19073"/>
                  </a:lnTo>
                  <a:lnTo>
                    <a:pt x="76886" y="18509"/>
                  </a:lnTo>
                  <a:lnTo>
                    <a:pt x="84756" y="19020"/>
                  </a:lnTo>
                  <a:lnTo>
                    <a:pt x="117538" y="44317"/>
                  </a:lnTo>
                  <a:lnTo>
                    <a:pt x="120717" y="52634"/>
                  </a:lnTo>
                  <a:lnTo>
                    <a:pt x="142055" y="47625"/>
                  </a:lnTo>
                  <a:lnTo>
                    <a:pt x="118690" y="12488"/>
                  </a:lnTo>
                  <a:lnTo>
                    <a:pt x="89148" y="780"/>
                  </a:lnTo>
                  <a:lnTo>
                    <a:pt x="773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208745" y="4727344"/>
              <a:ext cx="156696" cy="169123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2258853" y="4933533"/>
              <a:ext cx="61594" cy="95250"/>
            </a:xfrm>
            <a:custGeom>
              <a:avLst/>
              <a:gdLst/>
              <a:ahLst/>
              <a:cxnLst/>
              <a:rect l="l" t="t" r="r" b="b"/>
              <a:pathLst>
                <a:path w="61594" h="95250">
                  <a:moveTo>
                    <a:pt x="0" y="95180"/>
                  </a:moveTo>
                  <a:lnTo>
                    <a:pt x="0" y="0"/>
                  </a:lnTo>
                </a:path>
                <a:path w="61594" h="95250">
                  <a:moveTo>
                    <a:pt x="61113" y="95180"/>
                  </a:moveTo>
                  <a:lnTo>
                    <a:pt x="61113" y="0"/>
                  </a:lnTo>
                </a:path>
              </a:pathLst>
            </a:custGeom>
            <a:ln w="141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1982145" y="5308374"/>
              <a:ext cx="144780" cy="163830"/>
            </a:xfrm>
            <a:custGeom>
              <a:avLst/>
              <a:gdLst/>
              <a:ahLst/>
              <a:cxnLst/>
              <a:rect l="l" t="t" r="r" b="b"/>
              <a:pathLst>
                <a:path w="144780" h="163829">
                  <a:moveTo>
                    <a:pt x="72642" y="0"/>
                  </a:moveTo>
                  <a:lnTo>
                    <a:pt x="0" y="0"/>
                  </a:lnTo>
                  <a:lnTo>
                    <a:pt x="0" y="163455"/>
                  </a:lnTo>
                  <a:lnTo>
                    <a:pt x="21691" y="163455"/>
                  </a:lnTo>
                  <a:lnTo>
                    <a:pt x="21691" y="90876"/>
                  </a:lnTo>
                  <a:lnTo>
                    <a:pt x="88569" y="90876"/>
                  </a:lnTo>
                  <a:lnTo>
                    <a:pt x="84832" y="89088"/>
                  </a:lnTo>
                  <a:lnTo>
                    <a:pt x="95858" y="86923"/>
                  </a:lnTo>
                  <a:lnTo>
                    <a:pt x="105345" y="83673"/>
                  </a:lnTo>
                  <a:lnTo>
                    <a:pt x="113293" y="79338"/>
                  </a:lnTo>
                  <a:lnTo>
                    <a:pt x="119704" y="73919"/>
                  </a:lnTo>
                  <a:lnTo>
                    <a:pt x="121103" y="72131"/>
                  </a:lnTo>
                  <a:lnTo>
                    <a:pt x="21691" y="72131"/>
                  </a:lnTo>
                  <a:lnTo>
                    <a:pt x="21691" y="18062"/>
                  </a:lnTo>
                  <a:lnTo>
                    <a:pt x="123017" y="18062"/>
                  </a:lnTo>
                  <a:lnTo>
                    <a:pt x="119633" y="12535"/>
                  </a:lnTo>
                  <a:lnTo>
                    <a:pt x="82947" y="277"/>
                  </a:lnTo>
                  <a:lnTo>
                    <a:pt x="72642" y="0"/>
                  </a:lnTo>
                  <a:close/>
                </a:path>
                <a:path w="144780" h="163829">
                  <a:moveTo>
                    <a:pt x="88569" y="90876"/>
                  </a:moveTo>
                  <a:lnTo>
                    <a:pt x="52413" y="90876"/>
                  </a:lnTo>
                  <a:lnTo>
                    <a:pt x="56445" y="91135"/>
                  </a:lnTo>
                  <a:lnTo>
                    <a:pt x="58897" y="91652"/>
                  </a:lnTo>
                  <a:lnTo>
                    <a:pt x="90921" y="122523"/>
                  </a:lnTo>
                  <a:lnTo>
                    <a:pt x="117134" y="163455"/>
                  </a:lnTo>
                  <a:lnTo>
                    <a:pt x="144413" y="163455"/>
                  </a:lnTo>
                  <a:lnTo>
                    <a:pt x="115908" y="118957"/>
                  </a:lnTo>
                  <a:lnTo>
                    <a:pt x="90585" y="91840"/>
                  </a:lnTo>
                  <a:lnTo>
                    <a:pt x="88569" y="90876"/>
                  </a:lnTo>
                  <a:close/>
                </a:path>
                <a:path w="144780" h="163829">
                  <a:moveTo>
                    <a:pt x="123017" y="18062"/>
                  </a:moveTo>
                  <a:lnTo>
                    <a:pt x="73538" y="18062"/>
                  </a:lnTo>
                  <a:lnTo>
                    <a:pt x="82045" y="18529"/>
                  </a:lnTo>
                  <a:lnTo>
                    <a:pt x="89321" y="19932"/>
                  </a:lnTo>
                  <a:lnTo>
                    <a:pt x="95372" y="22269"/>
                  </a:lnTo>
                  <a:lnTo>
                    <a:pt x="100205" y="25541"/>
                  </a:lnTo>
                  <a:lnTo>
                    <a:pt x="105840" y="30527"/>
                  </a:lnTo>
                  <a:lnTo>
                    <a:pt x="108646" y="36877"/>
                  </a:lnTo>
                  <a:lnTo>
                    <a:pt x="108646" y="49883"/>
                  </a:lnTo>
                  <a:lnTo>
                    <a:pt x="78207" y="72131"/>
                  </a:lnTo>
                  <a:lnTo>
                    <a:pt x="121103" y="72131"/>
                  </a:lnTo>
                  <a:lnTo>
                    <a:pt x="124641" y="67613"/>
                  </a:lnTo>
                  <a:lnTo>
                    <a:pt x="128171" y="60622"/>
                  </a:lnTo>
                  <a:lnTo>
                    <a:pt x="130290" y="52947"/>
                  </a:lnTo>
                  <a:lnTo>
                    <a:pt x="130997" y="44591"/>
                  </a:lnTo>
                  <a:lnTo>
                    <a:pt x="130573" y="37998"/>
                  </a:lnTo>
                  <a:lnTo>
                    <a:pt x="129297" y="31697"/>
                  </a:lnTo>
                  <a:lnTo>
                    <a:pt x="127168" y="25686"/>
                  </a:lnTo>
                  <a:lnTo>
                    <a:pt x="124162" y="19932"/>
                  </a:lnTo>
                  <a:lnTo>
                    <a:pt x="123017" y="180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133891" y="5234290"/>
              <a:ext cx="64135" cy="64135"/>
            </a:xfrm>
            <a:custGeom>
              <a:avLst/>
              <a:gdLst/>
              <a:ahLst/>
              <a:cxnLst/>
              <a:rect l="l" t="t" r="r" b="b"/>
              <a:pathLst>
                <a:path w="64135" h="64135">
                  <a:moveTo>
                    <a:pt x="63754" y="0"/>
                  </a:moveTo>
                  <a:lnTo>
                    <a:pt x="0" y="63594"/>
                  </a:lnTo>
                </a:path>
              </a:pathLst>
            </a:custGeom>
            <a:ln w="141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2455137" y="5297720"/>
              <a:ext cx="207645" cy="169545"/>
            </a:xfrm>
            <a:custGeom>
              <a:avLst/>
              <a:gdLst/>
              <a:ahLst/>
              <a:cxnLst/>
              <a:rect l="l" t="t" r="r" b="b"/>
              <a:pathLst>
                <a:path w="207644" h="169545">
                  <a:moveTo>
                    <a:pt x="76674" y="0"/>
                  </a:moveTo>
                  <a:lnTo>
                    <a:pt x="32527" y="12700"/>
                  </a:lnTo>
                  <a:lnTo>
                    <a:pt x="5284" y="49709"/>
                  </a:lnTo>
                  <a:lnTo>
                    <a:pt x="0" y="85960"/>
                  </a:lnTo>
                  <a:lnTo>
                    <a:pt x="1313" y="104221"/>
                  </a:lnTo>
                  <a:lnTo>
                    <a:pt x="21031" y="146780"/>
                  </a:lnTo>
                  <a:lnTo>
                    <a:pt x="59078" y="167616"/>
                  </a:lnTo>
                  <a:lnTo>
                    <a:pt x="74670" y="169005"/>
                  </a:lnTo>
                  <a:lnTo>
                    <a:pt x="87283" y="168194"/>
                  </a:lnTo>
                  <a:lnTo>
                    <a:pt x="126184" y="148671"/>
                  </a:lnTo>
                  <a:lnTo>
                    <a:pt x="132030" y="140806"/>
                  </a:lnTo>
                  <a:lnTo>
                    <a:pt x="74340" y="140806"/>
                  </a:lnTo>
                  <a:lnTo>
                    <a:pt x="65812" y="139986"/>
                  </a:lnTo>
                  <a:lnTo>
                    <a:pt x="36887" y="110038"/>
                  </a:lnTo>
                  <a:lnTo>
                    <a:pt x="34093" y="83491"/>
                  </a:lnTo>
                  <a:lnTo>
                    <a:pt x="34804" y="69896"/>
                  </a:lnTo>
                  <a:lnTo>
                    <a:pt x="51539" y="35541"/>
                  </a:lnTo>
                  <a:lnTo>
                    <a:pt x="75000" y="28198"/>
                  </a:lnTo>
                  <a:lnTo>
                    <a:pt x="133813" y="28198"/>
                  </a:lnTo>
                  <a:lnTo>
                    <a:pt x="130766" y="23531"/>
                  </a:lnTo>
                  <a:lnTo>
                    <a:pt x="125527" y="17709"/>
                  </a:lnTo>
                  <a:lnTo>
                    <a:pt x="115434" y="9961"/>
                  </a:lnTo>
                  <a:lnTo>
                    <a:pt x="103930" y="4427"/>
                  </a:lnTo>
                  <a:lnTo>
                    <a:pt x="91012" y="1106"/>
                  </a:lnTo>
                  <a:lnTo>
                    <a:pt x="76674" y="0"/>
                  </a:lnTo>
                  <a:close/>
                </a:path>
                <a:path w="207644" h="169545">
                  <a:moveTo>
                    <a:pt x="110673" y="106139"/>
                  </a:moveTo>
                  <a:lnTo>
                    <a:pt x="83135" y="140806"/>
                  </a:lnTo>
                  <a:lnTo>
                    <a:pt x="132030" y="140806"/>
                  </a:lnTo>
                  <a:lnTo>
                    <a:pt x="132928" y="139598"/>
                  </a:lnTo>
                  <a:lnTo>
                    <a:pt x="138447" y="128800"/>
                  </a:lnTo>
                  <a:lnTo>
                    <a:pt x="142739" y="116276"/>
                  </a:lnTo>
                  <a:lnTo>
                    <a:pt x="110673" y="106139"/>
                  </a:lnTo>
                  <a:close/>
                </a:path>
                <a:path w="207644" h="169545">
                  <a:moveTo>
                    <a:pt x="133813" y="28198"/>
                  </a:moveTo>
                  <a:lnTo>
                    <a:pt x="83795" y="28198"/>
                  </a:lnTo>
                  <a:lnTo>
                    <a:pt x="91269" y="30644"/>
                  </a:lnTo>
                  <a:lnTo>
                    <a:pt x="103576" y="40475"/>
                  </a:lnTo>
                  <a:lnTo>
                    <a:pt x="107608" y="47155"/>
                  </a:lnTo>
                  <a:lnTo>
                    <a:pt x="109542" y="55621"/>
                  </a:lnTo>
                  <a:lnTo>
                    <a:pt x="142291" y="47813"/>
                  </a:lnTo>
                  <a:lnTo>
                    <a:pt x="139148" y="38578"/>
                  </a:lnTo>
                  <a:lnTo>
                    <a:pt x="135306" y="30486"/>
                  </a:lnTo>
                  <a:lnTo>
                    <a:pt x="133813" y="28198"/>
                  </a:lnTo>
                  <a:close/>
                </a:path>
                <a:path w="207644" h="169545">
                  <a:moveTo>
                    <a:pt x="207224" y="2775"/>
                  </a:moveTo>
                  <a:lnTo>
                    <a:pt x="175819" y="2775"/>
                  </a:lnTo>
                  <a:lnTo>
                    <a:pt x="175819" y="166230"/>
                  </a:lnTo>
                  <a:lnTo>
                    <a:pt x="207224" y="166230"/>
                  </a:lnTo>
                  <a:lnTo>
                    <a:pt x="207224" y="2775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2382329" y="5235443"/>
              <a:ext cx="63500" cy="63500"/>
            </a:xfrm>
            <a:custGeom>
              <a:avLst/>
              <a:gdLst/>
              <a:ahLst/>
              <a:cxnLst/>
              <a:rect l="l" t="t" r="r" b="b"/>
              <a:pathLst>
                <a:path w="63500" h="63500">
                  <a:moveTo>
                    <a:pt x="0" y="0"/>
                  </a:moveTo>
                  <a:lnTo>
                    <a:pt x="63376" y="63241"/>
                  </a:lnTo>
                </a:path>
              </a:pathLst>
            </a:custGeom>
            <a:ln w="141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5" name="object 55"/>
          <p:cNvSpPr/>
          <p:nvPr/>
        </p:nvSpPr>
        <p:spPr>
          <a:xfrm>
            <a:off x="2977525" y="4972974"/>
            <a:ext cx="108528" cy="11070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6" name="object 56"/>
          <p:cNvGrpSpPr/>
          <p:nvPr/>
        </p:nvGrpSpPr>
        <p:grpSpPr>
          <a:xfrm>
            <a:off x="3255247" y="4797900"/>
            <a:ext cx="1122680" cy="784860"/>
            <a:chOff x="3255247" y="4797900"/>
            <a:chExt cx="1122680" cy="784860"/>
          </a:xfrm>
        </p:grpSpPr>
        <p:sp>
          <p:nvSpPr>
            <p:cNvPr id="57" name="object 57"/>
            <p:cNvSpPr/>
            <p:nvPr/>
          </p:nvSpPr>
          <p:spPr>
            <a:xfrm>
              <a:off x="3488902" y="5136664"/>
              <a:ext cx="144780" cy="169545"/>
            </a:xfrm>
            <a:custGeom>
              <a:avLst/>
              <a:gdLst/>
              <a:ahLst/>
              <a:cxnLst/>
              <a:rect l="l" t="t" r="r" b="b"/>
              <a:pathLst>
                <a:path w="144779" h="169545">
                  <a:moveTo>
                    <a:pt x="77334" y="0"/>
                  </a:moveTo>
                  <a:lnTo>
                    <a:pt x="37488" y="9877"/>
                  </a:lnTo>
                  <a:lnTo>
                    <a:pt x="9666" y="38758"/>
                  </a:lnTo>
                  <a:lnTo>
                    <a:pt x="0" y="83303"/>
                  </a:lnTo>
                  <a:lnTo>
                    <a:pt x="530" y="94812"/>
                  </a:lnTo>
                  <a:lnTo>
                    <a:pt x="13395" y="136713"/>
                  </a:lnTo>
                  <a:lnTo>
                    <a:pt x="42745" y="162986"/>
                  </a:lnTo>
                  <a:lnTo>
                    <a:pt x="76863" y="169029"/>
                  </a:lnTo>
                  <a:lnTo>
                    <a:pt x="89245" y="168155"/>
                  </a:lnTo>
                  <a:lnTo>
                    <a:pt x="128421" y="147256"/>
                  </a:lnTo>
                  <a:lnTo>
                    <a:pt x="144767" y="114395"/>
                  </a:lnTo>
                  <a:lnTo>
                    <a:pt x="123075" y="108938"/>
                  </a:lnTo>
                  <a:lnTo>
                    <a:pt x="120290" y="118619"/>
                  </a:lnTo>
                  <a:lnTo>
                    <a:pt x="116532" y="127027"/>
                  </a:lnTo>
                  <a:lnTo>
                    <a:pt x="83918" y="149866"/>
                  </a:lnTo>
                  <a:lnTo>
                    <a:pt x="75212" y="150519"/>
                  </a:lnTo>
                  <a:lnTo>
                    <a:pt x="67782" y="150039"/>
                  </a:lnTo>
                  <a:lnTo>
                    <a:pt x="31840" y="126877"/>
                  </a:lnTo>
                  <a:lnTo>
                    <a:pt x="22163" y="83185"/>
                  </a:lnTo>
                  <a:lnTo>
                    <a:pt x="22509" y="75164"/>
                  </a:lnTo>
                  <a:lnTo>
                    <a:pt x="34452" y="38120"/>
                  </a:lnTo>
                  <a:lnTo>
                    <a:pt x="67749" y="19073"/>
                  </a:lnTo>
                  <a:lnTo>
                    <a:pt x="76863" y="18509"/>
                  </a:lnTo>
                  <a:lnTo>
                    <a:pt x="84680" y="19020"/>
                  </a:lnTo>
                  <a:lnTo>
                    <a:pt x="117538" y="44317"/>
                  </a:lnTo>
                  <a:lnTo>
                    <a:pt x="120717" y="52634"/>
                  </a:lnTo>
                  <a:lnTo>
                    <a:pt x="141937" y="47625"/>
                  </a:lnTo>
                  <a:lnTo>
                    <a:pt x="118595" y="12488"/>
                  </a:lnTo>
                  <a:lnTo>
                    <a:pt x="89086" y="780"/>
                  </a:lnTo>
                  <a:lnTo>
                    <a:pt x="773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3481848" y="4797900"/>
              <a:ext cx="156767" cy="169123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3532049" y="5004089"/>
              <a:ext cx="61594" cy="95250"/>
            </a:xfrm>
            <a:custGeom>
              <a:avLst/>
              <a:gdLst/>
              <a:ahLst/>
              <a:cxnLst/>
              <a:rect l="l" t="t" r="r" b="b"/>
              <a:pathLst>
                <a:path w="61595" h="95250">
                  <a:moveTo>
                    <a:pt x="0" y="95180"/>
                  </a:moveTo>
                  <a:lnTo>
                    <a:pt x="0" y="0"/>
                  </a:lnTo>
                </a:path>
                <a:path w="61595" h="95250">
                  <a:moveTo>
                    <a:pt x="61066" y="95180"/>
                  </a:moveTo>
                  <a:lnTo>
                    <a:pt x="61066" y="0"/>
                  </a:lnTo>
                </a:path>
              </a:pathLst>
            </a:custGeom>
            <a:ln w="141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3255247" y="5378930"/>
              <a:ext cx="144780" cy="163830"/>
            </a:xfrm>
            <a:custGeom>
              <a:avLst/>
              <a:gdLst/>
              <a:ahLst/>
              <a:cxnLst/>
              <a:rect l="l" t="t" r="r" b="b"/>
              <a:pathLst>
                <a:path w="144779" h="163829">
                  <a:moveTo>
                    <a:pt x="72855" y="0"/>
                  </a:moveTo>
                  <a:lnTo>
                    <a:pt x="0" y="0"/>
                  </a:lnTo>
                  <a:lnTo>
                    <a:pt x="0" y="163455"/>
                  </a:lnTo>
                  <a:lnTo>
                    <a:pt x="21691" y="163455"/>
                  </a:lnTo>
                  <a:lnTo>
                    <a:pt x="21691" y="90876"/>
                  </a:lnTo>
                  <a:lnTo>
                    <a:pt x="88708" y="90876"/>
                  </a:lnTo>
                  <a:lnTo>
                    <a:pt x="84879" y="89088"/>
                  </a:lnTo>
                  <a:lnTo>
                    <a:pt x="95935" y="86923"/>
                  </a:lnTo>
                  <a:lnTo>
                    <a:pt x="105421" y="83673"/>
                  </a:lnTo>
                  <a:lnTo>
                    <a:pt x="113360" y="79338"/>
                  </a:lnTo>
                  <a:lnTo>
                    <a:pt x="119774" y="73919"/>
                  </a:lnTo>
                  <a:lnTo>
                    <a:pt x="121178" y="72131"/>
                  </a:lnTo>
                  <a:lnTo>
                    <a:pt x="21691" y="72131"/>
                  </a:lnTo>
                  <a:lnTo>
                    <a:pt x="21691" y="18062"/>
                  </a:lnTo>
                  <a:lnTo>
                    <a:pt x="123106" y="18062"/>
                  </a:lnTo>
                  <a:lnTo>
                    <a:pt x="119774" y="12535"/>
                  </a:lnTo>
                  <a:lnTo>
                    <a:pt x="83056" y="277"/>
                  </a:lnTo>
                  <a:lnTo>
                    <a:pt x="72855" y="0"/>
                  </a:lnTo>
                  <a:close/>
                </a:path>
                <a:path w="144779" h="163829">
                  <a:moveTo>
                    <a:pt x="88708" y="90876"/>
                  </a:moveTo>
                  <a:lnTo>
                    <a:pt x="52578" y="90876"/>
                  </a:lnTo>
                  <a:lnTo>
                    <a:pt x="56586" y="91135"/>
                  </a:lnTo>
                  <a:lnTo>
                    <a:pt x="58944" y="91652"/>
                  </a:lnTo>
                  <a:lnTo>
                    <a:pt x="90936" y="122523"/>
                  </a:lnTo>
                  <a:lnTo>
                    <a:pt x="117181" y="163455"/>
                  </a:lnTo>
                  <a:lnTo>
                    <a:pt x="144531" y="163455"/>
                  </a:lnTo>
                  <a:lnTo>
                    <a:pt x="116002" y="118957"/>
                  </a:lnTo>
                  <a:lnTo>
                    <a:pt x="90774" y="91840"/>
                  </a:lnTo>
                  <a:lnTo>
                    <a:pt x="88708" y="90876"/>
                  </a:lnTo>
                  <a:close/>
                </a:path>
                <a:path w="144779" h="163829">
                  <a:moveTo>
                    <a:pt x="123106" y="18062"/>
                  </a:moveTo>
                  <a:lnTo>
                    <a:pt x="73562" y="18062"/>
                  </a:lnTo>
                  <a:lnTo>
                    <a:pt x="82135" y="18529"/>
                  </a:lnTo>
                  <a:lnTo>
                    <a:pt x="89447" y="19932"/>
                  </a:lnTo>
                  <a:lnTo>
                    <a:pt x="95478" y="22269"/>
                  </a:lnTo>
                  <a:lnTo>
                    <a:pt x="100205" y="25541"/>
                  </a:lnTo>
                  <a:lnTo>
                    <a:pt x="105863" y="30527"/>
                  </a:lnTo>
                  <a:lnTo>
                    <a:pt x="108693" y="36877"/>
                  </a:lnTo>
                  <a:lnTo>
                    <a:pt x="108693" y="49883"/>
                  </a:lnTo>
                  <a:lnTo>
                    <a:pt x="78278" y="72131"/>
                  </a:lnTo>
                  <a:lnTo>
                    <a:pt x="121178" y="72131"/>
                  </a:lnTo>
                  <a:lnTo>
                    <a:pt x="124726" y="67613"/>
                  </a:lnTo>
                  <a:lnTo>
                    <a:pt x="128262" y="60622"/>
                  </a:lnTo>
                  <a:lnTo>
                    <a:pt x="130384" y="52947"/>
                  </a:lnTo>
                  <a:lnTo>
                    <a:pt x="131092" y="44591"/>
                  </a:lnTo>
                  <a:lnTo>
                    <a:pt x="130653" y="37998"/>
                  </a:lnTo>
                  <a:lnTo>
                    <a:pt x="129353" y="31697"/>
                  </a:lnTo>
                  <a:lnTo>
                    <a:pt x="127212" y="25686"/>
                  </a:lnTo>
                  <a:lnTo>
                    <a:pt x="124233" y="19932"/>
                  </a:lnTo>
                  <a:lnTo>
                    <a:pt x="123106" y="180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3407087" y="5304847"/>
              <a:ext cx="64135" cy="64135"/>
            </a:xfrm>
            <a:custGeom>
              <a:avLst/>
              <a:gdLst/>
              <a:ahLst/>
              <a:cxnLst/>
              <a:rect l="l" t="t" r="r" b="b"/>
              <a:pathLst>
                <a:path w="64135" h="64135">
                  <a:moveTo>
                    <a:pt x="63659" y="0"/>
                  </a:moveTo>
                  <a:lnTo>
                    <a:pt x="0" y="63594"/>
                  </a:lnTo>
                </a:path>
              </a:pathLst>
            </a:custGeom>
            <a:ln w="141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3720907" y="5368276"/>
              <a:ext cx="657225" cy="214629"/>
            </a:xfrm>
            <a:custGeom>
              <a:avLst/>
              <a:gdLst/>
              <a:ahLst/>
              <a:cxnLst/>
              <a:rect l="l" t="t" r="r" b="b"/>
              <a:pathLst>
                <a:path w="657225" h="214629">
                  <a:moveTo>
                    <a:pt x="79221" y="0"/>
                  </a:moveTo>
                  <a:lnTo>
                    <a:pt x="38284" y="9184"/>
                  </a:lnTo>
                  <a:lnTo>
                    <a:pt x="10499" y="37498"/>
                  </a:lnTo>
                  <a:lnTo>
                    <a:pt x="0" y="85514"/>
                  </a:lnTo>
                  <a:lnTo>
                    <a:pt x="1329" y="103973"/>
                  </a:lnTo>
                  <a:lnTo>
                    <a:pt x="21455" y="146780"/>
                  </a:lnTo>
                  <a:lnTo>
                    <a:pt x="62370" y="167616"/>
                  </a:lnTo>
                  <a:lnTo>
                    <a:pt x="79692" y="169005"/>
                  </a:lnTo>
                  <a:lnTo>
                    <a:pt x="96841" y="167611"/>
                  </a:lnTo>
                  <a:lnTo>
                    <a:pt x="112200" y="163425"/>
                  </a:lnTo>
                  <a:lnTo>
                    <a:pt x="125746" y="156444"/>
                  </a:lnTo>
                  <a:lnTo>
                    <a:pt x="137458" y="146662"/>
                  </a:lnTo>
                  <a:lnTo>
                    <a:pt x="141958" y="140806"/>
                  </a:lnTo>
                  <a:lnTo>
                    <a:pt x="79456" y="140806"/>
                  </a:lnTo>
                  <a:lnTo>
                    <a:pt x="70095" y="139911"/>
                  </a:lnTo>
                  <a:lnTo>
                    <a:pt x="37370" y="108794"/>
                  </a:lnTo>
                  <a:lnTo>
                    <a:pt x="34213" y="83938"/>
                  </a:lnTo>
                  <a:lnTo>
                    <a:pt x="34946" y="71177"/>
                  </a:lnTo>
                  <a:lnTo>
                    <a:pt x="53396" y="36067"/>
                  </a:lnTo>
                  <a:lnTo>
                    <a:pt x="79456" y="28198"/>
                  </a:lnTo>
                  <a:lnTo>
                    <a:pt x="141672" y="28198"/>
                  </a:lnTo>
                  <a:lnTo>
                    <a:pt x="137222" y="22413"/>
                  </a:lnTo>
                  <a:lnTo>
                    <a:pt x="125374" y="12600"/>
                  </a:lnTo>
                  <a:lnTo>
                    <a:pt x="111758" y="5597"/>
                  </a:lnTo>
                  <a:lnTo>
                    <a:pt x="96373" y="1398"/>
                  </a:lnTo>
                  <a:lnTo>
                    <a:pt x="79221" y="0"/>
                  </a:lnTo>
                  <a:close/>
                </a:path>
                <a:path w="657225" h="214629">
                  <a:moveTo>
                    <a:pt x="141672" y="28198"/>
                  </a:moveTo>
                  <a:lnTo>
                    <a:pt x="79456" y="28198"/>
                  </a:lnTo>
                  <a:lnTo>
                    <a:pt x="89254" y="29072"/>
                  </a:lnTo>
                  <a:lnTo>
                    <a:pt x="97994" y="31656"/>
                  </a:lnTo>
                  <a:lnTo>
                    <a:pt x="123970" y="70788"/>
                  </a:lnTo>
                  <a:lnTo>
                    <a:pt x="124726" y="83938"/>
                  </a:lnTo>
                  <a:lnTo>
                    <a:pt x="123930" y="97268"/>
                  </a:lnTo>
                  <a:lnTo>
                    <a:pt x="105186" y="132819"/>
                  </a:lnTo>
                  <a:lnTo>
                    <a:pt x="79456" y="140806"/>
                  </a:lnTo>
                  <a:lnTo>
                    <a:pt x="141958" y="140806"/>
                  </a:lnTo>
                  <a:lnTo>
                    <a:pt x="146878" y="134403"/>
                  </a:lnTo>
                  <a:lnTo>
                    <a:pt x="153579" y="119995"/>
                  </a:lnTo>
                  <a:lnTo>
                    <a:pt x="157583" y="103439"/>
                  </a:lnTo>
                  <a:lnTo>
                    <a:pt x="158858" y="85514"/>
                  </a:lnTo>
                  <a:lnTo>
                    <a:pt x="158855" y="83938"/>
                  </a:lnTo>
                  <a:lnTo>
                    <a:pt x="157547" y="65868"/>
                  </a:lnTo>
                  <a:lnTo>
                    <a:pt x="153461" y="49192"/>
                  </a:lnTo>
                  <a:lnTo>
                    <a:pt x="146679" y="34708"/>
                  </a:lnTo>
                  <a:lnTo>
                    <a:pt x="141672" y="28198"/>
                  </a:lnTo>
                  <a:close/>
                </a:path>
                <a:path w="657225" h="214629">
                  <a:moveTo>
                    <a:pt x="259826" y="2775"/>
                  </a:moveTo>
                  <a:lnTo>
                    <a:pt x="190272" y="2775"/>
                  </a:lnTo>
                  <a:lnTo>
                    <a:pt x="190272" y="166230"/>
                  </a:lnTo>
                  <a:lnTo>
                    <a:pt x="223280" y="166230"/>
                  </a:lnTo>
                  <a:lnTo>
                    <a:pt x="223280" y="98002"/>
                  </a:lnTo>
                  <a:lnTo>
                    <a:pt x="287680" y="98002"/>
                  </a:lnTo>
                  <a:lnTo>
                    <a:pt x="281046" y="94098"/>
                  </a:lnTo>
                  <a:lnTo>
                    <a:pt x="291166" y="91976"/>
                  </a:lnTo>
                  <a:lnTo>
                    <a:pt x="299937" y="88750"/>
                  </a:lnTo>
                  <a:lnTo>
                    <a:pt x="307339" y="84417"/>
                  </a:lnTo>
                  <a:lnTo>
                    <a:pt x="313347" y="78975"/>
                  </a:lnTo>
                  <a:lnTo>
                    <a:pt x="318125" y="72591"/>
                  </a:lnTo>
                  <a:lnTo>
                    <a:pt x="318452" y="71896"/>
                  </a:lnTo>
                  <a:lnTo>
                    <a:pt x="223280" y="71896"/>
                  </a:lnTo>
                  <a:lnTo>
                    <a:pt x="223280" y="30433"/>
                  </a:lnTo>
                  <a:lnTo>
                    <a:pt x="320832" y="30433"/>
                  </a:lnTo>
                  <a:lnTo>
                    <a:pt x="320214" y="28689"/>
                  </a:lnTo>
                  <a:lnTo>
                    <a:pt x="282461" y="3880"/>
                  </a:lnTo>
                  <a:lnTo>
                    <a:pt x="272027" y="3052"/>
                  </a:lnTo>
                  <a:lnTo>
                    <a:pt x="259826" y="2775"/>
                  </a:lnTo>
                  <a:close/>
                </a:path>
                <a:path w="657225" h="214629">
                  <a:moveTo>
                    <a:pt x="287680" y="98002"/>
                  </a:moveTo>
                  <a:lnTo>
                    <a:pt x="237663" y="98002"/>
                  </a:lnTo>
                  <a:lnTo>
                    <a:pt x="243086" y="98614"/>
                  </a:lnTo>
                  <a:lnTo>
                    <a:pt x="250159" y="101059"/>
                  </a:lnTo>
                  <a:lnTo>
                    <a:pt x="298022" y="166230"/>
                  </a:lnTo>
                  <a:lnTo>
                    <a:pt x="337632" y="166230"/>
                  </a:lnTo>
                  <a:lnTo>
                    <a:pt x="311925" y="125537"/>
                  </a:lnTo>
                  <a:lnTo>
                    <a:pt x="288119" y="98261"/>
                  </a:lnTo>
                  <a:lnTo>
                    <a:pt x="287680" y="98002"/>
                  </a:lnTo>
                  <a:close/>
                </a:path>
                <a:path w="657225" h="214629">
                  <a:moveTo>
                    <a:pt x="320832" y="30433"/>
                  </a:moveTo>
                  <a:lnTo>
                    <a:pt x="262419" y="30433"/>
                  </a:lnTo>
                  <a:lnTo>
                    <a:pt x="270672" y="30621"/>
                  </a:lnTo>
                  <a:lnTo>
                    <a:pt x="273265" y="30997"/>
                  </a:lnTo>
                  <a:lnTo>
                    <a:pt x="290241" y="45226"/>
                  </a:lnTo>
                  <a:lnTo>
                    <a:pt x="290241" y="55621"/>
                  </a:lnTo>
                  <a:lnTo>
                    <a:pt x="289062" y="59714"/>
                  </a:lnTo>
                  <a:lnTo>
                    <a:pt x="286705" y="62983"/>
                  </a:lnTo>
                  <a:lnTo>
                    <a:pt x="284583" y="66252"/>
                  </a:lnTo>
                  <a:lnTo>
                    <a:pt x="247801" y="71896"/>
                  </a:lnTo>
                  <a:lnTo>
                    <a:pt x="318452" y="71896"/>
                  </a:lnTo>
                  <a:lnTo>
                    <a:pt x="321511" y="65399"/>
                  </a:lnTo>
                  <a:lnTo>
                    <a:pt x="323526" y="57405"/>
                  </a:lnTo>
                  <a:lnTo>
                    <a:pt x="324193" y="48613"/>
                  </a:lnTo>
                  <a:lnTo>
                    <a:pt x="323751" y="41566"/>
                  </a:lnTo>
                  <a:lnTo>
                    <a:pt x="322425" y="34925"/>
                  </a:lnTo>
                  <a:lnTo>
                    <a:pt x="320832" y="30433"/>
                  </a:lnTo>
                  <a:close/>
                </a:path>
                <a:path w="657225" h="214629">
                  <a:moveTo>
                    <a:pt x="412609" y="0"/>
                  </a:moveTo>
                  <a:lnTo>
                    <a:pt x="391154" y="0"/>
                  </a:lnTo>
                  <a:lnTo>
                    <a:pt x="384040" y="10777"/>
                  </a:lnTo>
                  <a:lnTo>
                    <a:pt x="366633" y="46049"/>
                  </a:lnTo>
                  <a:lnTo>
                    <a:pt x="356255" y="91131"/>
                  </a:lnTo>
                  <a:lnTo>
                    <a:pt x="355551" y="107033"/>
                  </a:lnTo>
                  <a:lnTo>
                    <a:pt x="356122" y="120130"/>
                  </a:lnTo>
                  <a:lnTo>
                    <a:pt x="364511" y="160773"/>
                  </a:lnTo>
                  <a:lnTo>
                    <a:pt x="382581" y="201278"/>
                  </a:lnTo>
                  <a:lnTo>
                    <a:pt x="390682" y="214279"/>
                  </a:lnTo>
                  <a:lnTo>
                    <a:pt x="412138" y="214279"/>
                  </a:lnTo>
                  <a:lnTo>
                    <a:pt x="407581" y="204246"/>
                  </a:lnTo>
                  <a:lnTo>
                    <a:pt x="403797" y="195458"/>
                  </a:lnTo>
                  <a:lnTo>
                    <a:pt x="390936" y="154630"/>
                  </a:lnTo>
                  <a:lnTo>
                    <a:pt x="385731" y="107692"/>
                  </a:lnTo>
                  <a:lnTo>
                    <a:pt x="386085" y="94604"/>
                  </a:lnTo>
                  <a:lnTo>
                    <a:pt x="394937" y="44986"/>
                  </a:lnTo>
                  <a:lnTo>
                    <a:pt x="405481" y="16253"/>
                  </a:lnTo>
                  <a:lnTo>
                    <a:pt x="412609" y="0"/>
                  </a:lnTo>
                  <a:close/>
                </a:path>
                <a:path w="657225" h="214629">
                  <a:moveTo>
                    <a:pt x="472025" y="2775"/>
                  </a:moveTo>
                  <a:lnTo>
                    <a:pt x="439017" y="2775"/>
                  </a:lnTo>
                  <a:lnTo>
                    <a:pt x="439017" y="166230"/>
                  </a:lnTo>
                  <a:lnTo>
                    <a:pt x="472025" y="166230"/>
                  </a:lnTo>
                  <a:lnTo>
                    <a:pt x="472025" y="94756"/>
                  </a:lnTo>
                  <a:lnTo>
                    <a:pt x="569873" y="94756"/>
                  </a:lnTo>
                  <a:lnTo>
                    <a:pt x="569873" y="67122"/>
                  </a:lnTo>
                  <a:lnTo>
                    <a:pt x="472025" y="67122"/>
                  </a:lnTo>
                  <a:lnTo>
                    <a:pt x="472025" y="2775"/>
                  </a:lnTo>
                  <a:close/>
                </a:path>
                <a:path w="657225" h="214629">
                  <a:moveTo>
                    <a:pt x="569873" y="94756"/>
                  </a:moveTo>
                  <a:lnTo>
                    <a:pt x="536864" y="94756"/>
                  </a:lnTo>
                  <a:lnTo>
                    <a:pt x="536864" y="166230"/>
                  </a:lnTo>
                  <a:lnTo>
                    <a:pt x="569873" y="166230"/>
                  </a:lnTo>
                  <a:lnTo>
                    <a:pt x="569873" y="94756"/>
                  </a:lnTo>
                  <a:close/>
                </a:path>
                <a:path w="657225" h="214629">
                  <a:moveTo>
                    <a:pt x="569873" y="2775"/>
                  </a:moveTo>
                  <a:lnTo>
                    <a:pt x="536864" y="2775"/>
                  </a:lnTo>
                  <a:lnTo>
                    <a:pt x="536864" y="67122"/>
                  </a:lnTo>
                  <a:lnTo>
                    <a:pt x="569873" y="67122"/>
                  </a:lnTo>
                  <a:lnTo>
                    <a:pt x="569873" y="2775"/>
                  </a:lnTo>
                  <a:close/>
                </a:path>
                <a:path w="657225" h="214629">
                  <a:moveTo>
                    <a:pt x="621272" y="0"/>
                  </a:moveTo>
                  <a:lnTo>
                    <a:pt x="599817" y="0"/>
                  </a:lnTo>
                  <a:lnTo>
                    <a:pt x="606842" y="16253"/>
                  </a:lnTo>
                  <a:lnTo>
                    <a:pt x="612696" y="31250"/>
                  </a:lnTo>
                  <a:lnTo>
                    <a:pt x="623276" y="69486"/>
                  </a:lnTo>
                  <a:lnTo>
                    <a:pt x="626396" y="105363"/>
                  </a:lnTo>
                  <a:lnTo>
                    <a:pt x="626371" y="114178"/>
                  </a:lnTo>
                  <a:lnTo>
                    <a:pt x="621696" y="152606"/>
                  </a:lnTo>
                  <a:lnTo>
                    <a:pt x="620093" y="159433"/>
                  </a:lnTo>
                  <a:lnTo>
                    <a:pt x="617971" y="168652"/>
                  </a:lnTo>
                  <a:lnTo>
                    <a:pt x="604337" y="204939"/>
                  </a:lnTo>
                  <a:lnTo>
                    <a:pt x="600052" y="214279"/>
                  </a:lnTo>
                  <a:lnTo>
                    <a:pt x="621744" y="214279"/>
                  </a:lnTo>
                  <a:lnTo>
                    <a:pt x="644423" y="170185"/>
                  </a:lnTo>
                  <a:lnTo>
                    <a:pt x="654841" y="129491"/>
                  </a:lnTo>
                  <a:lnTo>
                    <a:pt x="656639" y="105363"/>
                  </a:lnTo>
                  <a:lnTo>
                    <a:pt x="656064" y="91583"/>
                  </a:lnTo>
                  <a:lnTo>
                    <a:pt x="647444" y="50823"/>
                  </a:lnTo>
                  <a:lnTo>
                    <a:pt x="629174" y="12161"/>
                  </a:lnTo>
                  <a:lnTo>
                    <a:pt x="621272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3655596" y="5305999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60325" h="60325">
                  <a:moveTo>
                    <a:pt x="0" y="0"/>
                  </a:moveTo>
                  <a:lnTo>
                    <a:pt x="60123" y="59972"/>
                  </a:lnTo>
                </a:path>
              </a:pathLst>
            </a:custGeom>
            <a:ln w="141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4197648" y="4990613"/>
              <a:ext cx="108457" cy="110702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5" name="object 65"/>
          <p:cNvGrpSpPr/>
          <p:nvPr/>
        </p:nvGrpSpPr>
        <p:grpSpPr>
          <a:xfrm>
            <a:off x="4705276" y="4780261"/>
            <a:ext cx="889635" cy="1054100"/>
            <a:chOff x="4705276" y="4780261"/>
            <a:chExt cx="889635" cy="1054100"/>
          </a:xfrm>
        </p:grpSpPr>
        <p:sp>
          <p:nvSpPr>
            <p:cNvPr id="66" name="object 66"/>
            <p:cNvSpPr/>
            <p:nvPr/>
          </p:nvSpPr>
          <p:spPr>
            <a:xfrm>
              <a:off x="4938931" y="5119025"/>
              <a:ext cx="144780" cy="169545"/>
            </a:xfrm>
            <a:custGeom>
              <a:avLst/>
              <a:gdLst/>
              <a:ahLst/>
              <a:cxnLst/>
              <a:rect l="l" t="t" r="r" b="b"/>
              <a:pathLst>
                <a:path w="144779" h="169545">
                  <a:moveTo>
                    <a:pt x="77334" y="0"/>
                  </a:moveTo>
                  <a:lnTo>
                    <a:pt x="37488" y="9877"/>
                  </a:lnTo>
                  <a:lnTo>
                    <a:pt x="9666" y="38758"/>
                  </a:lnTo>
                  <a:lnTo>
                    <a:pt x="0" y="83303"/>
                  </a:lnTo>
                  <a:lnTo>
                    <a:pt x="530" y="94812"/>
                  </a:lnTo>
                  <a:lnTo>
                    <a:pt x="13395" y="136713"/>
                  </a:lnTo>
                  <a:lnTo>
                    <a:pt x="42745" y="162986"/>
                  </a:lnTo>
                  <a:lnTo>
                    <a:pt x="76863" y="169029"/>
                  </a:lnTo>
                  <a:lnTo>
                    <a:pt x="89245" y="168155"/>
                  </a:lnTo>
                  <a:lnTo>
                    <a:pt x="128421" y="147256"/>
                  </a:lnTo>
                  <a:lnTo>
                    <a:pt x="144767" y="114395"/>
                  </a:lnTo>
                  <a:lnTo>
                    <a:pt x="123075" y="108938"/>
                  </a:lnTo>
                  <a:lnTo>
                    <a:pt x="120290" y="118619"/>
                  </a:lnTo>
                  <a:lnTo>
                    <a:pt x="116532" y="127027"/>
                  </a:lnTo>
                  <a:lnTo>
                    <a:pt x="83918" y="149866"/>
                  </a:lnTo>
                  <a:lnTo>
                    <a:pt x="75212" y="150519"/>
                  </a:lnTo>
                  <a:lnTo>
                    <a:pt x="67782" y="150039"/>
                  </a:lnTo>
                  <a:lnTo>
                    <a:pt x="31840" y="126877"/>
                  </a:lnTo>
                  <a:lnTo>
                    <a:pt x="22163" y="83185"/>
                  </a:lnTo>
                  <a:lnTo>
                    <a:pt x="22509" y="75164"/>
                  </a:lnTo>
                  <a:lnTo>
                    <a:pt x="34452" y="38120"/>
                  </a:lnTo>
                  <a:lnTo>
                    <a:pt x="67749" y="19073"/>
                  </a:lnTo>
                  <a:lnTo>
                    <a:pt x="76863" y="18509"/>
                  </a:lnTo>
                  <a:lnTo>
                    <a:pt x="84680" y="19020"/>
                  </a:lnTo>
                  <a:lnTo>
                    <a:pt x="117538" y="44317"/>
                  </a:lnTo>
                  <a:lnTo>
                    <a:pt x="120717" y="52634"/>
                  </a:lnTo>
                  <a:lnTo>
                    <a:pt x="141937" y="47625"/>
                  </a:lnTo>
                  <a:lnTo>
                    <a:pt x="118595" y="12488"/>
                  </a:lnTo>
                  <a:lnTo>
                    <a:pt x="89086" y="780"/>
                  </a:lnTo>
                  <a:lnTo>
                    <a:pt x="7733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4931877" y="4780261"/>
              <a:ext cx="156767" cy="169123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4982079" y="4986450"/>
              <a:ext cx="61594" cy="95250"/>
            </a:xfrm>
            <a:custGeom>
              <a:avLst/>
              <a:gdLst/>
              <a:ahLst/>
              <a:cxnLst/>
              <a:rect l="l" t="t" r="r" b="b"/>
              <a:pathLst>
                <a:path w="61595" h="95250">
                  <a:moveTo>
                    <a:pt x="0" y="95180"/>
                  </a:moveTo>
                  <a:lnTo>
                    <a:pt x="0" y="0"/>
                  </a:lnTo>
                </a:path>
                <a:path w="61595" h="95250">
                  <a:moveTo>
                    <a:pt x="61066" y="95180"/>
                  </a:moveTo>
                  <a:lnTo>
                    <a:pt x="61066" y="0"/>
                  </a:lnTo>
                </a:path>
              </a:pathLst>
            </a:custGeom>
            <a:ln w="141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4705276" y="5361291"/>
              <a:ext cx="144780" cy="163830"/>
            </a:xfrm>
            <a:custGeom>
              <a:avLst/>
              <a:gdLst/>
              <a:ahLst/>
              <a:cxnLst/>
              <a:rect l="l" t="t" r="r" b="b"/>
              <a:pathLst>
                <a:path w="144779" h="163829">
                  <a:moveTo>
                    <a:pt x="72855" y="0"/>
                  </a:moveTo>
                  <a:lnTo>
                    <a:pt x="0" y="0"/>
                  </a:lnTo>
                  <a:lnTo>
                    <a:pt x="0" y="163455"/>
                  </a:lnTo>
                  <a:lnTo>
                    <a:pt x="21691" y="163455"/>
                  </a:lnTo>
                  <a:lnTo>
                    <a:pt x="21691" y="90876"/>
                  </a:lnTo>
                  <a:lnTo>
                    <a:pt x="88708" y="90876"/>
                  </a:lnTo>
                  <a:lnTo>
                    <a:pt x="84879" y="89088"/>
                  </a:lnTo>
                  <a:lnTo>
                    <a:pt x="95935" y="86923"/>
                  </a:lnTo>
                  <a:lnTo>
                    <a:pt x="105421" y="83673"/>
                  </a:lnTo>
                  <a:lnTo>
                    <a:pt x="113360" y="79338"/>
                  </a:lnTo>
                  <a:lnTo>
                    <a:pt x="119774" y="73919"/>
                  </a:lnTo>
                  <a:lnTo>
                    <a:pt x="121178" y="72131"/>
                  </a:lnTo>
                  <a:lnTo>
                    <a:pt x="21691" y="72131"/>
                  </a:lnTo>
                  <a:lnTo>
                    <a:pt x="21691" y="18062"/>
                  </a:lnTo>
                  <a:lnTo>
                    <a:pt x="123106" y="18062"/>
                  </a:lnTo>
                  <a:lnTo>
                    <a:pt x="119774" y="12535"/>
                  </a:lnTo>
                  <a:lnTo>
                    <a:pt x="83056" y="277"/>
                  </a:lnTo>
                  <a:lnTo>
                    <a:pt x="72855" y="0"/>
                  </a:lnTo>
                  <a:close/>
                </a:path>
                <a:path w="144779" h="163829">
                  <a:moveTo>
                    <a:pt x="88708" y="90876"/>
                  </a:moveTo>
                  <a:lnTo>
                    <a:pt x="52578" y="90876"/>
                  </a:lnTo>
                  <a:lnTo>
                    <a:pt x="56586" y="91135"/>
                  </a:lnTo>
                  <a:lnTo>
                    <a:pt x="58944" y="91652"/>
                  </a:lnTo>
                  <a:lnTo>
                    <a:pt x="90936" y="122523"/>
                  </a:lnTo>
                  <a:lnTo>
                    <a:pt x="117181" y="163455"/>
                  </a:lnTo>
                  <a:lnTo>
                    <a:pt x="144531" y="163455"/>
                  </a:lnTo>
                  <a:lnTo>
                    <a:pt x="116002" y="118957"/>
                  </a:lnTo>
                  <a:lnTo>
                    <a:pt x="90774" y="91840"/>
                  </a:lnTo>
                  <a:lnTo>
                    <a:pt x="88708" y="90876"/>
                  </a:lnTo>
                  <a:close/>
                </a:path>
                <a:path w="144779" h="163829">
                  <a:moveTo>
                    <a:pt x="123106" y="18062"/>
                  </a:moveTo>
                  <a:lnTo>
                    <a:pt x="73562" y="18062"/>
                  </a:lnTo>
                  <a:lnTo>
                    <a:pt x="82135" y="18529"/>
                  </a:lnTo>
                  <a:lnTo>
                    <a:pt x="89447" y="19932"/>
                  </a:lnTo>
                  <a:lnTo>
                    <a:pt x="95478" y="22269"/>
                  </a:lnTo>
                  <a:lnTo>
                    <a:pt x="100205" y="25541"/>
                  </a:lnTo>
                  <a:lnTo>
                    <a:pt x="105863" y="30527"/>
                  </a:lnTo>
                  <a:lnTo>
                    <a:pt x="108693" y="36877"/>
                  </a:lnTo>
                  <a:lnTo>
                    <a:pt x="108693" y="49883"/>
                  </a:lnTo>
                  <a:lnTo>
                    <a:pt x="78278" y="72131"/>
                  </a:lnTo>
                  <a:lnTo>
                    <a:pt x="121178" y="72131"/>
                  </a:lnTo>
                  <a:lnTo>
                    <a:pt x="124726" y="67613"/>
                  </a:lnTo>
                  <a:lnTo>
                    <a:pt x="128262" y="60622"/>
                  </a:lnTo>
                  <a:lnTo>
                    <a:pt x="130384" y="52947"/>
                  </a:lnTo>
                  <a:lnTo>
                    <a:pt x="131092" y="44591"/>
                  </a:lnTo>
                  <a:lnTo>
                    <a:pt x="130653" y="37998"/>
                  </a:lnTo>
                  <a:lnTo>
                    <a:pt x="129353" y="31697"/>
                  </a:lnTo>
                  <a:lnTo>
                    <a:pt x="127212" y="25686"/>
                  </a:lnTo>
                  <a:lnTo>
                    <a:pt x="124233" y="19932"/>
                  </a:lnTo>
                  <a:lnTo>
                    <a:pt x="123106" y="180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4857117" y="5287207"/>
              <a:ext cx="64135" cy="64135"/>
            </a:xfrm>
            <a:custGeom>
              <a:avLst/>
              <a:gdLst/>
              <a:ahLst/>
              <a:cxnLst/>
              <a:rect l="l" t="t" r="r" b="b"/>
              <a:pathLst>
                <a:path w="64135" h="64135">
                  <a:moveTo>
                    <a:pt x="63659" y="0"/>
                  </a:moveTo>
                  <a:lnTo>
                    <a:pt x="0" y="63594"/>
                  </a:lnTo>
                </a:path>
              </a:pathLst>
            </a:custGeom>
            <a:ln w="141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5184611" y="5353412"/>
              <a:ext cx="300990" cy="163830"/>
            </a:xfrm>
            <a:custGeom>
              <a:avLst/>
              <a:gdLst/>
              <a:ahLst/>
              <a:cxnLst/>
              <a:rect l="l" t="t" r="r" b="b"/>
              <a:pathLst>
                <a:path w="300989" h="163829">
                  <a:moveTo>
                    <a:pt x="32065" y="0"/>
                  </a:moveTo>
                  <a:lnTo>
                    <a:pt x="0" y="0"/>
                  </a:lnTo>
                  <a:lnTo>
                    <a:pt x="0" y="163455"/>
                  </a:lnTo>
                  <a:lnTo>
                    <a:pt x="30651" y="163455"/>
                  </a:lnTo>
                  <a:lnTo>
                    <a:pt x="30651" y="56868"/>
                  </a:lnTo>
                  <a:lnTo>
                    <a:pt x="67075" y="56868"/>
                  </a:lnTo>
                  <a:lnTo>
                    <a:pt x="32065" y="0"/>
                  </a:lnTo>
                  <a:close/>
                </a:path>
                <a:path w="300989" h="163829">
                  <a:moveTo>
                    <a:pt x="67075" y="56868"/>
                  </a:moveTo>
                  <a:lnTo>
                    <a:pt x="30651" y="56868"/>
                  </a:lnTo>
                  <a:lnTo>
                    <a:pt x="96668" y="163455"/>
                  </a:lnTo>
                  <a:lnTo>
                    <a:pt x="129913" y="163455"/>
                  </a:lnTo>
                  <a:lnTo>
                    <a:pt x="129913" y="109150"/>
                  </a:lnTo>
                  <a:lnTo>
                    <a:pt x="99262" y="109150"/>
                  </a:lnTo>
                  <a:lnTo>
                    <a:pt x="67075" y="56868"/>
                  </a:lnTo>
                  <a:close/>
                </a:path>
                <a:path w="300989" h="163829">
                  <a:moveTo>
                    <a:pt x="129913" y="0"/>
                  </a:moveTo>
                  <a:lnTo>
                    <a:pt x="99262" y="0"/>
                  </a:lnTo>
                  <a:lnTo>
                    <a:pt x="99262" y="109150"/>
                  </a:lnTo>
                  <a:lnTo>
                    <a:pt x="129913" y="109150"/>
                  </a:lnTo>
                  <a:lnTo>
                    <a:pt x="129913" y="0"/>
                  </a:lnTo>
                  <a:close/>
                </a:path>
                <a:path w="300989" h="163829">
                  <a:moveTo>
                    <a:pt x="203004" y="0"/>
                  </a:moveTo>
                  <a:lnTo>
                    <a:pt x="169995" y="0"/>
                  </a:lnTo>
                  <a:lnTo>
                    <a:pt x="169995" y="163455"/>
                  </a:lnTo>
                  <a:lnTo>
                    <a:pt x="203004" y="163455"/>
                  </a:lnTo>
                  <a:lnTo>
                    <a:pt x="203004" y="91981"/>
                  </a:lnTo>
                  <a:lnTo>
                    <a:pt x="300851" y="91981"/>
                  </a:lnTo>
                  <a:lnTo>
                    <a:pt x="300851" y="64347"/>
                  </a:lnTo>
                  <a:lnTo>
                    <a:pt x="203004" y="64347"/>
                  </a:lnTo>
                  <a:lnTo>
                    <a:pt x="203004" y="0"/>
                  </a:lnTo>
                  <a:close/>
                </a:path>
                <a:path w="300989" h="163829">
                  <a:moveTo>
                    <a:pt x="300851" y="91981"/>
                  </a:moveTo>
                  <a:lnTo>
                    <a:pt x="267842" y="91981"/>
                  </a:lnTo>
                  <a:lnTo>
                    <a:pt x="267842" y="163455"/>
                  </a:lnTo>
                  <a:lnTo>
                    <a:pt x="300851" y="163455"/>
                  </a:lnTo>
                  <a:lnTo>
                    <a:pt x="300851" y="91981"/>
                  </a:lnTo>
                  <a:close/>
                </a:path>
                <a:path w="300989" h="163829">
                  <a:moveTo>
                    <a:pt x="300851" y="0"/>
                  </a:moveTo>
                  <a:lnTo>
                    <a:pt x="267842" y="0"/>
                  </a:lnTo>
                  <a:lnTo>
                    <a:pt x="267842" y="64347"/>
                  </a:lnTo>
                  <a:lnTo>
                    <a:pt x="300851" y="64347"/>
                  </a:lnTo>
                  <a:lnTo>
                    <a:pt x="300851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5512341" y="5449110"/>
              <a:ext cx="82521" cy="12309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5105626" y="5288360"/>
              <a:ext cx="46990" cy="46990"/>
            </a:xfrm>
            <a:custGeom>
              <a:avLst/>
              <a:gdLst/>
              <a:ahLst/>
              <a:cxnLst/>
              <a:rect l="l" t="t" r="r" b="b"/>
              <a:pathLst>
                <a:path w="46989" h="46989">
                  <a:moveTo>
                    <a:pt x="0" y="0"/>
                  </a:moveTo>
                  <a:lnTo>
                    <a:pt x="46919" y="46966"/>
                  </a:lnTo>
                </a:path>
              </a:pathLst>
            </a:custGeom>
            <a:ln w="1412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5223515" y="5567994"/>
              <a:ext cx="77804" cy="2662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5" name="object 75"/>
          <p:cNvGrpSpPr/>
          <p:nvPr/>
        </p:nvGrpSpPr>
        <p:grpSpPr>
          <a:xfrm>
            <a:off x="2050287" y="4400504"/>
            <a:ext cx="3019425" cy="78105"/>
            <a:chOff x="2050287" y="4400504"/>
            <a:chExt cx="3019425" cy="78105"/>
          </a:xfrm>
        </p:grpSpPr>
        <p:sp>
          <p:nvSpPr>
            <p:cNvPr id="76" name="object 76"/>
            <p:cNvSpPr/>
            <p:nvPr/>
          </p:nvSpPr>
          <p:spPr>
            <a:xfrm>
              <a:off x="2172888" y="4433689"/>
              <a:ext cx="2896870" cy="14604"/>
            </a:xfrm>
            <a:custGeom>
              <a:avLst/>
              <a:gdLst/>
              <a:ahLst/>
              <a:cxnLst/>
              <a:rect l="l" t="t" r="r" b="b"/>
              <a:pathLst>
                <a:path w="2896870" h="14604">
                  <a:moveTo>
                    <a:pt x="2896522" y="0"/>
                  </a:moveTo>
                  <a:lnTo>
                    <a:pt x="0" y="0"/>
                  </a:lnTo>
                  <a:lnTo>
                    <a:pt x="0" y="14111"/>
                  </a:lnTo>
                  <a:lnTo>
                    <a:pt x="2896522" y="14111"/>
                  </a:lnTo>
                  <a:lnTo>
                    <a:pt x="289652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2050287" y="4400504"/>
              <a:ext cx="144760" cy="7763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8" name="object 78"/>
          <p:cNvSpPr/>
          <p:nvPr/>
        </p:nvSpPr>
        <p:spPr>
          <a:xfrm>
            <a:off x="1848483" y="4010588"/>
            <a:ext cx="1040366" cy="211433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object 79"/>
          <p:cNvSpPr/>
          <p:nvPr/>
        </p:nvSpPr>
        <p:spPr>
          <a:xfrm>
            <a:off x="2988347" y="4010588"/>
            <a:ext cx="909955" cy="211454"/>
          </a:xfrm>
          <a:custGeom>
            <a:avLst/>
            <a:gdLst/>
            <a:ahLst/>
            <a:cxnLst/>
            <a:rect l="l" t="t" r="r" b="b"/>
            <a:pathLst>
              <a:path w="909954" h="211454">
                <a:moveTo>
                  <a:pt x="18107" y="44920"/>
                </a:moveTo>
                <a:lnTo>
                  <a:pt x="0" y="44920"/>
                </a:lnTo>
                <a:lnTo>
                  <a:pt x="0" y="163455"/>
                </a:lnTo>
                <a:lnTo>
                  <a:pt x="20111" y="163455"/>
                </a:lnTo>
                <a:lnTo>
                  <a:pt x="20111" y="92898"/>
                </a:lnTo>
                <a:lnTo>
                  <a:pt x="21243" y="85137"/>
                </a:lnTo>
                <a:lnTo>
                  <a:pt x="24968" y="73378"/>
                </a:lnTo>
                <a:lnTo>
                  <a:pt x="27468" y="69615"/>
                </a:lnTo>
                <a:lnTo>
                  <a:pt x="34470" y="64441"/>
                </a:lnTo>
                <a:lnTo>
                  <a:pt x="38408" y="63030"/>
                </a:lnTo>
                <a:lnTo>
                  <a:pt x="18107" y="63030"/>
                </a:lnTo>
                <a:lnTo>
                  <a:pt x="18107" y="44920"/>
                </a:lnTo>
                <a:close/>
              </a:path>
              <a:path w="909954" h="211454">
                <a:moveTo>
                  <a:pt x="50597" y="42333"/>
                </a:moveTo>
                <a:lnTo>
                  <a:pt x="39115" y="42333"/>
                </a:lnTo>
                <a:lnTo>
                  <a:pt x="34824" y="43744"/>
                </a:lnTo>
                <a:lnTo>
                  <a:pt x="26996" y="48918"/>
                </a:lnTo>
                <a:lnTo>
                  <a:pt x="22728" y="54563"/>
                </a:lnTo>
                <a:lnTo>
                  <a:pt x="18107" y="63030"/>
                </a:lnTo>
                <a:lnTo>
                  <a:pt x="47721" y="63030"/>
                </a:lnTo>
                <a:lnTo>
                  <a:pt x="52649" y="64441"/>
                </a:lnTo>
                <a:lnTo>
                  <a:pt x="57576" y="67498"/>
                </a:lnTo>
                <a:lnTo>
                  <a:pt x="64485" y="48918"/>
                </a:lnTo>
                <a:lnTo>
                  <a:pt x="57482" y="44450"/>
                </a:lnTo>
                <a:lnTo>
                  <a:pt x="50597" y="42333"/>
                </a:lnTo>
                <a:close/>
              </a:path>
              <a:path w="909954" h="211454">
                <a:moveTo>
                  <a:pt x="127413" y="42333"/>
                </a:moveTo>
                <a:lnTo>
                  <a:pt x="87402" y="58796"/>
                </a:lnTo>
                <a:lnTo>
                  <a:pt x="71982" y="105128"/>
                </a:lnTo>
                <a:lnTo>
                  <a:pt x="72937" y="118795"/>
                </a:lnTo>
                <a:lnTo>
                  <a:pt x="95545" y="157112"/>
                </a:lnTo>
                <a:lnTo>
                  <a:pt x="128545" y="166042"/>
                </a:lnTo>
                <a:lnTo>
                  <a:pt x="138426" y="165424"/>
                </a:lnTo>
                <a:lnTo>
                  <a:pt x="169434" y="149579"/>
                </a:lnTo>
                <a:lnTo>
                  <a:pt x="128663" y="149579"/>
                </a:lnTo>
                <a:lnTo>
                  <a:pt x="121528" y="148921"/>
                </a:lnTo>
                <a:lnTo>
                  <a:pt x="93882" y="118527"/>
                </a:lnTo>
                <a:lnTo>
                  <a:pt x="92778" y="109362"/>
                </a:lnTo>
                <a:lnTo>
                  <a:pt x="181312" y="109362"/>
                </a:lnTo>
                <a:lnTo>
                  <a:pt x="181312" y="103952"/>
                </a:lnTo>
                <a:lnTo>
                  <a:pt x="180567" y="92898"/>
                </a:lnTo>
                <a:lnTo>
                  <a:pt x="93886" y="92898"/>
                </a:lnTo>
                <a:lnTo>
                  <a:pt x="94922" y="85534"/>
                </a:lnTo>
                <a:lnTo>
                  <a:pt x="118407" y="58796"/>
                </a:lnTo>
                <a:lnTo>
                  <a:pt x="166490" y="58796"/>
                </a:lnTo>
                <a:lnTo>
                  <a:pt x="166317" y="58561"/>
                </a:lnTo>
                <a:lnTo>
                  <a:pt x="158235" y="51461"/>
                </a:lnTo>
                <a:lnTo>
                  <a:pt x="149058" y="46390"/>
                </a:lnTo>
                <a:lnTo>
                  <a:pt x="138784" y="43347"/>
                </a:lnTo>
                <a:lnTo>
                  <a:pt x="127413" y="42333"/>
                </a:lnTo>
                <a:close/>
              </a:path>
              <a:path w="909954" h="211454">
                <a:moveTo>
                  <a:pt x="159951" y="125354"/>
                </a:moveTo>
                <a:lnTo>
                  <a:pt x="156886" y="133821"/>
                </a:lnTo>
                <a:lnTo>
                  <a:pt x="152760" y="139936"/>
                </a:lnTo>
                <a:lnTo>
                  <a:pt x="147515" y="143725"/>
                </a:lnTo>
                <a:lnTo>
                  <a:pt x="142338" y="147697"/>
                </a:lnTo>
                <a:lnTo>
                  <a:pt x="136019" y="149579"/>
                </a:lnTo>
                <a:lnTo>
                  <a:pt x="169434" y="149579"/>
                </a:lnTo>
                <a:lnTo>
                  <a:pt x="173776" y="143993"/>
                </a:lnTo>
                <a:lnTo>
                  <a:pt x="177836" y="136452"/>
                </a:lnTo>
                <a:lnTo>
                  <a:pt x="180841" y="127941"/>
                </a:lnTo>
                <a:lnTo>
                  <a:pt x="159951" y="125354"/>
                </a:lnTo>
                <a:close/>
              </a:path>
              <a:path w="909954" h="211454">
                <a:moveTo>
                  <a:pt x="166490" y="58796"/>
                </a:moveTo>
                <a:lnTo>
                  <a:pt x="127649" y="58796"/>
                </a:lnTo>
                <a:lnTo>
                  <a:pt x="134948" y="59539"/>
                </a:lnTo>
                <a:lnTo>
                  <a:pt x="141534" y="61736"/>
                </a:lnTo>
                <a:lnTo>
                  <a:pt x="160163" y="92898"/>
                </a:lnTo>
                <a:lnTo>
                  <a:pt x="180567" y="92898"/>
                </a:lnTo>
                <a:lnTo>
                  <a:pt x="180382" y="90146"/>
                </a:lnTo>
                <a:lnTo>
                  <a:pt x="177581" y="77993"/>
                </a:lnTo>
                <a:lnTo>
                  <a:pt x="172897" y="67473"/>
                </a:lnTo>
                <a:lnTo>
                  <a:pt x="166490" y="58796"/>
                </a:lnTo>
                <a:close/>
              </a:path>
              <a:path w="909954" h="211454">
                <a:moveTo>
                  <a:pt x="301782" y="59031"/>
                </a:moveTo>
                <a:lnTo>
                  <a:pt x="267135" y="59031"/>
                </a:lnTo>
                <a:lnTo>
                  <a:pt x="274916" y="61148"/>
                </a:lnTo>
                <a:lnTo>
                  <a:pt x="280103" y="65852"/>
                </a:lnTo>
                <a:lnTo>
                  <a:pt x="283875" y="69145"/>
                </a:lnTo>
                <a:lnTo>
                  <a:pt x="285761" y="74789"/>
                </a:lnTo>
                <a:lnTo>
                  <a:pt x="285761" y="85608"/>
                </a:lnTo>
                <a:lnTo>
                  <a:pt x="241671" y="96191"/>
                </a:lnTo>
                <a:lnTo>
                  <a:pt x="235777" y="97132"/>
                </a:lnTo>
                <a:lnTo>
                  <a:pt x="231768" y="98308"/>
                </a:lnTo>
                <a:lnTo>
                  <a:pt x="226346" y="99719"/>
                </a:lnTo>
                <a:lnTo>
                  <a:pt x="221630" y="101836"/>
                </a:lnTo>
                <a:lnTo>
                  <a:pt x="217386" y="104893"/>
                </a:lnTo>
                <a:lnTo>
                  <a:pt x="213142" y="107715"/>
                </a:lnTo>
                <a:lnTo>
                  <a:pt x="209605" y="111478"/>
                </a:lnTo>
                <a:lnTo>
                  <a:pt x="207012" y="116417"/>
                </a:lnTo>
                <a:lnTo>
                  <a:pt x="204418" y="121121"/>
                </a:lnTo>
                <a:lnTo>
                  <a:pt x="203004" y="126295"/>
                </a:lnTo>
                <a:lnTo>
                  <a:pt x="203004" y="132175"/>
                </a:lnTo>
                <a:lnTo>
                  <a:pt x="203663" y="139271"/>
                </a:lnTo>
                <a:lnTo>
                  <a:pt x="234366" y="165465"/>
                </a:lnTo>
                <a:lnTo>
                  <a:pt x="243557" y="166042"/>
                </a:lnTo>
                <a:lnTo>
                  <a:pt x="251338" y="166042"/>
                </a:lnTo>
                <a:lnTo>
                  <a:pt x="258883" y="164866"/>
                </a:lnTo>
                <a:lnTo>
                  <a:pt x="272558" y="159692"/>
                </a:lnTo>
                <a:lnTo>
                  <a:pt x="279867" y="155223"/>
                </a:lnTo>
                <a:lnTo>
                  <a:pt x="285552" y="150284"/>
                </a:lnTo>
                <a:lnTo>
                  <a:pt x="240492" y="150284"/>
                </a:lnTo>
                <a:lnTo>
                  <a:pt x="234598" y="148638"/>
                </a:lnTo>
                <a:lnTo>
                  <a:pt x="230590" y="145110"/>
                </a:lnTo>
                <a:lnTo>
                  <a:pt x="226581" y="141347"/>
                </a:lnTo>
                <a:lnTo>
                  <a:pt x="224577" y="137349"/>
                </a:lnTo>
                <a:lnTo>
                  <a:pt x="224459" y="128177"/>
                </a:lnTo>
                <a:lnTo>
                  <a:pt x="225402" y="124884"/>
                </a:lnTo>
                <a:lnTo>
                  <a:pt x="263013" y="109939"/>
                </a:lnTo>
                <a:lnTo>
                  <a:pt x="271880" y="108156"/>
                </a:lnTo>
                <a:lnTo>
                  <a:pt x="279377" y="106153"/>
                </a:lnTo>
                <a:lnTo>
                  <a:pt x="285526" y="103952"/>
                </a:lnTo>
                <a:lnTo>
                  <a:pt x="306038" y="103952"/>
                </a:lnTo>
                <a:lnTo>
                  <a:pt x="306038" y="78082"/>
                </a:lnTo>
                <a:lnTo>
                  <a:pt x="305567" y="71967"/>
                </a:lnTo>
                <a:lnTo>
                  <a:pt x="304859" y="68439"/>
                </a:lnTo>
                <a:lnTo>
                  <a:pt x="303680" y="63030"/>
                </a:lnTo>
                <a:lnTo>
                  <a:pt x="301782" y="59031"/>
                </a:lnTo>
                <a:close/>
              </a:path>
              <a:path w="909954" h="211454">
                <a:moveTo>
                  <a:pt x="307190" y="148873"/>
                </a:moveTo>
                <a:lnTo>
                  <a:pt x="287176" y="148873"/>
                </a:lnTo>
                <a:lnTo>
                  <a:pt x="287883" y="154282"/>
                </a:lnTo>
                <a:lnTo>
                  <a:pt x="289298" y="159221"/>
                </a:lnTo>
                <a:lnTo>
                  <a:pt x="291184" y="163455"/>
                </a:lnTo>
                <a:lnTo>
                  <a:pt x="312404" y="163455"/>
                </a:lnTo>
                <a:lnTo>
                  <a:pt x="309811" y="158986"/>
                </a:lnTo>
                <a:lnTo>
                  <a:pt x="308160" y="154047"/>
                </a:lnTo>
                <a:lnTo>
                  <a:pt x="307217" y="149108"/>
                </a:lnTo>
                <a:lnTo>
                  <a:pt x="307190" y="148873"/>
                </a:lnTo>
                <a:close/>
              </a:path>
              <a:path w="909954" h="211454">
                <a:moveTo>
                  <a:pt x="306038" y="103952"/>
                </a:moveTo>
                <a:lnTo>
                  <a:pt x="285526" y="103952"/>
                </a:lnTo>
                <a:lnTo>
                  <a:pt x="285526" y="120180"/>
                </a:lnTo>
                <a:lnTo>
                  <a:pt x="284583" y="127001"/>
                </a:lnTo>
                <a:lnTo>
                  <a:pt x="282225" y="131469"/>
                </a:lnTo>
                <a:lnTo>
                  <a:pt x="279395" y="137349"/>
                </a:lnTo>
                <a:lnTo>
                  <a:pt x="275151" y="141817"/>
                </a:lnTo>
                <a:lnTo>
                  <a:pt x="269021" y="145345"/>
                </a:lnTo>
                <a:lnTo>
                  <a:pt x="262891" y="148638"/>
                </a:lnTo>
                <a:lnTo>
                  <a:pt x="256053" y="150284"/>
                </a:lnTo>
                <a:lnTo>
                  <a:pt x="285552" y="150284"/>
                </a:lnTo>
                <a:lnTo>
                  <a:pt x="287176" y="148873"/>
                </a:lnTo>
                <a:lnTo>
                  <a:pt x="307190" y="148873"/>
                </a:lnTo>
                <a:lnTo>
                  <a:pt x="306635" y="144125"/>
                </a:lnTo>
                <a:lnTo>
                  <a:pt x="306299" y="137114"/>
                </a:lnTo>
                <a:lnTo>
                  <a:pt x="306181" y="131469"/>
                </a:lnTo>
                <a:lnTo>
                  <a:pt x="306060" y="119239"/>
                </a:lnTo>
                <a:lnTo>
                  <a:pt x="306038" y="103952"/>
                </a:lnTo>
                <a:close/>
              </a:path>
              <a:path w="909954" h="211454">
                <a:moveTo>
                  <a:pt x="270200" y="42333"/>
                </a:moveTo>
                <a:lnTo>
                  <a:pt x="260062" y="42333"/>
                </a:lnTo>
                <a:lnTo>
                  <a:pt x="252543" y="42598"/>
                </a:lnTo>
                <a:lnTo>
                  <a:pt x="215264" y="58561"/>
                </a:lnTo>
                <a:lnTo>
                  <a:pt x="211256" y="63500"/>
                </a:lnTo>
                <a:lnTo>
                  <a:pt x="208191" y="70320"/>
                </a:lnTo>
                <a:lnTo>
                  <a:pt x="206540" y="78787"/>
                </a:lnTo>
                <a:lnTo>
                  <a:pt x="226110" y="81374"/>
                </a:lnTo>
                <a:lnTo>
                  <a:pt x="228232" y="73143"/>
                </a:lnTo>
                <a:lnTo>
                  <a:pt x="231533" y="67263"/>
                </a:lnTo>
                <a:lnTo>
                  <a:pt x="236012" y="63970"/>
                </a:lnTo>
                <a:lnTo>
                  <a:pt x="240728" y="60678"/>
                </a:lnTo>
                <a:lnTo>
                  <a:pt x="247565" y="59031"/>
                </a:lnTo>
                <a:lnTo>
                  <a:pt x="301782" y="59031"/>
                </a:lnTo>
                <a:lnTo>
                  <a:pt x="301558" y="58561"/>
                </a:lnTo>
                <a:lnTo>
                  <a:pt x="298729" y="54798"/>
                </a:lnTo>
                <a:lnTo>
                  <a:pt x="295664" y="51270"/>
                </a:lnTo>
                <a:lnTo>
                  <a:pt x="290948" y="48213"/>
                </a:lnTo>
                <a:lnTo>
                  <a:pt x="284583" y="45861"/>
                </a:lnTo>
                <a:lnTo>
                  <a:pt x="278452" y="43509"/>
                </a:lnTo>
                <a:lnTo>
                  <a:pt x="270200" y="42333"/>
                </a:lnTo>
                <a:close/>
              </a:path>
              <a:path w="909954" h="211454">
                <a:moveTo>
                  <a:pt x="388796" y="42333"/>
                </a:moveTo>
                <a:lnTo>
                  <a:pt x="349156" y="58561"/>
                </a:lnTo>
                <a:lnTo>
                  <a:pt x="335201" y="95401"/>
                </a:lnTo>
                <a:lnTo>
                  <a:pt x="334803" y="104658"/>
                </a:lnTo>
                <a:lnTo>
                  <a:pt x="335731" y="118633"/>
                </a:lnTo>
                <a:lnTo>
                  <a:pt x="357662" y="157211"/>
                </a:lnTo>
                <a:lnTo>
                  <a:pt x="388796" y="166042"/>
                </a:lnTo>
                <a:lnTo>
                  <a:pt x="398128" y="165332"/>
                </a:lnTo>
                <a:lnTo>
                  <a:pt x="406686" y="163190"/>
                </a:lnTo>
                <a:lnTo>
                  <a:pt x="414492" y="159592"/>
                </a:lnTo>
                <a:lnTo>
                  <a:pt x="421569" y="154518"/>
                </a:lnTo>
                <a:lnTo>
                  <a:pt x="426280" y="149579"/>
                </a:lnTo>
                <a:lnTo>
                  <a:pt x="388560" y="149579"/>
                </a:lnTo>
                <a:lnTo>
                  <a:pt x="381487" y="148913"/>
                </a:lnTo>
                <a:lnTo>
                  <a:pt x="356089" y="115212"/>
                </a:lnTo>
                <a:lnTo>
                  <a:pt x="355551" y="104187"/>
                </a:lnTo>
                <a:lnTo>
                  <a:pt x="356130" y="93163"/>
                </a:lnTo>
                <a:lnTo>
                  <a:pt x="382489" y="59495"/>
                </a:lnTo>
                <a:lnTo>
                  <a:pt x="389739" y="58796"/>
                </a:lnTo>
                <a:lnTo>
                  <a:pt x="426923" y="58796"/>
                </a:lnTo>
                <a:lnTo>
                  <a:pt x="426008" y="57503"/>
                </a:lnTo>
                <a:lnTo>
                  <a:pt x="420390" y="52211"/>
                </a:lnTo>
                <a:lnTo>
                  <a:pt x="413895" y="47889"/>
                </a:lnTo>
                <a:lnTo>
                  <a:pt x="406450" y="44803"/>
                </a:lnTo>
                <a:lnTo>
                  <a:pt x="398076" y="42951"/>
                </a:lnTo>
                <a:lnTo>
                  <a:pt x="388796" y="42333"/>
                </a:lnTo>
                <a:close/>
              </a:path>
              <a:path w="909954" h="211454">
                <a:moveTo>
                  <a:pt x="418268" y="119945"/>
                </a:moveTo>
                <a:lnTo>
                  <a:pt x="416853" y="130058"/>
                </a:lnTo>
                <a:lnTo>
                  <a:pt x="413553" y="137584"/>
                </a:lnTo>
                <a:lnTo>
                  <a:pt x="402943" y="147227"/>
                </a:lnTo>
                <a:lnTo>
                  <a:pt x="396341" y="149579"/>
                </a:lnTo>
                <a:lnTo>
                  <a:pt x="426280" y="149579"/>
                </a:lnTo>
                <a:lnTo>
                  <a:pt x="427629" y="148164"/>
                </a:lnTo>
                <a:lnTo>
                  <a:pt x="432385" y="140730"/>
                </a:lnTo>
                <a:lnTo>
                  <a:pt x="435859" y="132193"/>
                </a:lnTo>
                <a:lnTo>
                  <a:pt x="438073" y="122532"/>
                </a:lnTo>
                <a:lnTo>
                  <a:pt x="418268" y="119945"/>
                </a:lnTo>
                <a:close/>
              </a:path>
              <a:path w="909954" h="211454">
                <a:moveTo>
                  <a:pt x="426923" y="58796"/>
                </a:moveTo>
                <a:lnTo>
                  <a:pt x="396341" y="58796"/>
                </a:lnTo>
                <a:lnTo>
                  <a:pt x="402000" y="60913"/>
                </a:lnTo>
                <a:lnTo>
                  <a:pt x="411431" y="68909"/>
                </a:lnTo>
                <a:lnTo>
                  <a:pt x="414731" y="74789"/>
                </a:lnTo>
                <a:lnTo>
                  <a:pt x="416618" y="82785"/>
                </a:lnTo>
                <a:lnTo>
                  <a:pt x="436187" y="79728"/>
                </a:lnTo>
                <a:lnTo>
                  <a:pt x="433885" y="71261"/>
                </a:lnTo>
                <a:lnTo>
                  <a:pt x="430499" y="63853"/>
                </a:lnTo>
                <a:lnTo>
                  <a:pt x="426923" y="58796"/>
                </a:lnTo>
                <a:close/>
              </a:path>
              <a:path w="909954" h="211454">
                <a:moveTo>
                  <a:pt x="482635" y="60678"/>
                </a:moveTo>
                <a:lnTo>
                  <a:pt x="462594" y="60678"/>
                </a:lnTo>
                <a:lnTo>
                  <a:pt x="462594" y="140877"/>
                </a:lnTo>
                <a:lnTo>
                  <a:pt x="483107" y="164866"/>
                </a:lnTo>
                <a:lnTo>
                  <a:pt x="494896" y="164866"/>
                </a:lnTo>
                <a:lnTo>
                  <a:pt x="500083" y="164395"/>
                </a:lnTo>
                <a:lnTo>
                  <a:pt x="505741" y="163219"/>
                </a:lnTo>
                <a:lnTo>
                  <a:pt x="502799" y="146286"/>
                </a:lnTo>
                <a:lnTo>
                  <a:pt x="490888" y="146286"/>
                </a:lnTo>
                <a:lnTo>
                  <a:pt x="488766" y="145816"/>
                </a:lnTo>
                <a:lnTo>
                  <a:pt x="485465" y="143934"/>
                </a:lnTo>
                <a:lnTo>
                  <a:pt x="484286" y="142523"/>
                </a:lnTo>
                <a:lnTo>
                  <a:pt x="482871" y="139230"/>
                </a:lnTo>
                <a:lnTo>
                  <a:pt x="482635" y="135703"/>
                </a:lnTo>
                <a:lnTo>
                  <a:pt x="482635" y="60678"/>
                </a:lnTo>
                <a:close/>
              </a:path>
              <a:path w="909954" h="211454">
                <a:moveTo>
                  <a:pt x="502676" y="145580"/>
                </a:moveTo>
                <a:lnTo>
                  <a:pt x="499140" y="146051"/>
                </a:lnTo>
                <a:lnTo>
                  <a:pt x="496075" y="146286"/>
                </a:lnTo>
                <a:lnTo>
                  <a:pt x="502799" y="146286"/>
                </a:lnTo>
                <a:lnTo>
                  <a:pt x="502676" y="145580"/>
                </a:lnTo>
                <a:close/>
              </a:path>
              <a:path w="909954" h="211454">
                <a:moveTo>
                  <a:pt x="502676" y="44920"/>
                </a:moveTo>
                <a:lnTo>
                  <a:pt x="447740" y="44920"/>
                </a:lnTo>
                <a:lnTo>
                  <a:pt x="447740" y="60678"/>
                </a:lnTo>
                <a:lnTo>
                  <a:pt x="502676" y="60678"/>
                </a:lnTo>
                <a:lnTo>
                  <a:pt x="502676" y="44920"/>
                </a:lnTo>
                <a:close/>
              </a:path>
              <a:path w="909954" h="211454">
                <a:moveTo>
                  <a:pt x="482635" y="3762"/>
                </a:moveTo>
                <a:lnTo>
                  <a:pt x="462594" y="15757"/>
                </a:lnTo>
                <a:lnTo>
                  <a:pt x="462594" y="44920"/>
                </a:lnTo>
                <a:lnTo>
                  <a:pt x="482635" y="44920"/>
                </a:lnTo>
                <a:lnTo>
                  <a:pt x="482635" y="3762"/>
                </a:lnTo>
                <a:close/>
              </a:path>
              <a:path w="909954" h="211454">
                <a:moveTo>
                  <a:pt x="544645" y="0"/>
                </a:moveTo>
                <a:lnTo>
                  <a:pt x="524368" y="0"/>
                </a:lnTo>
                <a:lnTo>
                  <a:pt x="524368" y="23048"/>
                </a:lnTo>
                <a:lnTo>
                  <a:pt x="544645" y="23048"/>
                </a:lnTo>
                <a:lnTo>
                  <a:pt x="544645" y="0"/>
                </a:lnTo>
                <a:close/>
              </a:path>
              <a:path w="909954" h="211454">
                <a:moveTo>
                  <a:pt x="544645" y="44920"/>
                </a:moveTo>
                <a:lnTo>
                  <a:pt x="524368" y="44920"/>
                </a:lnTo>
                <a:lnTo>
                  <a:pt x="524368" y="163455"/>
                </a:lnTo>
                <a:lnTo>
                  <a:pt x="544645" y="163455"/>
                </a:lnTo>
                <a:lnTo>
                  <a:pt x="544645" y="44920"/>
                </a:lnTo>
                <a:close/>
              </a:path>
              <a:path w="909954" h="211454">
                <a:moveTo>
                  <a:pt x="585906" y="44920"/>
                </a:moveTo>
                <a:lnTo>
                  <a:pt x="564450" y="44920"/>
                </a:lnTo>
                <a:lnTo>
                  <a:pt x="609719" y="163455"/>
                </a:lnTo>
                <a:lnTo>
                  <a:pt x="628581" y="163455"/>
                </a:lnTo>
                <a:lnTo>
                  <a:pt x="637559" y="139701"/>
                </a:lnTo>
                <a:lnTo>
                  <a:pt x="618914" y="139701"/>
                </a:lnTo>
                <a:lnTo>
                  <a:pt x="616557" y="131469"/>
                </a:lnTo>
                <a:lnTo>
                  <a:pt x="613963" y="123473"/>
                </a:lnTo>
                <a:lnTo>
                  <a:pt x="611370" y="115947"/>
                </a:lnTo>
                <a:lnTo>
                  <a:pt x="585906" y="44920"/>
                </a:lnTo>
                <a:close/>
              </a:path>
              <a:path w="909954" h="211454">
                <a:moveTo>
                  <a:pt x="673379" y="44920"/>
                </a:moveTo>
                <a:lnTo>
                  <a:pt x="652866" y="44920"/>
                </a:lnTo>
                <a:lnTo>
                  <a:pt x="626459" y="117358"/>
                </a:lnTo>
                <a:lnTo>
                  <a:pt x="623158" y="126060"/>
                </a:lnTo>
                <a:lnTo>
                  <a:pt x="620565" y="133586"/>
                </a:lnTo>
                <a:lnTo>
                  <a:pt x="618914" y="139701"/>
                </a:lnTo>
                <a:lnTo>
                  <a:pt x="637559" y="139701"/>
                </a:lnTo>
                <a:lnTo>
                  <a:pt x="673379" y="44920"/>
                </a:lnTo>
                <a:close/>
              </a:path>
              <a:path w="909954" h="211454">
                <a:moveTo>
                  <a:pt x="714876" y="0"/>
                </a:moveTo>
                <a:lnTo>
                  <a:pt x="694835" y="0"/>
                </a:lnTo>
                <a:lnTo>
                  <a:pt x="694835" y="23048"/>
                </a:lnTo>
                <a:lnTo>
                  <a:pt x="714876" y="23048"/>
                </a:lnTo>
                <a:lnTo>
                  <a:pt x="714876" y="0"/>
                </a:lnTo>
                <a:close/>
              </a:path>
              <a:path w="909954" h="211454">
                <a:moveTo>
                  <a:pt x="714876" y="44920"/>
                </a:moveTo>
                <a:lnTo>
                  <a:pt x="694835" y="44920"/>
                </a:lnTo>
                <a:lnTo>
                  <a:pt x="694835" y="163455"/>
                </a:lnTo>
                <a:lnTo>
                  <a:pt x="714876" y="163455"/>
                </a:lnTo>
                <a:lnTo>
                  <a:pt x="714876" y="44920"/>
                </a:lnTo>
                <a:close/>
              </a:path>
              <a:path w="909954" h="211454">
                <a:moveTo>
                  <a:pt x="770755" y="60678"/>
                </a:moveTo>
                <a:lnTo>
                  <a:pt x="750714" y="60678"/>
                </a:lnTo>
                <a:lnTo>
                  <a:pt x="750714" y="140877"/>
                </a:lnTo>
                <a:lnTo>
                  <a:pt x="771462" y="164866"/>
                </a:lnTo>
                <a:lnTo>
                  <a:pt x="783251" y="164866"/>
                </a:lnTo>
                <a:lnTo>
                  <a:pt x="788202" y="164395"/>
                </a:lnTo>
                <a:lnTo>
                  <a:pt x="793861" y="163219"/>
                </a:lnTo>
                <a:lnTo>
                  <a:pt x="791145" y="146286"/>
                </a:lnTo>
                <a:lnTo>
                  <a:pt x="779243" y="146286"/>
                </a:lnTo>
                <a:lnTo>
                  <a:pt x="776885" y="145816"/>
                </a:lnTo>
                <a:lnTo>
                  <a:pt x="770755" y="135703"/>
                </a:lnTo>
                <a:lnTo>
                  <a:pt x="770755" y="60678"/>
                </a:lnTo>
                <a:close/>
              </a:path>
              <a:path w="909954" h="211454">
                <a:moveTo>
                  <a:pt x="791032" y="145580"/>
                </a:moveTo>
                <a:lnTo>
                  <a:pt x="787259" y="146051"/>
                </a:lnTo>
                <a:lnTo>
                  <a:pt x="784430" y="146286"/>
                </a:lnTo>
                <a:lnTo>
                  <a:pt x="791145" y="146286"/>
                </a:lnTo>
                <a:lnTo>
                  <a:pt x="791032" y="145580"/>
                </a:lnTo>
                <a:close/>
              </a:path>
              <a:path w="909954" h="211454">
                <a:moveTo>
                  <a:pt x="791032" y="44920"/>
                </a:moveTo>
                <a:lnTo>
                  <a:pt x="736096" y="44920"/>
                </a:lnTo>
                <a:lnTo>
                  <a:pt x="736096" y="60678"/>
                </a:lnTo>
                <a:lnTo>
                  <a:pt x="791032" y="60678"/>
                </a:lnTo>
                <a:lnTo>
                  <a:pt x="791032" y="44920"/>
                </a:lnTo>
                <a:close/>
              </a:path>
              <a:path w="909954" h="211454">
                <a:moveTo>
                  <a:pt x="770755" y="3762"/>
                </a:moveTo>
                <a:lnTo>
                  <a:pt x="750714" y="15757"/>
                </a:lnTo>
                <a:lnTo>
                  <a:pt x="750714" y="44920"/>
                </a:lnTo>
                <a:lnTo>
                  <a:pt x="770755" y="44920"/>
                </a:lnTo>
                <a:lnTo>
                  <a:pt x="770755" y="3762"/>
                </a:lnTo>
                <a:close/>
              </a:path>
              <a:path w="909954" h="211454">
                <a:moveTo>
                  <a:pt x="809422" y="190266"/>
                </a:moveTo>
                <a:lnTo>
                  <a:pt x="811780" y="209081"/>
                </a:lnTo>
                <a:lnTo>
                  <a:pt x="816496" y="210727"/>
                </a:lnTo>
                <a:lnTo>
                  <a:pt x="820740" y="211433"/>
                </a:lnTo>
                <a:lnTo>
                  <a:pt x="831114" y="211433"/>
                </a:lnTo>
                <a:lnTo>
                  <a:pt x="853741" y="191912"/>
                </a:lnTo>
                <a:lnTo>
                  <a:pt x="817675" y="191912"/>
                </a:lnTo>
                <a:lnTo>
                  <a:pt x="813902" y="191442"/>
                </a:lnTo>
                <a:lnTo>
                  <a:pt x="809422" y="190266"/>
                </a:lnTo>
                <a:close/>
              </a:path>
              <a:path w="909954" h="211454">
                <a:moveTo>
                  <a:pt x="822862" y="44920"/>
                </a:moveTo>
                <a:lnTo>
                  <a:pt x="801170" y="44920"/>
                </a:lnTo>
                <a:lnTo>
                  <a:pt x="846204" y="163690"/>
                </a:lnTo>
                <a:lnTo>
                  <a:pt x="845496" y="165806"/>
                </a:lnTo>
                <a:lnTo>
                  <a:pt x="844789" y="167453"/>
                </a:lnTo>
                <a:lnTo>
                  <a:pt x="844553" y="168629"/>
                </a:lnTo>
                <a:lnTo>
                  <a:pt x="841724" y="176390"/>
                </a:lnTo>
                <a:lnTo>
                  <a:pt x="839602" y="181564"/>
                </a:lnTo>
                <a:lnTo>
                  <a:pt x="838187" y="183446"/>
                </a:lnTo>
                <a:lnTo>
                  <a:pt x="836537" y="186268"/>
                </a:lnTo>
                <a:lnTo>
                  <a:pt x="834415" y="188149"/>
                </a:lnTo>
                <a:lnTo>
                  <a:pt x="831585" y="189796"/>
                </a:lnTo>
                <a:lnTo>
                  <a:pt x="828992" y="191207"/>
                </a:lnTo>
                <a:lnTo>
                  <a:pt x="825455" y="191912"/>
                </a:lnTo>
                <a:lnTo>
                  <a:pt x="853741" y="191912"/>
                </a:lnTo>
                <a:lnTo>
                  <a:pt x="873890" y="141112"/>
                </a:lnTo>
                <a:lnTo>
                  <a:pt x="856106" y="141112"/>
                </a:lnTo>
                <a:lnTo>
                  <a:pt x="854216" y="133968"/>
                </a:lnTo>
                <a:lnTo>
                  <a:pt x="852128" y="127001"/>
                </a:lnTo>
                <a:lnTo>
                  <a:pt x="849906" y="120210"/>
                </a:lnTo>
                <a:lnTo>
                  <a:pt x="847618" y="113595"/>
                </a:lnTo>
                <a:lnTo>
                  <a:pt x="822862" y="44920"/>
                </a:lnTo>
                <a:close/>
              </a:path>
              <a:path w="909954" h="211454">
                <a:moveTo>
                  <a:pt x="909863" y="44920"/>
                </a:moveTo>
                <a:lnTo>
                  <a:pt x="889822" y="44920"/>
                </a:lnTo>
                <a:lnTo>
                  <a:pt x="864358" y="114065"/>
                </a:lnTo>
                <a:lnTo>
                  <a:pt x="862108" y="120640"/>
                </a:lnTo>
                <a:lnTo>
                  <a:pt x="859967" y="127324"/>
                </a:lnTo>
                <a:lnTo>
                  <a:pt x="857959" y="134141"/>
                </a:lnTo>
                <a:lnTo>
                  <a:pt x="856106" y="141112"/>
                </a:lnTo>
                <a:lnTo>
                  <a:pt x="873890" y="141112"/>
                </a:lnTo>
                <a:lnTo>
                  <a:pt x="909863" y="449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80"/>
          <p:cNvSpPr/>
          <p:nvPr/>
        </p:nvSpPr>
        <p:spPr>
          <a:xfrm>
            <a:off x="3973188" y="4014351"/>
            <a:ext cx="180369" cy="162279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object 81"/>
          <p:cNvSpPr/>
          <p:nvPr/>
        </p:nvSpPr>
        <p:spPr>
          <a:xfrm>
            <a:off x="4246454" y="4010588"/>
            <a:ext cx="1283570" cy="208846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2" name="object 82"/>
          <p:cNvGrpSpPr/>
          <p:nvPr/>
        </p:nvGrpSpPr>
        <p:grpSpPr>
          <a:xfrm>
            <a:off x="852503" y="5914191"/>
            <a:ext cx="2169160" cy="753110"/>
            <a:chOff x="852503" y="5914191"/>
            <a:chExt cx="2169160" cy="753110"/>
          </a:xfrm>
        </p:grpSpPr>
        <p:sp>
          <p:nvSpPr>
            <p:cNvPr id="83" name="object 83"/>
            <p:cNvSpPr/>
            <p:nvPr/>
          </p:nvSpPr>
          <p:spPr>
            <a:xfrm>
              <a:off x="1003173" y="6056693"/>
              <a:ext cx="1919605" cy="479425"/>
            </a:xfrm>
            <a:custGeom>
              <a:avLst/>
              <a:gdLst/>
              <a:ahLst/>
              <a:cxnLst/>
              <a:rect l="l" t="t" r="r" b="b"/>
              <a:pathLst>
                <a:path w="1919605" h="479425">
                  <a:moveTo>
                    <a:pt x="99263" y="270471"/>
                  </a:moveTo>
                  <a:lnTo>
                    <a:pt x="79146" y="270471"/>
                  </a:lnTo>
                  <a:lnTo>
                    <a:pt x="79146" y="433920"/>
                  </a:lnTo>
                  <a:lnTo>
                    <a:pt x="99263" y="433920"/>
                  </a:lnTo>
                  <a:lnTo>
                    <a:pt x="99263" y="270471"/>
                  </a:lnTo>
                  <a:close/>
                </a:path>
                <a:path w="1919605" h="479425">
                  <a:moveTo>
                    <a:pt x="149872" y="0"/>
                  </a:moveTo>
                  <a:lnTo>
                    <a:pt x="127736" y="0"/>
                  </a:lnTo>
                  <a:lnTo>
                    <a:pt x="83489" y="118757"/>
                  </a:lnTo>
                  <a:lnTo>
                    <a:pt x="80937" y="125768"/>
                  </a:lnTo>
                  <a:lnTo>
                    <a:pt x="78765" y="132118"/>
                  </a:lnTo>
                  <a:lnTo>
                    <a:pt x="76542" y="139141"/>
                  </a:lnTo>
                  <a:lnTo>
                    <a:pt x="74663" y="145491"/>
                  </a:lnTo>
                  <a:lnTo>
                    <a:pt x="72720" y="138811"/>
                  </a:lnTo>
                  <a:lnTo>
                    <a:pt x="70777" y="132562"/>
                  </a:lnTo>
                  <a:lnTo>
                    <a:pt x="68402" y="125437"/>
                  </a:lnTo>
                  <a:lnTo>
                    <a:pt x="66065" y="118757"/>
                  </a:lnTo>
                  <a:lnTo>
                    <a:pt x="23469" y="0"/>
                  </a:lnTo>
                  <a:lnTo>
                    <a:pt x="0" y="0"/>
                  </a:lnTo>
                  <a:lnTo>
                    <a:pt x="63487" y="163461"/>
                  </a:lnTo>
                  <a:lnTo>
                    <a:pt x="85725" y="163461"/>
                  </a:lnTo>
                  <a:lnTo>
                    <a:pt x="92773" y="145491"/>
                  </a:lnTo>
                  <a:lnTo>
                    <a:pt x="149872" y="0"/>
                  </a:lnTo>
                  <a:close/>
                </a:path>
                <a:path w="1919605" h="479425">
                  <a:moveTo>
                    <a:pt x="235724" y="373037"/>
                  </a:moveTo>
                  <a:lnTo>
                    <a:pt x="234759" y="359702"/>
                  </a:lnTo>
                  <a:lnTo>
                    <a:pt x="231851" y="347891"/>
                  </a:lnTo>
                  <a:lnTo>
                    <a:pt x="226987" y="337604"/>
                  </a:lnTo>
                  <a:lnTo>
                    <a:pt x="220662" y="329450"/>
                  </a:lnTo>
                  <a:lnTo>
                    <a:pt x="220192" y="328841"/>
                  </a:lnTo>
                  <a:lnTo>
                    <a:pt x="215011" y="324497"/>
                  </a:lnTo>
                  <a:lnTo>
                    <a:pt x="215011" y="374700"/>
                  </a:lnTo>
                  <a:lnTo>
                    <a:pt x="214426" y="384949"/>
                  </a:lnTo>
                  <a:lnTo>
                    <a:pt x="193878" y="417258"/>
                  </a:lnTo>
                  <a:lnTo>
                    <a:pt x="180174" y="420103"/>
                  </a:lnTo>
                  <a:lnTo>
                    <a:pt x="172948" y="419392"/>
                  </a:lnTo>
                  <a:lnTo>
                    <a:pt x="145808" y="385368"/>
                  </a:lnTo>
                  <a:lnTo>
                    <a:pt x="145186" y="374700"/>
                  </a:lnTo>
                  <a:lnTo>
                    <a:pt x="145808" y="364058"/>
                  </a:lnTo>
                  <a:lnTo>
                    <a:pt x="172948" y="330161"/>
                  </a:lnTo>
                  <a:lnTo>
                    <a:pt x="180174" y="329450"/>
                  </a:lnTo>
                  <a:lnTo>
                    <a:pt x="187299" y="330161"/>
                  </a:lnTo>
                  <a:lnTo>
                    <a:pt x="214426" y="363728"/>
                  </a:lnTo>
                  <a:lnTo>
                    <a:pt x="215011" y="374700"/>
                  </a:lnTo>
                  <a:lnTo>
                    <a:pt x="215011" y="324497"/>
                  </a:lnTo>
                  <a:lnTo>
                    <a:pt x="211861" y="321843"/>
                  </a:lnTo>
                  <a:lnTo>
                    <a:pt x="202425" y="316826"/>
                  </a:lnTo>
                  <a:lnTo>
                    <a:pt x="191858" y="313829"/>
                  </a:lnTo>
                  <a:lnTo>
                    <a:pt x="180174" y="312826"/>
                  </a:lnTo>
                  <a:lnTo>
                    <a:pt x="169595" y="313651"/>
                  </a:lnTo>
                  <a:lnTo>
                    <a:pt x="134823" y="334975"/>
                  </a:lnTo>
                  <a:lnTo>
                    <a:pt x="124510" y="374700"/>
                  </a:lnTo>
                  <a:lnTo>
                    <a:pt x="125476" y="388823"/>
                  </a:lnTo>
                  <a:lnTo>
                    <a:pt x="148170" y="427609"/>
                  </a:lnTo>
                  <a:lnTo>
                    <a:pt x="180174" y="436587"/>
                  </a:lnTo>
                  <a:lnTo>
                    <a:pt x="187794" y="436130"/>
                  </a:lnTo>
                  <a:lnTo>
                    <a:pt x="225031" y="415175"/>
                  </a:lnTo>
                  <a:lnTo>
                    <a:pt x="235292" y="383857"/>
                  </a:lnTo>
                  <a:lnTo>
                    <a:pt x="235724" y="373037"/>
                  </a:lnTo>
                  <a:close/>
                </a:path>
                <a:path w="1919605" h="479425">
                  <a:moveTo>
                    <a:pt x="261099" y="104025"/>
                  </a:moveTo>
                  <a:lnTo>
                    <a:pt x="246253" y="58877"/>
                  </a:lnTo>
                  <a:lnTo>
                    <a:pt x="246011" y="58547"/>
                  </a:lnTo>
                  <a:lnTo>
                    <a:pt x="239852" y="53162"/>
                  </a:lnTo>
                  <a:lnTo>
                    <a:pt x="239852" y="92887"/>
                  </a:lnTo>
                  <a:lnTo>
                    <a:pt x="173570" y="92887"/>
                  </a:lnTo>
                  <a:lnTo>
                    <a:pt x="198094" y="58877"/>
                  </a:lnTo>
                  <a:lnTo>
                    <a:pt x="207340" y="58877"/>
                  </a:lnTo>
                  <a:lnTo>
                    <a:pt x="238950" y="82905"/>
                  </a:lnTo>
                  <a:lnTo>
                    <a:pt x="239852" y="92887"/>
                  </a:lnTo>
                  <a:lnTo>
                    <a:pt x="239852" y="53162"/>
                  </a:lnTo>
                  <a:lnTo>
                    <a:pt x="237909" y="51460"/>
                  </a:lnTo>
                  <a:lnTo>
                    <a:pt x="228727" y="46405"/>
                  </a:lnTo>
                  <a:lnTo>
                    <a:pt x="218465" y="43370"/>
                  </a:lnTo>
                  <a:lnTo>
                    <a:pt x="207098" y="42367"/>
                  </a:lnTo>
                  <a:lnTo>
                    <a:pt x="195376" y="43395"/>
                  </a:lnTo>
                  <a:lnTo>
                    <a:pt x="160350" y="67957"/>
                  </a:lnTo>
                  <a:lnTo>
                    <a:pt x="151676" y="105257"/>
                  </a:lnTo>
                  <a:lnTo>
                    <a:pt x="152628" y="118897"/>
                  </a:lnTo>
                  <a:lnTo>
                    <a:pt x="175221" y="157124"/>
                  </a:lnTo>
                  <a:lnTo>
                    <a:pt x="208229" y="166116"/>
                  </a:lnTo>
                  <a:lnTo>
                    <a:pt x="218109" y="165493"/>
                  </a:lnTo>
                  <a:lnTo>
                    <a:pt x="249059" y="149631"/>
                  </a:lnTo>
                  <a:lnTo>
                    <a:pt x="253403" y="144018"/>
                  </a:lnTo>
                  <a:lnTo>
                    <a:pt x="257441" y="136448"/>
                  </a:lnTo>
                  <a:lnTo>
                    <a:pt x="260438" y="127876"/>
                  </a:lnTo>
                  <a:lnTo>
                    <a:pt x="239636" y="125310"/>
                  </a:lnTo>
                  <a:lnTo>
                    <a:pt x="236575" y="133807"/>
                  </a:lnTo>
                  <a:lnTo>
                    <a:pt x="232448" y="139966"/>
                  </a:lnTo>
                  <a:lnTo>
                    <a:pt x="222008" y="147701"/>
                  </a:lnTo>
                  <a:lnTo>
                    <a:pt x="215709" y="149631"/>
                  </a:lnTo>
                  <a:lnTo>
                    <a:pt x="208330" y="149631"/>
                  </a:lnTo>
                  <a:lnTo>
                    <a:pt x="175780" y="126593"/>
                  </a:lnTo>
                  <a:lnTo>
                    <a:pt x="172466" y="109372"/>
                  </a:lnTo>
                  <a:lnTo>
                    <a:pt x="260972" y="109372"/>
                  </a:lnTo>
                  <a:lnTo>
                    <a:pt x="261099" y="104025"/>
                  </a:lnTo>
                  <a:close/>
                </a:path>
                <a:path w="1919605" h="479425">
                  <a:moveTo>
                    <a:pt x="353758" y="48831"/>
                  </a:moveTo>
                  <a:lnTo>
                    <a:pt x="346748" y="44526"/>
                  </a:lnTo>
                  <a:lnTo>
                    <a:pt x="339864" y="42367"/>
                  </a:lnTo>
                  <a:lnTo>
                    <a:pt x="328383" y="42367"/>
                  </a:lnTo>
                  <a:lnTo>
                    <a:pt x="324065" y="43700"/>
                  </a:lnTo>
                  <a:lnTo>
                    <a:pt x="316242" y="49060"/>
                  </a:lnTo>
                  <a:lnTo>
                    <a:pt x="312000" y="54597"/>
                  </a:lnTo>
                  <a:lnTo>
                    <a:pt x="307378" y="62992"/>
                  </a:lnTo>
                  <a:lnTo>
                    <a:pt x="307378" y="45046"/>
                  </a:lnTo>
                  <a:lnTo>
                    <a:pt x="289267" y="45046"/>
                  </a:lnTo>
                  <a:lnTo>
                    <a:pt x="289267" y="163461"/>
                  </a:lnTo>
                  <a:lnTo>
                    <a:pt x="309384" y="163461"/>
                  </a:lnTo>
                  <a:lnTo>
                    <a:pt x="309384" y="93002"/>
                  </a:lnTo>
                  <a:lnTo>
                    <a:pt x="310489" y="85191"/>
                  </a:lnTo>
                  <a:lnTo>
                    <a:pt x="314210" y="73355"/>
                  </a:lnTo>
                  <a:lnTo>
                    <a:pt x="316712" y="69710"/>
                  </a:lnTo>
                  <a:lnTo>
                    <a:pt x="323723" y="64427"/>
                  </a:lnTo>
                  <a:lnTo>
                    <a:pt x="327672" y="63106"/>
                  </a:lnTo>
                  <a:lnTo>
                    <a:pt x="336994" y="63106"/>
                  </a:lnTo>
                  <a:lnTo>
                    <a:pt x="341896" y="64566"/>
                  </a:lnTo>
                  <a:lnTo>
                    <a:pt x="346824" y="67462"/>
                  </a:lnTo>
                  <a:lnTo>
                    <a:pt x="348437" y="63106"/>
                  </a:lnTo>
                  <a:lnTo>
                    <a:pt x="353758" y="48831"/>
                  </a:lnTo>
                  <a:close/>
                </a:path>
                <a:path w="1919605" h="479425">
                  <a:moveTo>
                    <a:pt x="359575" y="433920"/>
                  </a:moveTo>
                  <a:lnTo>
                    <a:pt x="359486" y="350164"/>
                  </a:lnTo>
                  <a:lnTo>
                    <a:pt x="354660" y="330238"/>
                  </a:lnTo>
                  <a:lnTo>
                    <a:pt x="349199" y="322618"/>
                  </a:lnTo>
                  <a:lnTo>
                    <a:pt x="344728" y="319252"/>
                  </a:lnTo>
                  <a:lnTo>
                    <a:pt x="332727" y="314121"/>
                  </a:lnTo>
                  <a:lnTo>
                    <a:pt x="326148" y="312826"/>
                  </a:lnTo>
                  <a:lnTo>
                    <a:pt x="318998" y="312826"/>
                  </a:lnTo>
                  <a:lnTo>
                    <a:pt x="307365" y="314045"/>
                  </a:lnTo>
                  <a:lnTo>
                    <a:pt x="297192" y="317715"/>
                  </a:lnTo>
                  <a:lnTo>
                    <a:pt x="288480" y="323811"/>
                  </a:lnTo>
                  <a:lnTo>
                    <a:pt x="281228" y="332346"/>
                  </a:lnTo>
                  <a:lnTo>
                    <a:pt x="281228" y="315506"/>
                  </a:lnTo>
                  <a:lnTo>
                    <a:pt x="263118" y="315506"/>
                  </a:lnTo>
                  <a:lnTo>
                    <a:pt x="263118" y="433920"/>
                  </a:lnTo>
                  <a:lnTo>
                    <a:pt x="283235" y="433920"/>
                  </a:lnTo>
                  <a:lnTo>
                    <a:pt x="283235" y="369252"/>
                  </a:lnTo>
                  <a:lnTo>
                    <a:pt x="283819" y="358787"/>
                  </a:lnTo>
                  <a:lnTo>
                    <a:pt x="306171" y="330238"/>
                  </a:lnTo>
                  <a:lnTo>
                    <a:pt x="320116" y="330238"/>
                  </a:lnTo>
                  <a:lnTo>
                    <a:pt x="339445" y="353733"/>
                  </a:lnTo>
                  <a:lnTo>
                    <a:pt x="339445" y="433920"/>
                  </a:lnTo>
                  <a:lnTo>
                    <a:pt x="359575" y="433920"/>
                  </a:lnTo>
                  <a:close/>
                </a:path>
                <a:path w="1919605" h="479425">
                  <a:moveTo>
                    <a:pt x="465302" y="45046"/>
                  </a:moveTo>
                  <a:lnTo>
                    <a:pt x="445185" y="45046"/>
                  </a:lnTo>
                  <a:lnTo>
                    <a:pt x="419823" y="114071"/>
                  </a:lnTo>
                  <a:lnTo>
                    <a:pt x="417499" y="120675"/>
                  </a:lnTo>
                  <a:lnTo>
                    <a:pt x="415340" y="127381"/>
                  </a:lnTo>
                  <a:lnTo>
                    <a:pt x="413359" y="134175"/>
                  </a:lnTo>
                  <a:lnTo>
                    <a:pt x="411543" y="141046"/>
                  </a:lnTo>
                  <a:lnTo>
                    <a:pt x="409575" y="133934"/>
                  </a:lnTo>
                  <a:lnTo>
                    <a:pt x="407492" y="126987"/>
                  </a:lnTo>
                  <a:lnTo>
                    <a:pt x="405282" y="120218"/>
                  </a:lnTo>
                  <a:lnTo>
                    <a:pt x="402932" y="113626"/>
                  </a:lnTo>
                  <a:lnTo>
                    <a:pt x="378231" y="45046"/>
                  </a:lnTo>
                  <a:lnTo>
                    <a:pt x="356539" y="45046"/>
                  </a:lnTo>
                  <a:lnTo>
                    <a:pt x="401599" y="163677"/>
                  </a:lnTo>
                  <a:lnTo>
                    <a:pt x="400773" y="165836"/>
                  </a:lnTo>
                  <a:lnTo>
                    <a:pt x="400177" y="167462"/>
                  </a:lnTo>
                  <a:lnTo>
                    <a:pt x="399808" y="168592"/>
                  </a:lnTo>
                  <a:lnTo>
                    <a:pt x="396976" y="176542"/>
                  </a:lnTo>
                  <a:lnTo>
                    <a:pt x="380796" y="191985"/>
                  </a:lnTo>
                  <a:lnTo>
                    <a:pt x="373037" y="191985"/>
                  </a:lnTo>
                  <a:lnTo>
                    <a:pt x="369227" y="191401"/>
                  </a:lnTo>
                  <a:lnTo>
                    <a:pt x="364807" y="190207"/>
                  </a:lnTo>
                  <a:lnTo>
                    <a:pt x="367055" y="209042"/>
                  </a:lnTo>
                  <a:lnTo>
                    <a:pt x="371817" y="210693"/>
                  </a:lnTo>
                  <a:lnTo>
                    <a:pt x="376148" y="211505"/>
                  </a:lnTo>
                  <a:lnTo>
                    <a:pt x="386435" y="211505"/>
                  </a:lnTo>
                  <a:lnTo>
                    <a:pt x="413689" y="181927"/>
                  </a:lnTo>
                  <a:lnTo>
                    <a:pt x="429298" y="141046"/>
                  </a:lnTo>
                  <a:lnTo>
                    <a:pt x="465302" y="45046"/>
                  </a:lnTo>
                  <a:close/>
                </a:path>
                <a:path w="1919605" h="479425">
                  <a:moveTo>
                    <a:pt x="496938" y="374497"/>
                  </a:moveTo>
                  <a:lnTo>
                    <a:pt x="482092" y="329336"/>
                  </a:lnTo>
                  <a:lnTo>
                    <a:pt x="481850" y="329006"/>
                  </a:lnTo>
                  <a:lnTo>
                    <a:pt x="475703" y="323634"/>
                  </a:lnTo>
                  <a:lnTo>
                    <a:pt x="475703" y="363347"/>
                  </a:lnTo>
                  <a:lnTo>
                    <a:pt x="409422" y="363347"/>
                  </a:lnTo>
                  <a:lnTo>
                    <a:pt x="433946" y="329336"/>
                  </a:lnTo>
                  <a:lnTo>
                    <a:pt x="443191" y="329336"/>
                  </a:lnTo>
                  <a:lnTo>
                    <a:pt x="474802" y="353377"/>
                  </a:lnTo>
                  <a:lnTo>
                    <a:pt x="475703" y="363347"/>
                  </a:lnTo>
                  <a:lnTo>
                    <a:pt x="475703" y="323634"/>
                  </a:lnTo>
                  <a:lnTo>
                    <a:pt x="473760" y="321932"/>
                  </a:lnTo>
                  <a:lnTo>
                    <a:pt x="464578" y="316865"/>
                  </a:lnTo>
                  <a:lnTo>
                    <a:pt x="454304" y="313842"/>
                  </a:lnTo>
                  <a:lnTo>
                    <a:pt x="442950" y="312826"/>
                  </a:lnTo>
                  <a:lnTo>
                    <a:pt x="431228" y="313855"/>
                  </a:lnTo>
                  <a:lnTo>
                    <a:pt x="396189" y="338429"/>
                  </a:lnTo>
                  <a:lnTo>
                    <a:pt x="387515" y="375716"/>
                  </a:lnTo>
                  <a:lnTo>
                    <a:pt x="388467" y="389356"/>
                  </a:lnTo>
                  <a:lnTo>
                    <a:pt x="411073" y="427596"/>
                  </a:lnTo>
                  <a:lnTo>
                    <a:pt x="444080" y="436587"/>
                  </a:lnTo>
                  <a:lnTo>
                    <a:pt x="453948" y="435952"/>
                  </a:lnTo>
                  <a:lnTo>
                    <a:pt x="489254" y="414477"/>
                  </a:lnTo>
                  <a:lnTo>
                    <a:pt x="496265" y="398348"/>
                  </a:lnTo>
                  <a:lnTo>
                    <a:pt x="475488" y="395782"/>
                  </a:lnTo>
                  <a:lnTo>
                    <a:pt x="472427" y="404266"/>
                  </a:lnTo>
                  <a:lnTo>
                    <a:pt x="468299" y="410425"/>
                  </a:lnTo>
                  <a:lnTo>
                    <a:pt x="457847" y="418172"/>
                  </a:lnTo>
                  <a:lnTo>
                    <a:pt x="451561" y="420103"/>
                  </a:lnTo>
                  <a:lnTo>
                    <a:pt x="444169" y="420103"/>
                  </a:lnTo>
                  <a:lnTo>
                    <a:pt x="411632" y="397065"/>
                  </a:lnTo>
                  <a:lnTo>
                    <a:pt x="408317" y="379831"/>
                  </a:lnTo>
                  <a:lnTo>
                    <a:pt x="496824" y="379831"/>
                  </a:lnTo>
                  <a:lnTo>
                    <a:pt x="496938" y="374497"/>
                  </a:lnTo>
                  <a:close/>
                </a:path>
                <a:path w="1919605" h="479425">
                  <a:moveTo>
                    <a:pt x="689673" y="144157"/>
                  </a:moveTo>
                  <a:lnTo>
                    <a:pt x="589089" y="144157"/>
                  </a:lnTo>
                  <a:lnTo>
                    <a:pt x="589089" y="88531"/>
                  </a:lnTo>
                  <a:lnTo>
                    <a:pt x="679716" y="88531"/>
                  </a:lnTo>
                  <a:lnTo>
                    <a:pt x="679716" y="69367"/>
                  </a:lnTo>
                  <a:lnTo>
                    <a:pt x="589089" y="69367"/>
                  </a:lnTo>
                  <a:lnTo>
                    <a:pt x="589089" y="19291"/>
                  </a:lnTo>
                  <a:lnTo>
                    <a:pt x="685876" y="19291"/>
                  </a:lnTo>
                  <a:lnTo>
                    <a:pt x="685876" y="0"/>
                  </a:lnTo>
                  <a:lnTo>
                    <a:pt x="567397" y="0"/>
                  </a:lnTo>
                  <a:lnTo>
                    <a:pt x="567397" y="163461"/>
                  </a:lnTo>
                  <a:lnTo>
                    <a:pt x="689673" y="163461"/>
                  </a:lnTo>
                  <a:lnTo>
                    <a:pt x="689673" y="144157"/>
                  </a:lnTo>
                  <a:close/>
                </a:path>
                <a:path w="1919605" h="479425">
                  <a:moveTo>
                    <a:pt x="693902" y="373722"/>
                  </a:moveTo>
                  <a:lnTo>
                    <a:pt x="684669" y="335940"/>
                  </a:lnTo>
                  <a:lnTo>
                    <a:pt x="679259" y="328561"/>
                  </a:lnTo>
                  <a:lnTo>
                    <a:pt x="675894" y="324942"/>
                  </a:lnTo>
                  <a:lnTo>
                    <a:pt x="673354" y="322948"/>
                  </a:lnTo>
                  <a:lnTo>
                    <a:pt x="673354" y="373722"/>
                  </a:lnTo>
                  <a:lnTo>
                    <a:pt x="672757" y="384810"/>
                  </a:lnTo>
                  <a:lnTo>
                    <a:pt x="647242" y="419392"/>
                  </a:lnTo>
                  <a:lnTo>
                    <a:pt x="640816" y="420103"/>
                  </a:lnTo>
                  <a:lnTo>
                    <a:pt x="632015" y="420103"/>
                  </a:lnTo>
                  <a:lnTo>
                    <a:pt x="609663" y="386067"/>
                  </a:lnTo>
                  <a:lnTo>
                    <a:pt x="609079" y="375386"/>
                  </a:lnTo>
                  <a:lnTo>
                    <a:pt x="609701" y="364642"/>
                  </a:lnTo>
                  <a:lnTo>
                    <a:pt x="629602" y="331558"/>
                  </a:lnTo>
                  <a:lnTo>
                    <a:pt x="641705" y="328561"/>
                  </a:lnTo>
                  <a:lnTo>
                    <a:pt x="650367" y="328561"/>
                  </a:lnTo>
                  <a:lnTo>
                    <a:pt x="672769" y="363105"/>
                  </a:lnTo>
                  <a:lnTo>
                    <a:pt x="673354" y="373722"/>
                  </a:lnTo>
                  <a:lnTo>
                    <a:pt x="673354" y="322948"/>
                  </a:lnTo>
                  <a:lnTo>
                    <a:pt x="643623" y="312826"/>
                  </a:lnTo>
                  <a:lnTo>
                    <a:pt x="635863" y="312826"/>
                  </a:lnTo>
                  <a:lnTo>
                    <a:pt x="629259" y="314337"/>
                  </a:lnTo>
                  <a:lnTo>
                    <a:pt x="618388" y="320357"/>
                  </a:lnTo>
                  <a:lnTo>
                    <a:pt x="613511" y="324866"/>
                  </a:lnTo>
                  <a:lnTo>
                    <a:pt x="609193" y="330885"/>
                  </a:lnTo>
                  <a:lnTo>
                    <a:pt x="609193" y="315506"/>
                  </a:lnTo>
                  <a:lnTo>
                    <a:pt x="590854" y="315506"/>
                  </a:lnTo>
                  <a:lnTo>
                    <a:pt x="590854" y="479298"/>
                  </a:lnTo>
                  <a:lnTo>
                    <a:pt x="610958" y="479298"/>
                  </a:lnTo>
                  <a:lnTo>
                    <a:pt x="610958" y="421652"/>
                  </a:lnTo>
                  <a:lnTo>
                    <a:pt x="614413" y="425958"/>
                  </a:lnTo>
                  <a:lnTo>
                    <a:pt x="618794" y="429526"/>
                  </a:lnTo>
                  <a:lnTo>
                    <a:pt x="629424" y="435178"/>
                  </a:lnTo>
                  <a:lnTo>
                    <a:pt x="635457" y="436587"/>
                  </a:lnTo>
                  <a:lnTo>
                    <a:pt x="642162" y="436587"/>
                  </a:lnTo>
                  <a:lnTo>
                    <a:pt x="678649" y="420103"/>
                  </a:lnTo>
                  <a:lnTo>
                    <a:pt x="679361" y="419392"/>
                  </a:lnTo>
                  <a:lnTo>
                    <a:pt x="693508" y="382676"/>
                  </a:lnTo>
                  <a:lnTo>
                    <a:pt x="693902" y="373722"/>
                  </a:lnTo>
                  <a:close/>
                </a:path>
                <a:path w="1919605" h="479425">
                  <a:moveTo>
                    <a:pt x="824458" y="433920"/>
                  </a:moveTo>
                  <a:lnTo>
                    <a:pt x="821944" y="429387"/>
                  </a:lnTo>
                  <a:lnTo>
                    <a:pt x="820242" y="424637"/>
                  </a:lnTo>
                  <a:lnTo>
                    <a:pt x="819365" y="419696"/>
                  </a:lnTo>
                  <a:lnTo>
                    <a:pt x="819327" y="419315"/>
                  </a:lnTo>
                  <a:lnTo>
                    <a:pt x="818807" y="414705"/>
                  </a:lnTo>
                  <a:lnTo>
                    <a:pt x="818426" y="407492"/>
                  </a:lnTo>
                  <a:lnTo>
                    <a:pt x="818184" y="397383"/>
                  </a:lnTo>
                  <a:lnTo>
                    <a:pt x="818095" y="374497"/>
                  </a:lnTo>
                  <a:lnTo>
                    <a:pt x="818095" y="348627"/>
                  </a:lnTo>
                  <a:lnTo>
                    <a:pt x="817765" y="342468"/>
                  </a:lnTo>
                  <a:lnTo>
                    <a:pt x="817079" y="339026"/>
                  </a:lnTo>
                  <a:lnTo>
                    <a:pt x="815898" y="333527"/>
                  </a:lnTo>
                  <a:lnTo>
                    <a:pt x="814019" y="329450"/>
                  </a:lnTo>
                  <a:lnTo>
                    <a:pt x="813803" y="328980"/>
                  </a:lnTo>
                  <a:lnTo>
                    <a:pt x="807834" y="321767"/>
                  </a:lnTo>
                  <a:lnTo>
                    <a:pt x="803198" y="318782"/>
                  </a:lnTo>
                  <a:lnTo>
                    <a:pt x="790511" y="314032"/>
                  </a:lnTo>
                  <a:lnTo>
                    <a:pt x="782281" y="312826"/>
                  </a:lnTo>
                  <a:lnTo>
                    <a:pt x="772147" y="312826"/>
                  </a:lnTo>
                  <a:lnTo>
                    <a:pt x="731545" y="323786"/>
                  </a:lnTo>
                  <a:lnTo>
                    <a:pt x="718616" y="349288"/>
                  </a:lnTo>
                  <a:lnTo>
                    <a:pt x="738289" y="351967"/>
                  </a:lnTo>
                  <a:lnTo>
                    <a:pt x="740448" y="343573"/>
                  </a:lnTo>
                  <a:lnTo>
                    <a:pt x="743775" y="337705"/>
                  </a:lnTo>
                  <a:lnTo>
                    <a:pt x="752779" y="331101"/>
                  </a:lnTo>
                  <a:lnTo>
                    <a:pt x="759790" y="329450"/>
                  </a:lnTo>
                  <a:lnTo>
                    <a:pt x="779386" y="329450"/>
                  </a:lnTo>
                  <a:lnTo>
                    <a:pt x="787019" y="331711"/>
                  </a:lnTo>
                  <a:lnTo>
                    <a:pt x="795959" y="339598"/>
                  </a:lnTo>
                  <a:lnTo>
                    <a:pt x="797864" y="345351"/>
                  </a:lnTo>
                  <a:lnTo>
                    <a:pt x="797750" y="358762"/>
                  </a:lnTo>
                  <a:lnTo>
                    <a:pt x="797750" y="374497"/>
                  </a:lnTo>
                  <a:lnTo>
                    <a:pt x="797750" y="390702"/>
                  </a:lnTo>
                  <a:lnTo>
                    <a:pt x="796658" y="397383"/>
                  </a:lnTo>
                  <a:lnTo>
                    <a:pt x="768273" y="420878"/>
                  </a:lnTo>
                  <a:lnTo>
                    <a:pt x="752716" y="420878"/>
                  </a:lnTo>
                  <a:lnTo>
                    <a:pt x="746772" y="419087"/>
                  </a:lnTo>
                  <a:lnTo>
                    <a:pt x="738632" y="411962"/>
                  </a:lnTo>
                  <a:lnTo>
                    <a:pt x="736612" y="407492"/>
                  </a:lnTo>
                  <a:lnTo>
                    <a:pt x="736612" y="398653"/>
                  </a:lnTo>
                  <a:lnTo>
                    <a:pt x="764882" y="382066"/>
                  </a:lnTo>
                  <a:lnTo>
                    <a:pt x="775157" y="380428"/>
                  </a:lnTo>
                  <a:lnTo>
                    <a:pt x="784059" y="378612"/>
                  </a:lnTo>
                  <a:lnTo>
                    <a:pt x="791578" y="376631"/>
                  </a:lnTo>
                  <a:lnTo>
                    <a:pt x="797750" y="374497"/>
                  </a:lnTo>
                  <a:lnTo>
                    <a:pt x="797750" y="358762"/>
                  </a:lnTo>
                  <a:lnTo>
                    <a:pt x="791184" y="360705"/>
                  </a:lnTo>
                  <a:lnTo>
                    <a:pt x="783018" y="362496"/>
                  </a:lnTo>
                  <a:lnTo>
                    <a:pt x="773239" y="364159"/>
                  </a:lnTo>
                  <a:lnTo>
                    <a:pt x="761860" y="365671"/>
                  </a:lnTo>
                  <a:lnTo>
                    <a:pt x="753897" y="366636"/>
                  </a:lnTo>
                  <a:lnTo>
                    <a:pt x="747928" y="367652"/>
                  </a:lnTo>
                  <a:lnTo>
                    <a:pt x="716470" y="391617"/>
                  </a:lnTo>
                  <a:lnTo>
                    <a:pt x="715149" y="396913"/>
                  </a:lnTo>
                  <a:lnTo>
                    <a:pt x="715149" y="402691"/>
                  </a:lnTo>
                  <a:lnTo>
                    <a:pt x="738416" y="434200"/>
                  </a:lnTo>
                  <a:lnTo>
                    <a:pt x="755726" y="436587"/>
                  </a:lnTo>
                  <a:lnTo>
                    <a:pt x="763625" y="436587"/>
                  </a:lnTo>
                  <a:lnTo>
                    <a:pt x="799426" y="419315"/>
                  </a:lnTo>
                  <a:lnTo>
                    <a:pt x="800011" y="424891"/>
                  </a:lnTo>
                  <a:lnTo>
                    <a:pt x="801357" y="429768"/>
                  </a:lnTo>
                  <a:lnTo>
                    <a:pt x="803452" y="433920"/>
                  </a:lnTo>
                  <a:lnTo>
                    <a:pt x="824458" y="433920"/>
                  </a:lnTo>
                  <a:close/>
                </a:path>
                <a:path w="1919605" h="479425">
                  <a:moveTo>
                    <a:pt x="853084" y="0"/>
                  </a:moveTo>
                  <a:lnTo>
                    <a:pt x="832294" y="0"/>
                  </a:lnTo>
                  <a:lnTo>
                    <a:pt x="832294" y="128320"/>
                  </a:lnTo>
                  <a:lnTo>
                    <a:pt x="769696" y="35001"/>
                  </a:lnTo>
                  <a:lnTo>
                    <a:pt x="746226" y="0"/>
                  </a:lnTo>
                  <a:lnTo>
                    <a:pt x="724001" y="0"/>
                  </a:lnTo>
                  <a:lnTo>
                    <a:pt x="724001" y="163461"/>
                  </a:lnTo>
                  <a:lnTo>
                    <a:pt x="744766" y="163461"/>
                  </a:lnTo>
                  <a:lnTo>
                    <a:pt x="744766" y="35001"/>
                  </a:lnTo>
                  <a:lnTo>
                    <a:pt x="830846" y="163461"/>
                  </a:lnTo>
                  <a:lnTo>
                    <a:pt x="853084" y="163461"/>
                  </a:lnTo>
                  <a:lnTo>
                    <a:pt x="853084" y="128320"/>
                  </a:lnTo>
                  <a:lnTo>
                    <a:pt x="853084" y="0"/>
                  </a:lnTo>
                  <a:close/>
                </a:path>
                <a:path w="1919605" h="479425">
                  <a:moveTo>
                    <a:pt x="873315" y="315506"/>
                  </a:moveTo>
                  <a:lnTo>
                    <a:pt x="853173" y="315506"/>
                  </a:lnTo>
                  <a:lnTo>
                    <a:pt x="853173" y="433920"/>
                  </a:lnTo>
                  <a:lnTo>
                    <a:pt x="873315" y="433920"/>
                  </a:lnTo>
                  <a:lnTo>
                    <a:pt x="873315" y="315506"/>
                  </a:lnTo>
                  <a:close/>
                </a:path>
                <a:path w="1919605" h="479425">
                  <a:moveTo>
                    <a:pt x="873315" y="270471"/>
                  </a:moveTo>
                  <a:lnTo>
                    <a:pt x="853173" y="270471"/>
                  </a:lnTo>
                  <a:lnTo>
                    <a:pt x="853173" y="293547"/>
                  </a:lnTo>
                  <a:lnTo>
                    <a:pt x="873315" y="293547"/>
                  </a:lnTo>
                  <a:lnTo>
                    <a:pt x="873315" y="270471"/>
                  </a:lnTo>
                  <a:close/>
                </a:path>
                <a:path w="1919605" h="479425">
                  <a:moveTo>
                    <a:pt x="920038" y="140601"/>
                  </a:moveTo>
                  <a:lnTo>
                    <a:pt x="897128" y="140601"/>
                  </a:lnTo>
                  <a:lnTo>
                    <a:pt x="897128" y="163461"/>
                  </a:lnTo>
                  <a:lnTo>
                    <a:pt x="908519" y="163461"/>
                  </a:lnTo>
                  <a:lnTo>
                    <a:pt x="908304" y="170205"/>
                  </a:lnTo>
                  <a:lnTo>
                    <a:pt x="907173" y="175412"/>
                  </a:lnTo>
                  <a:lnTo>
                    <a:pt x="903160" y="182600"/>
                  </a:lnTo>
                  <a:lnTo>
                    <a:pt x="900023" y="185331"/>
                  </a:lnTo>
                  <a:lnTo>
                    <a:pt x="895781" y="187198"/>
                  </a:lnTo>
                  <a:lnTo>
                    <a:pt x="901369" y="195770"/>
                  </a:lnTo>
                  <a:lnTo>
                    <a:pt x="907859" y="192951"/>
                  </a:lnTo>
                  <a:lnTo>
                    <a:pt x="912596" y="188950"/>
                  </a:lnTo>
                  <a:lnTo>
                    <a:pt x="918540" y="178625"/>
                  </a:lnTo>
                  <a:lnTo>
                    <a:pt x="920038" y="171856"/>
                  </a:lnTo>
                  <a:lnTo>
                    <a:pt x="920038" y="140601"/>
                  </a:lnTo>
                  <a:close/>
                </a:path>
                <a:path w="1919605" h="479425">
                  <a:moveTo>
                    <a:pt x="969772" y="319290"/>
                  </a:moveTo>
                  <a:lnTo>
                    <a:pt x="962761" y="314998"/>
                  </a:lnTo>
                  <a:lnTo>
                    <a:pt x="955865" y="312826"/>
                  </a:lnTo>
                  <a:lnTo>
                    <a:pt x="944397" y="312826"/>
                  </a:lnTo>
                  <a:lnTo>
                    <a:pt x="940092" y="314172"/>
                  </a:lnTo>
                  <a:lnTo>
                    <a:pt x="932256" y="319532"/>
                  </a:lnTo>
                  <a:lnTo>
                    <a:pt x="927989" y="325056"/>
                  </a:lnTo>
                  <a:lnTo>
                    <a:pt x="923366" y="333451"/>
                  </a:lnTo>
                  <a:lnTo>
                    <a:pt x="923366" y="315506"/>
                  </a:lnTo>
                  <a:lnTo>
                    <a:pt x="905256" y="315506"/>
                  </a:lnTo>
                  <a:lnTo>
                    <a:pt x="905256" y="433920"/>
                  </a:lnTo>
                  <a:lnTo>
                    <a:pt x="925398" y="433920"/>
                  </a:lnTo>
                  <a:lnTo>
                    <a:pt x="925398" y="363461"/>
                  </a:lnTo>
                  <a:lnTo>
                    <a:pt x="926503" y="355650"/>
                  </a:lnTo>
                  <a:lnTo>
                    <a:pt x="930236" y="343827"/>
                  </a:lnTo>
                  <a:lnTo>
                    <a:pt x="932726" y="340182"/>
                  </a:lnTo>
                  <a:lnTo>
                    <a:pt x="939736" y="334886"/>
                  </a:lnTo>
                  <a:lnTo>
                    <a:pt x="943698" y="333578"/>
                  </a:lnTo>
                  <a:lnTo>
                    <a:pt x="953008" y="333578"/>
                  </a:lnTo>
                  <a:lnTo>
                    <a:pt x="957910" y="335026"/>
                  </a:lnTo>
                  <a:lnTo>
                    <a:pt x="962837" y="337921"/>
                  </a:lnTo>
                  <a:lnTo>
                    <a:pt x="964463" y="333578"/>
                  </a:lnTo>
                  <a:lnTo>
                    <a:pt x="964501" y="333451"/>
                  </a:lnTo>
                  <a:lnTo>
                    <a:pt x="969772" y="319290"/>
                  </a:lnTo>
                  <a:close/>
                </a:path>
                <a:path w="1919605" h="479425">
                  <a:moveTo>
                    <a:pt x="1125651" y="93179"/>
                  </a:moveTo>
                  <a:lnTo>
                    <a:pt x="1124559" y="85902"/>
                  </a:lnTo>
                  <a:lnTo>
                    <a:pt x="1119797" y="70866"/>
                  </a:lnTo>
                  <a:lnTo>
                    <a:pt x="1116495" y="64465"/>
                  </a:lnTo>
                  <a:lnTo>
                    <a:pt x="1112062" y="58877"/>
                  </a:lnTo>
                  <a:lnTo>
                    <a:pt x="1111618" y="58305"/>
                  </a:lnTo>
                  <a:lnTo>
                    <a:pt x="1108075" y="53835"/>
                  </a:lnTo>
                  <a:lnTo>
                    <a:pt x="1105179" y="51612"/>
                  </a:lnTo>
                  <a:lnTo>
                    <a:pt x="1105179" y="104152"/>
                  </a:lnTo>
                  <a:lnTo>
                    <a:pt x="1104582" y="114757"/>
                  </a:lnTo>
                  <a:lnTo>
                    <a:pt x="1079157" y="148920"/>
                  </a:lnTo>
                  <a:lnTo>
                    <a:pt x="1072781" y="149631"/>
                  </a:lnTo>
                  <a:lnTo>
                    <a:pt x="1065085" y="148666"/>
                  </a:lnTo>
                  <a:lnTo>
                    <a:pt x="1058240" y="145757"/>
                  </a:lnTo>
                  <a:lnTo>
                    <a:pt x="1041285" y="104152"/>
                  </a:lnTo>
                  <a:lnTo>
                    <a:pt x="1041311" y="102450"/>
                  </a:lnTo>
                  <a:lnTo>
                    <a:pt x="1055903" y="65303"/>
                  </a:lnTo>
                  <a:lnTo>
                    <a:pt x="1073683" y="58877"/>
                  </a:lnTo>
                  <a:lnTo>
                    <a:pt x="1082382" y="58877"/>
                  </a:lnTo>
                  <a:lnTo>
                    <a:pt x="1104582" y="93179"/>
                  </a:lnTo>
                  <a:lnTo>
                    <a:pt x="1105179" y="104152"/>
                  </a:lnTo>
                  <a:lnTo>
                    <a:pt x="1105179" y="51612"/>
                  </a:lnTo>
                  <a:lnTo>
                    <a:pt x="1102702" y="49695"/>
                  </a:lnTo>
                  <a:lnTo>
                    <a:pt x="1089660" y="43840"/>
                  </a:lnTo>
                  <a:lnTo>
                    <a:pt x="1082751" y="42367"/>
                  </a:lnTo>
                  <a:lnTo>
                    <a:pt x="1075448" y="42367"/>
                  </a:lnTo>
                  <a:lnTo>
                    <a:pt x="1065999" y="43357"/>
                  </a:lnTo>
                  <a:lnTo>
                    <a:pt x="1057427" y="46355"/>
                  </a:lnTo>
                  <a:lnTo>
                    <a:pt x="1049743" y="51333"/>
                  </a:lnTo>
                  <a:lnTo>
                    <a:pt x="1042936" y="58305"/>
                  </a:lnTo>
                  <a:lnTo>
                    <a:pt x="1042936" y="0"/>
                  </a:lnTo>
                  <a:lnTo>
                    <a:pt x="1022819" y="0"/>
                  </a:lnTo>
                  <a:lnTo>
                    <a:pt x="1022819" y="163461"/>
                  </a:lnTo>
                  <a:lnTo>
                    <a:pt x="1041476" y="163461"/>
                  </a:lnTo>
                  <a:lnTo>
                    <a:pt x="1041476" y="148615"/>
                  </a:lnTo>
                  <a:lnTo>
                    <a:pt x="1048016" y="156273"/>
                  </a:lnTo>
                  <a:lnTo>
                    <a:pt x="1055700" y="161747"/>
                  </a:lnTo>
                  <a:lnTo>
                    <a:pt x="1064514" y="165023"/>
                  </a:lnTo>
                  <a:lnTo>
                    <a:pt x="1074458" y="166116"/>
                  </a:lnTo>
                  <a:lnTo>
                    <a:pt x="1084630" y="165087"/>
                  </a:lnTo>
                  <a:lnTo>
                    <a:pt x="1094066" y="161975"/>
                  </a:lnTo>
                  <a:lnTo>
                    <a:pt x="1102741" y="156781"/>
                  </a:lnTo>
                  <a:lnTo>
                    <a:pt x="1110538" y="149631"/>
                  </a:lnTo>
                  <a:lnTo>
                    <a:pt x="1110665" y="149517"/>
                  </a:lnTo>
                  <a:lnTo>
                    <a:pt x="1117269" y="140347"/>
                  </a:lnTo>
                  <a:lnTo>
                    <a:pt x="1121981" y="129438"/>
                  </a:lnTo>
                  <a:lnTo>
                    <a:pt x="1124813" y="116814"/>
                  </a:lnTo>
                  <a:lnTo>
                    <a:pt x="1125651" y="104152"/>
                  </a:lnTo>
                  <a:lnTo>
                    <a:pt x="1125651" y="93179"/>
                  </a:lnTo>
                  <a:close/>
                </a:path>
                <a:path w="1919605" h="479425">
                  <a:moveTo>
                    <a:pt x="1145184" y="270471"/>
                  </a:moveTo>
                  <a:lnTo>
                    <a:pt x="1126871" y="270471"/>
                  </a:lnTo>
                  <a:lnTo>
                    <a:pt x="1126871" y="376491"/>
                  </a:lnTo>
                  <a:lnTo>
                    <a:pt x="1126286" y="386829"/>
                  </a:lnTo>
                  <a:lnTo>
                    <a:pt x="1104023" y="420103"/>
                  </a:lnTo>
                  <a:lnTo>
                    <a:pt x="1086497" y="420103"/>
                  </a:lnTo>
                  <a:lnTo>
                    <a:pt x="1063523" y="385483"/>
                  </a:lnTo>
                  <a:lnTo>
                    <a:pt x="1062926" y="374827"/>
                  </a:lnTo>
                  <a:lnTo>
                    <a:pt x="1063485" y="363842"/>
                  </a:lnTo>
                  <a:lnTo>
                    <a:pt x="1085392" y="329450"/>
                  </a:lnTo>
                  <a:lnTo>
                    <a:pt x="1094333" y="329450"/>
                  </a:lnTo>
                  <a:lnTo>
                    <a:pt x="1124521" y="355422"/>
                  </a:lnTo>
                  <a:lnTo>
                    <a:pt x="1126871" y="376491"/>
                  </a:lnTo>
                  <a:lnTo>
                    <a:pt x="1126871" y="270471"/>
                  </a:lnTo>
                  <a:lnTo>
                    <a:pt x="1125194" y="270471"/>
                  </a:lnTo>
                  <a:lnTo>
                    <a:pt x="1125194" y="329107"/>
                  </a:lnTo>
                  <a:lnTo>
                    <a:pt x="1121676" y="324281"/>
                  </a:lnTo>
                  <a:lnTo>
                    <a:pt x="1117130" y="320357"/>
                  </a:lnTo>
                  <a:lnTo>
                    <a:pt x="1105954" y="314337"/>
                  </a:lnTo>
                  <a:lnTo>
                    <a:pt x="1099591" y="312826"/>
                  </a:lnTo>
                  <a:lnTo>
                    <a:pt x="1092441" y="312826"/>
                  </a:lnTo>
                  <a:lnTo>
                    <a:pt x="1055573" y="329895"/>
                  </a:lnTo>
                  <a:lnTo>
                    <a:pt x="1042619" y="366166"/>
                  </a:lnTo>
                  <a:lnTo>
                    <a:pt x="1042250" y="374827"/>
                  </a:lnTo>
                  <a:lnTo>
                    <a:pt x="1042657" y="383654"/>
                  </a:lnTo>
                  <a:lnTo>
                    <a:pt x="1056665" y="419430"/>
                  </a:lnTo>
                  <a:lnTo>
                    <a:pt x="1093343" y="436587"/>
                  </a:lnTo>
                  <a:lnTo>
                    <a:pt x="1103630" y="435483"/>
                  </a:lnTo>
                  <a:lnTo>
                    <a:pt x="1112583" y="432181"/>
                  </a:lnTo>
                  <a:lnTo>
                    <a:pt x="1120216" y="426681"/>
                  </a:lnTo>
                  <a:lnTo>
                    <a:pt x="1125613" y="420103"/>
                  </a:lnTo>
                  <a:lnTo>
                    <a:pt x="1126540" y="418973"/>
                  </a:lnTo>
                  <a:lnTo>
                    <a:pt x="1126540" y="433920"/>
                  </a:lnTo>
                  <a:lnTo>
                    <a:pt x="1145184" y="433920"/>
                  </a:lnTo>
                  <a:lnTo>
                    <a:pt x="1145184" y="418973"/>
                  </a:lnTo>
                  <a:lnTo>
                    <a:pt x="1145184" y="329450"/>
                  </a:lnTo>
                  <a:lnTo>
                    <a:pt x="1145184" y="329107"/>
                  </a:lnTo>
                  <a:lnTo>
                    <a:pt x="1145184" y="270471"/>
                  </a:lnTo>
                  <a:close/>
                </a:path>
                <a:path w="1919605" h="479425">
                  <a:moveTo>
                    <a:pt x="1249832" y="45046"/>
                  </a:moveTo>
                  <a:lnTo>
                    <a:pt x="1229690" y="45046"/>
                  </a:lnTo>
                  <a:lnTo>
                    <a:pt x="1229690" y="118592"/>
                  </a:lnTo>
                  <a:lnTo>
                    <a:pt x="1228610" y="126301"/>
                  </a:lnTo>
                  <a:lnTo>
                    <a:pt x="1224203" y="136931"/>
                  </a:lnTo>
                  <a:lnTo>
                    <a:pt x="1220470" y="141147"/>
                  </a:lnTo>
                  <a:lnTo>
                    <a:pt x="1209890" y="147307"/>
                  </a:lnTo>
                  <a:lnTo>
                    <a:pt x="1204226" y="148856"/>
                  </a:lnTo>
                  <a:lnTo>
                    <a:pt x="1192161" y="148856"/>
                  </a:lnTo>
                  <a:lnTo>
                    <a:pt x="1173695" y="121196"/>
                  </a:lnTo>
                  <a:lnTo>
                    <a:pt x="1173695" y="45046"/>
                  </a:lnTo>
                  <a:lnTo>
                    <a:pt x="1153579" y="45046"/>
                  </a:lnTo>
                  <a:lnTo>
                    <a:pt x="1153668" y="128257"/>
                  </a:lnTo>
                  <a:lnTo>
                    <a:pt x="1180630" y="164782"/>
                  </a:lnTo>
                  <a:lnTo>
                    <a:pt x="1187157" y="166116"/>
                  </a:lnTo>
                  <a:lnTo>
                    <a:pt x="1194155" y="166116"/>
                  </a:lnTo>
                  <a:lnTo>
                    <a:pt x="1205445" y="164871"/>
                  </a:lnTo>
                  <a:lnTo>
                    <a:pt x="1215478" y="161112"/>
                  </a:lnTo>
                  <a:lnTo>
                    <a:pt x="1224280" y="154838"/>
                  </a:lnTo>
                  <a:lnTo>
                    <a:pt x="1229423" y="148856"/>
                  </a:lnTo>
                  <a:lnTo>
                    <a:pt x="1231836" y="146062"/>
                  </a:lnTo>
                  <a:lnTo>
                    <a:pt x="1231836" y="163461"/>
                  </a:lnTo>
                  <a:lnTo>
                    <a:pt x="1249832" y="163461"/>
                  </a:lnTo>
                  <a:lnTo>
                    <a:pt x="1249832" y="146062"/>
                  </a:lnTo>
                  <a:lnTo>
                    <a:pt x="1249832" y="45046"/>
                  </a:lnTo>
                  <a:close/>
                </a:path>
                <a:path w="1919605" h="479425">
                  <a:moveTo>
                    <a:pt x="1284338" y="373037"/>
                  </a:moveTo>
                  <a:lnTo>
                    <a:pt x="1283373" y="359702"/>
                  </a:lnTo>
                  <a:lnTo>
                    <a:pt x="1280464" y="347891"/>
                  </a:lnTo>
                  <a:lnTo>
                    <a:pt x="1275613" y="337604"/>
                  </a:lnTo>
                  <a:lnTo>
                    <a:pt x="1269276" y="329450"/>
                  </a:lnTo>
                  <a:lnTo>
                    <a:pt x="1268806" y="328841"/>
                  </a:lnTo>
                  <a:lnTo>
                    <a:pt x="1263624" y="324485"/>
                  </a:lnTo>
                  <a:lnTo>
                    <a:pt x="1263624" y="374700"/>
                  </a:lnTo>
                  <a:lnTo>
                    <a:pt x="1263053" y="384949"/>
                  </a:lnTo>
                  <a:lnTo>
                    <a:pt x="1242491" y="417258"/>
                  </a:lnTo>
                  <a:lnTo>
                    <a:pt x="1228801" y="420103"/>
                  </a:lnTo>
                  <a:lnTo>
                    <a:pt x="1221562" y="419392"/>
                  </a:lnTo>
                  <a:lnTo>
                    <a:pt x="1194435" y="385368"/>
                  </a:lnTo>
                  <a:lnTo>
                    <a:pt x="1193800" y="374700"/>
                  </a:lnTo>
                  <a:lnTo>
                    <a:pt x="1194435" y="364058"/>
                  </a:lnTo>
                  <a:lnTo>
                    <a:pt x="1221574" y="330161"/>
                  </a:lnTo>
                  <a:lnTo>
                    <a:pt x="1228801" y="329450"/>
                  </a:lnTo>
                  <a:lnTo>
                    <a:pt x="1235925" y="330161"/>
                  </a:lnTo>
                  <a:lnTo>
                    <a:pt x="1263040" y="363728"/>
                  </a:lnTo>
                  <a:lnTo>
                    <a:pt x="1263624" y="374700"/>
                  </a:lnTo>
                  <a:lnTo>
                    <a:pt x="1263624" y="324485"/>
                  </a:lnTo>
                  <a:lnTo>
                    <a:pt x="1260487" y="321843"/>
                  </a:lnTo>
                  <a:lnTo>
                    <a:pt x="1251038" y="316826"/>
                  </a:lnTo>
                  <a:lnTo>
                    <a:pt x="1240472" y="313829"/>
                  </a:lnTo>
                  <a:lnTo>
                    <a:pt x="1228801" y="312826"/>
                  </a:lnTo>
                  <a:lnTo>
                    <a:pt x="1218209" y="313651"/>
                  </a:lnTo>
                  <a:lnTo>
                    <a:pt x="1183449" y="334975"/>
                  </a:lnTo>
                  <a:lnTo>
                    <a:pt x="1173124" y="374700"/>
                  </a:lnTo>
                  <a:lnTo>
                    <a:pt x="1174089" y="388823"/>
                  </a:lnTo>
                  <a:lnTo>
                    <a:pt x="1196784" y="427609"/>
                  </a:lnTo>
                  <a:lnTo>
                    <a:pt x="1228801" y="436587"/>
                  </a:lnTo>
                  <a:lnTo>
                    <a:pt x="1236408" y="436130"/>
                  </a:lnTo>
                  <a:lnTo>
                    <a:pt x="1269479" y="420103"/>
                  </a:lnTo>
                  <a:lnTo>
                    <a:pt x="1273644" y="415175"/>
                  </a:lnTo>
                  <a:lnTo>
                    <a:pt x="1277480" y="408990"/>
                  </a:lnTo>
                  <a:lnTo>
                    <a:pt x="1280490" y="401840"/>
                  </a:lnTo>
                  <a:lnTo>
                    <a:pt x="1282623" y="393458"/>
                  </a:lnTo>
                  <a:lnTo>
                    <a:pt x="1283919" y="383857"/>
                  </a:lnTo>
                  <a:lnTo>
                    <a:pt x="1284338" y="373037"/>
                  </a:lnTo>
                  <a:close/>
                </a:path>
                <a:path w="1919605" h="479425">
                  <a:moveTo>
                    <a:pt x="1331976" y="163220"/>
                  </a:moveTo>
                  <a:lnTo>
                    <a:pt x="1329207" y="146291"/>
                  </a:lnTo>
                  <a:lnTo>
                    <a:pt x="1329067" y="145491"/>
                  </a:lnTo>
                  <a:lnTo>
                    <a:pt x="1325422" y="146011"/>
                  </a:lnTo>
                  <a:lnTo>
                    <a:pt x="1322463" y="146291"/>
                  </a:lnTo>
                  <a:lnTo>
                    <a:pt x="1317256" y="146291"/>
                  </a:lnTo>
                  <a:lnTo>
                    <a:pt x="1314970" y="145796"/>
                  </a:lnTo>
                  <a:lnTo>
                    <a:pt x="1311770" y="143865"/>
                  </a:lnTo>
                  <a:lnTo>
                    <a:pt x="1310614" y="142582"/>
                  </a:lnTo>
                  <a:lnTo>
                    <a:pt x="1309192" y="139280"/>
                  </a:lnTo>
                  <a:lnTo>
                    <a:pt x="1308836" y="135610"/>
                  </a:lnTo>
                  <a:lnTo>
                    <a:pt x="1308836" y="60655"/>
                  </a:lnTo>
                  <a:lnTo>
                    <a:pt x="1329067" y="60655"/>
                  </a:lnTo>
                  <a:lnTo>
                    <a:pt x="1329067" y="45046"/>
                  </a:lnTo>
                  <a:lnTo>
                    <a:pt x="1308836" y="45046"/>
                  </a:lnTo>
                  <a:lnTo>
                    <a:pt x="1308836" y="3670"/>
                  </a:lnTo>
                  <a:lnTo>
                    <a:pt x="1288821" y="15722"/>
                  </a:lnTo>
                  <a:lnTo>
                    <a:pt x="1288821" y="45046"/>
                  </a:lnTo>
                  <a:lnTo>
                    <a:pt x="1274064" y="45046"/>
                  </a:lnTo>
                  <a:lnTo>
                    <a:pt x="1274064" y="60655"/>
                  </a:lnTo>
                  <a:lnTo>
                    <a:pt x="1288821" y="60655"/>
                  </a:lnTo>
                  <a:lnTo>
                    <a:pt x="1288821" y="140817"/>
                  </a:lnTo>
                  <a:lnTo>
                    <a:pt x="1289646" y="148717"/>
                  </a:lnTo>
                  <a:lnTo>
                    <a:pt x="1309484" y="165011"/>
                  </a:lnTo>
                  <a:lnTo>
                    <a:pt x="1321244" y="165011"/>
                  </a:lnTo>
                  <a:lnTo>
                    <a:pt x="1326311" y="164426"/>
                  </a:lnTo>
                  <a:lnTo>
                    <a:pt x="1331976" y="163220"/>
                  </a:lnTo>
                  <a:close/>
                </a:path>
                <a:path w="1919605" h="479425">
                  <a:moveTo>
                    <a:pt x="1408201" y="433920"/>
                  </a:moveTo>
                  <a:lnTo>
                    <a:pt x="1408099" y="350164"/>
                  </a:lnTo>
                  <a:lnTo>
                    <a:pt x="1403286" y="330238"/>
                  </a:lnTo>
                  <a:lnTo>
                    <a:pt x="1397850" y="322618"/>
                  </a:lnTo>
                  <a:lnTo>
                    <a:pt x="1393342" y="319252"/>
                  </a:lnTo>
                  <a:lnTo>
                    <a:pt x="1381340" y="314121"/>
                  </a:lnTo>
                  <a:lnTo>
                    <a:pt x="1374762" y="312826"/>
                  </a:lnTo>
                  <a:lnTo>
                    <a:pt x="1367624" y="312826"/>
                  </a:lnTo>
                  <a:lnTo>
                    <a:pt x="1355991" y="314045"/>
                  </a:lnTo>
                  <a:lnTo>
                    <a:pt x="1345819" y="317715"/>
                  </a:lnTo>
                  <a:lnTo>
                    <a:pt x="1337106" y="323811"/>
                  </a:lnTo>
                  <a:lnTo>
                    <a:pt x="1329855" y="332346"/>
                  </a:lnTo>
                  <a:lnTo>
                    <a:pt x="1329855" y="315506"/>
                  </a:lnTo>
                  <a:lnTo>
                    <a:pt x="1311744" y="315506"/>
                  </a:lnTo>
                  <a:lnTo>
                    <a:pt x="1311744" y="433920"/>
                  </a:lnTo>
                  <a:lnTo>
                    <a:pt x="1331849" y="433920"/>
                  </a:lnTo>
                  <a:lnTo>
                    <a:pt x="1331849" y="369252"/>
                  </a:lnTo>
                  <a:lnTo>
                    <a:pt x="1332433" y="358787"/>
                  </a:lnTo>
                  <a:lnTo>
                    <a:pt x="1354797" y="330238"/>
                  </a:lnTo>
                  <a:lnTo>
                    <a:pt x="1368729" y="330238"/>
                  </a:lnTo>
                  <a:lnTo>
                    <a:pt x="1388059" y="353733"/>
                  </a:lnTo>
                  <a:lnTo>
                    <a:pt x="1388059" y="433920"/>
                  </a:lnTo>
                  <a:lnTo>
                    <a:pt x="1408201" y="433920"/>
                  </a:lnTo>
                  <a:close/>
                </a:path>
                <a:path w="1919605" h="479425">
                  <a:moveTo>
                    <a:pt x="1519250" y="103251"/>
                  </a:moveTo>
                  <a:lnTo>
                    <a:pt x="1510004" y="65481"/>
                  </a:lnTo>
                  <a:lnTo>
                    <a:pt x="1504594" y="58102"/>
                  </a:lnTo>
                  <a:lnTo>
                    <a:pt x="1501228" y="54470"/>
                  </a:lnTo>
                  <a:lnTo>
                    <a:pt x="1498688" y="52476"/>
                  </a:lnTo>
                  <a:lnTo>
                    <a:pt x="1498688" y="103251"/>
                  </a:lnTo>
                  <a:lnTo>
                    <a:pt x="1498092" y="114350"/>
                  </a:lnTo>
                  <a:lnTo>
                    <a:pt x="1472577" y="148932"/>
                  </a:lnTo>
                  <a:lnTo>
                    <a:pt x="1466151" y="149631"/>
                  </a:lnTo>
                  <a:lnTo>
                    <a:pt x="1457363" y="149631"/>
                  </a:lnTo>
                  <a:lnTo>
                    <a:pt x="1434998" y="115608"/>
                  </a:lnTo>
                  <a:lnTo>
                    <a:pt x="1434414" y="104927"/>
                  </a:lnTo>
                  <a:lnTo>
                    <a:pt x="1435036" y="94170"/>
                  </a:lnTo>
                  <a:lnTo>
                    <a:pt x="1454937" y="61087"/>
                  </a:lnTo>
                  <a:lnTo>
                    <a:pt x="1456677" y="60426"/>
                  </a:lnTo>
                  <a:lnTo>
                    <a:pt x="1460804" y="58851"/>
                  </a:lnTo>
                  <a:lnTo>
                    <a:pt x="1467053" y="58102"/>
                  </a:lnTo>
                  <a:lnTo>
                    <a:pt x="1475701" y="58102"/>
                  </a:lnTo>
                  <a:lnTo>
                    <a:pt x="1498104" y="92646"/>
                  </a:lnTo>
                  <a:lnTo>
                    <a:pt x="1498688" y="103251"/>
                  </a:lnTo>
                  <a:lnTo>
                    <a:pt x="1498688" y="52476"/>
                  </a:lnTo>
                  <a:lnTo>
                    <a:pt x="1468958" y="42367"/>
                  </a:lnTo>
                  <a:lnTo>
                    <a:pt x="1461198" y="42367"/>
                  </a:lnTo>
                  <a:lnTo>
                    <a:pt x="1454594" y="43865"/>
                  </a:lnTo>
                  <a:lnTo>
                    <a:pt x="1443736" y="49885"/>
                  </a:lnTo>
                  <a:lnTo>
                    <a:pt x="1438846" y="54406"/>
                  </a:lnTo>
                  <a:lnTo>
                    <a:pt x="1434528" y="60426"/>
                  </a:lnTo>
                  <a:lnTo>
                    <a:pt x="1434528" y="45046"/>
                  </a:lnTo>
                  <a:lnTo>
                    <a:pt x="1416189" y="45046"/>
                  </a:lnTo>
                  <a:lnTo>
                    <a:pt x="1416189" y="208826"/>
                  </a:lnTo>
                  <a:lnTo>
                    <a:pt x="1436306" y="208826"/>
                  </a:lnTo>
                  <a:lnTo>
                    <a:pt x="1436306" y="151180"/>
                  </a:lnTo>
                  <a:lnTo>
                    <a:pt x="1439748" y="155486"/>
                  </a:lnTo>
                  <a:lnTo>
                    <a:pt x="1444104" y="159067"/>
                  </a:lnTo>
                  <a:lnTo>
                    <a:pt x="1454759" y="164706"/>
                  </a:lnTo>
                  <a:lnTo>
                    <a:pt x="1460804" y="166116"/>
                  </a:lnTo>
                  <a:lnTo>
                    <a:pt x="1467497" y="166116"/>
                  </a:lnTo>
                  <a:lnTo>
                    <a:pt x="1502448" y="151180"/>
                  </a:lnTo>
                  <a:lnTo>
                    <a:pt x="1503997" y="149631"/>
                  </a:lnTo>
                  <a:lnTo>
                    <a:pt x="1518843" y="112217"/>
                  </a:lnTo>
                  <a:lnTo>
                    <a:pt x="1519250" y="103251"/>
                  </a:lnTo>
                  <a:close/>
                </a:path>
                <a:path w="1919605" h="479425">
                  <a:moveTo>
                    <a:pt x="1545323" y="433920"/>
                  </a:moveTo>
                  <a:lnTo>
                    <a:pt x="1542808" y="429387"/>
                  </a:lnTo>
                  <a:lnTo>
                    <a:pt x="1541106" y="424637"/>
                  </a:lnTo>
                  <a:lnTo>
                    <a:pt x="1540256" y="419696"/>
                  </a:lnTo>
                  <a:lnTo>
                    <a:pt x="1540217" y="419315"/>
                  </a:lnTo>
                  <a:lnTo>
                    <a:pt x="1539684" y="414705"/>
                  </a:lnTo>
                  <a:lnTo>
                    <a:pt x="1539303" y="407492"/>
                  </a:lnTo>
                  <a:lnTo>
                    <a:pt x="1539049" y="397383"/>
                  </a:lnTo>
                  <a:lnTo>
                    <a:pt x="1538960" y="374497"/>
                  </a:lnTo>
                  <a:lnTo>
                    <a:pt x="1538960" y="348627"/>
                  </a:lnTo>
                  <a:lnTo>
                    <a:pt x="1538630" y="342468"/>
                  </a:lnTo>
                  <a:lnTo>
                    <a:pt x="1531696" y="325386"/>
                  </a:lnTo>
                  <a:lnTo>
                    <a:pt x="1528724" y="321767"/>
                  </a:lnTo>
                  <a:lnTo>
                    <a:pt x="1524063" y="318782"/>
                  </a:lnTo>
                  <a:lnTo>
                    <a:pt x="1511401" y="314032"/>
                  </a:lnTo>
                  <a:lnTo>
                    <a:pt x="1503172" y="312826"/>
                  </a:lnTo>
                  <a:lnTo>
                    <a:pt x="1493024" y="312826"/>
                  </a:lnTo>
                  <a:lnTo>
                    <a:pt x="1452410" y="323786"/>
                  </a:lnTo>
                  <a:lnTo>
                    <a:pt x="1439481" y="349288"/>
                  </a:lnTo>
                  <a:lnTo>
                    <a:pt x="1459153" y="351967"/>
                  </a:lnTo>
                  <a:lnTo>
                    <a:pt x="1461312" y="343573"/>
                  </a:lnTo>
                  <a:lnTo>
                    <a:pt x="1464665" y="337705"/>
                  </a:lnTo>
                  <a:lnTo>
                    <a:pt x="1473669" y="331101"/>
                  </a:lnTo>
                  <a:lnTo>
                    <a:pt x="1480654" y="329450"/>
                  </a:lnTo>
                  <a:lnTo>
                    <a:pt x="1500251" y="329450"/>
                  </a:lnTo>
                  <a:lnTo>
                    <a:pt x="1507883" y="331711"/>
                  </a:lnTo>
                  <a:lnTo>
                    <a:pt x="1516849" y="339598"/>
                  </a:lnTo>
                  <a:lnTo>
                    <a:pt x="1518729" y="345351"/>
                  </a:lnTo>
                  <a:lnTo>
                    <a:pt x="1518615" y="358762"/>
                  </a:lnTo>
                  <a:lnTo>
                    <a:pt x="1518615" y="374497"/>
                  </a:lnTo>
                  <a:lnTo>
                    <a:pt x="1518615" y="390702"/>
                  </a:lnTo>
                  <a:lnTo>
                    <a:pt x="1517548" y="397383"/>
                  </a:lnTo>
                  <a:lnTo>
                    <a:pt x="1512557" y="407797"/>
                  </a:lnTo>
                  <a:lnTo>
                    <a:pt x="1508125" y="412407"/>
                  </a:lnTo>
                  <a:lnTo>
                    <a:pt x="1496047" y="419176"/>
                  </a:lnTo>
                  <a:lnTo>
                    <a:pt x="1489163" y="420878"/>
                  </a:lnTo>
                  <a:lnTo>
                    <a:pt x="1473581" y="420878"/>
                  </a:lnTo>
                  <a:lnTo>
                    <a:pt x="1467637" y="419087"/>
                  </a:lnTo>
                  <a:lnTo>
                    <a:pt x="1463586" y="415505"/>
                  </a:lnTo>
                  <a:lnTo>
                    <a:pt x="1459509" y="411962"/>
                  </a:lnTo>
                  <a:lnTo>
                    <a:pt x="1457477" y="407492"/>
                  </a:lnTo>
                  <a:lnTo>
                    <a:pt x="1457477" y="398653"/>
                  </a:lnTo>
                  <a:lnTo>
                    <a:pt x="1485773" y="382066"/>
                  </a:lnTo>
                  <a:lnTo>
                    <a:pt x="1496034" y="380428"/>
                  </a:lnTo>
                  <a:lnTo>
                    <a:pt x="1504937" y="378612"/>
                  </a:lnTo>
                  <a:lnTo>
                    <a:pt x="1512455" y="376631"/>
                  </a:lnTo>
                  <a:lnTo>
                    <a:pt x="1518615" y="374497"/>
                  </a:lnTo>
                  <a:lnTo>
                    <a:pt x="1518615" y="358762"/>
                  </a:lnTo>
                  <a:lnTo>
                    <a:pt x="1512062" y="360705"/>
                  </a:lnTo>
                  <a:lnTo>
                    <a:pt x="1503895" y="362496"/>
                  </a:lnTo>
                  <a:lnTo>
                    <a:pt x="1494129" y="364159"/>
                  </a:lnTo>
                  <a:lnTo>
                    <a:pt x="1482750" y="365671"/>
                  </a:lnTo>
                  <a:lnTo>
                    <a:pt x="1474787" y="366636"/>
                  </a:lnTo>
                  <a:lnTo>
                    <a:pt x="1468818" y="367652"/>
                  </a:lnTo>
                  <a:lnTo>
                    <a:pt x="1437335" y="391617"/>
                  </a:lnTo>
                  <a:lnTo>
                    <a:pt x="1436014" y="396913"/>
                  </a:lnTo>
                  <a:lnTo>
                    <a:pt x="1436014" y="402691"/>
                  </a:lnTo>
                  <a:lnTo>
                    <a:pt x="1459306" y="434200"/>
                  </a:lnTo>
                  <a:lnTo>
                    <a:pt x="1476590" y="436587"/>
                  </a:lnTo>
                  <a:lnTo>
                    <a:pt x="1484490" y="436587"/>
                  </a:lnTo>
                  <a:lnTo>
                    <a:pt x="1520304" y="419315"/>
                  </a:lnTo>
                  <a:lnTo>
                    <a:pt x="1520901" y="424891"/>
                  </a:lnTo>
                  <a:lnTo>
                    <a:pt x="1522247" y="429768"/>
                  </a:lnTo>
                  <a:lnTo>
                    <a:pt x="1524317" y="433920"/>
                  </a:lnTo>
                  <a:lnTo>
                    <a:pt x="1545323" y="433920"/>
                  </a:lnTo>
                  <a:close/>
                </a:path>
                <a:path w="1919605" h="479425">
                  <a:moveTo>
                    <a:pt x="1620774" y="433692"/>
                  </a:moveTo>
                  <a:lnTo>
                    <a:pt x="1618005" y="416763"/>
                  </a:lnTo>
                  <a:lnTo>
                    <a:pt x="1617878" y="415963"/>
                  </a:lnTo>
                  <a:lnTo>
                    <a:pt x="1614220" y="416471"/>
                  </a:lnTo>
                  <a:lnTo>
                    <a:pt x="1611274" y="416763"/>
                  </a:lnTo>
                  <a:lnTo>
                    <a:pt x="1606067" y="416763"/>
                  </a:lnTo>
                  <a:lnTo>
                    <a:pt x="1597647" y="406082"/>
                  </a:lnTo>
                  <a:lnTo>
                    <a:pt x="1597647" y="331127"/>
                  </a:lnTo>
                  <a:lnTo>
                    <a:pt x="1617878" y="331127"/>
                  </a:lnTo>
                  <a:lnTo>
                    <a:pt x="1617878" y="315506"/>
                  </a:lnTo>
                  <a:lnTo>
                    <a:pt x="1597647" y="315506"/>
                  </a:lnTo>
                  <a:lnTo>
                    <a:pt x="1597647" y="274142"/>
                  </a:lnTo>
                  <a:lnTo>
                    <a:pt x="1577632" y="286181"/>
                  </a:lnTo>
                  <a:lnTo>
                    <a:pt x="1577632" y="315506"/>
                  </a:lnTo>
                  <a:lnTo>
                    <a:pt x="1562887" y="315506"/>
                  </a:lnTo>
                  <a:lnTo>
                    <a:pt x="1562887" y="331127"/>
                  </a:lnTo>
                  <a:lnTo>
                    <a:pt x="1577632" y="331127"/>
                  </a:lnTo>
                  <a:lnTo>
                    <a:pt x="1577632" y="411276"/>
                  </a:lnTo>
                  <a:lnTo>
                    <a:pt x="1578457" y="419176"/>
                  </a:lnTo>
                  <a:lnTo>
                    <a:pt x="1581734" y="426681"/>
                  </a:lnTo>
                  <a:lnTo>
                    <a:pt x="1584553" y="429717"/>
                  </a:lnTo>
                  <a:lnTo>
                    <a:pt x="1592618" y="434327"/>
                  </a:lnTo>
                  <a:lnTo>
                    <a:pt x="1598282" y="435483"/>
                  </a:lnTo>
                  <a:lnTo>
                    <a:pt x="1610042" y="435483"/>
                  </a:lnTo>
                  <a:lnTo>
                    <a:pt x="1615109" y="434886"/>
                  </a:lnTo>
                  <a:lnTo>
                    <a:pt x="1620774" y="433692"/>
                  </a:lnTo>
                  <a:close/>
                </a:path>
                <a:path w="1919605" h="479425">
                  <a:moveTo>
                    <a:pt x="1651025" y="102565"/>
                  </a:moveTo>
                  <a:lnTo>
                    <a:pt x="1650047" y="89242"/>
                  </a:lnTo>
                  <a:lnTo>
                    <a:pt x="1647139" y="77419"/>
                  </a:lnTo>
                  <a:lnTo>
                    <a:pt x="1642287" y="67132"/>
                  </a:lnTo>
                  <a:lnTo>
                    <a:pt x="1635963" y="58991"/>
                  </a:lnTo>
                  <a:lnTo>
                    <a:pt x="1635493" y="58381"/>
                  </a:lnTo>
                  <a:lnTo>
                    <a:pt x="1630311" y="54025"/>
                  </a:lnTo>
                  <a:lnTo>
                    <a:pt x="1630311" y="104241"/>
                  </a:lnTo>
                  <a:lnTo>
                    <a:pt x="1629727" y="114477"/>
                  </a:lnTo>
                  <a:lnTo>
                    <a:pt x="1609166" y="146799"/>
                  </a:lnTo>
                  <a:lnTo>
                    <a:pt x="1595475" y="149631"/>
                  </a:lnTo>
                  <a:lnTo>
                    <a:pt x="1588249" y="148920"/>
                  </a:lnTo>
                  <a:lnTo>
                    <a:pt x="1561109" y="114909"/>
                  </a:lnTo>
                  <a:lnTo>
                    <a:pt x="1560487" y="104241"/>
                  </a:lnTo>
                  <a:lnTo>
                    <a:pt x="1561109" y="93599"/>
                  </a:lnTo>
                  <a:lnTo>
                    <a:pt x="1588249" y="59690"/>
                  </a:lnTo>
                  <a:lnTo>
                    <a:pt x="1595475" y="58991"/>
                  </a:lnTo>
                  <a:lnTo>
                    <a:pt x="1602600" y="59702"/>
                  </a:lnTo>
                  <a:lnTo>
                    <a:pt x="1629727" y="93268"/>
                  </a:lnTo>
                  <a:lnTo>
                    <a:pt x="1630311" y="104241"/>
                  </a:lnTo>
                  <a:lnTo>
                    <a:pt x="1630311" y="54025"/>
                  </a:lnTo>
                  <a:lnTo>
                    <a:pt x="1627162" y="51371"/>
                  </a:lnTo>
                  <a:lnTo>
                    <a:pt x="1617713" y="46367"/>
                  </a:lnTo>
                  <a:lnTo>
                    <a:pt x="1607159" y="43370"/>
                  </a:lnTo>
                  <a:lnTo>
                    <a:pt x="1595475" y="42367"/>
                  </a:lnTo>
                  <a:lnTo>
                    <a:pt x="1584883" y="43192"/>
                  </a:lnTo>
                  <a:lnTo>
                    <a:pt x="1550123" y="64503"/>
                  </a:lnTo>
                  <a:lnTo>
                    <a:pt x="1539811" y="104241"/>
                  </a:lnTo>
                  <a:lnTo>
                    <a:pt x="1540764" y="118364"/>
                  </a:lnTo>
                  <a:lnTo>
                    <a:pt x="1563471" y="157149"/>
                  </a:lnTo>
                  <a:lnTo>
                    <a:pt x="1595475" y="166116"/>
                  </a:lnTo>
                  <a:lnTo>
                    <a:pt x="1603095" y="165671"/>
                  </a:lnTo>
                  <a:lnTo>
                    <a:pt x="1640332" y="144716"/>
                  </a:lnTo>
                  <a:lnTo>
                    <a:pt x="1650593" y="113398"/>
                  </a:lnTo>
                  <a:lnTo>
                    <a:pt x="1651025" y="102565"/>
                  </a:lnTo>
                  <a:close/>
                </a:path>
                <a:path w="1919605" h="479425">
                  <a:moveTo>
                    <a:pt x="1659674" y="315506"/>
                  </a:moveTo>
                  <a:lnTo>
                    <a:pt x="1639570" y="315506"/>
                  </a:lnTo>
                  <a:lnTo>
                    <a:pt x="1639570" y="433920"/>
                  </a:lnTo>
                  <a:lnTo>
                    <a:pt x="1659674" y="433920"/>
                  </a:lnTo>
                  <a:lnTo>
                    <a:pt x="1659674" y="315506"/>
                  </a:lnTo>
                  <a:close/>
                </a:path>
                <a:path w="1919605" h="479425">
                  <a:moveTo>
                    <a:pt x="1659674" y="270471"/>
                  </a:moveTo>
                  <a:lnTo>
                    <a:pt x="1639570" y="270471"/>
                  </a:lnTo>
                  <a:lnTo>
                    <a:pt x="1639570" y="293547"/>
                  </a:lnTo>
                  <a:lnTo>
                    <a:pt x="1659674" y="293547"/>
                  </a:lnTo>
                  <a:lnTo>
                    <a:pt x="1659674" y="270471"/>
                  </a:lnTo>
                  <a:close/>
                </a:path>
                <a:path w="1919605" h="479425">
                  <a:moveTo>
                    <a:pt x="1782140" y="102565"/>
                  </a:moveTo>
                  <a:lnTo>
                    <a:pt x="1781162" y="89242"/>
                  </a:lnTo>
                  <a:lnTo>
                    <a:pt x="1778254" y="77419"/>
                  </a:lnTo>
                  <a:lnTo>
                    <a:pt x="1773402" y="67132"/>
                  </a:lnTo>
                  <a:lnTo>
                    <a:pt x="1767078" y="58991"/>
                  </a:lnTo>
                  <a:lnTo>
                    <a:pt x="1766608" y="58381"/>
                  </a:lnTo>
                  <a:lnTo>
                    <a:pt x="1761426" y="54038"/>
                  </a:lnTo>
                  <a:lnTo>
                    <a:pt x="1761426" y="104241"/>
                  </a:lnTo>
                  <a:lnTo>
                    <a:pt x="1760842" y="114477"/>
                  </a:lnTo>
                  <a:lnTo>
                    <a:pt x="1740281" y="146799"/>
                  </a:lnTo>
                  <a:lnTo>
                    <a:pt x="1726590" y="149631"/>
                  </a:lnTo>
                  <a:lnTo>
                    <a:pt x="1719364" y="148920"/>
                  </a:lnTo>
                  <a:lnTo>
                    <a:pt x="1692224" y="114909"/>
                  </a:lnTo>
                  <a:lnTo>
                    <a:pt x="1691601" y="104241"/>
                  </a:lnTo>
                  <a:lnTo>
                    <a:pt x="1692224" y="93599"/>
                  </a:lnTo>
                  <a:lnTo>
                    <a:pt x="1719364" y="59690"/>
                  </a:lnTo>
                  <a:lnTo>
                    <a:pt x="1726590" y="58991"/>
                  </a:lnTo>
                  <a:lnTo>
                    <a:pt x="1733715" y="59702"/>
                  </a:lnTo>
                  <a:lnTo>
                    <a:pt x="1760829" y="93268"/>
                  </a:lnTo>
                  <a:lnTo>
                    <a:pt x="1761426" y="104241"/>
                  </a:lnTo>
                  <a:lnTo>
                    <a:pt x="1761426" y="54038"/>
                  </a:lnTo>
                  <a:lnTo>
                    <a:pt x="1758264" y="51371"/>
                  </a:lnTo>
                  <a:lnTo>
                    <a:pt x="1748828" y="46367"/>
                  </a:lnTo>
                  <a:lnTo>
                    <a:pt x="1738261" y="43370"/>
                  </a:lnTo>
                  <a:lnTo>
                    <a:pt x="1726590" y="42367"/>
                  </a:lnTo>
                  <a:lnTo>
                    <a:pt x="1715998" y="43192"/>
                  </a:lnTo>
                  <a:lnTo>
                    <a:pt x="1681226" y="64503"/>
                  </a:lnTo>
                  <a:lnTo>
                    <a:pt x="1670926" y="104241"/>
                  </a:lnTo>
                  <a:lnTo>
                    <a:pt x="1671878" y="118364"/>
                  </a:lnTo>
                  <a:lnTo>
                    <a:pt x="1694573" y="157149"/>
                  </a:lnTo>
                  <a:lnTo>
                    <a:pt x="1726590" y="166116"/>
                  </a:lnTo>
                  <a:lnTo>
                    <a:pt x="1734210" y="165671"/>
                  </a:lnTo>
                  <a:lnTo>
                    <a:pt x="1771434" y="144716"/>
                  </a:lnTo>
                  <a:lnTo>
                    <a:pt x="1781708" y="113398"/>
                  </a:lnTo>
                  <a:lnTo>
                    <a:pt x="1782140" y="102565"/>
                  </a:lnTo>
                  <a:close/>
                </a:path>
                <a:path w="1919605" h="479425">
                  <a:moveTo>
                    <a:pt x="1795602" y="373037"/>
                  </a:moveTo>
                  <a:lnTo>
                    <a:pt x="1794637" y="359702"/>
                  </a:lnTo>
                  <a:lnTo>
                    <a:pt x="1791716" y="347891"/>
                  </a:lnTo>
                  <a:lnTo>
                    <a:pt x="1786864" y="337604"/>
                  </a:lnTo>
                  <a:lnTo>
                    <a:pt x="1780540" y="329450"/>
                  </a:lnTo>
                  <a:lnTo>
                    <a:pt x="1780070" y="328841"/>
                  </a:lnTo>
                  <a:lnTo>
                    <a:pt x="1774888" y="324497"/>
                  </a:lnTo>
                  <a:lnTo>
                    <a:pt x="1774888" y="374700"/>
                  </a:lnTo>
                  <a:lnTo>
                    <a:pt x="1774304" y="384949"/>
                  </a:lnTo>
                  <a:lnTo>
                    <a:pt x="1753730" y="417258"/>
                  </a:lnTo>
                  <a:lnTo>
                    <a:pt x="1740052" y="420103"/>
                  </a:lnTo>
                  <a:lnTo>
                    <a:pt x="1732826" y="419392"/>
                  </a:lnTo>
                  <a:lnTo>
                    <a:pt x="1705686" y="385368"/>
                  </a:lnTo>
                  <a:lnTo>
                    <a:pt x="1705063" y="374700"/>
                  </a:lnTo>
                  <a:lnTo>
                    <a:pt x="1705686" y="364058"/>
                  </a:lnTo>
                  <a:lnTo>
                    <a:pt x="1732826" y="330161"/>
                  </a:lnTo>
                  <a:lnTo>
                    <a:pt x="1740052" y="329450"/>
                  </a:lnTo>
                  <a:lnTo>
                    <a:pt x="1747177" y="330161"/>
                  </a:lnTo>
                  <a:lnTo>
                    <a:pt x="1774304" y="363728"/>
                  </a:lnTo>
                  <a:lnTo>
                    <a:pt x="1774888" y="374700"/>
                  </a:lnTo>
                  <a:lnTo>
                    <a:pt x="1774888" y="324497"/>
                  </a:lnTo>
                  <a:lnTo>
                    <a:pt x="1771726" y="321843"/>
                  </a:lnTo>
                  <a:lnTo>
                    <a:pt x="1762290" y="316826"/>
                  </a:lnTo>
                  <a:lnTo>
                    <a:pt x="1751736" y="313829"/>
                  </a:lnTo>
                  <a:lnTo>
                    <a:pt x="1740052" y="312826"/>
                  </a:lnTo>
                  <a:lnTo>
                    <a:pt x="1729460" y="313651"/>
                  </a:lnTo>
                  <a:lnTo>
                    <a:pt x="1694688" y="334975"/>
                  </a:lnTo>
                  <a:lnTo>
                    <a:pt x="1684388" y="374700"/>
                  </a:lnTo>
                  <a:lnTo>
                    <a:pt x="1685340" y="388823"/>
                  </a:lnTo>
                  <a:lnTo>
                    <a:pt x="1708035" y="427609"/>
                  </a:lnTo>
                  <a:lnTo>
                    <a:pt x="1740052" y="436587"/>
                  </a:lnTo>
                  <a:lnTo>
                    <a:pt x="1747672" y="436130"/>
                  </a:lnTo>
                  <a:lnTo>
                    <a:pt x="1780730" y="420103"/>
                  </a:lnTo>
                  <a:lnTo>
                    <a:pt x="1784896" y="415175"/>
                  </a:lnTo>
                  <a:lnTo>
                    <a:pt x="1788718" y="408990"/>
                  </a:lnTo>
                  <a:lnTo>
                    <a:pt x="1791728" y="401840"/>
                  </a:lnTo>
                  <a:lnTo>
                    <a:pt x="1793875" y="393458"/>
                  </a:lnTo>
                  <a:lnTo>
                    <a:pt x="1795170" y="383857"/>
                  </a:lnTo>
                  <a:lnTo>
                    <a:pt x="1795602" y="373037"/>
                  </a:lnTo>
                  <a:close/>
                </a:path>
                <a:path w="1919605" h="479425">
                  <a:moveTo>
                    <a:pt x="1873783" y="48831"/>
                  </a:moveTo>
                  <a:lnTo>
                    <a:pt x="1866785" y="44526"/>
                  </a:lnTo>
                  <a:lnTo>
                    <a:pt x="1859902" y="42367"/>
                  </a:lnTo>
                  <a:lnTo>
                    <a:pt x="1848421" y="42367"/>
                  </a:lnTo>
                  <a:lnTo>
                    <a:pt x="1844103" y="43700"/>
                  </a:lnTo>
                  <a:lnTo>
                    <a:pt x="1836280" y="49060"/>
                  </a:lnTo>
                  <a:lnTo>
                    <a:pt x="1832025" y="54597"/>
                  </a:lnTo>
                  <a:lnTo>
                    <a:pt x="1827415" y="62992"/>
                  </a:lnTo>
                  <a:lnTo>
                    <a:pt x="1827415" y="45046"/>
                  </a:lnTo>
                  <a:lnTo>
                    <a:pt x="1809305" y="45046"/>
                  </a:lnTo>
                  <a:lnTo>
                    <a:pt x="1809305" y="163461"/>
                  </a:lnTo>
                  <a:lnTo>
                    <a:pt x="1829409" y="163461"/>
                  </a:lnTo>
                  <a:lnTo>
                    <a:pt x="1829409" y="93002"/>
                  </a:lnTo>
                  <a:lnTo>
                    <a:pt x="1830527" y="85191"/>
                  </a:lnTo>
                  <a:lnTo>
                    <a:pt x="1834248" y="73355"/>
                  </a:lnTo>
                  <a:lnTo>
                    <a:pt x="1836750" y="69710"/>
                  </a:lnTo>
                  <a:lnTo>
                    <a:pt x="1843747" y="64427"/>
                  </a:lnTo>
                  <a:lnTo>
                    <a:pt x="1847710" y="63106"/>
                  </a:lnTo>
                  <a:lnTo>
                    <a:pt x="1857019" y="63106"/>
                  </a:lnTo>
                  <a:lnTo>
                    <a:pt x="1861921" y="64566"/>
                  </a:lnTo>
                  <a:lnTo>
                    <a:pt x="1866849" y="67462"/>
                  </a:lnTo>
                  <a:lnTo>
                    <a:pt x="1868474" y="63106"/>
                  </a:lnTo>
                  <a:lnTo>
                    <a:pt x="1873783" y="48831"/>
                  </a:lnTo>
                  <a:close/>
                </a:path>
                <a:path w="1919605" h="479425">
                  <a:moveTo>
                    <a:pt x="1919439" y="433920"/>
                  </a:moveTo>
                  <a:lnTo>
                    <a:pt x="1919338" y="350164"/>
                  </a:lnTo>
                  <a:lnTo>
                    <a:pt x="1914537" y="330238"/>
                  </a:lnTo>
                  <a:lnTo>
                    <a:pt x="1909089" y="322618"/>
                  </a:lnTo>
                  <a:lnTo>
                    <a:pt x="1904580" y="319252"/>
                  </a:lnTo>
                  <a:lnTo>
                    <a:pt x="1892604" y="314121"/>
                  </a:lnTo>
                  <a:lnTo>
                    <a:pt x="1886026" y="312826"/>
                  </a:lnTo>
                  <a:lnTo>
                    <a:pt x="1878850" y="312826"/>
                  </a:lnTo>
                  <a:lnTo>
                    <a:pt x="1867242" y="314045"/>
                  </a:lnTo>
                  <a:lnTo>
                    <a:pt x="1857070" y="317715"/>
                  </a:lnTo>
                  <a:lnTo>
                    <a:pt x="1848358" y="323811"/>
                  </a:lnTo>
                  <a:lnTo>
                    <a:pt x="1841080" y="332346"/>
                  </a:lnTo>
                  <a:lnTo>
                    <a:pt x="1841080" y="315506"/>
                  </a:lnTo>
                  <a:lnTo>
                    <a:pt x="1822983" y="315506"/>
                  </a:lnTo>
                  <a:lnTo>
                    <a:pt x="1822983" y="433920"/>
                  </a:lnTo>
                  <a:lnTo>
                    <a:pt x="1843087" y="433920"/>
                  </a:lnTo>
                  <a:lnTo>
                    <a:pt x="1843087" y="369252"/>
                  </a:lnTo>
                  <a:lnTo>
                    <a:pt x="1843671" y="358787"/>
                  </a:lnTo>
                  <a:lnTo>
                    <a:pt x="1866049" y="330238"/>
                  </a:lnTo>
                  <a:lnTo>
                    <a:pt x="1879993" y="330238"/>
                  </a:lnTo>
                  <a:lnTo>
                    <a:pt x="1899323" y="353733"/>
                  </a:lnTo>
                  <a:lnTo>
                    <a:pt x="1899323" y="433920"/>
                  </a:lnTo>
                  <a:lnTo>
                    <a:pt x="1919439" y="4339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944438" y="6005892"/>
              <a:ext cx="2077720" cy="661035"/>
            </a:xfrm>
            <a:custGeom>
              <a:avLst/>
              <a:gdLst/>
              <a:ahLst/>
              <a:cxnLst/>
              <a:rect l="l" t="t" r="r" b="b"/>
              <a:pathLst>
                <a:path w="2077720" h="661034">
                  <a:moveTo>
                    <a:pt x="2020614" y="0"/>
                  </a:moveTo>
                  <a:lnTo>
                    <a:pt x="2020614" y="519777"/>
                  </a:lnTo>
                  <a:lnTo>
                    <a:pt x="2013940" y="552722"/>
                  </a:lnTo>
                  <a:lnTo>
                    <a:pt x="1995743" y="579635"/>
                  </a:lnTo>
                  <a:lnTo>
                    <a:pt x="1968761" y="597785"/>
                  </a:lnTo>
                  <a:lnTo>
                    <a:pt x="1935735" y="604442"/>
                  </a:lnTo>
                  <a:lnTo>
                    <a:pt x="0" y="604442"/>
                  </a:lnTo>
                  <a:lnTo>
                    <a:pt x="56586" y="660887"/>
                  </a:lnTo>
                  <a:lnTo>
                    <a:pt x="1992321" y="660887"/>
                  </a:lnTo>
                  <a:lnTo>
                    <a:pt x="2025348" y="654230"/>
                  </a:lnTo>
                  <a:lnTo>
                    <a:pt x="2052329" y="636079"/>
                  </a:lnTo>
                  <a:lnTo>
                    <a:pt x="2070526" y="609165"/>
                  </a:lnTo>
                  <a:lnTo>
                    <a:pt x="2077201" y="576220"/>
                  </a:lnTo>
                  <a:lnTo>
                    <a:pt x="2077201" y="56444"/>
                  </a:lnTo>
                  <a:lnTo>
                    <a:pt x="2020614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859560" y="5921249"/>
              <a:ext cx="2105660" cy="689610"/>
            </a:xfrm>
            <a:custGeom>
              <a:avLst/>
              <a:gdLst/>
              <a:ahLst/>
              <a:cxnLst/>
              <a:rect l="l" t="t" r="r" b="b"/>
              <a:pathLst>
                <a:path w="2105660" h="689609">
                  <a:moveTo>
                    <a:pt x="0" y="604421"/>
                  </a:moveTo>
                  <a:lnTo>
                    <a:pt x="0" y="303925"/>
                  </a:lnTo>
                  <a:lnTo>
                    <a:pt x="0" y="149616"/>
                  </a:lnTo>
                  <a:lnTo>
                    <a:pt x="0" y="92765"/>
                  </a:lnTo>
                  <a:lnTo>
                    <a:pt x="0" y="84643"/>
                  </a:lnTo>
                  <a:lnTo>
                    <a:pt x="6673" y="51703"/>
                  </a:lnTo>
                  <a:lnTo>
                    <a:pt x="24870" y="24797"/>
                  </a:lnTo>
                  <a:lnTo>
                    <a:pt x="51850" y="6653"/>
                  </a:lnTo>
                  <a:lnTo>
                    <a:pt x="84877" y="0"/>
                  </a:lnTo>
                  <a:lnTo>
                    <a:pt x="1203974" y="0"/>
                  </a:lnTo>
                  <a:lnTo>
                    <a:pt x="1778645" y="0"/>
                  </a:lnTo>
                  <a:lnTo>
                    <a:pt x="1990366" y="0"/>
                  </a:lnTo>
                  <a:lnTo>
                    <a:pt x="2020612" y="0"/>
                  </a:lnTo>
                  <a:lnTo>
                    <a:pt x="2053639" y="6653"/>
                  </a:lnTo>
                  <a:lnTo>
                    <a:pt x="2080620" y="24797"/>
                  </a:lnTo>
                  <a:lnTo>
                    <a:pt x="2098817" y="51703"/>
                  </a:lnTo>
                  <a:lnTo>
                    <a:pt x="2105492" y="84643"/>
                  </a:lnTo>
                  <a:lnTo>
                    <a:pt x="2105492" y="385140"/>
                  </a:lnTo>
                  <a:lnTo>
                    <a:pt x="2105492" y="539449"/>
                  </a:lnTo>
                  <a:lnTo>
                    <a:pt x="2105492" y="596300"/>
                  </a:lnTo>
                  <a:lnTo>
                    <a:pt x="2105492" y="604421"/>
                  </a:lnTo>
                  <a:lnTo>
                    <a:pt x="2098817" y="637366"/>
                  </a:lnTo>
                  <a:lnTo>
                    <a:pt x="2080620" y="664279"/>
                  </a:lnTo>
                  <a:lnTo>
                    <a:pt x="2053639" y="682429"/>
                  </a:lnTo>
                  <a:lnTo>
                    <a:pt x="2020612" y="689086"/>
                  </a:lnTo>
                  <a:lnTo>
                    <a:pt x="901515" y="689086"/>
                  </a:lnTo>
                  <a:lnTo>
                    <a:pt x="326844" y="689086"/>
                  </a:lnTo>
                  <a:lnTo>
                    <a:pt x="115123" y="689086"/>
                  </a:lnTo>
                  <a:lnTo>
                    <a:pt x="84877" y="689086"/>
                  </a:lnTo>
                  <a:lnTo>
                    <a:pt x="51850" y="682429"/>
                  </a:lnTo>
                  <a:lnTo>
                    <a:pt x="24870" y="664279"/>
                  </a:lnTo>
                  <a:lnTo>
                    <a:pt x="6673" y="637366"/>
                  </a:lnTo>
                  <a:lnTo>
                    <a:pt x="0" y="604421"/>
                  </a:lnTo>
                  <a:close/>
                </a:path>
              </a:pathLst>
            </a:custGeom>
            <a:ln w="1411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6" name="object 86"/>
          <p:cNvGrpSpPr/>
          <p:nvPr/>
        </p:nvGrpSpPr>
        <p:grpSpPr>
          <a:xfrm>
            <a:off x="4618999" y="5931831"/>
            <a:ext cx="2921000" cy="753110"/>
            <a:chOff x="4618999" y="5931831"/>
            <a:chExt cx="2921000" cy="753110"/>
          </a:xfrm>
        </p:grpSpPr>
        <p:sp>
          <p:nvSpPr>
            <p:cNvPr id="87" name="object 87"/>
            <p:cNvSpPr/>
            <p:nvPr/>
          </p:nvSpPr>
          <p:spPr>
            <a:xfrm>
              <a:off x="4776000" y="6074333"/>
              <a:ext cx="2437765" cy="481965"/>
            </a:xfrm>
            <a:custGeom>
              <a:avLst/>
              <a:gdLst/>
              <a:ahLst/>
              <a:cxnLst/>
              <a:rect l="l" t="t" r="r" b="b"/>
              <a:pathLst>
                <a:path w="2437765" h="481965">
                  <a:moveTo>
                    <a:pt x="104686" y="315506"/>
                  </a:moveTo>
                  <a:lnTo>
                    <a:pt x="86067" y="315506"/>
                  </a:lnTo>
                  <a:lnTo>
                    <a:pt x="86067" y="329780"/>
                  </a:lnTo>
                  <a:lnTo>
                    <a:pt x="85788" y="329501"/>
                  </a:lnTo>
                  <a:lnTo>
                    <a:pt x="85788" y="372592"/>
                  </a:lnTo>
                  <a:lnTo>
                    <a:pt x="85788" y="374040"/>
                  </a:lnTo>
                  <a:lnTo>
                    <a:pt x="85255" y="383882"/>
                  </a:lnTo>
                  <a:lnTo>
                    <a:pt x="59918" y="416636"/>
                  </a:lnTo>
                  <a:lnTo>
                    <a:pt x="53289" y="417296"/>
                  </a:lnTo>
                  <a:lnTo>
                    <a:pt x="46558" y="416636"/>
                  </a:lnTo>
                  <a:lnTo>
                    <a:pt x="21323" y="383463"/>
                  </a:lnTo>
                  <a:lnTo>
                    <a:pt x="20751" y="372592"/>
                  </a:lnTo>
                  <a:lnTo>
                    <a:pt x="21336" y="362546"/>
                  </a:lnTo>
                  <a:lnTo>
                    <a:pt x="44094" y="329450"/>
                  </a:lnTo>
                  <a:lnTo>
                    <a:pt x="53047" y="329450"/>
                  </a:lnTo>
                  <a:lnTo>
                    <a:pt x="83464" y="354203"/>
                  </a:lnTo>
                  <a:lnTo>
                    <a:pt x="85788" y="372592"/>
                  </a:lnTo>
                  <a:lnTo>
                    <a:pt x="85788" y="329501"/>
                  </a:lnTo>
                  <a:lnTo>
                    <a:pt x="78854" y="322364"/>
                  </a:lnTo>
                  <a:lnTo>
                    <a:pt x="70675" y="317068"/>
                  </a:lnTo>
                  <a:lnTo>
                    <a:pt x="61531" y="313880"/>
                  </a:lnTo>
                  <a:lnTo>
                    <a:pt x="51396" y="312826"/>
                  </a:lnTo>
                  <a:lnTo>
                    <a:pt x="43853" y="313321"/>
                  </a:lnTo>
                  <a:lnTo>
                    <a:pt x="9626" y="336016"/>
                  </a:lnTo>
                  <a:lnTo>
                    <a:pt x="0" y="374040"/>
                  </a:lnTo>
                  <a:lnTo>
                    <a:pt x="838" y="385927"/>
                  </a:lnTo>
                  <a:lnTo>
                    <a:pt x="20866" y="424014"/>
                  </a:lnTo>
                  <a:lnTo>
                    <a:pt x="51396" y="433920"/>
                  </a:lnTo>
                  <a:lnTo>
                    <a:pt x="60871" y="432955"/>
                  </a:lnTo>
                  <a:lnTo>
                    <a:pt x="69469" y="430047"/>
                  </a:lnTo>
                  <a:lnTo>
                    <a:pt x="77228" y="425208"/>
                  </a:lnTo>
                  <a:lnTo>
                    <a:pt x="84175" y="418426"/>
                  </a:lnTo>
                  <a:lnTo>
                    <a:pt x="84124" y="430682"/>
                  </a:lnTo>
                  <a:lnTo>
                    <a:pt x="60363" y="465353"/>
                  </a:lnTo>
                  <a:lnTo>
                    <a:pt x="42202" y="465353"/>
                  </a:lnTo>
                  <a:lnTo>
                    <a:pt x="35369" y="463499"/>
                  </a:lnTo>
                  <a:lnTo>
                    <a:pt x="30416" y="459778"/>
                  </a:lnTo>
                  <a:lnTo>
                    <a:pt x="26644" y="457034"/>
                  </a:lnTo>
                  <a:lnTo>
                    <a:pt x="24523" y="452640"/>
                  </a:lnTo>
                  <a:lnTo>
                    <a:pt x="23583" y="446620"/>
                  </a:lnTo>
                  <a:lnTo>
                    <a:pt x="4013" y="443725"/>
                  </a:lnTo>
                  <a:lnTo>
                    <a:pt x="23774" y="476605"/>
                  </a:lnTo>
                  <a:lnTo>
                    <a:pt x="50927" y="481965"/>
                  </a:lnTo>
                  <a:lnTo>
                    <a:pt x="59588" y="481545"/>
                  </a:lnTo>
                  <a:lnTo>
                    <a:pt x="95796" y="462521"/>
                  </a:lnTo>
                  <a:lnTo>
                    <a:pt x="104673" y="418426"/>
                  </a:lnTo>
                  <a:lnTo>
                    <a:pt x="104686" y="417296"/>
                  </a:lnTo>
                  <a:lnTo>
                    <a:pt x="104686" y="329780"/>
                  </a:lnTo>
                  <a:lnTo>
                    <a:pt x="104686" y="315506"/>
                  </a:lnTo>
                  <a:close/>
                </a:path>
                <a:path w="2437765" h="481965">
                  <a:moveTo>
                    <a:pt x="132981" y="144145"/>
                  </a:moveTo>
                  <a:lnTo>
                    <a:pt x="32537" y="144145"/>
                  </a:lnTo>
                  <a:lnTo>
                    <a:pt x="32537" y="88531"/>
                  </a:lnTo>
                  <a:lnTo>
                    <a:pt x="123075" y="88531"/>
                  </a:lnTo>
                  <a:lnTo>
                    <a:pt x="123075" y="69367"/>
                  </a:lnTo>
                  <a:lnTo>
                    <a:pt x="32537" y="69367"/>
                  </a:lnTo>
                  <a:lnTo>
                    <a:pt x="32537" y="19291"/>
                  </a:lnTo>
                  <a:lnTo>
                    <a:pt x="129209" y="19291"/>
                  </a:lnTo>
                  <a:lnTo>
                    <a:pt x="129209" y="0"/>
                  </a:lnTo>
                  <a:lnTo>
                    <a:pt x="10845" y="0"/>
                  </a:lnTo>
                  <a:lnTo>
                    <a:pt x="10845" y="163461"/>
                  </a:lnTo>
                  <a:lnTo>
                    <a:pt x="132981" y="163461"/>
                  </a:lnTo>
                  <a:lnTo>
                    <a:pt x="132981" y="144145"/>
                  </a:lnTo>
                  <a:close/>
                </a:path>
                <a:path w="2437765" h="481965">
                  <a:moveTo>
                    <a:pt x="242620" y="373037"/>
                  </a:moveTo>
                  <a:lnTo>
                    <a:pt x="227533" y="329450"/>
                  </a:lnTo>
                  <a:lnTo>
                    <a:pt x="221830" y="324446"/>
                  </a:lnTo>
                  <a:lnTo>
                    <a:pt x="221830" y="374700"/>
                  </a:lnTo>
                  <a:lnTo>
                    <a:pt x="221246" y="384949"/>
                  </a:lnTo>
                  <a:lnTo>
                    <a:pt x="200774" y="417258"/>
                  </a:lnTo>
                  <a:lnTo>
                    <a:pt x="186969" y="420090"/>
                  </a:lnTo>
                  <a:lnTo>
                    <a:pt x="179819" y="419392"/>
                  </a:lnTo>
                  <a:lnTo>
                    <a:pt x="152704" y="385368"/>
                  </a:lnTo>
                  <a:lnTo>
                    <a:pt x="152082" y="374700"/>
                  </a:lnTo>
                  <a:lnTo>
                    <a:pt x="152704" y="364058"/>
                  </a:lnTo>
                  <a:lnTo>
                    <a:pt x="179819" y="330161"/>
                  </a:lnTo>
                  <a:lnTo>
                    <a:pt x="186969" y="329450"/>
                  </a:lnTo>
                  <a:lnTo>
                    <a:pt x="194132" y="330161"/>
                  </a:lnTo>
                  <a:lnTo>
                    <a:pt x="221246" y="363728"/>
                  </a:lnTo>
                  <a:lnTo>
                    <a:pt x="221830" y="374700"/>
                  </a:lnTo>
                  <a:lnTo>
                    <a:pt x="221830" y="324446"/>
                  </a:lnTo>
                  <a:lnTo>
                    <a:pt x="218732" y="321830"/>
                  </a:lnTo>
                  <a:lnTo>
                    <a:pt x="209308" y="316826"/>
                  </a:lnTo>
                  <a:lnTo>
                    <a:pt x="198742" y="313829"/>
                  </a:lnTo>
                  <a:lnTo>
                    <a:pt x="186969" y="312826"/>
                  </a:lnTo>
                  <a:lnTo>
                    <a:pt x="176415" y="313651"/>
                  </a:lnTo>
                  <a:lnTo>
                    <a:pt x="141681" y="334975"/>
                  </a:lnTo>
                  <a:lnTo>
                    <a:pt x="131330" y="374700"/>
                  </a:lnTo>
                  <a:lnTo>
                    <a:pt x="132308" y="388823"/>
                  </a:lnTo>
                  <a:lnTo>
                    <a:pt x="155117" y="427609"/>
                  </a:lnTo>
                  <a:lnTo>
                    <a:pt x="186969" y="436587"/>
                  </a:lnTo>
                  <a:lnTo>
                    <a:pt x="194614" y="436143"/>
                  </a:lnTo>
                  <a:lnTo>
                    <a:pt x="227711" y="420090"/>
                  </a:lnTo>
                  <a:lnTo>
                    <a:pt x="231889" y="415175"/>
                  </a:lnTo>
                  <a:lnTo>
                    <a:pt x="235775" y="408990"/>
                  </a:lnTo>
                  <a:lnTo>
                    <a:pt x="238734" y="401840"/>
                  </a:lnTo>
                  <a:lnTo>
                    <a:pt x="240880" y="393458"/>
                  </a:lnTo>
                  <a:lnTo>
                    <a:pt x="242176" y="383857"/>
                  </a:lnTo>
                  <a:lnTo>
                    <a:pt x="242620" y="373037"/>
                  </a:lnTo>
                  <a:close/>
                </a:path>
                <a:path w="2437765" h="481965">
                  <a:moveTo>
                    <a:pt x="296608" y="0"/>
                  </a:moveTo>
                  <a:lnTo>
                    <a:pt x="275628" y="0"/>
                  </a:lnTo>
                  <a:lnTo>
                    <a:pt x="275628" y="128320"/>
                  </a:lnTo>
                  <a:lnTo>
                    <a:pt x="213042" y="35001"/>
                  </a:lnTo>
                  <a:lnTo>
                    <a:pt x="189572" y="0"/>
                  </a:lnTo>
                  <a:lnTo>
                    <a:pt x="167411" y="0"/>
                  </a:lnTo>
                  <a:lnTo>
                    <a:pt x="167411" y="163461"/>
                  </a:lnTo>
                  <a:lnTo>
                    <a:pt x="188150" y="163461"/>
                  </a:lnTo>
                  <a:lnTo>
                    <a:pt x="188150" y="35001"/>
                  </a:lnTo>
                  <a:lnTo>
                    <a:pt x="274218" y="163461"/>
                  </a:lnTo>
                  <a:lnTo>
                    <a:pt x="296608" y="163461"/>
                  </a:lnTo>
                  <a:lnTo>
                    <a:pt x="296608" y="128320"/>
                  </a:lnTo>
                  <a:lnTo>
                    <a:pt x="296608" y="0"/>
                  </a:lnTo>
                  <a:close/>
                </a:path>
                <a:path w="2437765" h="481965">
                  <a:moveTo>
                    <a:pt x="363334" y="140601"/>
                  </a:moveTo>
                  <a:lnTo>
                    <a:pt x="340461" y="140601"/>
                  </a:lnTo>
                  <a:lnTo>
                    <a:pt x="340461" y="163461"/>
                  </a:lnTo>
                  <a:lnTo>
                    <a:pt x="352018" y="163461"/>
                  </a:lnTo>
                  <a:lnTo>
                    <a:pt x="351777" y="170205"/>
                  </a:lnTo>
                  <a:lnTo>
                    <a:pt x="350608" y="175412"/>
                  </a:lnTo>
                  <a:lnTo>
                    <a:pt x="348488" y="179006"/>
                  </a:lnTo>
                  <a:lnTo>
                    <a:pt x="346595" y="182600"/>
                  </a:lnTo>
                  <a:lnTo>
                    <a:pt x="343535" y="185331"/>
                  </a:lnTo>
                  <a:lnTo>
                    <a:pt x="339293" y="187185"/>
                  </a:lnTo>
                  <a:lnTo>
                    <a:pt x="344703" y="195770"/>
                  </a:lnTo>
                  <a:lnTo>
                    <a:pt x="363334" y="171856"/>
                  </a:lnTo>
                  <a:lnTo>
                    <a:pt x="363334" y="140601"/>
                  </a:lnTo>
                  <a:close/>
                </a:path>
                <a:path w="2437765" h="481965">
                  <a:moveTo>
                    <a:pt x="373710" y="373037"/>
                  </a:moveTo>
                  <a:lnTo>
                    <a:pt x="372732" y="359702"/>
                  </a:lnTo>
                  <a:lnTo>
                    <a:pt x="369824" y="347891"/>
                  </a:lnTo>
                  <a:lnTo>
                    <a:pt x="364959" y="337604"/>
                  </a:lnTo>
                  <a:lnTo>
                    <a:pt x="358622" y="329450"/>
                  </a:lnTo>
                  <a:lnTo>
                    <a:pt x="358152" y="328841"/>
                  </a:lnTo>
                  <a:lnTo>
                    <a:pt x="352920" y="324434"/>
                  </a:lnTo>
                  <a:lnTo>
                    <a:pt x="352920" y="374700"/>
                  </a:lnTo>
                  <a:lnTo>
                    <a:pt x="352348" y="384949"/>
                  </a:lnTo>
                  <a:lnTo>
                    <a:pt x="331863" y="417258"/>
                  </a:lnTo>
                  <a:lnTo>
                    <a:pt x="318071" y="420090"/>
                  </a:lnTo>
                  <a:lnTo>
                    <a:pt x="310908" y="419392"/>
                  </a:lnTo>
                  <a:lnTo>
                    <a:pt x="283794" y="385368"/>
                  </a:lnTo>
                  <a:lnTo>
                    <a:pt x="283171" y="374700"/>
                  </a:lnTo>
                  <a:lnTo>
                    <a:pt x="283794" y="364058"/>
                  </a:lnTo>
                  <a:lnTo>
                    <a:pt x="310908" y="330161"/>
                  </a:lnTo>
                  <a:lnTo>
                    <a:pt x="318071" y="329450"/>
                  </a:lnTo>
                  <a:lnTo>
                    <a:pt x="325323" y="330161"/>
                  </a:lnTo>
                  <a:lnTo>
                    <a:pt x="352348" y="363728"/>
                  </a:lnTo>
                  <a:lnTo>
                    <a:pt x="352920" y="374700"/>
                  </a:lnTo>
                  <a:lnTo>
                    <a:pt x="352920" y="324434"/>
                  </a:lnTo>
                  <a:lnTo>
                    <a:pt x="349834" y="321830"/>
                  </a:lnTo>
                  <a:lnTo>
                    <a:pt x="340410" y="316826"/>
                  </a:lnTo>
                  <a:lnTo>
                    <a:pt x="329831" y="313829"/>
                  </a:lnTo>
                  <a:lnTo>
                    <a:pt x="318071" y="312826"/>
                  </a:lnTo>
                  <a:lnTo>
                    <a:pt x="307505" y="313651"/>
                  </a:lnTo>
                  <a:lnTo>
                    <a:pt x="272770" y="334975"/>
                  </a:lnTo>
                  <a:lnTo>
                    <a:pt x="262420" y="374700"/>
                  </a:lnTo>
                  <a:lnTo>
                    <a:pt x="263398" y="388823"/>
                  </a:lnTo>
                  <a:lnTo>
                    <a:pt x="286207" y="427609"/>
                  </a:lnTo>
                  <a:lnTo>
                    <a:pt x="318071" y="436587"/>
                  </a:lnTo>
                  <a:lnTo>
                    <a:pt x="325716" y="436143"/>
                  </a:lnTo>
                  <a:lnTo>
                    <a:pt x="358902" y="420090"/>
                  </a:lnTo>
                  <a:lnTo>
                    <a:pt x="363080" y="415175"/>
                  </a:lnTo>
                  <a:lnTo>
                    <a:pt x="366877" y="408990"/>
                  </a:lnTo>
                  <a:lnTo>
                    <a:pt x="369836" y="401840"/>
                  </a:lnTo>
                  <a:lnTo>
                    <a:pt x="371970" y="393458"/>
                  </a:lnTo>
                  <a:lnTo>
                    <a:pt x="373265" y="383857"/>
                  </a:lnTo>
                  <a:lnTo>
                    <a:pt x="373710" y="373037"/>
                  </a:lnTo>
                  <a:close/>
                </a:path>
                <a:path w="2437765" h="481965">
                  <a:moveTo>
                    <a:pt x="496785" y="270471"/>
                  </a:moveTo>
                  <a:lnTo>
                    <a:pt x="478396" y="270471"/>
                  </a:lnTo>
                  <a:lnTo>
                    <a:pt x="478396" y="376491"/>
                  </a:lnTo>
                  <a:lnTo>
                    <a:pt x="477824" y="386829"/>
                  </a:lnTo>
                  <a:lnTo>
                    <a:pt x="455523" y="420090"/>
                  </a:lnTo>
                  <a:lnTo>
                    <a:pt x="438073" y="420090"/>
                  </a:lnTo>
                  <a:lnTo>
                    <a:pt x="415112" y="385483"/>
                  </a:lnTo>
                  <a:lnTo>
                    <a:pt x="414502" y="374827"/>
                  </a:lnTo>
                  <a:lnTo>
                    <a:pt x="415074" y="363842"/>
                  </a:lnTo>
                  <a:lnTo>
                    <a:pt x="436892" y="329450"/>
                  </a:lnTo>
                  <a:lnTo>
                    <a:pt x="445858" y="329450"/>
                  </a:lnTo>
                  <a:lnTo>
                    <a:pt x="476072" y="355422"/>
                  </a:lnTo>
                  <a:lnTo>
                    <a:pt x="478396" y="376491"/>
                  </a:lnTo>
                  <a:lnTo>
                    <a:pt x="478396" y="270471"/>
                  </a:lnTo>
                  <a:lnTo>
                    <a:pt x="476745" y="270471"/>
                  </a:lnTo>
                  <a:lnTo>
                    <a:pt x="476745" y="329107"/>
                  </a:lnTo>
                  <a:lnTo>
                    <a:pt x="473202" y="324281"/>
                  </a:lnTo>
                  <a:lnTo>
                    <a:pt x="468731" y="320357"/>
                  </a:lnTo>
                  <a:lnTo>
                    <a:pt x="463067" y="317347"/>
                  </a:lnTo>
                  <a:lnTo>
                    <a:pt x="457644" y="314337"/>
                  </a:lnTo>
                  <a:lnTo>
                    <a:pt x="451281" y="312826"/>
                  </a:lnTo>
                  <a:lnTo>
                    <a:pt x="443966" y="312826"/>
                  </a:lnTo>
                  <a:lnTo>
                    <a:pt x="407136" y="329895"/>
                  </a:lnTo>
                  <a:lnTo>
                    <a:pt x="394144" y="366166"/>
                  </a:lnTo>
                  <a:lnTo>
                    <a:pt x="393750" y="374827"/>
                  </a:lnTo>
                  <a:lnTo>
                    <a:pt x="394182" y="383641"/>
                  </a:lnTo>
                  <a:lnTo>
                    <a:pt x="408305" y="419430"/>
                  </a:lnTo>
                  <a:lnTo>
                    <a:pt x="444919" y="436587"/>
                  </a:lnTo>
                  <a:lnTo>
                    <a:pt x="455218" y="435495"/>
                  </a:lnTo>
                  <a:lnTo>
                    <a:pt x="464185" y="432193"/>
                  </a:lnTo>
                  <a:lnTo>
                    <a:pt x="471843" y="426681"/>
                  </a:lnTo>
                  <a:lnTo>
                    <a:pt x="477240" y="420090"/>
                  </a:lnTo>
                  <a:lnTo>
                    <a:pt x="478155" y="418973"/>
                  </a:lnTo>
                  <a:lnTo>
                    <a:pt x="478155" y="433920"/>
                  </a:lnTo>
                  <a:lnTo>
                    <a:pt x="496785" y="433920"/>
                  </a:lnTo>
                  <a:lnTo>
                    <a:pt x="496785" y="418973"/>
                  </a:lnTo>
                  <a:lnTo>
                    <a:pt x="496785" y="329450"/>
                  </a:lnTo>
                  <a:lnTo>
                    <a:pt x="496785" y="329107"/>
                  </a:lnTo>
                  <a:lnTo>
                    <a:pt x="496785" y="270471"/>
                  </a:lnTo>
                  <a:close/>
                </a:path>
                <a:path w="2437765" h="481965">
                  <a:moveTo>
                    <a:pt x="569061" y="93167"/>
                  </a:moveTo>
                  <a:lnTo>
                    <a:pt x="555053" y="58305"/>
                  </a:lnTo>
                  <a:lnTo>
                    <a:pt x="551484" y="53835"/>
                  </a:lnTo>
                  <a:lnTo>
                    <a:pt x="548652" y="51676"/>
                  </a:lnTo>
                  <a:lnTo>
                    <a:pt x="548652" y="104140"/>
                  </a:lnTo>
                  <a:lnTo>
                    <a:pt x="548043" y="114757"/>
                  </a:lnTo>
                  <a:lnTo>
                    <a:pt x="522579" y="148920"/>
                  </a:lnTo>
                  <a:lnTo>
                    <a:pt x="516115" y="149631"/>
                  </a:lnTo>
                  <a:lnTo>
                    <a:pt x="508419" y="148666"/>
                  </a:lnTo>
                  <a:lnTo>
                    <a:pt x="501586" y="145757"/>
                  </a:lnTo>
                  <a:lnTo>
                    <a:pt x="484784" y="104140"/>
                  </a:lnTo>
                  <a:lnTo>
                    <a:pt x="484809" y="102450"/>
                  </a:lnTo>
                  <a:lnTo>
                    <a:pt x="499325" y="65303"/>
                  </a:lnTo>
                  <a:lnTo>
                    <a:pt x="517067" y="58877"/>
                  </a:lnTo>
                  <a:lnTo>
                    <a:pt x="525792" y="58877"/>
                  </a:lnTo>
                  <a:lnTo>
                    <a:pt x="548055" y="93167"/>
                  </a:lnTo>
                  <a:lnTo>
                    <a:pt x="548652" y="104140"/>
                  </a:lnTo>
                  <a:lnTo>
                    <a:pt x="548652" y="51676"/>
                  </a:lnTo>
                  <a:lnTo>
                    <a:pt x="546061" y="49695"/>
                  </a:lnTo>
                  <a:lnTo>
                    <a:pt x="539699" y="46786"/>
                  </a:lnTo>
                  <a:lnTo>
                    <a:pt x="533095" y="43840"/>
                  </a:lnTo>
                  <a:lnTo>
                    <a:pt x="526262" y="42367"/>
                  </a:lnTo>
                  <a:lnTo>
                    <a:pt x="518947" y="42367"/>
                  </a:lnTo>
                  <a:lnTo>
                    <a:pt x="509485" y="43357"/>
                  </a:lnTo>
                  <a:lnTo>
                    <a:pt x="500913" y="46342"/>
                  </a:lnTo>
                  <a:lnTo>
                    <a:pt x="493217" y="51333"/>
                  </a:lnTo>
                  <a:lnTo>
                    <a:pt x="486410" y="58305"/>
                  </a:lnTo>
                  <a:lnTo>
                    <a:pt x="486410" y="0"/>
                  </a:lnTo>
                  <a:lnTo>
                    <a:pt x="466140" y="0"/>
                  </a:lnTo>
                  <a:lnTo>
                    <a:pt x="466140" y="163461"/>
                  </a:lnTo>
                  <a:lnTo>
                    <a:pt x="485000" y="163461"/>
                  </a:lnTo>
                  <a:lnTo>
                    <a:pt x="485000" y="148615"/>
                  </a:lnTo>
                  <a:lnTo>
                    <a:pt x="491439" y="156273"/>
                  </a:lnTo>
                  <a:lnTo>
                    <a:pt x="499084" y="161747"/>
                  </a:lnTo>
                  <a:lnTo>
                    <a:pt x="507873" y="165023"/>
                  </a:lnTo>
                  <a:lnTo>
                    <a:pt x="517766" y="166116"/>
                  </a:lnTo>
                  <a:lnTo>
                    <a:pt x="527989" y="165087"/>
                  </a:lnTo>
                  <a:lnTo>
                    <a:pt x="537425" y="161975"/>
                  </a:lnTo>
                  <a:lnTo>
                    <a:pt x="546112" y="156781"/>
                  </a:lnTo>
                  <a:lnTo>
                    <a:pt x="553948" y="149631"/>
                  </a:lnTo>
                  <a:lnTo>
                    <a:pt x="554075" y="149517"/>
                  </a:lnTo>
                  <a:lnTo>
                    <a:pt x="560717" y="140335"/>
                  </a:lnTo>
                  <a:lnTo>
                    <a:pt x="565429" y="129438"/>
                  </a:lnTo>
                  <a:lnTo>
                    <a:pt x="568236" y="116814"/>
                  </a:lnTo>
                  <a:lnTo>
                    <a:pt x="569061" y="104140"/>
                  </a:lnTo>
                  <a:lnTo>
                    <a:pt x="569061" y="93167"/>
                  </a:lnTo>
                  <a:close/>
                </a:path>
                <a:path w="2437765" h="481965">
                  <a:moveTo>
                    <a:pt x="617499" y="270471"/>
                  </a:moveTo>
                  <a:lnTo>
                    <a:pt x="597458" y="270471"/>
                  </a:lnTo>
                  <a:lnTo>
                    <a:pt x="597458" y="433920"/>
                  </a:lnTo>
                  <a:lnTo>
                    <a:pt x="617499" y="433920"/>
                  </a:lnTo>
                  <a:lnTo>
                    <a:pt x="617499" y="270471"/>
                  </a:lnTo>
                  <a:close/>
                </a:path>
                <a:path w="2437765" h="481965">
                  <a:moveTo>
                    <a:pt x="693191" y="45046"/>
                  </a:moveTo>
                  <a:lnTo>
                    <a:pt x="673150" y="45046"/>
                  </a:lnTo>
                  <a:lnTo>
                    <a:pt x="673150" y="118592"/>
                  </a:lnTo>
                  <a:lnTo>
                    <a:pt x="671969" y="126301"/>
                  </a:lnTo>
                  <a:lnTo>
                    <a:pt x="667727" y="136931"/>
                  </a:lnTo>
                  <a:lnTo>
                    <a:pt x="663956" y="141135"/>
                  </a:lnTo>
                  <a:lnTo>
                    <a:pt x="658533" y="144221"/>
                  </a:lnTo>
                  <a:lnTo>
                    <a:pt x="653338" y="147307"/>
                  </a:lnTo>
                  <a:lnTo>
                    <a:pt x="647687" y="148856"/>
                  </a:lnTo>
                  <a:lnTo>
                    <a:pt x="635660" y="148856"/>
                  </a:lnTo>
                  <a:lnTo>
                    <a:pt x="630466" y="147345"/>
                  </a:lnTo>
                  <a:lnTo>
                    <a:pt x="626465" y="144335"/>
                  </a:lnTo>
                  <a:lnTo>
                    <a:pt x="622223" y="141325"/>
                  </a:lnTo>
                  <a:lnTo>
                    <a:pt x="619620" y="137160"/>
                  </a:lnTo>
                  <a:lnTo>
                    <a:pt x="618451" y="131902"/>
                  </a:lnTo>
                  <a:lnTo>
                    <a:pt x="617499" y="128257"/>
                  </a:lnTo>
                  <a:lnTo>
                    <a:pt x="617029" y="121196"/>
                  </a:lnTo>
                  <a:lnTo>
                    <a:pt x="617029" y="45046"/>
                  </a:lnTo>
                  <a:lnTo>
                    <a:pt x="596988" y="45046"/>
                  </a:lnTo>
                  <a:lnTo>
                    <a:pt x="597090" y="128257"/>
                  </a:lnTo>
                  <a:lnTo>
                    <a:pt x="604532" y="152031"/>
                  </a:lnTo>
                  <a:lnTo>
                    <a:pt x="607364" y="156070"/>
                  </a:lnTo>
                  <a:lnTo>
                    <a:pt x="611847" y="159435"/>
                  </a:lnTo>
                  <a:lnTo>
                    <a:pt x="624103" y="164782"/>
                  </a:lnTo>
                  <a:lnTo>
                    <a:pt x="630466" y="166116"/>
                  </a:lnTo>
                  <a:lnTo>
                    <a:pt x="637540" y="166116"/>
                  </a:lnTo>
                  <a:lnTo>
                    <a:pt x="672858" y="148856"/>
                  </a:lnTo>
                  <a:lnTo>
                    <a:pt x="675271" y="146050"/>
                  </a:lnTo>
                  <a:lnTo>
                    <a:pt x="675271" y="163461"/>
                  </a:lnTo>
                  <a:lnTo>
                    <a:pt x="693191" y="163461"/>
                  </a:lnTo>
                  <a:lnTo>
                    <a:pt x="693191" y="146050"/>
                  </a:lnTo>
                  <a:lnTo>
                    <a:pt x="693191" y="45046"/>
                  </a:lnTo>
                  <a:close/>
                </a:path>
                <a:path w="2437765" h="481965">
                  <a:moveTo>
                    <a:pt x="754024" y="373037"/>
                  </a:moveTo>
                  <a:lnTo>
                    <a:pt x="738936" y="329450"/>
                  </a:lnTo>
                  <a:lnTo>
                    <a:pt x="733234" y="324459"/>
                  </a:lnTo>
                  <a:lnTo>
                    <a:pt x="733234" y="374700"/>
                  </a:lnTo>
                  <a:lnTo>
                    <a:pt x="732650" y="384949"/>
                  </a:lnTo>
                  <a:lnTo>
                    <a:pt x="712076" y="417258"/>
                  </a:lnTo>
                  <a:lnTo>
                    <a:pt x="698373" y="420090"/>
                  </a:lnTo>
                  <a:lnTo>
                    <a:pt x="691121" y="419392"/>
                  </a:lnTo>
                  <a:lnTo>
                    <a:pt x="664095" y="385368"/>
                  </a:lnTo>
                  <a:lnTo>
                    <a:pt x="663486" y="374700"/>
                  </a:lnTo>
                  <a:lnTo>
                    <a:pt x="664095" y="364058"/>
                  </a:lnTo>
                  <a:lnTo>
                    <a:pt x="691121" y="330161"/>
                  </a:lnTo>
                  <a:lnTo>
                    <a:pt x="698373" y="329450"/>
                  </a:lnTo>
                  <a:lnTo>
                    <a:pt x="705497" y="330161"/>
                  </a:lnTo>
                  <a:lnTo>
                    <a:pt x="732650" y="363728"/>
                  </a:lnTo>
                  <a:lnTo>
                    <a:pt x="733234" y="374700"/>
                  </a:lnTo>
                  <a:lnTo>
                    <a:pt x="733234" y="324459"/>
                  </a:lnTo>
                  <a:lnTo>
                    <a:pt x="730110" y="321830"/>
                  </a:lnTo>
                  <a:lnTo>
                    <a:pt x="720623" y="316826"/>
                  </a:lnTo>
                  <a:lnTo>
                    <a:pt x="710044" y="313829"/>
                  </a:lnTo>
                  <a:lnTo>
                    <a:pt x="698373" y="312826"/>
                  </a:lnTo>
                  <a:lnTo>
                    <a:pt x="687819" y="313651"/>
                  </a:lnTo>
                  <a:lnTo>
                    <a:pt x="653072" y="334975"/>
                  </a:lnTo>
                  <a:lnTo>
                    <a:pt x="642734" y="374700"/>
                  </a:lnTo>
                  <a:lnTo>
                    <a:pt x="643699" y="388823"/>
                  </a:lnTo>
                  <a:lnTo>
                    <a:pt x="666407" y="427609"/>
                  </a:lnTo>
                  <a:lnTo>
                    <a:pt x="698373" y="436587"/>
                  </a:lnTo>
                  <a:lnTo>
                    <a:pt x="706018" y="436143"/>
                  </a:lnTo>
                  <a:lnTo>
                    <a:pt x="739114" y="420090"/>
                  </a:lnTo>
                  <a:lnTo>
                    <a:pt x="743292" y="415175"/>
                  </a:lnTo>
                  <a:lnTo>
                    <a:pt x="747179" y="408990"/>
                  </a:lnTo>
                  <a:lnTo>
                    <a:pt x="750138" y="401840"/>
                  </a:lnTo>
                  <a:lnTo>
                    <a:pt x="752284" y="393458"/>
                  </a:lnTo>
                  <a:lnTo>
                    <a:pt x="753579" y="383857"/>
                  </a:lnTo>
                  <a:lnTo>
                    <a:pt x="754024" y="373037"/>
                  </a:lnTo>
                  <a:close/>
                </a:path>
                <a:path w="2437765" h="481965">
                  <a:moveTo>
                    <a:pt x="775474" y="163220"/>
                  </a:moveTo>
                  <a:lnTo>
                    <a:pt x="772553" y="146291"/>
                  </a:lnTo>
                  <a:lnTo>
                    <a:pt x="772414" y="145491"/>
                  </a:lnTo>
                  <a:lnTo>
                    <a:pt x="768870" y="146011"/>
                  </a:lnTo>
                  <a:lnTo>
                    <a:pt x="765810" y="146291"/>
                  </a:lnTo>
                  <a:lnTo>
                    <a:pt x="760615" y="146291"/>
                  </a:lnTo>
                  <a:lnTo>
                    <a:pt x="758266" y="145796"/>
                  </a:lnTo>
                  <a:lnTo>
                    <a:pt x="756843" y="144830"/>
                  </a:lnTo>
                  <a:lnTo>
                    <a:pt x="755192" y="143865"/>
                  </a:lnTo>
                  <a:lnTo>
                    <a:pt x="754024" y="142570"/>
                  </a:lnTo>
                  <a:lnTo>
                    <a:pt x="752602" y="139280"/>
                  </a:lnTo>
                  <a:lnTo>
                    <a:pt x="752132" y="135610"/>
                  </a:lnTo>
                  <a:lnTo>
                    <a:pt x="752132" y="60655"/>
                  </a:lnTo>
                  <a:lnTo>
                    <a:pt x="772414" y="60655"/>
                  </a:lnTo>
                  <a:lnTo>
                    <a:pt x="772414" y="45046"/>
                  </a:lnTo>
                  <a:lnTo>
                    <a:pt x="752132" y="45046"/>
                  </a:lnTo>
                  <a:lnTo>
                    <a:pt x="752132" y="3670"/>
                  </a:lnTo>
                  <a:lnTo>
                    <a:pt x="732332" y="15709"/>
                  </a:lnTo>
                  <a:lnTo>
                    <a:pt x="732332" y="45046"/>
                  </a:lnTo>
                  <a:lnTo>
                    <a:pt x="717473" y="45046"/>
                  </a:lnTo>
                  <a:lnTo>
                    <a:pt x="717473" y="60655"/>
                  </a:lnTo>
                  <a:lnTo>
                    <a:pt x="732332" y="60655"/>
                  </a:lnTo>
                  <a:lnTo>
                    <a:pt x="732332" y="140817"/>
                  </a:lnTo>
                  <a:lnTo>
                    <a:pt x="733031" y="148717"/>
                  </a:lnTo>
                  <a:lnTo>
                    <a:pt x="736333" y="156210"/>
                  </a:lnTo>
                  <a:lnTo>
                    <a:pt x="739165" y="159245"/>
                  </a:lnTo>
                  <a:lnTo>
                    <a:pt x="747179" y="163855"/>
                  </a:lnTo>
                  <a:lnTo>
                    <a:pt x="752843" y="165011"/>
                  </a:lnTo>
                  <a:lnTo>
                    <a:pt x="764628" y="165011"/>
                  </a:lnTo>
                  <a:lnTo>
                    <a:pt x="769810" y="164426"/>
                  </a:lnTo>
                  <a:lnTo>
                    <a:pt x="775474" y="163220"/>
                  </a:lnTo>
                  <a:close/>
                </a:path>
                <a:path w="2437765" h="481965">
                  <a:moveTo>
                    <a:pt x="877798" y="433920"/>
                  </a:moveTo>
                  <a:lnTo>
                    <a:pt x="877684" y="350151"/>
                  </a:lnTo>
                  <a:lnTo>
                    <a:pt x="857059" y="316687"/>
                  </a:lnTo>
                  <a:lnTo>
                    <a:pt x="844321" y="312826"/>
                  </a:lnTo>
                  <a:lnTo>
                    <a:pt x="837247" y="312826"/>
                  </a:lnTo>
                  <a:lnTo>
                    <a:pt x="825614" y="314045"/>
                  </a:lnTo>
                  <a:lnTo>
                    <a:pt x="815467" y="317715"/>
                  </a:lnTo>
                  <a:lnTo>
                    <a:pt x="806780" y="323811"/>
                  </a:lnTo>
                  <a:lnTo>
                    <a:pt x="799528" y="332346"/>
                  </a:lnTo>
                  <a:lnTo>
                    <a:pt x="799528" y="315506"/>
                  </a:lnTo>
                  <a:lnTo>
                    <a:pt x="781367" y="315506"/>
                  </a:lnTo>
                  <a:lnTo>
                    <a:pt x="781367" y="433920"/>
                  </a:lnTo>
                  <a:lnTo>
                    <a:pt x="801408" y="433920"/>
                  </a:lnTo>
                  <a:lnTo>
                    <a:pt x="801408" y="369252"/>
                  </a:lnTo>
                  <a:lnTo>
                    <a:pt x="801992" y="358787"/>
                  </a:lnTo>
                  <a:lnTo>
                    <a:pt x="818616" y="332346"/>
                  </a:lnTo>
                  <a:lnTo>
                    <a:pt x="824522" y="330225"/>
                  </a:lnTo>
                  <a:lnTo>
                    <a:pt x="838428" y="330225"/>
                  </a:lnTo>
                  <a:lnTo>
                    <a:pt x="842911" y="331431"/>
                  </a:lnTo>
                  <a:lnTo>
                    <a:pt x="857758" y="353720"/>
                  </a:lnTo>
                  <a:lnTo>
                    <a:pt x="857758" y="433920"/>
                  </a:lnTo>
                  <a:lnTo>
                    <a:pt x="877798" y="433920"/>
                  </a:lnTo>
                  <a:close/>
                </a:path>
                <a:path w="2437765" h="481965">
                  <a:moveTo>
                    <a:pt x="1015263" y="374497"/>
                  </a:moveTo>
                  <a:lnTo>
                    <a:pt x="1014476" y="363347"/>
                  </a:lnTo>
                  <a:lnTo>
                    <a:pt x="1014298" y="360654"/>
                  </a:lnTo>
                  <a:lnTo>
                    <a:pt x="1011428" y="348462"/>
                  </a:lnTo>
                  <a:lnTo>
                    <a:pt x="1006703" y="337908"/>
                  </a:lnTo>
                  <a:lnTo>
                    <a:pt x="1000417" y="329336"/>
                  </a:lnTo>
                  <a:lnTo>
                    <a:pt x="1000175" y="329006"/>
                  </a:lnTo>
                  <a:lnTo>
                    <a:pt x="994041" y="323672"/>
                  </a:lnTo>
                  <a:lnTo>
                    <a:pt x="994041" y="363347"/>
                  </a:lnTo>
                  <a:lnTo>
                    <a:pt x="927544" y="363347"/>
                  </a:lnTo>
                  <a:lnTo>
                    <a:pt x="952068" y="329336"/>
                  </a:lnTo>
                  <a:lnTo>
                    <a:pt x="961504" y="329336"/>
                  </a:lnTo>
                  <a:lnTo>
                    <a:pt x="993101" y="353377"/>
                  </a:lnTo>
                  <a:lnTo>
                    <a:pt x="994041" y="363347"/>
                  </a:lnTo>
                  <a:lnTo>
                    <a:pt x="994041" y="323672"/>
                  </a:lnTo>
                  <a:lnTo>
                    <a:pt x="992035" y="321919"/>
                  </a:lnTo>
                  <a:lnTo>
                    <a:pt x="982840" y="316865"/>
                  </a:lnTo>
                  <a:lnTo>
                    <a:pt x="972578" y="313842"/>
                  </a:lnTo>
                  <a:lnTo>
                    <a:pt x="961263" y="312826"/>
                  </a:lnTo>
                  <a:lnTo>
                    <a:pt x="949502" y="313855"/>
                  </a:lnTo>
                  <a:lnTo>
                    <a:pt x="914374" y="338429"/>
                  </a:lnTo>
                  <a:lnTo>
                    <a:pt x="905713" y="374497"/>
                  </a:lnTo>
                  <a:lnTo>
                    <a:pt x="905751" y="377456"/>
                  </a:lnTo>
                  <a:lnTo>
                    <a:pt x="920953" y="420585"/>
                  </a:lnTo>
                  <a:lnTo>
                    <a:pt x="962215" y="436587"/>
                  </a:lnTo>
                  <a:lnTo>
                    <a:pt x="972159" y="435965"/>
                  </a:lnTo>
                  <a:lnTo>
                    <a:pt x="1007478" y="414477"/>
                  </a:lnTo>
                  <a:lnTo>
                    <a:pt x="1014552" y="398335"/>
                  </a:lnTo>
                  <a:lnTo>
                    <a:pt x="993800" y="395782"/>
                  </a:lnTo>
                  <a:lnTo>
                    <a:pt x="990739" y="404266"/>
                  </a:lnTo>
                  <a:lnTo>
                    <a:pt x="986497" y="410425"/>
                  </a:lnTo>
                  <a:lnTo>
                    <a:pt x="976122" y="418172"/>
                  </a:lnTo>
                  <a:lnTo>
                    <a:pt x="969759" y="420090"/>
                  </a:lnTo>
                  <a:lnTo>
                    <a:pt x="962444" y="420090"/>
                  </a:lnTo>
                  <a:lnTo>
                    <a:pt x="929855" y="397065"/>
                  </a:lnTo>
                  <a:lnTo>
                    <a:pt x="926604" y="379831"/>
                  </a:lnTo>
                  <a:lnTo>
                    <a:pt x="1015022" y="379831"/>
                  </a:lnTo>
                  <a:lnTo>
                    <a:pt x="1015022" y="377456"/>
                  </a:lnTo>
                  <a:lnTo>
                    <a:pt x="1015250" y="375716"/>
                  </a:lnTo>
                  <a:lnTo>
                    <a:pt x="1015263" y="374497"/>
                  </a:lnTo>
                  <a:close/>
                </a:path>
                <a:path w="2437765" h="481965">
                  <a:moveTo>
                    <a:pt x="1212126" y="373722"/>
                  </a:moveTo>
                  <a:lnTo>
                    <a:pt x="1202880" y="335940"/>
                  </a:lnTo>
                  <a:lnTo>
                    <a:pt x="1197432" y="328561"/>
                  </a:lnTo>
                  <a:lnTo>
                    <a:pt x="1194041" y="324929"/>
                  </a:lnTo>
                  <a:lnTo>
                    <a:pt x="1191615" y="323037"/>
                  </a:lnTo>
                  <a:lnTo>
                    <a:pt x="1191615" y="373722"/>
                  </a:lnTo>
                  <a:lnTo>
                    <a:pt x="1191006" y="384810"/>
                  </a:lnTo>
                  <a:lnTo>
                    <a:pt x="1165504" y="419392"/>
                  </a:lnTo>
                  <a:lnTo>
                    <a:pt x="1159078" y="420090"/>
                  </a:lnTo>
                  <a:lnTo>
                    <a:pt x="1150366" y="420090"/>
                  </a:lnTo>
                  <a:lnTo>
                    <a:pt x="1127836" y="386067"/>
                  </a:lnTo>
                  <a:lnTo>
                    <a:pt x="1127252" y="375386"/>
                  </a:lnTo>
                  <a:lnTo>
                    <a:pt x="1127874" y="364642"/>
                  </a:lnTo>
                  <a:lnTo>
                    <a:pt x="1147800" y="331558"/>
                  </a:lnTo>
                  <a:lnTo>
                    <a:pt x="1160030" y="328561"/>
                  </a:lnTo>
                  <a:lnTo>
                    <a:pt x="1168514" y="328561"/>
                  </a:lnTo>
                  <a:lnTo>
                    <a:pt x="1191044" y="363105"/>
                  </a:lnTo>
                  <a:lnTo>
                    <a:pt x="1191615" y="373722"/>
                  </a:lnTo>
                  <a:lnTo>
                    <a:pt x="1191615" y="323037"/>
                  </a:lnTo>
                  <a:lnTo>
                    <a:pt x="1161910" y="312826"/>
                  </a:lnTo>
                  <a:lnTo>
                    <a:pt x="1154137" y="312826"/>
                  </a:lnTo>
                  <a:lnTo>
                    <a:pt x="1147533" y="314337"/>
                  </a:lnTo>
                  <a:lnTo>
                    <a:pt x="1136688" y="320357"/>
                  </a:lnTo>
                  <a:lnTo>
                    <a:pt x="1131735" y="324866"/>
                  </a:lnTo>
                  <a:lnTo>
                    <a:pt x="1127493" y="330885"/>
                  </a:lnTo>
                  <a:lnTo>
                    <a:pt x="1127493" y="315506"/>
                  </a:lnTo>
                  <a:lnTo>
                    <a:pt x="1109103" y="315506"/>
                  </a:lnTo>
                  <a:lnTo>
                    <a:pt x="1109103" y="479298"/>
                  </a:lnTo>
                  <a:lnTo>
                    <a:pt x="1129144" y="479298"/>
                  </a:lnTo>
                  <a:lnTo>
                    <a:pt x="1129144" y="421652"/>
                  </a:lnTo>
                  <a:lnTo>
                    <a:pt x="1132674" y="425958"/>
                  </a:lnTo>
                  <a:lnTo>
                    <a:pt x="1136916" y="429526"/>
                  </a:lnTo>
                  <a:lnTo>
                    <a:pt x="1147762" y="435178"/>
                  </a:lnTo>
                  <a:lnTo>
                    <a:pt x="1153655" y="436587"/>
                  </a:lnTo>
                  <a:lnTo>
                    <a:pt x="1160500" y="436587"/>
                  </a:lnTo>
                  <a:lnTo>
                    <a:pt x="1196898" y="420090"/>
                  </a:lnTo>
                  <a:lnTo>
                    <a:pt x="1197610" y="419392"/>
                  </a:lnTo>
                  <a:lnTo>
                    <a:pt x="1211732" y="382676"/>
                  </a:lnTo>
                  <a:lnTo>
                    <a:pt x="1212126" y="373722"/>
                  </a:lnTo>
                  <a:close/>
                </a:path>
                <a:path w="2437765" h="481965">
                  <a:moveTo>
                    <a:pt x="1342758" y="433920"/>
                  </a:moveTo>
                  <a:lnTo>
                    <a:pt x="1336382" y="374497"/>
                  </a:lnTo>
                  <a:lnTo>
                    <a:pt x="1336382" y="348627"/>
                  </a:lnTo>
                  <a:lnTo>
                    <a:pt x="1335913" y="342455"/>
                  </a:lnTo>
                  <a:lnTo>
                    <a:pt x="1308798" y="314032"/>
                  </a:lnTo>
                  <a:lnTo>
                    <a:pt x="1300556" y="312826"/>
                  </a:lnTo>
                  <a:lnTo>
                    <a:pt x="1290408" y="312826"/>
                  </a:lnTo>
                  <a:lnTo>
                    <a:pt x="1249857" y="323786"/>
                  </a:lnTo>
                  <a:lnTo>
                    <a:pt x="1236891" y="349275"/>
                  </a:lnTo>
                  <a:lnTo>
                    <a:pt x="1256461" y="351967"/>
                  </a:lnTo>
                  <a:lnTo>
                    <a:pt x="1258582" y="343560"/>
                  </a:lnTo>
                  <a:lnTo>
                    <a:pt x="1262113" y="337705"/>
                  </a:lnTo>
                  <a:lnTo>
                    <a:pt x="1271079" y="331101"/>
                  </a:lnTo>
                  <a:lnTo>
                    <a:pt x="1277912" y="329450"/>
                  </a:lnTo>
                  <a:lnTo>
                    <a:pt x="1297724" y="329450"/>
                  </a:lnTo>
                  <a:lnTo>
                    <a:pt x="1305267" y="331711"/>
                  </a:lnTo>
                  <a:lnTo>
                    <a:pt x="1310449" y="336257"/>
                  </a:lnTo>
                  <a:lnTo>
                    <a:pt x="1314221" y="339598"/>
                  </a:lnTo>
                  <a:lnTo>
                    <a:pt x="1316113" y="345351"/>
                  </a:lnTo>
                  <a:lnTo>
                    <a:pt x="1316113" y="356006"/>
                  </a:lnTo>
                  <a:lnTo>
                    <a:pt x="1315872" y="358762"/>
                  </a:lnTo>
                  <a:lnTo>
                    <a:pt x="1315872" y="374497"/>
                  </a:lnTo>
                  <a:lnTo>
                    <a:pt x="1315872" y="390702"/>
                  </a:lnTo>
                  <a:lnTo>
                    <a:pt x="1314932" y="397383"/>
                  </a:lnTo>
                  <a:lnTo>
                    <a:pt x="1312811" y="401916"/>
                  </a:lnTo>
                  <a:lnTo>
                    <a:pt x="1309979" y="407797"/>
                  </a:lnTo>
                  <a:lnTo>
                    <a:pt x="1305496" y="412407"/>
                  </a:lnTo>
                  <a:lnTo>
                    <a:pt x="1299375" y="415798"/>
                  </a:lnTo>
                  <a:lnTo>
                    <a:pt x="1293482" y="419176"/>
                  </a:lnTo>
                  <a:lnTo>
                    <a:pt x="1286408" y="420878"/>
                  </a:lnTo>
                  <a:lnTo>
                    <a:pt x="1270838" y="420878"/>
                  </a:lnTo>
                  <a:lnTo>
                    <a:pt x="1264945" y="419087"/>
                  </a:lnTo>
                  <a:lnTo>
                    <a:pt x="1256931" y="411962"/>
                  </a:lnTo>
                  <a:lnTo>
                    <a:pt x="1254810" y="407492"/>
                  </a:lnTo>
                  <a:lnTo>
                    <a:pt x="1254810" y="398653"/>
                  </a:lnTo>
                  <a:lnTo>
                    <a:pt x="1255750" y="395478"/>
                  </a:lnTo>
                  <a:lnTo>
                    <a:pt x="1259522" y="389763"/>
                  </a:lnTo>
                  <a:lnTo>
                    <a:pt x="1262113" y="387565"/>
                  </a:lnTo>
                  <a:lnTo>
                    <a:pt x="1265656" y="386092"/>
                  </a:lnTo>
                  <a:lnTo>
                    <a:pt x="1268958" y="384606"/>
                  </a:lnTo>
                  <a:lnTo>
                    <a:pt x="1274851" y="383260"/>
                  </a:lnTo>
                  <a:lnTo>
                    <a:pt x="1283106" y="382066"/>
                  </a:lnTo>
                  <a:lnTo>
                    <a:pt x="1293368" y="380428"/>
                  </a:lnTo>
                  <a:lnTo>
                    <a:pt x="1302232" y="378612"/>
                  </a:lnTo>
                  <a:lnTo>
                    <a:pt x="1309725" y="376631"/>
                  </a:lnTo>
                  <a:lnTo>
                    <a:pt x="1315872" y="374497"/>
                  </a:lnTo>
                  <a:lnTo>
                    <a:pt x="1315872" y="358762"/>
                  </a:lnTo>
                  <a:lnTo>
                    <a:pt x="1309382" y="360705"/>
                  </a:lnTo>
                  <a:lnTo>
                    <a:pt x="1301229" y="362496"/>
                  </a:lnTo>
                  <a:lnTo>
                    <a:pt x="1291437" y="364159"/>
                  </a:lnTo>
                  <a:lnTo>
                    <a:pt x="1280033" y="365671"/>
                  </a:lnTo>
                  <a:lnTo>
                    <a:pt x="1272019" y="366636"/>
                  </a:lnTo>
                  <a:lnTo>
                    <a:pt x="1266126" y="367652"/>
                  </a:lnTo>
                  <a:lnTo>
                    <a:pt x="1234770" y="391617"/>
                  </a:lnTo>
                  <a:lnTo>
                    <a:pt x="1233347" y="396913"/>
                  </a:lnTo>
                  <a:lnTo>
                    <a:pt x="1233347" y="402691"/>
                  </a:lnTo>
                  <a:lnTo>
                    <a:pt x="1256639" y="434200"/>
                  </a:lnTo>
                  <a:lnTo>
                    <a:pt x="1273911" y="436587"/>
                  </a:lnTo>
                  <a:lnTo>
                    <a:pt x="1281925" y="436587"/>
                  </a:lnTo>
                  <a:lnTo>
                    <a:pt x="1317764" y="419315"/>
                  </a:lnTo>
                  <a:lnTo>
                    <a:pt x="1318234" y="424891"/>
                  </a:lnTo>
                  <a:lnTo>
                    <a:pt x="1319644" y="429768"/>
                  </a:lnTo>
                  <a:lnTo>
                    <a:pt x="1321765" y="433920"/>
                  </a:lnTo>
                  <a:lnTo>
                    <a:pt x="1342758" y="433920"/>
                  </a:lnTo>
                  <a:close/>
                </a:path>
                <a:path w="2437765" h="481965">
                  <a:moveTo>
                    <a:pt x="1391564" y="315506"/>
                  </a:moveTo>
                  <a:lnTo>
                    <a:pt x="1371523" y="315506"/>
                  </a:lnTo>
                  <a:lnTo>
                    <a:pt x="1371523" y="433920"/>
                  </a:lnTo>
                  <a:lnTo>
                    <a:pt x="1391564" y="433920"/>
                  </a:lnTo>
                  <a:lnTo>
                    <a:pt x="1391564" y="315506"/>
                  </a:lnTo>
                  <a:close/>
                </a:path>
                <a:path w="2437765" h="481965">
                  <a:moveTo>
                    <a:pt x="1391564" y="270471"/>
                  </a:moveTo>
                  <a:lnTo>
                    <a:pt x="1371523" y="270471"/>
                  </a:lnTo>
                  <a:lnTo>
                    <a:pt x="1371523" y="293547"/>
                  </a:lnTo>
                  <a:lnTo>
                    <a:pt x="1391564" y="293547"/>
                  </a:lnTo>
                  <a:lnTo>
                    <a:pt x="1391564" y="270471"/>
                  </a:lnTo>
                  <a:close/>
                </a:path>
                <a:path w="2437765" h="481965">
                  <a:moveTo>
                    <a:pt x="1487995" y="319290"/>
                  </a:moveTo>
                  <a:lnTo>
                    <a:pt x="1480921" y="314985"/>
                  </a:lnTo>
                  <a:lnTo>
                    <a:pt x="1474076" y="312826"/>
                  </a:lnTo>
                  <a:lnTo>
                    <a:pt x="1462532" y="312826"/>
                  </a:lnTo>
                  <a:lnTo>
                    <a:pt x="1458290" y="314172"/>
                  </a:lnTo>
                  <a:lnTo>
                    <a:pt x="1454518" y="316852"/>
                  </a:lnTo>
                  <a:lnTo>
                    <a:pt x="1450505" y="319532"/>
                  </a:lnTo>
                  <a:lnTo>
                    <a:pt x="1446263" y="325056"/>
                  </a:lnTo>
                  <a:lnTo>
                    <a:pt x="1441538" y="333451"/>
                  </a:lnTo>
                  <a:lnTo>
                    <a:pt x="1441538" y="315506"/>
                  </a:lnTo>
                  <a:lnTo>
                    <a:pt x="1423390" y="315506"/>
                  </a:lnTo>
                  <a:lnTo>
                    <a:pt x="1423390" y="433920"/>
                  </a:lnTo>
                  <a:lnTo>
                    <a:pt x="1443672" y="433920"/>
                  </a:lnTo>
                  <a:lnTo>
                    <a:pt x="1443672" y="363461"/>
                  </a:lnTo>
                  <a:lnTo>
                    <a:pt x="1444840" y="355650"/>
                  </a:lnTo>
                  <a:lnTo>
                    <a:pt x="1461820" y="333565"/>
                  </a:lnTo>
                  <a:lnTo>
                    <a:pt x="1471256" y="333565"/>
                  </a:lnTo>
                  <a:lnTo>
                    <a:pt x="1476209" y="335026"/>
                  </a:lnTo>
                  <a:lnTo>
                    <a:pt x="1481150" y="337921"/>
                  </a:lnTo>
                  <a:lnTo>
                    <a:pt x="1482750" y="333565"/>
                  </a:lnTo>
                  <a:lnTo>
                    <a:pt x="1487995" y="319290"/>
                  </a:lnTo>
                  <a:close/>
                </a:path>
                <a:path w="2437765" h="481965">
                  <a:moveTo>
                    <a:pt x="1663407" y="270471"/>
                  </a:moveTo>
                  <a:lnTo>
                    <a:pt x="1645018" y="270471"/>
                  </a:lnTo>
                  <a:lnTo>
                    <a:pt x="1645018" y="376491"/>
                  </a:lnTo>
                  <a:lnTo>
                    <a:pt x="1644446" y="386829"/>
                  </a:lnTo>
                  <a:lnTo>
                    <a:pt x="1622145" y="420090"/>
                  </a:lnTo>
                  <a:lnTo>
                    <a:pt x="1604708" y="420090"/>
                  </a:lnTo>
                  <a:lnTo>
                    <a:pt x="1581734" y="385483"/>
                  </a:lnTo>
                  <a:lnTo>
                    <a:pt x="1581124" y="374827"/>
                  </a:lnTo>
                  <a:lnTo>
                    <a:pt x="1581696" y="363842"/>
                  </a:lnTo>
                  <a:lnTo>
                    <a:pt x="1603527" y="329450"/>
                  </a:lnTo>
                  <a:lnTo>
                    <a:pt x="1612480" y="329450"/>
                  </a:lnTo>
                  <a:lnTo>
                    <a:pt x="1642694" y="355422"/>
                  </a:lnTo>
                  <a:lnTo>
                    <a:pt x="1645018" y="376491"/>
                  </a:lnTo>
                  <a:lnTo>
                    <a:pt x="1645018" y="270471"/>
                  </a:lnTo>
                  <a:lnTo>
                    <a:pt x="1643367" y="270471"/>
                  </a:lnTo>
                  <a:lnTo>
                    <a:pt x="1643367" y="329107"/>
                  </a:lnTo>
                  <a:lnTo>
                    <a:pt x="1639836" y="324281"/>
                  </a:lnTo>
                  <a:lnTo>
                    <a:pt x="1635353" y="320357"/>
                  </a:lnTo>
                  <a:lnTo>
                    <a:pt x="1629689" y="317347"/>
                  </a:lnTo>
                  <a:lnTo>
                    <a:pt x="1624266" y="314337"/>
                  </a:lnTo>
                  <a:lnTo>
                    <a:pt x="1617903" y="312826"/>
                  </a:lnTo>
                  <a:lnTo>
                    <a:pt x="1610601" y="312826"/>
                  </a:lnTo>
                  <a:lnTo>
                    <a:pt x="1573758" y="329895"/>
                  </a:lnTo>
                  <a:lnTo>
                    <a:pt x="1560766" y="366166"/>
                  </a:lnTo>
                  <a:lnTo>
                    <a:pt x="1560372" y="374827"/>
                  </a:lnTo>
                  <a:lnTo>
                    <a:pt x="1560817" y="383641"/>
                  </a:lnTo>
                  <a:lnTo>
                    <a:pt x="1574939" y="419430"/>
                  </a:lnTo>
                  <a:lnTo>
                    <a:pt x="1611541" y="436587"/>
                  </a:lnTo>
                  <a:lnTo>
                    <a:pt x="1621840" y="435495"/>
                  </a:lnTo>
                  <a:lnTo>
                    <a:pt x="1630819" y="432193"/>
                  </a:lnTo>
                  <a:lnTo>
                    <a:pt x="1638465" y="426681"/>
                  </a:lnTo>
                  <a:lnTo>
                    <a:pt x="1643862" y="420090"/>
                  </a:lnTo>
                  <a:lnTo>
                    <a:pt x="1644789" y="418973"/>
                  </a:lnTo>
                  <a:lnTo>
                    <a:pt x="1644789" y="433920"/>
                  </a:lnTo>
                  <a:lnTo>
                    <a:pt x="1663407" y="433920"/>
                  </a:lnTo>
                  <a:lnTo>
                    <a:pt x="1663407" y="418973"/>
                  </a:lnTo>
                  <a:lnTo>
                    <a:pt x="1663407" y="329450"/>
                  </a:lnTo>
                  <a:lnTo>
                    <a:pt x="1663407" y="329107"/>
                  </a:lnTo>
                  <a:lnTo>
                    <a:pt x="1663407" y="270471"/>
                  </a:lnTo>
                  <a:close/>
                </a:path>
                <a:path w="2437765" h="481965">
                  <a:moveTo>
                    <a:pt x="1802523" y="373037"/>
                  </a:moveTo>
                  <a:lnTo>
                    <a:pt x="1787436" y="329450"/>
                  </a:lnTo>
                  <a:lnTo>
                    <a:pt x="1781962" y="324637"/>
                  </a:lnTo>
                  <a:lnTo>
                    <a:pt x="1781962" y="374700"/>
                  </a:lnTo>
                  <a:lnTo>
                    <a:pt x="1781352" y="384949"/>
                  </a:lnTo>
                  <a:lnTo>
                    <a:pt x="1760702" y="417258"/>
                  </a:lnTo>
                  <a:lnTo>
                    <a:pt x="1747113" y="420090"/>
                  </a:lnTo>
                  <a:lnTo>
                    <a:pt x="1739849" y="419392"/>
                  </a:lnTo>
                  <a:lnTo>
                    <a:pt x="1712595" y="385368"/>
                  </a:lnTo>
                  <a:lnTo>
                    <a:pt x="1711985" y="374700"/>
                  </a:lnTo>
                  <a:lnTo>
                    <a:pt x="1712595" y="364058"/>
                  </a:lnTo>
                  <a:lnTo>
                    <a:pt x="1739849" y="330161"/>
                  </a:lnTo>
                  <a:lnTo>
                    <a:pt x="1747113" y="329450"/>
                  </a:lnTo>
                  <a:lnTo>
                    <a:pt x="1754225" y="330161"/>
                  </a:lnTo>
                  <a:lnTo>
                    <a:pt x="1781352" y="363728"/>
                  </a:lnTo>
                  <a:lnTo>
                    <a:pt x="1781962" y="374700"/>
                  </a:lnTo>
                  <a:lnTo>
                    <a:pt x="1781962" y="324637"/>
                  </a:lnTo>
                  <a:lnTo>
                    <a:pt x="1778647" y="321830"/>
                  </a:lnTo>
                  <a:lnTo>
                    <a:pt x="1769249" y="316826"/>
                  </a:lnTo>
                  <a:lnTo>
                    <a:pt x="1758746" y="313829"/>
                  </a:lnTo>
                  <a:lnTo>
                    <a:pt x="1747113" y="312826"/>
                  </a:lnTo>
                  <a:lnTo>
                    <a:pt x="1736445" y="313651"/>
                  </a:lnTo>
                  <a:lnTo>
                    <a:pt x="1701609" y="334975"/>
                  </a:lnTo>
                  <a:lnTo>
                    <a:pt x="1691474" y="374700"/>
                  </a:lnTo>
                  <a:lnTo>
                    <a:pt x="1692402" y="388823"/>
                  </a:lnTo>
                  <a:lnTo>
                    <a:pt x="1715020" y="427609"/>
                  </a:lnTo>
                  <a:lnTo>
                    <a:pt x="1747113" y="436587"/>
                  </a:lnTo>
                  <a:lnTo>
                    <a:pt x="1754720" y="436143"/>
                  </a:lnTo>
                  <a:lnTo>
                    <a:pt x="1787702" y="420090"/>
                  </a:lnTo>
                  <a:lnTo>
                    <a:pt x="1791893" y="415175"/>
                  </a:lnTo>
                  <a:lnTo>
                    <a:pt x="1795678" y="408990"/>
                  </a:lnTo>
                  <a:lnTo>
                    <a:pt x="1798739" y="401840"/>
                  </a:lnTo>
                  <a:lnTo>
                    <a:pt x="1800872" y="393458"/>
                  </a:lnTo>
                  <a:lnTo>
                    <a:pt x="1802117" y="383857"/>
                  </a:lnTo>
                  <a:lnTo>
                    <a:pt x="1802523" y="373037"/>
                  </a:lnTo>
                  <a:close/>
                </a:path>
                <a:path w="2437765" h="481965">
                  <a:moveTo>
                    <a:pt x="1926297" y="433920"/>
                  </a:moveTo>
                  <a:lnTo>
                    <a:pt x="1926247" y="350151"/>
                  </a:lnTo>
                  <a:lnTo>
                    <a:pt x="1918995" y="326771"/>
                  </a:lnTo>
                  <a:lnTo>
                    <a:pt x="1916163" y="322605"/>
                  </a:lnTo>
                  <a:lnTo>
                    <a:pt x="1911680" y="319252"/>
                  </a:lnTo>
                  <a:lnTo>
                    <a:pt x="1905558" y="316687"/>
                  </a:lnTo>
                  <a:lnTo>
                    <a:pt x="1899666" y="314121"/>
                  </a:lnTo>
                  <a:lnTo>
                    <a:pt x="1893062" y="312826"/>
                  </a:lnTo>
                  <a:lnTo>
                    <a:pt x="1885746" y="312826"/>
                  </a:lnTo>
                  <a:lnTo>
                    <a:pt x="1874215" y="314045"/>
                  </a:lnTo>
                  <a:lnTo>
                    <a:pt x="1864055" y="317715"/>
                  </a:lnTo>
                  <a:lnTo>
                    <a:pt x="1855317" y="323811"/>
                  </a:lnTo>
                  <a:lnTo>
                    <a:pt x="1848027" y="332346"/>
                  </a:lnTo>
                  <a:lnTo>
                    <a:pt x="1848027" y="315506"/>
                  </a:lnTo>
                  <a:lnTo>
                    <a:pt x="1829866" y="315506"/>
                  </a:lnTo>
                  <a:lnTo>
                    <a:pt x="1829866" y="433920"/>
                  </a:lnTo>
                  <a:lnTo>
                    <a:pt x="1850148" y="433920"/>
                  </a:lnTo>
                  <a:lnTo>
                    <a:pt x="1850148" y="369252"/>
                  </a:lnTo>
                  <a:lnTo>
                    <a:pt x="1850720" y="358787"/>
                  </a:lnTo>
                  <a:lnTo>
                    <a:pt x="1867293" y="332346"/>
                  </a:lnTo>
                  <a:lnTo>
                    <a:pt x="1873021" y="330225"/>
                  </a:lnTo>
                  <a:lnTo>
                    <a:pt x="1886927" y="330225"/>
                  </a:lnTo>
                  <a:lnTo>
                    <a:pt x="1891639" y="331431"/>
                  </a:lnTo>
                  <a:lnTo>
                    <a:pt x="1899666" y="336270"/>
                  </a:lnTo>
                  <a:lnTo>
                    <a:pt x="1902485" y="339496"/>
                  </a:lnTo>
                  <a:lnTo>
                    <a:pt x="1903907" y="343547"/>
                  </a:lnTo>
                  <a:lnTo>
                    <a:pt x="1905558" y="347611"/>
                  </a:lnTo>
                  <a:lnTo>
                    <a:pt x="1906257" y="353720"/>
                  </a:lnTo>
                  <a:lnTo>
                    <a:pt x="1906257" y="433920"/>
                  </a:lnTo>
                  <a:lnTo>
                    <a:pt x="1926297" y="433920"/>
                  </a:lnTo>
                  <a:close/>
                </a:path>
                <a:path w="2437765" h="481965">
                  <a:moveTo>
                    <a:pt x="2063521" y="433920"/>
                  </a:moveTo>
                  <a:lnTo>
                    <a:pt x="2057171" y="386092"/>
                  </a:lnTo>
                  <a:lnTo>
                    <a:pt x="2057158" y="374497"/>
                  </a:lnTo>
                  <a:lnTo>
                    <a:pt x="2057031" y="345351"/>
                  </a:lnTo>
                  <a:lnTo>
                    <a:pt x="2056917" y="342455"/>
                  </a:lnTo>
                  <a:lnTo>
                    <a:pt x="2056218" y="339026"/>
                  </a:lnTo>
                  <a:lnTo>
                    <a:pt x="2055037" y="333527"/>
                  </a:lnTo>
                  <a:lnTo>
                    <a:pt x="2053132" y="329450"/>
                  </a:lnTo>
                  <a:lnTo>
                    <a:pt x="2052916" y="328980"/>
                  </a:lnTo>
                  <a:lnTo>
                    <a:pt x="2049856" y="325386"/>
                  </a:lnTo>
                  <a:lnTo>
                    <a:pt x="2047024" y="321767"/>
                  </a:lnTo>
                  <a:lnTo>
                    <a:pt x="2042299" y="318782"/>
                  </a:lnTo>
                  <a:lnTo>
                    <a:pt x="2029574" y="314032"/>
                  </a:lnTo>
                  <a:lnTo>
                    <a:pt x="2021319" y="312826"/>
                  </a:lnTo>
                  <a:lnTo>
                    <a:pt x="2011184" y="312826"/>
                  </a:lnTo>
                  <a:lnTo>
                    <a:pt x="1970633" y="323786"/>
                  </a:lnTo>
                  <a:lnTo>
                    <a:pt x="1966582" y="328980"/>
                  </a:lnTo>
                  <a:lnTo>
                    <a:pt x="1962378" y="334111"/>
                  </a:lnTo>
                  <a:lnTo>
                    <a:pt x="1959546" y="340880"/>
                  </a:lnTo>
                  <a:lnTo>
                    <a:pt x="1957666" y="349275"/>
                  </a:lnTo>
                  <a:lnTo>
                    <a:pt x="1977466" y="351967"/>
                  </a:lnTo>
                  <a:lnTo>
                    <a:pt x="1979587" y="343560"/>
                  </a:lnTo>
                  <a:lnTo>
                    <a:pt x="1982889" y="337705"/>
                  </a:lnTo>
                  <a:lnTo>
                    <a:pt x="1991842" y="331101"/>
                  </a:lnTo>
                  <a:lnTo>
                    <a:pt x="1998916" y="329450"/>
                  </a:lnTo>
                  <a:lnTo>
                    <a:pt x="2018487" y="329450"/>
                  </a:lnTo>
                  <a:lnTo>
                    <a:pt x="2026031" y="331711"/>
                  </a:lnTo>
                  <a:lnTo>
                    <a:pt x="2031225" y="336257"/>
                  </a:lnTo>
                  <a:lnTo>
                    <a:pt x="2034997" y="339598"/>
                  </a:lnTo>
                  <a:lnTo>
                    <a:pt x="2036876" y="345351"/>
                  </a:lnTo>
                  <a:lnTo>
                    <a:pt x="2036876" y="358762"/>
                  </a:lnTo>
                  <a:lnTo>
                    <a:pt x="2036876" y="374497"/>
                  </a:lnTo>
                  <a:lnTo>
                    <a:pt x="2036876" y="390702"/>
                  </a:lnTo>
                  <a:lnTo>
                    <a:pt x="2035708" y="397383"/>
                  </a:lnTo>
                  <a:lnTo>
                    <a:pt x="2007412" y="420878"/>
                  </a:lnTo>
                  <a:lnTo>
                    <a:pt x="1991842" y="420878"/>
                  </a:lnTo>
                  <a:lnTo>
                    <a:pt x="1985949" y="419087"/>
                  </a:lnTo>
                  <a:lnTo>
                    <a:pt x="1981708" y="415505"/>
                  </a:lnTo>
                  <a:lnTo>
                    <a:pt x="1977707" y="411962"/>
                  </a:lnTo>
                  <a:lnTo>
                    <a:pt x="1975815" y="407492"/>
                  </a:lnTo>
                  <a:lnTo>
                    <a:pt x="1975815" y="398653"/>
                  </a:lnTo>
                  <a:lnTo>
                    <a:pt x="2003869" y="382066"/>
                  </a:lnTo>
                  <a:lnTo>
                    <a:pt x="2014169" y="380428"/>
                  </a:lnTo>
                  <a:lnTo>
                    <a:pt x="2023122" y="378612"/>
                  </a:lnTo>
                  <a:lnTo>
                    <a:pt x="2030691" y="376631"/>
                  </a:lnTo>
                  <a:lnTo>
                    <a:pt x="2036876" y="374497"/>
                  </a:lnTo>
                  <a:lnTo>
                    <a:pt x="2036876" y="358762"/>
                  </a:lnTo>
                  <a:lnTo>
                    <a:pt x="2030285" y="360705"/>
                  </a:lnTo>
                  <a:lnTo>
                    <a:pt x="2022144" y="362496"/>
                  </a:lnTo>
                  <a:lnTo>
                    <a:pt x="2012416" y="364159"/>
                  </a:lnTo>
                  <a:lnTo>
                    <a:pt x="2001050" y="365671"/>
                  </a:lnTo>
                  <a:lnTo>
                    <a:pt x="1993023" y="366636"/>
                  </a:lnTo>
                  <a:lnTo>
                    <a:pt x="1987130" y="367652"/>
                  </a:lnTo>
                  <a:lnTo>
                    <a:pt x="1955533" y="391617"/>
                  </a:lnTo>
                  <a:lnTo>
                    <a:pt x="1954364" y="396913"/>
                  </a:lnTo>
                  <a:lnTo>
                    <a:pt x="1954364" y="402691"/>
                  </a:lnTo>
                  <a:lnTo>
                    <a:pt x="1977529" y="434200"/>
                  </a:lnTo>
                  <a:lnTo>
                    <a:pt x="1994916" y="436587"/>
                  </a:lnTo>
                  <a:lnTo>
                    <a:pt x="2002688" y="436587"/>
                  </a:lnTo>
                  <a:lnTo>
                    <a:pt x="2038527" y="419315"/>
                  </a:lnTo>
                  <a:lnTo>
                    <a:pt x="2039010" y="424891"/>
                  </a:lnTo>
                  <a:lnTo>
                    <a:pt x="2040420" y="429768"/>
                  </a:lnTo>
                  <a:lnTo>
                    <a:pt x="2042541" y="433920"/>
                  </a:lnTo>
                  <a:lnTo>
                    <a:pt x="2063521" y="433920"/>
                  </a:lnTo>
                  <a:close/>
                </a:path>
                <a:path w="2437765" h="481965">
                  <a:moveTo>
                    <a:pt x="2138972" y="433692"/>
                  </a:moveTo>
                  <a:lnTo>
                    <a:pt x="2136267" y="416750"/>
                  </a:lnTo>
                  <a:lnTo>
                    <a:pt x="2136140" y="415963"/>
                  </a:lnTo>
                  <a:lnTo>
                    <a:pt x="2132368" y="416471"/>
                  </a:lnTo>
                  <a:lnTo>
                    <a:pt x="2129548" y="416750"/>
                  </a:lnTo>
                  <a:lnTo>
                    <a:pt x="2124354" y="416750"/>
                  </a:lnTo>
                  <a:lnTo>
                    <a:pt x="2121992" y="416267"/>
                  </a:lnTo>
                  <a:lnTo>
                    <a:pt x="2118703" y="414337"/>
                  </a:lnTo>
                  <a:lnTo>
                    <a:pt x="2117750" y="413042"/>
                  </a:lnTo>
                  <a:lnTo>
                    <a:pt x="2116340" y="409752"/>
                  </a:lnTo>
                  <a:lnTo>
                    <a:pt x="2115870" y="406082"/>
                  </a:lnTo>
                  <a:lnTo>
                    <a:pt x="2115870" y="331127"/>
                  </a:lnTo>
                  <a:lnTo>
                    <a:pt x="2136140" y="331127"/>
                  </a:lnTo>
                  <a:lnTo>
                    <a:pt x="2136140" y="315506"/>
                  </a:lnTo>
                  <a:lnTo>
                    <a:pt x="2115870" y="315506"/>
                  </a:lnTo>
                  <a:lnTo>
                    <a:pt x="2115870" y="274142"/>
                  </a:lnTo>
                  <a:lnTo>
                    <a:pt x="2095830" y="286181"/>
                  </a:lnTo>
                  <a:lnTo>
                    <a:pt x="2095830" y="315506"/>
                  </a:lnTo>
                  <a:lnTo>
                    <a:pt x="2081212" y="315506"/>
                  </a:lnTo>
                  <a:lnTo>
                    <a:pt x="2081212" y="331127"/>
                  </a:lnTo>
                  <a:lnTo>
                    <a:pt x="2095830" y="331127"/>
                  </a:lnTo>
                  <a:lnTo>
                    <a:pt x="2095830" y="411276"/>
                  </a:lnTo>
                  <a:lnTo>
                    <a:pt x="2096770" y="419176"/>
                  </a:lnTo>
                  <a:lnTo>
                    <a:pt x="2100072" y="426681"/>
                  </a:lnTo>
                  <a:lnTo>
                    <a:pt x="2102904" y="429717"/>
                  </a:lnTo>
                  <a:lnTo>
                    <a:pt x="2110917" y="434327"/>
                  </a:lnTo>
                  <a:lnTo>
                    <a:pt x="2116569" y="435470"/>
                  </a:lnTo>
                  <a:lnTo>
                    <a:pt x="2128367" y="435470"/>
                  </a:lnTo>
                  <a:lnTo>
                    <a:pt x="2133320" y="434886"/>
                  </a:lnTo>
                  <a:lnTo>
                    <a:pt x="2138972" y="433692"/>
                  </a:lnTo>
                  <a:close/>
                </a:path>
                <a:path w="2437765" h="481965">
                  <a:moveTo>
                    <a:pt x="2177872" y="315506"/>
                  </a:moveTo>
                  <a:lnTo>
                    <a:pt x="2157831" y="315506"/>
                  </a:lnTo>
                  <a:lnTo>
                    <a:pt x="2157831" y="433920"/>
                  </a:lnTo>
                  <a:lnTo>
                    <a:pt x="2177872" y="433920"/>
                  </a:lnTo>
                  <a:lnTo>
                    <a:pt x="2177872" y="315506"/>
                  </a:lnTo>
                  <a:close/>
                </a:path>
                <a:path w="2437765" h="481965">
                  <a:moveTo>
                    <a:pt x="2177872" y="270471"/>
                  </a:moveTo>
                  <a:lnTo>
                    <a:pt x="2157831" y="270471"/>
                  </a:lnTo>
                  <a:lnTo>
                    <a:pt x="2157831" y="293547"/>
                  </a:lnTo>
                  <a:lnTo>
                    <a:pt x="2177872" y="293547"/>
                  </a:lnTo>
                  <a:lnTo>
                    <a:pt x="2177872" y="270471"/>
                  </a:lnTo>
                  <a:close/>
                </a:path>
                <a:path w="2437765" h="481965">
                  <a:moveTo>
                    <a:pt x="2313914" y="373037"/>
                  </a:moveTo>
                  <a:lnTo>
                    <a:pt x="2298839" y="329450"/>
                  </a:lnTo>
                  <a:lnTo>
                    <a:pt x="2293137" y="324459"/>
                  </a:lnTo>
                  <a:lnTo>
                    <a:pt x="2293137" y="374700"/>
                  </a:lnTo>
                  <a:lnTo>
                    <a:pt x="2292553" y="384949"/>
                  </a:lnTo>
                  <a:lnTo>
                    <a:pt x="2271979" y="417258"/>
                  </a:lnTo>
                  <a:lnTo>
                    <a:pt x="2258276" y="420090"/>
                  </a:lnTo>
                  <a:lnTo>
                    <a:pt x="2251024" y="419392"/>
                  </a:lnTo>
                  <a:lnTo>
                    <a:pt x="2223998" y="385368"/>
                  </a:lnTo>
                  <a:lnTo>
                    <a:pt x="2223376" y="374700"/>
                  </a:lnTo>
                  <a:lnTo>
                    <a:pt x="2223998" y="364058"/>
                  </a:lnTo>
                  <a:lnTo>
                    <a:pt x="2251024" y="330161"/>
                  </a:lnTo>
                  <a:lnTo>
                    <a:pt x="2258276" y="329450"/>
                  </a:lnTo>
                  <a:lnTo>
                    <a:pt x="2265400" y="330161"/>
                  </a:lnTo>
                  <a:lnTo>
                    <a:pt x="2292553" y="363728"/>
                  </a:lnTo>
                  <a:lnTo>
                    <a:pt x="2293137" y="374700"/>
                  </a:lnTo>
                  <a:lnTo>
                    <a:pt x="2293137" y="324459"/>
                  </a:lnTo>
                  <a:lnTo>
                    <a:pt x="2290013" y="321830"/>
                  </a:lnTo>
                  <a:lnTo>
                    <a:pt x="2280526" y="316826"/>
                  </a:lnTo>
                  <a:lnTo>
                    <a:pt x="2269947" y="313829"/>
                  </a:lnTo>
                  <a:lnTo>
                    <a:pt x="2258276" y="312826"/>
                  </a:lnTo>
                  <a:lnTo>
                    <a:pt x="2247709" y="313651"/>
                  </a:lnTo>
                  <a:lnTo>
                    <a:pt x="2212975" y="334975"/>
                  </a:lnTo>
                  <a:lnTo>
                    <a:pt x="2202637" y="374700"/>
                  </a:lnTo>
                  <a:lnTo>
                    <a:pt x="2203602" y="388823"/>
                  </a:lnTo>
                  <a:lnTo>
                    <a:pt x="2226284" y="427609"/>
                  </a:lnTo>
                  <a:lnTo>
                    <a:pt x="2258276" y="436587"/>
                  </a:lnTo>
                  <a:lnTo>
                    <a:pt x="2265883" y="436143"/>
                  </a:lnTo>
                  <a:lnTo>
                    <a:pt x="2298979" y="420090"/>
                  </a:lnTo>
                  <a:lnTo>
                    <a:pt x="2303094" y="415175"/>
                  </a:lnTo>
                  <a:lnTo>
                    <a:pt x="2306853" y="408990"/>
                  </a:lnTo>
                  <a:lnTo>
                    <a:pt x="2309939" y="401840"/>
                  </a:lnTo>
                  <a:lnTo>
                    <a:pt x="2312149" y="393458"/>
                  </a:lnTo>
                  <a:lnTo>
                    <a:pt x="2313482" y="383857"/>
                  </a:lnTo>
                  <a:lnTo>
                    <a:pt x="2313914" y="373037"/>
                  </a:lnTo>
                  <a:close/>
                </a:path>
                <a:path w="2437765" h="481965">
                  <a:moveTo>
                    <a:pt x="2437701" y="433920"/>
                  </a:moveTo>
                  <a:lnTo>
                    <a:pt x="2437587" y="350151"/>
                  </a:lnTo>
                  <a:lnTo>
                    <a:pt x="2416721" y="316687"/>
                  </a:lnTo>
                  <a:lnTo>
                    <a:pt x="2410828" y="314121"/>
                  </a:lnTo>
                  <a:lnTo>
                    <a:pt x="2404224" y="312826"/>
                  </a:lnTo>
                  <a:lnTo>
                    <a:pt x="2397150" y="312826"/>
                  </a:lnTo>
                  <a:lnTo>
                    <a:pt x="2385491" y="314045"/>
                  </a:lnTo>
                  <a:lnTo>
                    <a:pt x="2375281" y="317715"/>
                  </a:lnTo>
                  <a:lnTo>
                    <a:pt x="2366581" y="323811"/>
                  </a:lnTo>
                  <a:lnTo>
                    <a:pt x="2359431" y="332346"/>
                  </a:lnTo>
                  <a:lnTo>
                    <a:pt x="2359431" y="315506"/>
                  </a:lnTo>
                  <a:lnTo>
                    <a:pt x="2341270" y="315506"/>
                  </a:lnTo>
                  <a:lnTo>
                    <a:pt x="2341270" y="433920"/>
                  </a:lnTo>
                  <a:lnTo>
                    <a:pt x="2361311" y="433920"/>
                  </a:lnTo>
                  <a:lnTo>
                    <a:pt x="2361311" y="369252"/>
                  </a:lnTo>
                  <a:lnTo>
                    <a:pt x="2361895" y="358787"/>
                  </a:lnTo>
                  <a:lnTo>
                    <a:pt x="2378456" y="332346"/>
                  </a:lnTo>
                  <a:lnTo>
                    <a:pt x="2384183" y="330225"/>
                  </a:lnTo>
                  <a:lnTo>
                    <a:pt x="2398090" y="330225"/>
                  </a:lnTo>
                  <a:lnTo>
                    <a:pt x="2402814" y="331431"/>
                  </a:lnTo>
                  <a:lnTo>
                    <a:pt x="2417432" y="353720"/>
                  </a:lnTo>
                  <a:lnTo>
                    <a:pt x="2417432" y="433920"/>
                  </a:lnTo>
                  <a:lnTo>
                    <a:pt x="2437701" y="4339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4710935" y="5995309"/>
              <a:ext cx="2828925" cy="689610"/>
            </a:xfrm>
            <a:custGeom>
              <a:avLst/>
              <a:gdLst/>
              <a:ahLst/>
              <a:cxnLst/>
              <a:rect l="l" t="t" r="r" b="b"/>
              <a:pathLst>
                <a:path w="2828925" h="689609">
                  <a:moveTo>
                    <a:pt x="2743974" y="0"/>
                  </a:moveTo>
                  <a:lnTo>
                    <a:pt x="2772267" y="28222"/>
                  </a:lnTo>
                  <a:lnTo>
                    <a:pt x="2772267" y="548000"/>
                  </a:lnTo>
                  <a:lnTo>
                    <a:pt x="2765603" y="580945"/>
                  </a:lnTo>
                  <a:lnTo>
                    <a:pt x="2747422" y="607858"/>
                  </a:lnTo>
                  <a:lnTo>
                    <a:pt x="2720444" y="626008"/>
                  </a:lnTo>
                  <a:lnTo>
                    <a:pt x="2687387" y="632665"/>
                  </a:lnTo>
                  <a:lnTo>
                    <a:pt x="0" y="632665"/>
                  </a:lnTo>
                  <a:lnTo>
                    <a:pt x="56586" y="689110"/>
                  </a:lnTo>
                  <a:lnTo>
                    <a:pt x="2743974" y="689110"/>
                  </a:lnTo>
                  <a:lnTo>
                    <a:pt x="2777031" y="682452"/>
                  </a:lnTo>
                  <a:lnTo>
                    <a:pt x="2804009" y="664301"/>
                  </a:lnTo>
                  <a:lnTo>
                    <a:pt x="2822189" y="637388"/>
                  </a:lnTo>
                  <a:lnTo>
                    <a:pt x="2828854" y="604442"/>
                  </a:lnTo>
                  <a:lnTo>
                    <a:pt x="2828854" y="84667"/>
                  </a:lnTo>
                  <a:lnTo>
                    <a:pt x="2822189" y="51723"/>
                  </a:lnTo>
                  <a:lnTo>
                    <a:pt x="2804009" y="24809"/>
                  </a:lnTo>
                  <a:lnTo>
                    <a:pt x="2777031" y="6657"/>
                  </a:lnTo>
                  <a:lnTo>
                    <a:pt x="2743974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4626055" y="5938887"/>
              <a:ext cx="2857500" cy="689610"/>
            </a:xfrm>
            <a:custGeom>
              <a:avLst/>
              <a:gdLst/>
              <a:ahLst/>
              <a:cxnLst/>
              <a:rect l="l" t="t" r="r" b="b"/>
              <a:pathLst>
                <a:path w="2857500" h="689609">
                  <a:moveTo>
                    <a:pt x="0" y="604421"/>
                  </a:moveTo>
                  <a:lnTo>
                    <a:pt x="0" y="303925"/>
                  </a:lnTo>
                  <a:lnTo>
                    <a:pt x="0" y="149616"/>
                  </a:lnTo>
                  <a:lnTo>
                    <a:pt x="0" y="92765"/>
                  </a:lnTo>
                  <a:lnTo>
                    <a:pt x="0" y="84643"/>
                  </a:lnTo>
                  <a:lnTo>
                    <a:pt x="6664" y="51703"/>
                  </a:lnTo>
                  <a:lnTo>
                    <a:pt x="24845" y="24797"/>
                  </a:lnTo>
                  <a:lnTo>
                    <a:pt x="51823" y="6653"/>
                  </a:lnTo>
                  <a:lnTo>
                    <a:pt x="84879" y="0"/>
                  </a:lnTo>
                  <a:lnTo>
                    <a:pt x="1638525" y="0"/>
                  </a:lnTo>
                  <a:lnTo>
                    <a:pt x="2436344" y="0"/>
                  </a:lnTo>
                  <a:lnTo>
                    <a:pt x="2730277" y="0"/>
                  </a:lnTo>
                  <a:lnTo>
                    <a:pt x="2772267" y="0"/>
                  </a:lnTo>
                  <a:lnTo>
                    <a:pt x="2805324" y="6653"/>
                  </a:lnTo>
                  <a:lnTo>
                    <a:pt x="2832302" y="24797"/>
                  </a:lnTo>
                  <a:lnTo>
                    <a:pt x="2850482" y="51703"/>
                  </a:lnTo>
                  <a:lnTo>
                    <a:pt x="2857147" y="84643"/>
                  </a:lnTo>
                  <a:lnTo>
                    <a:pt x="2857147" y="385140"/>
                  </a:lnTo>
                  <a:lnTo>
                    <a:pt x="2857147" y="539449"/>
                  </a:lnTo>
                  <a:lnTo>
                    <a:pt x="2857147" y="596300"/>
                  </a:lnTo>
                  <a:lnTo>
                    <a:pt x="2857147" y="604421"/>
                  </a:lnTo>
                  <a:lnTo>
                    <a:pt x="2850482" y="637366"/>
                  </a:lnTo>
                  <a:lnTo>
                    <a:pt x="2832302" y="664279"/>
                  </a:lnTo>
                  <a:lnTo>
                    <a:pt x="2805324" y="682429"/>
                  </a:lnTo>
                  <a:lnTo>
                    <a:pt x="2772267" y="689086"/>
                  </a:lnTo>
                  <a:lnTo>
                    <a:pt x="1218621" y="689086"/>
                  </a:lnTo>
                  <a:lnTo>
                    <a:pt x="420803" y="689086"/>
                  </a:lnTo>
                  <a:lnTo>
                    <a:pt x="126870" y="689086"/>
                  </a:lnTo>
                  <a:lnTo>
                    <a:pt x="84879" y="689086"/>
                  </a:lnTo>
                  <a:lnTo>
                    <a:pt x="51823" y="682429"/>
                  </a:lnTo>
                  <a:lnTo>
                    <a:pt x="24845" y="664279"/>
                  </a:lnTo>
                  <a:lnTo>
                    <a:pt x="6664" y="637366"/>
                  </a:lnTo>
                  <a:lnTo>
                    <a:pt x="0" y="604421"/>
                  </a:lnTo>
                  <a:close/>
                </a:path>
              </a:pathLst>
            </a:custGeom>
            <a:ln w="141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0" name="object 90"/>
          <p:cNvSpPr/>
          <p:nvPr/>
        </p:nvSpPr>
        <p:spPr>
          <a:xfrm>
            <a:off x="2482630" y="5532716"/>
            <a:ext cx="77851" cy="319152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9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18</a:t>
            </a:fld>
            <a:endParaRPr dirty="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AA0CAD68-3802-AF71-7897-3D899CEE75C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9457" y="1315240"/>
            <a:ext cx="6730403" cy="25345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7320" y="0"/>
            <a:ext cx="987742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215" dirty="0"/>
              <a:t>Explanation </a:t>
            </a:r>
            <a:r>
              <a:rPr sz="3600" spc="-165" dirty="0"/>
              <a:t>of </a:t>
            </a:r>
            <a:r>
              <a:rPr sz="3600" spc="-260" dirty="0"/>
              <a:t>Reactivity: </a:t>
            </a:r>
            <a:r>
              <a:rPr sz="3600" spc="-240" dirty="0"/>
              <a:t>acyl </a:t>
            </a:r>
            <a:r>
              <a:rPr sz="3600" spc="-204" dirty="0"/>
              <a:t>nucleophilic</a:t>
            </a:r>
            <a:r>
              <a:rPr sz="3600" spc="-810" dirty="0"/>
              <a:t> </a:t>
            </a:r>
            <a:r>
              <a:rPr sz="3600" spc="-185" dirty="0"/>
              <a:t>substitution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28955" y="4274946"/>
            <a:ext cx="1172083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7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66065" algn="l"/>
                <a:tab pos="266700" algn="l"/>
              </a:tabLst>
            </a:pPr>
            <a:r>
              <a:rPr sz="2100" spc="-5" dirty="0">
                <a:latin typeface="Carlito"/>
                <a:cs typeface="Carlito"/>
              </a:rPr>
              <a:t>X=Cl: Cl </a:t>
            </a:r>
            <a:r>
              <a:rPr sz="2100" spc="-10" dirty="0">
                <a:latin typeface="Carlito"/>
                <a:cs typeface="Carlito"/>
              </a:rPr>
              <a:t>moderately electronegative, </a:t>
            </a:r>
            <a:r>
              <a:rPr sz="2100" dirty="0">
                <a:latin typeface="Carlito"/>
                <a:cs typeface="Carlito"/>
              </a:rPr>
              <a:t>Cl</a:t>
            </a:r>
            <a:r>
              <a:rPr sz="2100" baseline="25793" dirty="0">
                <a:latin typeface="Carlito"/>
                <a:cs typeface="Carlito"/>
              </a:rPr>
              <a:t>- </a:t>
            </a:r>
            <a:r>
              <a:rPr sz="2100" spc="-15" dirty="0">
                <a:latin typeface="Carlito"/>
                <a:cs typeface="Carlito"/>
              </a:rPr>
              <a:t>great </a:t>
            </a:r>
            <a:r>
              <a:rPr sz="2100" spc="-10" dirty="0">
                <a:latin typeface="Carlito"/>
                <a:cs typeface="Carlito"/>
              </a:rPr>
              <a:t>leaving group, orbitals </a:t>
            </a:r>
            <a:r>
              <a:rPr sz="2100" dirty="0">
                <a:latin typeface="Carlito"/>
                <a:cs typeface="Carlito"/>
              </a:rPr>
              <a:t>in </a:t>
            </a:r>
            <a:r>
              <a:rPr sz="2100" spc="-5" dirty="0">
                <a:latin typeface="Carlito"/>
                <a:cs typeface="Carlito"/>
              </a:rPr>
              <a:t>Cl </a:t>
            </a:r>
            <a:r>
              <a:rPr sz="2100" spc="-10" dirty="0">
                <a:latin typeface="Carlito"/>
                <a:cs typeface="Carlito"/>
              </a:rPr>
              <a:t>are too </a:t>
            </a:r>
            <a:r>
              <a:rPr sz="2100" spc="-5" dirty="0">
                <a:latin typeface="Carlito"/>
                <a:cs typeface="Carlito"/>
              </a:rPr>
              <a:t>big </a:t>
            </a:r>
            <a:r>
              <a:rPr sz="2100" spc="-10" dirty="0">
                <a:latin typeface="Carlito"/>
                <a:cs typeface="Carlito"/>
              </a:rPr>
              <a:t>to overlap</a:t>
            </a:r>
            <a:r>
              <a:rPr sz="2100" spc="135" dirty="0">
                <a:latin typeface="Carlito"/>
                <a:cs typeface="Carlito"/>
              </a:rPr>
              <a:t> </a:t>
            </a:r>
            <a:r>
              <a:rPr sz="2100" spc="-15" dirty="0">
                <a:latin typeface="Carlito"/>
                <a:cs typeface="Carlito"/>
              </a:rPr>
              <a:t>effectively</a:t>
            </a:r>
            <a:endParaRPr sz="2100">
              <a:latin typeface="Carlito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82956" y="4498975"/>
            <a:ext cx="99441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Carlito"/>
                <a:cs typeface="Carlito"/>
              </a:rPr>
              <a:t>with </a:t>
            </a:r>
            <a:r>
              <a:rPr sz="2100" spc="-5" dirty="0">
                <a:latin typeface="Carlito"/>
                <a:cs typeface="Carlito"/>
              </a:rPr>
              <a:t>carbon, </a:t>
            </a:r>
            <a:r>
              <a:rPr sz="2100" spc="-15" dirty="0">
                <a:latin typeface="Carlito"/>
                <a:cs typeface="Carlito"/>
              </a:rPr>
              <a:t>therefore, </a:t>
            </a:r>
            <a:r>
              <a:rPr sz="2100" spc="-105" dirty="0">
                <a:latin typeface="Carlito"/>
                <a:cs typeface="Carlito"/>
              </a:rPr>
              <a:t>r.f. </a:t>
            </a:r>
            <a:r>
              <a:rPr sz="2100" dirty="0">
                <a:latin typeface="Carlito"/>
                <a:cs typeface="Carlito"/>
              </a:rPr>
              <a:t>C is </a:t>
            </a:r>
            <a:r>
              <a:rPr sz="2100" spc="-5" dirty="0">
                <a:latin typeface="Carlito"/>
                <a:cs typeface="Carlito"/>
              </a:rPr>
              <a:t>not </a:t>
            </a:r>
            <a:r>
              <a:rPr sz="2100" spc="-10" dirty="0">
                <a:latin typeface="Carlito"/>
                <a:cs typeface="Carlito"/>
              </a:rPr>
              <a:t>too </a:t>
            </a:r>
            <a:r>
              <a:rPr sz="2100" spc="-5" dirty="0">
                <a:latin typeface="Carlito"/>
                <a:cs typeface="Carlito"/>
              </a:rPr>
              <a:t>contributing: </a:t>
            </a:r>
            <a:r>
              <a:rPr sz="2100" spc="-10" dirty="0">
                <a:latin typeface="Carlito"/>
                <a:cs typeface="Carlito"/>
              </a:rPr>
              <a:t>very </a:t>
            </a:r>
            <a:r>
              <a:rPr sz="2100" spc="-5" dirty="0">
                <a:latin typeface="Carlito"/>
                <a:cs typeface="Carlito"/>
              </a:rPr>
              <a:t>high </a:t>
            </a:r>
            <a:r>
              <a:rPr sz="2100" spc="-10" dirty="0">
                <a:latin typeface="Symbol"/>
                <a:cs typeface="Symbol"/>
              </a:rPr>
              <a:t></a:t>
            </a:r>
            <a:r>
              <a:rPr sz="2100" spc="-10" dirty="0">
                <a:latin typeface="Carlito"/>
                <a:cs typeface="Carlito"/>
              </a:rPr>
              <a:t>+ </a:t>
            </a:r>
            <a:r>
              <a:rPr sz="2100" spc="-5" dirty="0">
                <a:latin typeface="Carlito"/>
                <a:cs typeface="Carlito"/>
              </a:rPr>
              <a:t>on carbon, </a:t>
            </a:r>
            <a:r>
              <a:rPr sz="2100" spc="-10" dirty="0">
                <a:latin typeface="Carlito"/>
                <a:cs typeface="Carlito"/>
              </a:rPr>
              <a:t>weak </a:t>
            </a:r>
            <a:r>
              <a:rPr sz="2100" spc="-5" dirty="0">
                <a:latin typeface="Carlito"/>
                <a:cs typeface="Carlito"/>
              </a:rPr>
              <a:t>C-Cl</a:t>
            </a:r>
            <a:r>
              <a:rPr sz="2100" spc="270" dirty="0">
                <a:latin typeface="Carlito"/>
                <a:cs typeface="Carlito"/>
              </a:rPr>
              <a:t> </a:t>
            </a:r>
            <a:r>
              <a:rPr sz="2100" spc="-5" dirty="0">
                <a:latin typeface="Carlito"/>
                <a:cs typeface="Carlito"/>
              </a:rPr>
              <a:t>bond</a:t>
            </a:r>
            <a:endParaRPr sz="2100">
              <a:latin typeface="Carlito"/>
              <a:cs typeface="Carli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955" y="4850714"/>
            <a:ext cx="11728450" cy="346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6700" indent="-22860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266065" algn="l"/>
                <a:tab pos="266700" algn="l"/>
              </a:tabLst>
            </a:pPr>
            <a:r>
              <a:rPr sz="2100" spc="-5" dirty="0">
                <a:latin typeface="Carlito"/>
                <a:cs typeface="Carlito"/>
              </a:rPr>
              <a:t>X=NR2: </a:t>
            </a:r>
            <a:r>
              <a:rPr sz="2100" dirty="0">
                <a:latin typeface="Carlito"/>
                <a:cs typeface="Carlito"/>
              </a:rPr>
              <a:t>N </a:t>
            </a:r>
            <a:r>
              <a:rPr sz="2100" spc="-10" dirty="0">
                <a:latin typeface="Carlito"/>
                <a:cs typeface="Carlito"/>
              </a:rPr>
              <a:t>high </a:t>
            </a:r>
            <a:r>
              <a:rPr sz="2100" spc="-15" dirty="0">
                <a:latin typeface="Carlito"/>
                <a:cs typeface="Carlito"/>
              </a:rPr>
              <a:t>electronegativity, </a:t>
            </a:r>
            <a:r>
              <a:rPr sz="2100" spc="5" dirty="0">
                <a:latin typeface="Carlito"/>
                <a:cs typeface="Carlito"/>
              </a:rPr>
              <a:t>R2N</a:t>
            </a:r>
            <a:r>
              <a:rPr sz="2100" spc="7" baseline="25793" dirty="0">
                <a:latin typeface="Carlito"/>
                <a:cs typeface="Carlito"/>
              </a:rPr>
              <a:t>- </a:t>
            </a:r>
            <a:r>
              <a:rPr sz="2100" spc="-5" dirty="0">
                <a:latin typeface="Carlito"/>
                <a:cs typeface="Carlito"/>
              </a:rPr>
              <a:t>or </a:t>
            </a:r>
            <a:r>
              <a:rPr sz="2100" spc="-15" dirty="0">
                <a:latin typeface="Carlito"/>
                <a:cs typeface="Carlito"/>
              </a:rPr>
              <a:t>even </a:t>
            </a:r>
            <a:r>
              <a:rPr sz="2100" dirty="0">
                <a:latin typeface="Carlito"/>
                <a:cs typeface="Carlito"/>
              </a:rPr>
              <a:t>R2NH </a:t>
            </a:r>
            <a:r>
              <a:rPr sz="2100" spc="-5" dirty="0">
                <a:latin typeface="Carlito"/>
                <a:cs typeface="Carlito"/>
              </a:rPr>
              <a:t>(if </a:t>
            </a:r>
            <a:r>
              <a:rPr sz="2100" dirty="0">
                <a:latin typeface="Carlito"/>
                <a:cs typeface="Carlito"/>
              </a:rPr>
              <a:t>acid </a:t>
            </a:r>
            <a:r>
              <a:rPr sz="2100" spc="-5" dirty="0">
                <a:latin typeface="Carlito"/>
                <a:cs typeface="Carlito"/>
              </a:rPr>
              <a:t>medium) not </a:t>
            </a:r>
            <a:r>
              <a:rPr sz="2100" spc="-10" dirty="0">
                <a:latin typeface="Carlito"/>
                <a:cs typeface="Carlito"/>
              </a:rPr>
              <a:t>good leaving group, orbitals </a:t>
            </a:r>
            <a:r>
              <a:rPr sz="2100" dirty="0">
                <a:latin typeface="Carlito"/>
                <a:cs typeface="Carlito"/>
              </a:rPr>
              <a:t>in</a:t>
            </a:r>
            <a:r>
              <a:rPr sz="2100" spc="-45" dirty="0">
                <a:latin typeface="Carlito"/>
                <a:cs typeface="Carlito"/>
              </a:rPr>
              <a:t> </a:t>
            </a:r>
            <a:r>
              <a:rPr sz="2100" dirty="0">
                <a:latin typeface="Carlito"/>
                <a:cs typeface="Carlito"/>
              </a:rPr>
              <a:t>N</a:t>
            </a:r>
            <a:endParaRPr sz="2100">
              <a:latin typeface="Carlito"/>
              <a:cs typeface="Carli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82956" y="5075301"/>
            <a:ext cx="1153033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Carlito"/>
                <a:cs typeface="Carlito"/>
              </a:rPr>
              <a:t>are </a:t>
            </a:r>
            <a:r>
              <a:rPr sz="2100" spc="-5" dirty="0">
                <a:latin typeface="Carlito"/>
                <a:cs typeface="Carlito"/>
              </a:rPr>
              <a:t>of </a:t>
            </a:r>
            <a:r>
              <a:rPr sz="2100" spc="-10" dirty="0">
                <a:latin typeface="Carlito"/>
                <a:cs typeface="Carlito"/>
              </a:rPr>
              <a:t>right </a:t>
            </a:r>
            <a:r>
              <a:rPr sz="2100" spc="-15" dirty="0">
                <a:latin typeface="Carlito"/>
                <a:cs typeface="Carlito"/>
              </a:rPr>
              <a:t>size, </a:t>
            </a:r>
            <a:r>
              <a:rPr sz="2100" dirty="0">
                <a:latin typeface="Carlito"/>
                <a:cs typeface="Carlito"/>
              </a:rPr>
              <a:t>and </a:t>
            </a:r>
            <a:r>
              <a:rPr sz="2100" spc="-10" dirty="0">
                <a:latin typeface="Carlito"/>
                <a:cs typeface="Carlito"/>
              </a:rPr>
              <a:t>orbitals </a:t>
            </a:r>
            <a:r>
              <a:rPr sz="2100" dirty="0">
                <a:latin typeface="Carlito"/>
                <a:cs typeface="Carlito"/>
              </a:rPr>
              <a:t>in N </a:t>
            </a:r>
            <a:r>
              <a:rPr sz="2100" spc="-5" dirty="0">
                <a:latin typeface="Carlito"/>
                <a:cs typeface="Carlito"/>
              </a:rPr>
              <a:t>can </a:t>
            </a:r>
            <a:r>
              <a:rPr sz="2100" spc="-10" dirty="0">
                <a:latin typeface="Carlito"/>
                <a:cs typeface="Carlito"/>
              </a:rPr>
              <a:t>overlap well </a:t>
            </a:r>
            <a:r>
              <a:rPr sz="2100" dirty="0">
                <a:latin typeface="Carlito"/>
                <a:cs typeface="Carlito"/>
              </a:rPr>
              <a:t>with </a:t>
            </a:r>
            <a:r>
              <a:rPr sz="2100" spc="-20" dirty="0">
                <a:latin typeface="Carlito"/>
                <a:cs typeface="Carlito"/>
              </a:rPr>
              <a:t>carbon’s: </a:t>
            </a:r>
            <a:r>
              <a:rPr sz="2100" spc="-105" dirty="0">
                <a:latin typeface="Carlito"/>
                <a:cs typeface="Carlito"/>
              </a:rPr>
              <a:t>r.f. </a:t>
            </a:r>
            <a:r>
              <a:rPr sz="2100" dirty="0">
                <a:latin typeface="Carlito"/>
                <a:cs typeface="Carlito"/>
              </a:rPr>
              <a:t>C is </a:t>
            </a:r>
            <a:r>
              <a:rPr sz="2100" spc="-5" dirty="0">
                <a:latin typeface="Carlito"/>
                <a:cs typeface="Carlito"/>
              </a:rPr>
              <a:t>very contributing, not very high</a:t>
            </a:r>
            <a:r>
              <a:rPr sz="2100" spc="370" dirty="0">
                <a:latin typeface="Carlito"/>
                <a:cs typeface="Carlito"/>
              </a:rPr>
              <a:t> </a:t>
            </a:r>
            <a:r>
              <a:rPr sz="2100" spc="-10" dirty="0">
                <a:latin typeface="Symbol"/>
                <a:cs typeface="Symbol"/>
              </a:rPr>
              <a:t></a:t>
            </a:r>
            <a:r>
              <a:rPr sz="2100" spc="-10" dirty="0">
                <a:latin typeface="Carlito"/>
                <a:cs typeface="Carlito"/>
              </a:rPr>
              <a:t>+</a:t>
            </a:r>
            <a:endParaRPr sz="2100">
              <a:latin typeface="Carlito"/>
              <a:cs typeface="Carli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955" y="5268823"/>
            <a:ext cx="11526520" cy="72707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66700">
              <a:lnSpc>
                <a:spcPct val="100000"/>
              </a:lnSpc>
              <a:spcBef>
                <a:spcPts val="340"/>
              </a:spcBef>
            </a:pPr>
            <a:r>
              <a:rPr sz="2100" spc="-5" dirty="0">
                <a:latin typeface="Carlito"/>
                <a:cs typeface="Carlito"/>
              </a:rPr>
              <a:t>on carbon, </a:t>
            </a:r>
            <a:r>
              <a:rPr sz="2100" spc="-15" dirty="0">
                <a:latin typeface="Carlito"/>
                <a:cs typeface="Carlito"/>
              </a:rPr>
              <a:t>strong </a:t>
            </a:r>
            <a:r>
              <a:rPr sz="2100" dirty="0">
                <a:latin typeface="Carlito"/>
                <a:cs typeface="Carlito"/>
              </a:rPr>
              <a:t>C-N</a:t>
            </a:r>
            <a:r>
              <a:rPr sz="2100" spc="10" dirty="0">
                <a:latin typeface="Carlito"/>
                <a:cs typeface="Carlito"/>
              </a:rPr>
              <a:t> </a:t>
            </a:r>
            <a:r>
              <a:rPr sz="2100" spc="-5" dirty="0">
                <a:latin typeface="Carlito"/>
                <a:cs typeface="Carlito"/>
              </a:rPr>
              <a:t>bond</a:t>
            </a:r>
            <a:endParaRPr sz="2100">
              <a:latin typeface="Carlito"/>
              <a:cs typeface="Carlito"/>
            </a:endParaRPr>
          </a:p>
          <a:p>
            <a:pPr marL="266700" indent="-228600">
              <a:lnSpc>
                <a:spcPct val="100000"/>
              </a:lnSpc>
              <a:spcBef>
                <a:spcPts val="240"/>
              </a:spcBef>
              <a:buFont typeface="Arial"/>
              <a:buChar char="•"/>
              <a:tabLst>
                <a:tab pos="266065" algn="l"/>
                <a:tab pos="266700" algn="l"/>
              </a:tabLst>
            </a:pPr>
            <a:r>
              <a:rPr sz="2100" spc="-5" dirty="0">
                <a:latin typeface="Carlito"/>
                <a:cs typeface="Carlito"/>
              </a:rPr>
              <a:t>X=OR: in </a:t>
            </a:r>
            <a:r>
              <a:rPr sz="2100" spc="-10" dirty="0">
                <a:latin typeface="Carlito"/>
                <a:cs typeface="Carlito"/>
              </a:rPr>
              <a:t>between </a:t>
            </a:r>
            <a:r>
              <a:rPr sz="2100" dirty="0">
                <a:latin typeface="Carlito"/>
                <a:cs typeface="Carlito"/>
              </a:rPr>
              <a:t>the </a:t>
            </a:r>
            <a:r>
              <a:rPr sz="2100" spc="-10" dirty="0">
                <a:latin typeface="Carlito"/>
                <a:cs typeface="Carlito"/>
              </a:rPr>
              <a:t>two: </a:t>
            </a:r>
            <a:r>
              <a:rPr sz="2100" dirty="0">
                <a:latin typeface="Carlito"/>
                <a:cs typeface="Carlito"/>
              </a:rPr>
              <a:t>O </a:t>
            </a:r>
            <a:r>
              <a:rPr sz="2100" spc="-5" dirty="0">
                <a:latin typeface="Carlito"/>
                <a:cs typeface="Carlito"/>
              </a:rPr>
              <a:t>very high </a:t>
            </a:r>
            <a:r>
              <a:rPr sz="2100" spc="-20" dirty="0">
                <a:latin typeface="Carlito"/>
                <a:cs typeface="Carlito"/>
              </a:rPr>
              <a:t>electronegativity, </a:t>
            </a:r>
            <a:r>
              <a:rPr sz="2100" dirty="0">
                <a:latin typeface="Carlito"/>
                <a:cs typeface="Carlito"/>
              </a:rPr>
              <a:t>RO</a:t>
            </a:r>
            <a:r>
              <a:rPr sz="2100" baseline="25793" dirty="0">
                <a:latin typeface="Carlito"/>
                <a:cs typeface="Carlito"/>
              </a:rPr>
              <a:t>- </a:t>
            </a:r>
            <a:r>
              <a:rPr sz="2100" spc="-5" dirty="0">
                <a:latin typeface="Carlito"/>
                <a:cs typeface="Carlito"/>
              </a:rPr>
              <a:t>not </a:t>
            </a:r>
            <a:r>
              <a:rPr sz="2100" dirty="0">
                <a:latin typeface="Carlito"/>
                <a:cs typeface="Carlito"/>
              </a:rPr>
              <a:t>a </a:t>
            </a:r>
            <a:r>
              <a:rPr sz="2100" spc="-10" dirty="0">
                <a:latin typeface="Carlito"/>
                <a:cs typeface="Carlito"/>
              </a:rPr>
              <a:t>good leaving group, </a:t>
            </a:r>
            <a:r>
              <a:rPr sz="2100" spc="-5" dirty="0">
                <a:latin typeface="Carlito"/>
                <a:cs typeface="Carlito"/>
              </a:rPr>
              <a:t>but </a:t>
            </a:r>
            <a:r>
              <a:rPr sz="2100" spc="-10" dirty="0">
                <a:latin typeface="Carlito"/>
                <a:cs typeface="Carlito"/>
              </a:rPr>
              <a:t>even ROH</a:t>
            </a:r>
            <a:r>
              <a:rPr sz="2100" spc="25" dirty="0">
                <a:latin typeface="Carlito"/>
                <a:cs typeface="Carlito"/>
              </a:rPr>
              <a:t> </a:t>
            </a:r>
            <a:r>
              <a:rPr sz="2100" dirty="0">
                <a:latin typeface="Carlito"/>
                <a:cs typeface="Carlito"/>
              </a:rPr>
              <a:t>is</a:t>
            </a:r>
            <a:endParaRPr sz="2100">
              <a:latin typeface="Carlito"/>
              <a:cs typeface="Carli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82956" y="5873902"/>
            <a:ext cx="1173162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Carlito"/>
                <a:cs typeface="Carlito"/>
              </a:rPr>
              <a:t>good leaving </a:t>
            </a:r>
            <a:r>
              <a:rPr sz="2100" spc="-15" dirty="0">
                <a:latin typeface="Carlito"/>
                <a:cs typeface="Carlito"/>
              </a:rPr>
              <a:t>group </a:t>
            </a:r>
            <a:r>
              <a:rPr sz="2100" dirty="0">
                <a:latin typeface="Carlito"/>
                <a:cs typeface="Carlito"/>
              </a:rPr>
              <a:t>(acid medium), </a:t>
            </a:r>
            <a:r>
              <a:rPr sz="2100" spc="-5" dirty="0">
                <a:latin typeface="Carlito"/>
                <a:cs typeface="Carlito"/>
              </a:rPr>
              <a:t>similar </a:t>
            </a:r>
            <a:r>
              <a:rPr sz="2100" spc="-10" dirty="0">
                <a:latin typeface="Carlito"/>
                <a:cs typeface="Carlito"/>
              </a:rPr>
              <a:t>orbitals </a:t>
            </a:r>
            <a:r>
              <a:rPr sz="2100" dirty="0">
                <a:latin typeface="Carlito"/>
                <a:cs typeface="Carlito"/>
              </a:rPr>
              <a:t>with </a:t>
            </a:r>
            <a:r>
              <a:rPr sz="2100" spc="-5" dirty="0">
                <a:latin typeface="Carlito"/>
                <a:cs typeface="Carlito"/>
              </a:rPr>
              <a:t>carbon: </a:t>
            </a:r>
            <a:r>
              <a:rPr sz="2100" spc="-105" dirty="0">
                <a:latin typeface="Carlito"/>
                <a:cs typeface="Carlito"/>
              </a:rPr>
              <a:t>r.f. </a:t>
            </a:r>
            <a:r>
              <a:rPr sz="2100" dirty="0">
                <a:latin typeface="Carlito"/>
                <a:cs typeface="Carlito"/>
              </a:rPr>
              <a:t>C is </a:t>
            </a:r>
            <a:r>
              <a:rPr sz="2100" spc="-5" dirty="0">
                <a:latin typeface="Carlito"/>
                <a:cs typeface="Carlito"/>
              </a:rPr>
              <a:t>contributing but less </a:t>
            </a:r>
            <a:r>
              <a:rPr sz="2100" dirty="0">
                <a:latin typeface="Carlito"/>
                <a:cs typeface="Carlito"/>
              </a:rPr>
              <a:t>than </a:t>
            </a:r>
            <a:r>
              <a:rPr sz="2100" spc="-20" dirty="0">
                <a:latin typeface="Carlito"/>
                <a:cs typeface="Carlito"/>
              </a:rPr>
              <a:t>for</a:t>
            </a:r>
            <a:r>
              <a:rPr sz="2100" spc="260" dirty="0">
                <a:latin typeface="Carlito"/>
                <a:cs typeface="Carlito"/>
              </a:rPr>
              <a:t> </a:t>
            </a:r>
            <a:r>
              <a:rPr sz="2100" dirty="0">
                <a:latin typeface="Carlito"/>
                <a:cs typeface="Carlito"/>
              </a:rPr>
              <a:t>amides,</a:t>
            </a:r>
            <a:endParaRPr sz="2100">
              <a:latin typeface="Carlito"/>
              <a:cs typeface="Carli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2956" y="6097625"/>
            <a:ext cx="6485255" cy="346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0" dirty="0">
                <a:latin typeface="Carlito"/>
                <a:cs typeface="Carlito"/>
              </a:rPr>
              <a:t>intermediate </a:t>
            </a:r>
            <a:r>
              <a:rPr sz="2100" spc="-10" dirty="0">
                <a:latin typeface="Symbol"/>
                <a:cs typeface="Symbol"/>
              </a:rPr>
              <a:t></a:t>
            </a:r>
            <a:r>
              <a:rPr sz="2100" spc="-10" dirty="0">
                <a:latin typeface="Carlito"/>
                <a:cs typeface="Carlito"/>
              </a:rPr>
              <a:t>+ </a:t>
            </a:r>
            <a:r>
              <a:rPr sz="2100" spc="-5" dirty="0">
                <a:latin typeface="Carlito"/>
                <a:cs typeface="Carlito"/>
              </a:rPr>
              <a:t>on carbon, </a:t>
            </a:r>
            <a:r>
              <a:rPr sz="2100" spc="-10" dirty="0">
                <a:latin typeface="Carlito"/>
                <a:cs typeface="Carlito"/>
              </a:rPr>
              <a:t>intermediate </a:t>
            </a:r>
            <a:r>
              <a:rPr sz="2100" spc="-15" dirty="0">
                <a:latin typeface="Carlito"/>
                <a:cs typeface="Carlito"/>
              </a:rPr>
              <a:t>strength </a:t>
            </a:r>
            <a:r>
              <a:rPr sz="2100" spc="-5" dirty="0">
                <a:latin typeface="Carlito"/>
                <a:cs typeface="Carlito"/>
              </a:rPr>
              <a:t>C-O</a:t>
            </a:r>
            <a:r>
              <a:rPr sz="2100" spc="60" dirty="0">
                <a:latin typeface="Carlito"/>
                <a:cs typeface="Carlito"/>
              </a:rPr>
              <a:t> </a:t>
            </a:r>
            <a:r>
              <a:rPr sz="2100" spc="-5" dirty="0">
                <a:latin typeface="Carlito"/>
                <a:cs typeface="Carlito"/>
              </a:rPr>
              <a:t>bond</a:t>
            </a:r>
            <a:endParaRPr sz="2100">
              <a:latin typeface="Carlito"/>
              <a:cs typeface="Carlito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5620892" y="678560"/>
            <a:ext cx="6022975" cy="348297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41300" marR="107950" indent="-228600">
              <a:lnSpc>
                <a:spcPct val="90000"/>
              </a:lnSpc>
              <a:spcBef>
                <a:spcPts val="385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5" dirty="0">
                <a:latin typeface="Carlito"/>
                <a:cs typeface="Carlito"/>
              </a:rPr>
              <a:t>The reactivity of </a:t>
            </a:r>
            <a:r>
              <a:rPr sz="2400" spc="-10" dirty="0">
                <a:latin typeface="Carlito"/>
                <a:cs typeface="Carlito"/>
              </a:rPr>
              <a:t>carboxylic </a:t>
            </a:r>
            <a:r>
              <a:rPr sz="2400" dirty="0">
                <a:latin typeface="Carlito"/>
                <a:cs typeface="Carlito"/>
              </a:rPr>
              <a:t>acid </a:t>
            </a:r>
            <a:r>
              <a:rPr sz="2400" spc="-10" dirty="0">
                <a:latin typeface="Carlito"/>
                <a:cs typeface="Carlito"/>
              </a:rPr>
              <a:t>derivatives  </a:t>
            </a:r>
            <a:r>
              <a:rPr sz="2400" spc="-5" dirty="0">
                <a:latin typeface="Carlito"/>
                <a:cs typeface="Carlito"/>
              </a:rPr>
              <a:t>(acyl </a:t>
            </a:r>
            <a:r>
              <a:rPr sz="2400" dirty="0">
                <a:latin typeface="Carlito"/>
                <a:cs typeface="Carlito"/>
              </a:rPr>
              <a:t>chlorides, </a:t>
            </a:r>
            <a:r>
              <a:rPr sz="2400" spc="-15" dirty="0">
                <a:latin typeface="Carlito"/>
                <a:cs typeface="Carlito"/>
              </a:rPr>
              <a:t>esters </a:t>
            </a:r>
            <a:r>
              <a:rPr sz="2400" dirty="0">
                <a:latin typeface="Carlito"/>
                <a:cs typeface="Carlito"/>
              </a:rPr>
              <a:t>and amides) </a:t>
            </a:r>
            <a:r>
              <a:rPr sz="2400" spc="-20" dirty="0">
                <a:latin typeface="Carlito"/>
                <a:cs typeface="Carlito"/>
              </a:rPr>
              <a:t>towards  </a:t>
            </a:r>
            <a:r>
              <a:rPr sz="2400" spc="-5" dirty="0">
                <a:latin typeface="Carlito"/>
                <a:cs typeface="Carlito"/>
              </a:rPr>
              <a:t>nucleophiles depend on </a:t>
            </a:r>
            <a:r>
              <a:rPr sz="2400" spc="-10" dirty="0">
                <a:latin typeface="Carlito"/>
                <a:cs typeface="Carlito"/>
              </a:rPr>
              <a:t>how </a:t>
            </a:r>
            <a:r>
              <a:rPr sz="2400" spc="-15" dirty="0">
                <a:latin typeface="Carlito"/>
                <a:cs typeface="Carlito"/>
              </a:rPr>
              <a:t>strong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Symbol"/>
                <a:cs typeface="Symbol"/>
              </a:rPr>
              <a:t></a:t>
            </a:r>
            <a:r>
              <a:rPr sz="2400" spc="-5" dirty="0">
                <a:latin typeface="Carlito"/>
                <a:cs typeface="Carlito"/>
              </a:rPr>
              <a:t>+ on 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Carbon</a:t>
            </a:r>
            <a:r>
              <a:rPr sz="2400" spc="-2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is.</a:t>
            </a:r>
          </a:p>
          <a:p>
            <a:pPr marL="241300" marR="5080" indent="-228600">
              <a:lnSpc>
                <a:spcPts val="2590"/>
              </a:lnSpc>
              <a:spcBef>
                <a:spcPts val="1050"/>
              </a:spcBef>
              <a:buFont typeface="Arial"/>
              <a:buChar char="•"/>
              <a:tabLst>
                <a:tab pos="241300" algn="l"/>
              </a:tabLst>
            </a:pPr>
            <a:r>
              <a:rPr sz="2400" spc="-45" dirty="0">
                <a:latin typeface="Carlito"/>
                <a:cs typeface="Carlito"/>
              </a:rPr>
              <a:t>We </a:t>
            </a:r>
            <a:r>
              <a:rPr sz="2400" spc="-10" dirty="0">
                <a:latin typeface="Carlito"/>
                <a:cs typeface="Carlito"/>
              </a:rPr>
              <a:t>can </a:t>
            </a:r>
            <a:r>
              <a:rPr sz="2400" spc="-20" dirty="0">
                <a:latin typeface="Carlito"/>
                <a:cs typeface="Carlito"/>
              </a:rPr>
              <a:t>have </a:t>
            </a:r>
            <a:r>
              <a:rPr sz="2400" dirty="0">
                <a:latin typeface="Carlito"/>
                <a:cs typeface="Carlito"/>
              </a:rPr>
              <a:t>a </a:t>
            </a:r>
            <a:r>
              <a:rPr sz="2400" spc="-10" dirty="0">
                <a:latin typeface="Carlito"/>
                <a:cs typeface="Carlito"/>
              </a:rPr>
              <a:t>good </a:t>
            </a:r>
            <a:r>
              <a:rPr sz="2400" dirty="0">
                <a:latin typeface="Carlito"/>
                <a:cs typeface="Carlito"/>
              </a:rPr>
              <a:t>idea about this </a:t>
            </a:r>
            <a:r>
              <a:rPr sz="2400" spc="-10" dirty="0">
                <a:latin typeface="Carlito"/>
                <a:cs typeface="Carlito"/>
              </a:rPr>
              <a:t>by </a:t>
            </a:r>
            <a:r>
              <a:rPr sz="2400" spc="-5" dirty="0">
                <a:latin typeface="Carlito"/>
                <a:cs typeface="Carlito"/>
              </a:rPr>
              <a:t>looking  </a:t>
            </a:r>
            <a:r>
              <a:rPr sz="2400" spc="-15" dirty="0">
                <a:latin typeface="Carlito"/>
                <a:cs typeface="Carlito"/>
              </a:rPr>
              <a:t>at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contributions </a:t>
            </a:r>
            <a:r>
              <a:rPr sz="2400" spc="-15" dirty="0">
                <a:latin typeface="Carlito"/>
                <a:cs typeface="Carlito"/>
              </a:rPr>
              <a:t>to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actual </a:t>
            </a:r>
            <a:r>
              <a:rPr sz="2400" spc="-10" dirty="0">
                <a:latin typeface="Carlito"/>
                <a:cs typeface="Carlito"/>
              </a:rPr>
              <a:t>structure </a:t>
            </a:r>
            <a:r>
              <a:rPr sz="2400" spc="-5" dirty="0">
                <a:latin typeface="Carlito"/>
                <a:cs typeface="Carlito"/>
              </a:rPr>
              <a:t>of 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resonance </a:t>
            </a:r>
            <a:r>
              <a:rPr sz="2400" spc="-15" dirty="0">
                <a:latin typeface="Carlito"/>
                <a:cs typeface="Carlito"/>
              </a:rPr>
              <a:t>forms </a:t>
            </a:r>
            <a:r>
              <a:rPr sz="2400" spc="-80" dirty="0">
                <a:latin typeface="Carlito"/>
                <a:cs typeface="Carlito"/>
              </a:rPr>
              <a:t>(r.f.) </a:t>
            </a:r>
            <a:r>
              <a:rPr sz="2400" spc="5" dirty="0">
                <a:latin typeface="Carlito"/>
                <a:cs typeface="Carlito"/>
              </a:rPr>
              <a:t>A, </a:t>
            </a:r>
            <a:r>
              <a:rPr sz="2400" dirty="0">
                <a:latin typeface="Carlito"/>
                <a:cs typeface="Carlito"/>
              </a:rPr>
              <a:t>B and C.</a:t>
            </a:r>
            <a:r>
              <a:rPr sz="2400" spc="-3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Especially</a:t>
            </a:r>
          </a:p>
          <a:p>
            <a:pPr marL="241300">
              <a:lnSpc>
                <a:spcPts val="2425"/>
              </a:lnSpc>
            </a:pPr>
            <a:r>
              <a:rPr sz="2400" spc="-5" dirty="0">
                <a:latin typeface="Carlito"/>
                <a:cs typeface="Carlito"/>
              </a:rPr>
              <a:t>C. The </a:t>
            </a:r>
            <a:r>
              <a:rPr sz="2400" spc="-10" dirty="0">
                <a:latin typeface="Carlito"/>
                <a:cs typeface="Carlito"/>
              </a:rPr>
              <a:t>more that </a:t>
            </a:r>
            <a:r>
              <a:rPr sz="2400" dirty="0">
                <a:latin typeface="Carlito"/>
                <a:cs typeface="Carlito"/>
              </a:rPr>
              <a:t>C </a:t>
            </a:r>
            <a:r>
              <a:rPr sz="2400" spc="-10" dirty="0">
                <a:latin typeface="Carlito"/>
                <a:cs typeface="Carlito"/>
              </a:rPr>
              <a:t>contributes, </a:t>
            </a:r>
            <a:r>
              <a:rPr sz="2400" dirty="0">
                <a:latin typeface="Carlito"/>
                <a:cs typeface="Carlito"/>
              </a:rPr>
              <a:t>the less </a:t>
            </a:r>
            <a:r>
              <a:rPr sz="2400" spc="-10" dirty="0">
                <a:latin typeface="Carlito"/>
                <a:cs typeface="Carlito"/>
              </a:rPr>
              <a:t>that</a:t>
            </a:r>
            <a:r>
              <a:rPr sz="2400" spc="-4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B</a:t>
            </a:r>
          </a:p>
          <a:p>
            <a:pPr marL="241300" marR="793750">
              <a:lnSpc>
                <a:spcPts val="2570"/>
              </a:lnSpc>
              <a:spcBef>
                <a:spcPts val="215"/>
              </a:spcBef>
            </a:pPr>
            <a:r>
              <a:rPr sz="2400" spc="-10" dirty="0">
                <a:latin typeface="Carlito"/>
                <a:cs typeface="Carlito"/>
              </a:rPr>
              <a:t>contributes, </a:t>
            </a:r>
            <a:r>
              <a:rPr sz="2400" spc="-20" dirty="0">
                <a:latin typeface="Carlito"/>
                <a:cs typeface="Carlito"/>
              </a:rPr>
              <a:t>therefore </a:t>
            </a:r>
            <a:r>
              <a:rPr sz="2400" dirty="0">
                <a:latin typeface="Carlito"/>
                <a:cs typeface="Carlito"/>
              </a:rPr>
              <a:t>the less </a:t>
            </a:r>
            <a:r>
              <a:rPr sz="2400" spc="-5" dirty="0">
                <a:latin typeface="Symbol"/>
                <a:cs typeface="Symbol"/>
              </a:rPr>
              <a:t></a:t>
            </a:r>
            <a:r>
              <a:rPr sz="2400" spc="-5" dirty="0">
                <a:latin typeface="Carlito"/>
                <a:cs typeface="Carlito"/>
              </a:rPr>
              <a:t>+ on </a:t>
            </a:r>
            <a:r>
              <a:rPr sz="2400" dirty="0">
                <a:latin typeface="Carlito"/>
                <a:cs typeface="Carlito"/>
              </a:rPr>
              <a:t>the  </a:t>
            </a:r>
            <a:r>
              <a:rPr sz="2400" spc="-5" dirty="0">
                <a:latin typeface="Carlito"/>
                <a:cs typeface="Carlito"/>
              </a:rPr>
              <a:t>Carbon.</a:t>
            </a:r>
            <a:endParaRPr sz="2400" dirty="0">
              <a:latin typeface="Carlito"/>
              <a:cs typeface="Carlito"/>
            </a:endParaRPr>
          </a:p>
        </p:txBody>
      </p:sp>
      <p:sp>
        <p:nvSpPr>
          <p:cNvPr id="43" name="object 4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19</a:t>
            </a:fld>
            <a:endParaRPr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2773038A-BC7E-06B9-B609-D1734909C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7201"/>
            <a:ext cx="4595721" cy="17159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4383" y="371602"/>
            <a:ext cx="1094232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spc="-305" dirty="0"/>
              <a:t>Reactivity: </a:t>
            </a:r>
            <a:r>
              <a:rPr sz="4200" spc="-285" dirty="0"/>
              <a:t>acyl </a:t>
            </a:r>
            <a:r>
              <a:rPr sz="4200" spc="-240" dirty="0"/>
              <a:t>nucleophilic </a:t>
            </a:r>
            <a:r>
              <a:rPr sz="4200" spc="-210" dirty="0"/>
              <a:t>substitution</a:t>
            </a:r>
            <a:r>
              <a:rPr sz="4200" spc="-790" dirty="0"/>
              <a:t> </a:t>
            </a:r>
            <a:r>
              <a:rPr sz="4200" spc="-215" dirty="0"/>
              <a:t>mechanism</a:t>
            </a:r>
            <a:endParaRPr sz="4200"/>
          </a:p>
        </p:txBody>
      </p:sp>
      <p:sp>
        <p:nvSpPr>
          <p:cNvPr id="3" name="object 3"/>
          <p:cNvSpPr txBox="1"/>
          <p:nvPr/>
        </p:nvSpPr>
        <p:spPr>
          <a:xfrm>
            <a:off x="7562215" y="2044700"/>
            <a:ext cx="4180840" cy="304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8600">
              <a:lnSpc>
                <a:spcPts val="2735"/>
              </a:lnSpc>
              <a:spcBef>
                <a:spcPts val="100"/>
              </a:spcBef>
              <a:buFont typeface="Arial"/>
              <a:buChar char="•"/>
              <a:tabLst>
                <a:tab pos="241300" algn="l"/>
                <a:tab pos="1229995" algn="l"/>
              </a:tabLst>
            </a:pPr>
            <a:r>
              <a:rPr sz="2400" b="1" i="1" spc="-10" dirty="0">
                <a:solidFill>
                  <a:srgbClr val="008000"/>
                </a:solidFill>
                <a:latin typeface="Carlito"/>
                <a:cs typeface="Carlito"/>
              </a:rPr>
              <a:t>Step</a:t>
            </a:r>
            <a:r>
              <a:rPr sz="2400" b="1" i="1" spc="-5" dirty="0">
                <a:solidFill>
                  <a:srgbClr val="008000"/>
                </a:solidFill>
                <a:latin typeface="Carlito"/>
                <a:cs typeface="Carlito"/>
              </a:rPr>
              <a:t> 1</a:t>
            </a:r>
            <a:r>
              <a:rPr sz="2400" i="1" spc="-5" dirty="0">
                <a:latin typeface="Carlito"/>
                <a:cs typeface="Carlito"/>
              </a:rPr>
              <a:t>.	</a:t>
            </a:r>
            <a:r>
              <a:rPr sz="2400" spc="-25" dirty="0">
                <a:latin typeface="Carlito"/>
                <a:cs typeface="Carlito"/>
              </a:rPr>
              <a:t>Attack </a:t>
            </a:r>
            <a:r>
              <a:rPr sz="2400" spc="-5" dirty="0">
                <a:latin typeface="Carlito"/>
                <a:cs typeface="Carlito"/>
              </a:rPr>
              <a:t>of nucleophile</a:t>
            </a:r>
            <a:r>
              <a:rPr sz="2400" spc="-60" dirty="0">
                <a:latin typeface="Carlito"/>
                <a:cs typeface="Carlito"/>
              </a:rPr>
              <a:t> </a:t>
            </a:r>
            <a:r>
              <a:rPr sz="2400" spc="-15" dirty="0">
                <a:latin typeface="Carlito"/>
                <a:cs typeface="Carlito"/>
              </a:rPr>
              <a:t>to</a:t>
            </a:r>
            <a:endParaRPr sz="2400">
              <a:latin typeface="Carlito"/>
              <a:cs typeface="Carlito"/>
            </a:endParaRPr>
          </a:p>
          <a:p>
            <a:pPr marL="241300">
              <a:lnSpc>
                <a:spcPts val="2735"/>
              </a:lnSpc>
            </a:pPr>
            <a:r>
              <a:rPr sz="2400" spc="-10" dirty="0">
                <a:latin typeface="Carlito"/>
                <a:cs typeface="Carlito"/>
              </a:rPr>
              <a:t>give ‘tetrahedral</a:t>
            </a:r>
            <a:r>
              <a:rPr sz="2400" spc="-55" dirty="0">
                <a:latin typeface="Carlito"/>
                <a:cs typeface="Carlito"/>
              </a:rPr>
              <a:t> </a:t>
            </a:r>
            <a:r>
              <a:rPr sz="2400" spc="-25" dirty="0">
                <a:latin typeface="Carlito"/>
                <a:cs typeface="Carlito"/>
              </a:rPr>
              <a:t>intermediate’.</a:t>
            </a:r>
            <a:endParaRPr sz="2400">
              <a:latin typeface="Carlito"/>
              <a:cs typeface="Carlito"/>
            </a:endParaRPr>
          </a:p>
          <a:p>
            <a:pPr marL="241300" marR="39370" indent="-228600">
              <a:lnSpc>
                <a:spcPts val="2590"/>
              </a:lnSpc>
              <a:spcBef>
                <a:spcPts val="1050"/>
              </a:spcBef>
              <a:buFont typeface="Arial"/>
              <a:buChar char="•"/>
              <a:tabLst>
                <a:tab pos="241300" algn="l"/>
              </a:tabLst>
            </a:pPr>
            <a:r>
              <a:rPr sz="2400" b="1" i="1" spc="-10" dirty="0">
                <a:solidFill>
                  <a:srgbClr val="006FC0"/>
                </a:solidFill>
                <a:latin typeface="Carlito"/>
                <a:cs typeface="Carlito"/>
              </a:rPr>
              <a:t>Step </a:t>
            </a:r>
            <a:r>
              <a:rPr sz="2400" b="1" i="1" spc="-5" dirty="0">
                <a:solidFill>
                  <a:srgbClr val="006FC0"/>
                </a:solidFill>
                <a:latin typeface="Carlito"/>
                <a:cs typeface="Carlito"/>
              </a:rPr>
              <a:t>2</a:t>
            </a:r>
            <a:r>
              <a:rPr sz="2400" i="1" spc="-5" dirty="0">
                <a:latin typeface="Carlito"/>
                <a:cs typeface="Carlito"/>
              </a:rPr>
              <a:t>. </a:t>
            </a:r>
            <a:r>
              <a:rPr sz="2400" spc="-15" dirty="0">
                <a:latin typeface="Carlito"/>
                <a:cs typeface="Carlito"/>
              </a:rPr>
              <a:t>re-formation </a:t>
            </a:r>
            <a:r>
              <a:rPr sz="2400" spc="-5" dirty="0">
                <a:latin typeface="Carlito"/>
                <a:cs typeface="Carlito"/>
              </a:rPr>
              <a:t>of </a:t>
            </a:r>
            <a:r>
              <a:rPr sz="2400" dirty="0">
                <a:latin typeface="Carlito"/>
                <a:cs typeface="Carlito"/>
              </a:rPr>
              <a:t>the </a:t>
            </a:r>
            <a:r>
              <a:rPr sz="2400" spc="-5" dirty="0">
                <a:latin typeface="Carlito"/>
                <a:cs typeface="Carlito"/>
              </a:rPr>
              <a:t>C=O  </a:t>
            </a:r>
            <a:r>
              <a:rPr sz="2400" dirty="0">
                <a:latin typeface="Carlito"/>
                <a:cs typeface="Carlito"/>
              </a:rPr>
              <a:t>with </a:t>
            </a:r>
            <a:r>
              <a:rPr sz="2400" spc="-10" dirty="0">
                <a:latin typeface="Carlito"/>
                <a:cs typeface="Carlito"/>
              </a:rPr>
              <a:t>expulsion of </a:t>
            </a:r>
            <a:r>
              <a:rPr sz="2400" dirty="0">
                <a:latin typeface="Carlito"/>
                <a:cs typeface="Carlito"/>
              </a:rPr>
              <a:t>the</a:t>
            </a:r>
            <a:r>
              <a:rPr sz="2400" spc="-4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original</a:t>
            </a:r>
            <a:endParaRPr sz="2400">
              <a:latin typeface="Carlito"/>
              <a:cs typeface="Carlito"/>
            </a:endParaRPr>
          </a:p>
          <a:p>
            <a:pPr marL="241300">
              <a:lnSpc>
                <a:spcPts val="2555"/>
              </a:lnSpc>
            </a:pPr>
            <a:r>
              <a:rPr sz="2400" spc="-10" dirty="0">
                <a:latin typeface="Carlito"/>
                <a:cs typeface="Carlito"/>
              </a:rPr>
              <a:t>group </a:t>
            </a:r>
            <a:r>
              <a:rPr sz="2400" dirty="0">
                <a:latin typeface="Carlito"/>
                <a:cs typeface="Carlito"/>
              </a:rPr>
              <a:t>X </a:t>
            </a:r>
            <a:r>
              <a:rPr sz="2400" spc="-5" dirty="0">
                <a:latin typeface="Carlito"/>
                <a:cs typeface="Carlito"/>
              </a:rPr>
              <a:t>(X </a:t>
            </a:r>
            <a:r>
              <a:rPr sz="2400" dirty="0">
                <a:latin typeface="Carlito"/>
                <a:cs typeface="Carlito"/>
              </a:rPr>
              <a:t>= </a:t>
            </a:r>
            <a:r>
              <a:rPr sz="2400" spc="-5" dirty="0">
                <a:latin typeface="Carlito"/>
                <a:cs typeface="Carlito"/>
              </a:rPr>
              <a:t>OH, </a:t>
            </a:r>
            <a:r>
              <a:rPr sz="2400" spc="-60" dirty="0">
                <a:latin typeface="Carlito"/>
                <a:cs typeface="Carlito"/>
              </a:rPr>
              <a:t>OR’, </a:t>
            </a:r>
            <a:r>
              <a:rPr sz="2400" spc="-5" dirty="0">
                <a:latin typeface="Carlito"/>
                <a:cs typeface="Carlito"/>
              </a:rPr>
              <a:t>Cl,</a:t>
            </a:r>
            <a:r>
              <a:rPr sz="2400" spc="-50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NR’R”</a:t>
            </a:r>
            <a:endParaRPr sz="2400">
              <a:latin typeface="Carlito"/>
              <a:cs typeface="Carlito"/>
            </a:endParaRPr>
          </a:p>
          <a:p>
            <a:pPr marL="304165" marR="634365" indent="-287020" algn="just">
              <a:lnSpc>
                <a:spcPct val="90100"/>
              </a:lnSpc>
              <a:spcBef>
                <a:spcPts val="1725"/>
              </a:spcBef>
              <a:buFont typeface="Arial"/>
              <a:buChar char="•"/>
              <a:tabLst>
                <a:tab pos="304800" algn="l"/>
              </a:tabLst>
            </a:pPr>
            <a:r>
              <a:rPr sz="2400" spc="-5" dirty="0">
                <a:solidFill>
                  <a:srgbClr val="FF0000"/>
                </a:solidFill>
                <a:latin typeface="Carlito"/>
                <a:cs typeface="Carlito"/>
              </a:rPr>
              <a:t>The </a:t>
            </a:r>
            <a:r>
              <a:rPr sz="2400" spc="-10" dirty="0">
                <a:solidFill>
                  <a:srgbClr val="FF0000"/>
                </a:solidFill>
                <a:latin typeface="Carlito"/>
                <a:cs typeface="Carlito"/>
              </a:rPr>
              <a:t>product </a:t>
            </a:r>
            <a:r>
              <a:rPr sz="2400" dirty="0">
                <a:solidFill>
                  <a:srgbClr val="FF0000"/>
                </a:solidFill>
                <a:latin typeface="Carlito"/>
                <a:cs typeface="Carlito"/>
              </a:rPr>
              <a:t>is </a:t>
            </a:r>
            <a:r>
              <a:rPr sz="2400" spc="-5" dirty="0">
                <a:solidFill>
                  <a:srgbClr val="FF0000"/>
                </a:solidFill>
                <a:latin typeface="Carlito"/>
                <a:cs typeface="Carlito"/>
              </a:rPr>
              <a:t>itself </a:t>
            </a:r>
            <a:r>
              <a:rPr sz="2400" dirty="0">
                <a:solidFill>
                  <a:srgbClr val="FF0000"/>
                </a:solidFill>
                <a:latin typeface="Carlito"/>
                <a:cs typeface="Carlito"/>
              </a:rPr>
              <a:t>a</a:t>
            </a:r>
            <a:r>
              <a:rPr sz="2400" spc="-70" dirty="0">
                <a:solidFill>
                  <a:srgbClr val="FF0000"/>
                </a:solidFill>
                <a:latin typeface="Carlito"/>
                <a:cs typeface="Carlito"/>
              </a:rPr>
              <a:t> </a:t>
            </a:r>
            <a:r>
              <a:rPr sz="2400" dirty="0">
                <a:solidFill>
                  <a:srgbClr val="FF0000"/>
                </a:solidFill>
                <a:latin typeface="Carlito"/>
                <a:cs typeface="Carlito"/>
              </a:rPr>
              <a:t>C=O  </a:t>
            </a:r>
            <a:r>
              <a:rPr sz="2400" spc="-10" dirty="0">
                <a:solidFill>
                  <a:srgbClr val="FF0000"/>
                </a:solidFill>
                <a:latin typeface="Carlito"/>
                <a:cs typeface="Carlito"/>
              </a:rPr>
              <a:t>compound </a:t>
            </a:r>
            <a:r>
              <a:rPr sz="2400" dirty="0">
                <a:solidFill>
                  <a:srgbClr val="FF0000"/>
                </a:solidFill>
                <a:latin typeface="Carlito"/>
                <a:cs typeface="Carlito"/>
              </a:rPr>
              <a:t>and </a:t>
            </a:r>
            <a:r>
              <a:rPr sz="2400" spc="-65" dirty="0">
                <a:solidFill>
                  <a:srgbClr val="FF0000"/>
                </a:solidFill>
                <a:latin typeface="Carlito"/>
                <a:cs typeface="Carlito"/>
              </a:rPr>
              <a:t>MAY </a:t>
            </a:r>
            <a:r>
              <a:rPr sz="2400" spc="-5" dirty="0">
                <a:solidFill>
                  <a:srgbClr val="FF0000"/>
                </a:solidFill>
                <a:latin typeface="Carlito"/>
                <a:cs typeface="Carlito"/>
              </a:rPr>
              <a:t>react  further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109" name="object 10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20</a:t>
            </a:fld>
            <a:endParaRPr dirty="0"/>
          </a:p>
        </p:txBody>
      </p:sp>
      <p:pic>
        <p:nvPicPr>
          <p:cNvPr id="111" name="Picture 110">
            <a:extLst>
              <a:ext uri="{FF2B5EF4-FFF2-40B4-BE49-F238E27FC236}">
                <a16:creationId xmlns:a16="http://schemas.microsoft.com/office/drawing/2014/main" id="{C84D7CBF-4812-0845-B2B6-CBAFAB5EA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600200"/>
            <a:ext cx="6324600" cy="459211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322910"/>
            <a:ext cx="880999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315" dirty="0"/>
              <a:t>Reactivity: </a:t>
            </a:r>
            <a:r>
              <a:rPr sz="4400" spc="-295" dirty="0"/>
              <a:t>acyl </a:t>
            </a:r>
            <a:r>
              <a:rPr sz="4400" spc="-254" dirty="0"/>
              <a:t>nucleophilic</a:t>
            </a:r>
            <a:r>
              <a:rPr sz="4400" spc="-640" dirty="0"/>
              <a:t> </a:t>
            </a:r>
            <a:r>
              <a:rPr sz="4400" spc="-220" dirty="0"/>
              <a:t>substitution</a:t>
            </a:r>
            <a:endParaRPr sz="4400"/>
          </a:p>
        </p:txBody>
      </p:sp>
      <p:grpSp>
        <p:nvGrpSpPr>
          <p:cNvPr id="3" name="object 3"/>
          <p:cNvGrpSpPr/>
          <p:nvPr/>
        </p:nvGrpSpPr>
        <p:grpSpPr>
          <a:xfrm>
            <a:off x="1203405" y="2642468"/>
            <a:ext cx="2115820" cy="1310640"/>
            <a:chOff x="1203405" y="2642468"/>
            <a:chExt cx="2115820" cy="1310640"/>
          </a:xfrm>
        </p:grpSpPr>
        <p:sp>
          <p:nvSpPr>
            <p:cNvPr id="4" name="object 4"/>
            <p:cNvSpPr/>
            <p:nvPr/>
          </p:nvSpPr>
          <p:spPr>
            <a:xfrm>
              <a:off x="1203405" y="3045355"/>
              <a:ext cx="124613" cy="181077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57701" y="3146420"/>
              <a:ext cx="78013" cy="138765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57109" y="3042254"/>
              <a:ext cx="140414" cy="187252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243241" y="2642468"/>
              <a:ext cx="2075915" cy="1310047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636428" y="3127165"/>
              <a:ext cx="109855" cy="0"/>
            </a:xfrm>
            <a:custGeom>
              <a:avLst/>
              <a:gdLst/>
              <a:ahLst/>
              <a:cxnLst/>
              <a:rect l="l" t="t" r="r" b="b"/>
              <a:pathLst>
                <a:path w="109855">
                  <a:moveTo>
                    <a:pt x="109328" y="0"/>
                  </a:moveTo>
                  <a:lnTo>
                    <a:pt x="0" y="0"/>
                  </a:lnTo>
                </a:path>
              </a:pathLst>
            </a:custGeom>
            <a:ln w="156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73638" y="3789324"/>
              <a:ext cx="45085" cy="17145"/>
            </a:xfrm>
            <a:custGeom>
              <a:avLst/>
              <a:gdLst/>
              <a:ahLst/>
              <a:cxnLst/>
              <a:rect l="l" t="t" r="r" b="b"/>
              <a:pathLst>
                <a:path w="45084" h="17145">
                  <a:moveTo>
                    <a:pt x="44942" y="0"/>
                  </a:moveTo>
                  <a:lnTo>
                    <a:pt x="0" y="0"/>
                  </a:lnTo>
                  <a:lnTo>
                    <a:pt x="0" y="16766"/>
                  </a:lnTo>
                  <a:lnTo>
                    <a:pt x="44942" y="16766"/>
                  </a:lnTo>
                  <a:lnTo>
                    <a:pt x="4494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585114" y="2390061"/>
            <a:ext cx="1584325" cy="1475740"/>
            <a:chOff x="3585114" y="2390061"/>
            <a:chExt cx="1584325" cy="1475740"/>
          </a:xfrm>
        </p:grpSpPr>
        <p:sp>
          <p:nvSpPr>
            <p:cNvPr id="11" name="object 11"/>
            <p:cNvSpPr/>
            <p:nvPr/>
          </p:nvSpPr>
          <p:spPr>
            <a:xfrm>
              <a:off x="4167984" y="3042254"/>
              <a:ext cx="140574" cy="18725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161373" y="2497614"/>
              <a:ext cx="151980" cy="187356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333703" y="2521779"/>
              <a:ext cx="45085" cy="17145"/>
            </a:xfrm>
            <a:custGeom>
              <a:avLst/>
              <a:gdLst/>
              <a:ahLst/>
              <a:cxnLst/>
              <a:rect l="l" t="t" r="r" b="b"/>
              <a:pathLst>
                <a:path w="45085" h="17144">
                  <a:moveTo>
                    <a:pt x="44942" y="0"/>
                  </a:moveTo>
                  <a:lnTo>
                    <a:pt x="0" y="0"/>
                  </a:lnTo>
                  <a:lnTo>
                    <a:pt x="0" y="16766"/>
                  </a:lnTo>
                  <a:lnTo>
                    <a:pt x="44942" y="16766"/>
                  </a:lnTo>
                  <a:lnTo>
                    <a:pt x="4494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239529" y="2726032"/>
              <a:ext cx="0" cy="274955"/>
            </a:xfrm>
            <a:custGeom>
              <a:avLst/>
              <a:gdLst/>
              <a:ahLst/>
              <a:cxnLst/>
              <a:rect l="l" t="t" r="r" b="b"/>
              <a:pathLst>
                <a:path h="274955">
                  <a:moveTo>
                    <a:pt x="0" y="274769"/>
                  </a:moveTo>
                  <a:lnTo>
                    <a:pt x="0" y="0"/>
                  </a:lnTo>
                </a:path>
              </a:pathLst>
            </a:custGeom>
            <a:ln w="1371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585114" y="3045355"/>
              <a:ext cx="124574" cy="181077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739403" y="3146420"/>
              <a:ext cx="78173" cy="13876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38834" y="3042254"/>
              <a:ext cx="140574" cy="18725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018267" y="3127166"/>
              <a:ext cx="110489" cy="0"/>
            </a:xfrm>
            <a:custGeom>
              <a:avLst/>
              <a:gdLst/>
              <a:ahLst/>
              <a:cxnLst/>
              <a:rect l="l" t="t" r="r" b="b"/>
              <a:pathLst>
                <a:path w="110489">
                  <a:moveTo>
                    <a:pt x="110402" y="0"/>
                  </a:moveTo>
                  <a:lnTo>
                    <a:pt x="0" y="0"/>
                  </a:lnTo>
                </a:path>
              </a:pathLst>
            </a:custGeom>
            <a:ln w="156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490524" y="3042150"/>
              <a:ext cx="318770" cy="187960"/>
            </a:xfrm>
            <a:custGeom>
              <a:avLst/>
              <a:gdLst/>
              <a:ahLst/>
              <a:cxnLst/>
              <a:rect l="l" t="t" r="r" b="b"/>
              <a:pathLst>
                <a:path w="318770" h="187960">
                  <a:moveTo>
                    <a:pt x="76098" y="0"/>
                  </a:moveTo>
                  <a:lnTo>
                    <a:pt x="32640" y="14333"/>
                  </a:lnTo>
                  <a:lnTo>
                    <a:pt x="5297" y="55889"/>
                  </a:lnTo>
                  <a:lnTo>
                    <a:pt x="122" y="93847"/>
                  </a:lnTo>
                  <a:lnTo>
                    <a:pt x="0" y="96453"/>
                  </a:lnTo>
                  <a:lnTo>
                    <a:pt x="543" y="107852"/>
                  </a:lnTo>
                  <a:lnTo>
                    <a:pt x="14140" y="151415"/>
                  </a:lnTo>
                  <a:lnTo>
                    <a:pt x="44947" y="180410"/>
                  </a:lnTo>
                  <a:lnTo>
                    <a:pt x="75870" y="187356"/>
                  </a:lnTo>
                  <a:lnTo>
                    <a:pt x="86116" y="186658"/>
                  </a:lnTo>
                  <a:lnTo>
                    <a:pt x="122903" y="169931"/>
                  </a:lnTo>
                  <a:lnTo>
                    <a:pt x="125913" y="166852"/>
                  </a:lnTo>
                  <a:lnTo>
                    <a:pt x="75870" y="166852"/>
                  </a:lnTo>
                  <a:lnTo>
                    <a:pt x="64658" y="165664"/>
                  </a:lnTo>
                  <a:lnTo>
                    <a:pt x="30279" y="137727"/>
                  </a:lnTo>
                  <a:lnTo>
                    <a:pt x="21697" y="96453"/>
                  </a:lnTo>
                  <a:lnTo>
                    <a:pt x="22686" y="77474"/>
                  </a:lnTo>
                  <a:lnTo>
                    <a:pt x="37697" y="38091"/>
                  </a:lnTo>
                  <a:lnTo>
                    <a:pt x="76098" y="20609"/>
                  </a:lnTo>
                  <a:lnTo>
                    <a:pt x="125935" y="20609"/>
                  </a:lnTo>
                  <a:lnTo>
                    <a:pt x="124003" y="18545"/>
                  </a:lnTo>
                  <a:lnTo>
                    <a:pt x="115642" y="11958"/>
                  </a:lnTo>
                  <a:lnTo>
                    <a:pt x="106602" y="6726"/>
                  </a:lnTo>
                  <a:lnTo>
                    <a:pt x="96984" y="2989"/>
                  </a:lnTo>
                  <a:lnTo>
                    <a:pt x="86809" y="747"/>
                  </a:lnTo>
                  <a:lnTo>
                    <a:pt x="76098" y="0"/>
                  </a:lnTo>
                  <a:close/>
                </a:path>
                <a:path w="318770" h="187960">
                  <a:moveTo>
                    <a:pt x="125935" y="20609"/>
                  </a:moveTo>
                  <a:lnTo>
                    <a:pt x="76098" y="20609"/>
                  </a:lnTo>
                  <a:lnTo>
                    <a:pt x="83773" y="21176"/>
                  </a:lnTo>
                  <a:lnTo>
                    <a:pt x="91041" y="22878"/>
                  </a:lnTo>
                  <a:lnTo>
                    <a:pt x="123642" y="55261"/>
                  </a:lnTo>
                  <a:lnTo>
                    <a:pt x="130271" y="93847"/>
                  </a:lnTo>
                  <a:lnTo>
                    <a:pt x="129292" y="110336"/>
                  </a:lnTo>
                  <a:lnTo>
                    <a:pt x="114956" y="147832"/>
                  </a:lnTo>
                  <a:lnTo>
                    <a:pt x="75870" y="166852"/>
                  </a:lnTo>
                  <a:lnTo>
                    <a:pt x="125913" y="166852"/>
                  </a:lnTo>
                  <a:lnTo>
                    <a:pt x="146393" y="132031"/>
                  </a:lnTo>
                  <a:lnTo>
                    <a:pt x="151980" y="93847"/>
                  </a:lnTo>
                  <a:lnTo>
                    <a:pt x="151389" y="80754"/>
                  </a:lnTo>
                  <a:lnTo>
                    <a:pt x="137467" y="35254"/>
                  </a:lnTo>
                  <a:lnTo>
                    <a:pt x="131271" y="26308"/>
                  </a:lnTo>
                  <a:lnTo>
                    <a:pt x="125935" y="20609"/>
                  </a:lnTo>
                  <a:close/>
                </a:path>
                <a:path w="318770" h="187960">
                  <a:moveTo>
                    <a:pt x="253017" y="104"/>
                  </a:moveTo>
                  <a:lnTo>
                    <a:pt x="214616" y="11047"/>
                  </a:lnTo>
                  <a:lnTo>
                    <a:pt x="187644" y="43041"/>
                  </a:lnTo>
                  <a:lnTo>
                    <a:pt x="178043" y="92388"/>
                  </a:lnTo>
                  <a:lnTo>
                    <a:pt x="178593" y="105139"/>
                  </a:lnTo>
                  <a:lnTo>
                    <a:pt x="191126" y="151557"/>
                  </a:lnTo>
                  <a:lnTo>
                    <a:pt x="219616" y="180663"/>
                  </a:lnTo>
                  <a:lnTo>
                    <a:pt x="252788" y="187356"/>
                  </a:lnTo>
                  <a:lnTo>
                    <a:pt x="264663" y="186389"/>
                  </a:lnTo>
                  <a:lnTo>
                    <a:pt x="275617" y="183484"/>
                  </a:lnTo>
                  <a:lnTo>
                    <a:pt x="285671" y="178640"/>
                  </a:lnTo>
                  <a:lnTo>
                    <a:pt x="294846" y="171854"/>
                  </a:lnTo>
                  <a:lnTo>
                    <a:pt x="299420" y="166852"/>
                  </a:lnTo>
                  <a:lnTo>
                    <a:pt x="250959" y="166852"/>
                  </a:lnTo>
                  <a:lnTo>
                    <a:pt x="243884" y="166319"/>
                  </a:lnTo>
                  <a:lnTo>
                    <a:pt x="209041" y="140650"/>
                  </a:lnTo>
                  <a:lnTo>
                    <a:pt x="200140" y="103440"/>
                  </a:lnTo>
                  <a:lnTo>
                    <a:pt x="199758" y="92258"/>
                  </a:lnTo>
                  <a:lnTo>
                    <a:pt x="200062" y="83372"/>
                  </a:lnTo>
                  <a:lnTo>
                    <a:pt x="211559" y="42335"/>
                  </a:lnTo>
                  <a:lnTo>
                    <a:pt x="243820" y="21234"/>
                  </a:lnTo>
                  <a:lnTo>
                    <a:pt x="252559" y="20609"/>
                  </a:lnTo>
                  <a:lnTo>
                    <a:pt x="299773" y="20609"/>
                  </a:lnTo>
                  <a:lnTo>
                    <a:pt x="293246" y="13939"/>
                  </a:lnTo>
                  <a:lnTo>
                    <a:pt x="284582" y="7886"/>
                  </a:lnTo>
                  <a:lnTo>
                    <a:pt x="275017" y="3562"/>
                  </a:lnTo>
                  <a:lnTo>
                    <a:pt x="264510" y="968"/>
                  </a:lnTo>
                  <a:lnTo>
                    <a:pt x="253017" y="104"/>
                  </a:lnTo>
                  <a:close/>
                </a:path>
                <a:path w="318770" h="187960">
                  <a:moveTo>
                    <a:pt x="297589" y="120788"/>
                  </a:moveTo>
                  <a:lnTo>
                    <a:pt x="280903" y="155231"/>
                  </a:lnTo>
                  <a:lnTo>
                    <a:pt x="250959" y="166852"/>
                  </a:lnTo>
                  <a:lnTo>
                    <a:pt x="299420" y="166852"/>
                  </a:lnTo>
                  <a:lnTo>
                    <a:pt x="302739" y="163222"/>
                  </a:lnTo>
                  <a:lnTo>
                    <a:pt x="309304" y="152841"/>
                  </a:lnTo>
                  <a:lnTo>
                    <a:pt x="314600" y="140650"/>
                  </a:lnTo>
                  <a:lnTo>
                    <a:pt x="318618" y="126832"/>
                  </a:lnTo>
                  <a:lnTo>
                    <a:pt x="297589" y="120788"/>
                  </a:lnTo>
                  <a:close/>
                </a:path>
                <a:path w="318770" h="187960">
                  <a:moveTo>
                    <a:pt x="299773" y="20609"/>
                  </a:moveTo>
                  <a:lnTo>
                    <a:pt x="252559" y="20609"/>
                  </a:lnTo>
                  <a:lnTo>
                    <a:pt x="260238" y="21174"/>
                  </a:lnTo>
                  <a:lnTo>
                    <a:pt x="267188" y="22869"/>
                  </a:lnTo>
                  <a:lnTo>
                    <a:pt x="295075" y="58413"/>
                  </a:lnTo>
                  <a:lnTo>
                    <a:pt x="315875" y="52864"/>
                  </a:lnTo>
                  <a:lnTo>
                    <a:pt x="312018" y="41022"/>
                  </a:lnTo>
                  <a:lnTo>
                    <a:pt x="306961" y="30587"/>
                  </a:lnTo>
                  <a:lnTo>
                    <a:pt x="300703" y="21559"/>
                  </a:lnTo>
                  <a:lnTo>
                    <a:pt x="299773" y="20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827657" y="3146420"/>
              <a:ext cx="78859" cy="13634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935774" y="3045355"/>
              <a:ext cx="124574" cy="181077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090063" y="3148817"/>
              <a:ext cx="78859" cy="136264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4347189" y="3127166"/>
              <a:ext cx="104775" cy="0"/>
            </a:xfrm>
            <a:custGeom>
              <a:avLst/>
              <a:gdLst/>
              <a:ahLst/>
              <a:cxnLst/>
              <a:rect l="l" t="t" r="r" b="b"/>
              <a:pathLst>
                <a:path w="104775">
                  <a:moveTo>
                    <a:pt x="0" y="0"/>
                  </a:moveTo>
                  <a:lnTo>
                    <a:pt x="104231" y="0"/>
                  </a:lnTo>
                </a:path>
              </a:pathLst>
            </a:custGeom>
            <a:ln w="156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172802" y="3677877"/>
              <a:ext cx="309880" cy="187960"/>
            </a:xfrm>
            <a:custGeom>
              <a:avLst/>
              <a:gdLst/>
              <a:ahLst/>
              <a:cxnLst/>
              <a:rect l="l" t="t" r="r" b="b"/>
              <a:pathLst>
                <a:path w="309879" h="187960">
                  <a:moveTo>
                    <a:pt x="76098" y="0"/>
                  </a:moveTo>
                  <a:lnTo>
                    <a:pt x="32640" y="14333"/>
                  </a:lnTo>
                  <a:lnTo>
                    <a:pt x="5297" y="55889"/>
                  </a:lnTo>
                  <a:lnTo>
                    <a:pt x="122" y="93847"/>
                  </a:lnTo>
                  <a:lnTo>
                    <a:pt x="0" y="96453"/>
                  </a:lnTo>
                  <a:lnTo>
                    <a:pt x="543" y="107852"/>
                  </a:lnTo>
                  <a:lnTo>
                    <a:pt x="14140" y="151415"/>
                  </a:lnTo>
                  <a:lnTo>
                    <a:pt x="44947" y="180410"/>
                  </a:lnTo>
                  <a:lnTo>
                    <a:pt x="75870" y="187356"/>
                  </a:lnTo>
                  <a:lnTo>
                    <a:pt x="86116" y="186658"/>
                  </a:lnTo>
                  <a:lnTo>
                    <a:pt x="122903" y="169931"/>
                  </a:lnTo>
                  <a:lnTo>
                    <a:pt x="125913" y="166852"/>
                  </a:lnTo>
                  <a:lnTo>
                    <a:pt x="75870" y="166852"/>
                  </a:lnTo>
                  <a:lnTo>
                    <a:pt x="64658" y="165664"/>
                  </a:lnTo>
                  <a:lnTo>
                    <a:pt x="30279" y="137727"/>
                  </a:lnTo>
                  <a:lnTo>
                    <a:pt x="21697" y="96453"/>
                  </a:lnTo>
                  <a:lnTo>
                    <a:pt x="22686" y="77474"/>
                  </a:lnTo>
                  <a:lnTo>
                    <a:pt x="37697" y="38091"/>
                  </a:lnTo>
                  <a:lnTo>
                    <a:pt x="76098" y="20609"/>
                  </a:lnTo>
                  <a:lnTo>
                    <a:pt x="125935" y="20609"/>
                  </a:lnTo>
                  <a:lnTo>
                    <a:pt x="124003" y="18545"/>
                  </a:lnTo>
                  <a:lnTo>
                    <a:pt x="115642" y="11958"/>
                  </a:lnTo>
                  <a:lnTo>
                    <a:pt x="106602" y="6726"/>
                  </a:lnTo>
                  <a:lnTo>
                    <a:pt x="96984" y="2989"/>
                  </a:lnTo>
                  <a:lnTo>
                    <a:pt x="86809" y="747"/>
                  </a:lnTo>
                  <a:lnTo>
                    <a:pt x="76098" y="0"/>
                  </a:lnTo>
                  <a:close/>
                </a:path>
                <a:path w="309879" h="187960">
                  <a:moveTo>
                    <a:pt x="125935" y="20609"/>
                  </a:moveTo>
                  <a:lnTo>
                    <a:pt x="76098" y="20609"/>
                  </a:lnTo>
                  <a:lnTo>
                    <a:pt x="83773" y="21176"/>
                  </a:lnTo>
                  <a:lnTo>
                    <a:pt x="91041" y="22878"/>
                  </a:lnTo>
                  <a:lnTo>
                    <a:pt x="123642" y="55261"/>
                  </a:lnTo>
                  <a:lnTo>
                    <a:pt x="130271" y="93847"/>
                  </a:lnTo>
                  <a:lnTo>
                    <a:pt x="129292" y="110336"/>
                  </a:lnTo>
                  <a:lnTo>
                    <a:pt x="114956" y="147832"/>
                  </a:lnTo>
                  <a:lnTo>
                    <a:pt x="75870" y="166852"/>
                  </a:lnTo>
                  <a:lnTo>
                    <a:pt x="125913" y="166852"/>
                  </a:lnTo>
                  <a:lnTo>
                    <a:pt x="146393" y="132031"/>
                  </a:lnTo>
                  <a:lnTo>
                    <a:pt x="151980" y="93847"/>
                  </a:lnTo>
                  <a:lnTo>
                    <a:pt x="151389" y="80754"/>
                  </a:lnTo>
                  <a:lnTo>
                    <a:pt x="137467" y="35254"/>
                  </a:lnTo>
                  <a:lnTo>
                    <a:pt x="131271" y="26308"/>
                  </a:lnTo>
                  <a:lnTo>
                    <a:pt x="125935" y="20609"/>
                  </a:lnTo>
                  <a:close/>
                </a:path>
                <a:path w="309879" h="187960">
                  <a:moveTo>
                    <a:pt x="205930" y="3204"/>
                  </a:moveTo>
                  <a:lnTo>
                    <a:pt x="184901" y="3204"/>
                  </a:lnTo>
                  <a:lnTo>
                    <a:pt x="184901" y="184282"/>
                  </a:lnTo>
                  <a:lnTo>
                    <a:pt x="205930" y="184282"/>
                  </a:lnTo>
                  <a:lnTo>
                    <a:pt x="205930" y="98928"/>
                  </a:lnTo>
                  <a:lnTo>
                    <a:pt x="309475" y="98928"/>
                  </a:lnTo>
                  <a:lnTo>
                    <a:pt x="309475" y="77563"/>
                  </a:lnTo>
                  <a:lnTo>
                    <a:pt x="205930" y="77563"/>
                  </a:lnTo>
                  <a:lnTo>
                    <a:pt x="205930" y="3204"/>
                  </a:lnTo>
                  <a:close/>
                </a:path>
                <a:path w="309879" h="187960">
                  <a:moveTo>
                    <a:pt x="309475" y="98928"/>
                  </a:moveTo>
                  <a:lnTo>
                    <a:pt x="288446" y="98928"/>
                  </a:lnTo>
                  <a:lnTo>
                    <a:pt x="288446" y="184282"/>
                  </a:lnTo>
                  <a:lnTo>
                    <a:pt x="309475" y="184282"/>
                  </a:lnTo>
                  <a:lnTo>
                    <a:pt x="309475" y="98928"/>
                  </a:lnTo>
                  <a:close/>
                </a:path>
                <a:path w="309879" h="187960">
                  <a:moveTo>
                    <a:pt x="309475" y="3204"/>
                  </a:moveTo>
                  <a:lnTo>
                    <a:pt x="288446" y="3204"/>
                  </a:lnTo>
                  <a:lnTo>
                    <a:pt x="288446" y="77563"/>
                  </a:lnTo>
                  <a:lnTo>
                    <a:pt x="309475" y="77563"/>
                  </a:lnTo>
                  <a:lnTo>
                    <a:pt x="309475" y="32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242272" y="3274842"/>
              <a:ext cx="6985" cy="360680"/>
            </a:xfrm>
            <a:custGeom>
              <a:avLst/>
              <a:gdLst/>
              <a:ahLst/>
              <a:cxnLst/>
              <a:rect l="l" t="t" r="r" b="b"/>
              <a:pathLst>
                <a:path w="6985" h="360679">
                  <a:moveTo>
                    <a:pt x="0" y="0"/>
                  </a:moveTo>
                  <a:lnTo>
                    <a:pt x="6400" y="360540"/>
                  </a:lnTo>
                </a:path>
              </a:pathLst>
            </a:custGeom>
            <a:ln w="1371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4087749" y="2390063"/>
              <a:ext cx="99695" cy="112395"/>
            </a:xfrm>
            <a:custGeom>
              <a:avLst/>
              <a:gdLst/>
              <a:ahLst/>
              <a:cxnLst/>
              <a:rect l="l" t="t" r="r" b="b"/>
              <a:pathLst>
                <a:path w="99695" h="112394">
                  <a:moveTo>
                    <a:pt x="38176" y="90284"/>
                  </a:moveTo>
                  <a:lnTo>
                    <a:pt x="36690" y="81838"/>
                  </a:lnTo>
                  <a:lnTo>
                    <a:pt x="32626" y="74942"/>
                  </a:lnTo>
                  <a:lnTo>
                    <a:pt x="26593" y="70281"/>
                  </a:lnTo>
                  <a:lnTo>
                    <a:pt x="19202" y="68580"/>
                  </a:lnTo>
                  <a:lnTo>
                    <a:pt x="11760" y="70281"/>
                  </a:lnTo>
                  <a:lnTo>
                    <a:pt x="5651" y="74942"/>
                  </a:lnTo>
                  <a:lnTo>
                    <a:pt x="1524" y="81838"/>
                  </a:lnTo>
                  <a:lnTo>
                    <a:pt x="0" y="90284"/>
                  </a:lnTo>
                  <a:lnTo>
                    <a:pt x="1524" y="98729"/>
                  </a:lnTo>
                  <a:lnTo>
                    <a:pt x="5651" y="105625"/>
                  </a:lnTo>
                  <a:lnTo>
                    <a:pt x="11760" y="110274"/>
                  </a:lnTo>
                  <a:lnTo>
                    <a:pt x="19202" y="111988"/>
                  </a:lnTo>
                  <a:lnTo>
                    <a:pt x="26593" y="110274"/>
                  </a:lnTo>
                  <a:lnTo>
                    <a:pt x="32626" y="105625"/>
                  </a:lnTo>
                  <a:lnTo>
                    <a:pt x="36690" y="98729"/>
                  </a:lnTo>
                  <a:lnTo>
                    <a:pt x="38176" y="90284"/>
                  </a:lnTo>
                  <a:close/>
                </a:path>
                <a:path w="99695" h="112394">
                  <a:moveTo>
                    <a:pt x="99199" y="21729"/>
                  </a:moveTo>
                  <a:lnTo>
                    <a:pt x="97713" y="13271"/>
                  </a:lnTo>
                  <a:lnTo>
                    <a:pt x="93662" y="6362"/>
                  </a:lnTo>
                  <a:lnTo>
                    <a:pt x="87630" y="1714"/>
                  </a:lnTo>
                  <a:lnTo>
                    <a:pt x="80225" y="0"/>
                  </a:lnTo>
                  <a:lnTo>
                    <a:pt x="72834" y="1714"/>
                  </a:lnTo>
                  <a:lnTo>
                    <a:pt x="66802" y="6362"/>
                  </a:lnTo>
                  <a:lnTo>
                    <a:pt x="62738" y="13271"/>
                  </a:lnTo>
                  <a:lnTo>
                    <a:pt x="61252" y="21729"/>
                  </a:lnTo>
                  <a:lnTo>
                    <a:pt x="62738" y="30175"/>
                  </a:lnTo>
                  <a:lnTo>
                    <a:pt x="66802" y="37084"/>
                  </a:lnTo>
                  <a:lnTo>
                    <a:pt x="72834" y="41732"/>
                  </a:lnTo>
                  <a:lnTo>
                    <a:pt x="80225" y="43434"/>
                  </a:lnTo>
                  <a:lnTo>
                    <a:pt x="87630" y="41732"/>
                  </a:lnTo>
                  <a:lnTo>
                    <a:pt x="93662" y="37084"/>
                  </a:lnTo>
                  <a:lnTo>
                    <a:pt x="97713" y="30175"/>
                  </a:lnTo>
                  <a:lnTo>
                    <a:pt x="99199" y="217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996717" y="2492285"/>
              <a:ext cx="180361" cy="279090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342809" y="3209263"/>
              <a:ext cx="265430" cy="257810"/>
            </a:xfrm>
            <a:custGeom>
              <a:avLst/>
              <a:gdLst/>
              <a:ahLst/>
              <a:cxnLst/>
              <a:rect l="l" t="t" r="r" b="b"/>
              <a:pathLst>
                <a:path w="265429" h="257810">
                  <a:moveTo>
                    <a:pt x="37523" y="0"/>
                  </a:moveTo>
                  <a:lnTo>
                    <a:pt x="12507" y="39430"/>
                  </a:lnTo>
                  <a:lnTo>
                    <a:pt x="0" y="84191"/>
                  </a:lnTo>
                  <a:lnTo>
                    <a:pt x="0" y="130730"/>
                  </a:lnTo>
                  <a:lnTo>
                    <a:pt x="12507" y="175492"/>
                  </a:lnTo>
                  <a:lnTo>
                    <a:pt x="37523" y="214922"/>
                  </a:lnTo>
                  <a:lnTo>
                    <a:pt x="72056" y="243398"/>
                  </a:lnTo>
                  <a:lnTo>
                    <a:pt x="111307" y="257637"/>
                  </a:lnTo>
                  <a:lnTo>
                    <a:pt x="152149" y="257637"/>
                  </a:lnTo>
                  <a:lnTo>
                    <a:pt x="191455" y="243398"/>
                  </a:lnTo>
                  <a:lnTo>
                    <a:pt x="226099" y="214922"/>
                  </a:lnTo>
                  <a:lnTo>
                    <a:pt x="243420" y="190293"/>
                  </a:lnTo>
                  <a:lnTo>
                    <a:pt x="255985" y="162103"/>
                  </a:lnTo>
                  <a:lnTo>
                    <a:pt x="263321" y="131598"/>
                  </a:lnTo>
                  <a:lnTo>
                    <a:pt x="264957" y="100022"/>
                  </a:lnTo>
                </a:path>
              </a:pathLst>
            </a:custGeom>
            <a:ln w="147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567245" y="3207574"/>
              <a:ext cx="73270" cy="13088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/>
          <p:nvPr/>
        </p:nvSpPr>
        <p:spPr>
          <a:xfrm>
            <a:off x="5276353" y="2329902"/>
            <a:ext cx="98425" cy="1544320"/>
          </a:xfrm>
          <a:custGeom>
            <a:avLst/>
            <a:gdLst/>
            <a:ahLst/>
            <a:cxnLst/>
            <a:rect l="l" t="t" r="r" b="b"/>
            <a:pathLst>
              <a:path w="98425" h="1544320">
                <a:moveTo>
                  <a:pt x="0" y="0"/>
                </a:moveTo>
                <a:lnTo>
                  <a:pt x="98288" y="0"/>
                </a:lnTo>
              </a:path>
              <a:path w="98425" h="1544320">
                <a:moveTo>
                  <a:pt x="98288" y="0"/>
                </a:moveTo>
                <a:lnTo>
                  <a:pt x="98288" y="1543721"/>
                </a:lnTo>
              </a:path>
              <a:path w="98425" h="1544320">
                <a:moveTo>
                  <a:pt x="98288" y="1543721"/>
                </a:moveTo>
                <a:lnTo>
                  <a:pt x="0" y="1543721"/>
                </a:lnTo>
              </a:path>
            </a:pathLst>
          </a:custGeom>
          <a:ln w="1467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3420241" y="2329902"/>
            <a:ext cx="98425" cy="1544320"/>
          </a:xfrm>
          <a:custGeom>
            <a:avLst/>
            <a:gdLst/>
            <a:ahLst/>
            <a:cxnLst/>
            <a:rect l="l" t="t" r="r" b="b"/>
            <a:pathLst>
              <a:path w="98425" h="1544320">
                <a:moveTo>
                  <a:pt x="98356" y="1543721"/>
                </a:moveTo>
                <a:lnTo>
                  <a:pt x="0" y="1543721"/>
                </a:lnTo>
              </a:path>
              <a:path w="98425" h="1544320">
                <a:moveTo>
                  <a:pt x="0" y="1543721"/>
                </a:moveTo>
                <a:lnTo>
                  <a:pt x="0" y="0"/>
                </a:lnTo>
              </a:path>
              <a:path w="98425" h="1544320">
                <a:moveTo>
                  <a:pt x="0" y="0"/>
                </a:moveTo>
                <a:lnTo>
                  <a:pt x="98356" y="0"/>
                </a:lnTo>
              </a:path>
            </a:pathLst>
          </a:custGeom>
          <a:ln w="1467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2" name="object 32"/>
          <p:cNvGrpSpPr/>
          <p:nvPr/>
        </p:nvGrpSpPr>
        <p:grpSpPr>
          <a:xfrm>
            <a:off x="5609416" y="3063093"/>
            <a:ext cx="885190" cy="136525"/>
            <a:chOff x="5609416" y="3063093"/>
            <a:chExt cx="885190" cy="136525"/>
          </a:xfrm>
        </p:grpSpPr>
        <p:sp>
          <p:nvSpPr>
            <p:cNvPr id="33" name="object 33"/>
            <p:cNvSpPr/>
            <p:nvPr/>
          </p:nvSpPr>
          <p:spPr>
            <a:xfrm>
              <a:off x="5631789" y="3099815"/>
              <a:ext cx="840105" cy="62865"/>
            </a:xfrm>
            <a:custGeom>
              <a:avLst/>
              <a:gdLst/>
              <a:ahLst/>
              <a:cxnLst/>
              <a:rect l="l" t="t" r="r" b="b"/>
              <a:pathLst>
                <a:path w="840104" h="62864">
                  <a:moveTo>
                    <a:pt x="743331" y="0"/>
                  </a:moveTo>
                  <a:lnTo>
                    <a:pt x="0" y="0"/>
                  </a:lnTo>
                  <a:lnTo>
                    <a:pt x="0" y="15633"/>
                  </a:lnTo>
                  <a:lnTo>
                    <a:pt x="743331" y="15633"/>
                  </a:lnTo>
                  <a:lnTo>
                    <a:pt x="743331" y="0"/>
                  </a:lnTo>
                  <a:close/>
                </a:path>
                <a:path w="840104" h="62864">
                  <a:moveTo>
                    <a:pt x="840016" y="46901"/>
                  </a:moveTo>
                  <a:lnTo>
                    <a:pt x="96685" y="46901"/>
                  </a:lnTo>
                  <a:lnTo>
                    <a:pt x="96685" y="62534"/>
                  </a:lnTo>
                  <a:lnTo>
                    <a:pt x="840016" y="62534"/>
                  </a:lnTo>
                  <a:lnTo>
                    <a:pt x="840016" y="4690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6355236" y="3064896"/>
              <a:ext cx="137160" cy="50800"/>
            </a:xfrm>
            <a:custGeom>
              <a:avLst/>
              <a:gdLst/>
              <a:ahLst/>
              <a:cxnLst/>
              <a:rect l="l" t="t" r="r" b="b"/>
              <a:pathLst>
                <a:path w="137160" h="50800">
                  <a:moveTo>
                    <a:pt x="137146" y="50545"/>
                  </a:moveTo>
                  <a:lnTo>
                    <a:pt x="67769" y="50545"/>
                  </a:lnTo>
                  <a:lnTo>
                    <a:pt x="19018" y="50545"/>
                  </a:lnTo>
                  <a:lnTo>
                    <a:pt x="14464" y="31469"/>
                  </a:lnTo>
                  <a:lnTo>
                    <a:pt x="8571" y="15336"/>
                  </a:lnTo>
                  <a:lnTo>
                    <a:pt x="2678" y="4171"/>
                  </a:lnTo>
                  <a:lnTo>
                    <a:pt x="0" y="0"/>
                  </a:lnTo>
                  <a:lnTo>
                    <a:pt x="79287" y="29221"/>
                  </a:lnTo>
                  <a:lnTo>
                    <a:pt x="120002" y="44227"/>
                  </a:lnTo>
                  <a:lnTo>
                    <a:pt x="135003" y="49755"/>
                  </a:lnTo>
                  <a:lnTo>
                    <a:pt x="137146" y="50545"/>
                  </a:lnTo>
                  <a:close/>
                </a:path>
              </a:pathLst>
            </a:custGeom>
            <a:ln w="359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6355236" y="3064896"/>
              <a:ext cx="137160" cy="50800"/>
            </a:xfrm>
            <a:custGeom>
              <a:avLst/>
              <a:gdLst/>
              <a:ahLst/>
              <a:cxnLst/>
              <a:rect l="l" t="t" r="r" b="b"/>
              <a:pathLst>
                <a:path w="137160" h="50800">
                  <a:moveTo>
                    <a:pt x="0" y="0"/>
                  </a:moveTo>
                  <a:lnTo>
                    <a:pt x="2678" y="4171"/>
                  </a:lnTo>
                  <a:lnTo>
                    <a:pt x="8571" y="15336"/>
                  </a:lnTo>
                  <a:lnTo>
                    <a:pt x="14464" y="31469"/>
                  </a:lnTo>
                  <a:lnTo>
                    <a:pt x="17143" y="50545"/>
                  </a:lnTo>
                  <a:lnTo>
                    <a:pt x="137146" y="505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611219" y="3146706"/>
              <a:ext cx="137160" cy="50800"/>
            </a:xfrm>
            <a:custGeom>
              <a:avLst/>
              <a:gdLst/>
              <a:ahLst/>
              <a:cxnLst/>
              <a:rect l="l" t="t" r="r" b="b"/>
              <a:pathLst>
                <a:path w="137160" h="50800">
                  <a:moveTo>
                    <a:pt x="0" y="0"/>
                  </a:moveTo>
                  <a:lnTo>
                    <a:pt x="79287" y="29236"/>
                  </a:lnTo>
                  <a:lnTo>
                    <a:pt x="120002" y="44250"/>
                  </a:lnTo>
                  <a:lnTo>
                    <a:pt x="135003" y="49781"/>
                  </a:lnTo>
                  <a:lnTo>
                    <a:pt x="137146" y="50571"/>
                  </a:lnTo>
                  <a:lnTo>
                    <a:pt x="127235" y="27460"/>
                  </a:lnTo>
                  <a:lnTo>
                    <a:pt x="122145" y="14489"/>
                  </a:lnTo>
                  <a:lnTo>
                    <a:pt x="120270" y="6916"/>
                  </a:lnTo>
                  <a:lnTo>
                    <a:pt x="120002" y="0"/>
                  </a:lnTo>
                  <a:lnTo>
                    <a:pt x="50626" y="0"/>
                  </a:lnTo>
                  <a:lnTo>
                    <a:pt x="15000" y="0"/>
                  </a:lnTo>
                  <a:lnTo>
                    <a:pt x="1875" y="0"/>
                  </a:lnTo>
                  <a:lnTo>
                    <a:pt x="0" y="0"/>
                  </a:lnTo>
                  <a:close/>
                </a:path>
              </a:pathLst>
            </a:custGeom>
            <a:ln w="359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5611219" y="3146706"/>
              <a:ext cx="137160" cy="50800"/>
            </a:xfrm>
            <a:custGeom>
              <a:avLst/>
              <a:gdLst/>
              <a:ahLst/>
              <a:cxnLst/>
              <a:rect l="l" t="t" r="r" b="b"/>
              <a:pathLst>
                <a:path w="137160" h="50800">
                  <a:moveTo>
                    <a:pt x="120002" y="0"/>
                  </a:moveTo>
                  <a:lnTo>
                    <a:pt x="0" y="0"/>
                  </a:lnTo>
                  <a:lnTo>
                    <a:pt x="137146" y="50571"/>
                  </a:lnTo>
                  <a:lnTo>
                    <a:pt x="127235" y="27460"/>
                  </a:lnTo>
                  <a:lnTo>
                    <a:pt x="122145" y="14489"/>
                  </a:lnTo>
                  <a:lnTo>
                    <a:pt x="120270" y="6916"/>
                  </a:lnTo>
                  <a:lnTo>
                    <a:pt x="12000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8" name="object 38"/>
          <p:cNvGrpSpPr/>
          <p:nvPr/>
        </p:nvGrpSpPr>
        <p:grpSpPr>
          <a:xfrm>
            <a:off x="6757760" y="2717226"/>
            <a:ext cx="892175" cy="1495425"/>
            <a:chOff x="6757760" y="2717226"/>
            <a:chExt cx="892175" cy="1495425"/>
          </a:xfrm>
        </p:grpSpPr>
        <p:sp>
          <p:nvSpPr>
            <p:cNvPr id="39" name="object 39"/>
            <p:cNvSpPr/>
            <p:nvPr/>
          </p:nvSpPr>
          <p:spPr>
            <a:xfrm>
              <a:off x="6757760" y="3045355"/>
              <a:ext cx="124574" cy="181077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912049" y="3146420"/>
              <a:ext cx="78173" cy="13876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011480" y="3042254"/>
              <a:ext cx="140574" cy="187252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190913" y="3127166"/>
              <a:ext cx="109855" cy="0"/>
            </a:xfrm>
            <a:custGeom>
              <a:avLst/>
              <a:gdLst/>
              <a:ahLst/>
              <a:cxnLst/>
              <a:rect l="l" t="t" r="r" b="b"/>
              <a:pathLst>
                <a:path w="109854">
                  <a:moveTo>
                    <a:pt x="109259" y="0"/>
                  </a:moveTo>
                  <a:lnTo>
                    <a:pt x="0" y="0"/>
                  </a:lnTo>
                </a:path>
              </a:pathLst>
            </a:custGeom>
            <a:ln w="1563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7304056" y="2717226"/>
              <a:ext cx="345377" cy="1495268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/>
          <p:nvPr/>
        </p:nvSpPr>
        <p:spPr>
          <a:xfrm>
            <a:off x="6844162" y="4406227"/>
            <a:ext cx="104688" cy="119693"/>
          </a:xfrm>
          <a:prstGeom prst="rect">
            <a:avLst/>
          </a:prstGeom>
          <a:blipFill>
            <a:blip r:embed="rId1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5" name="object 45"/>
          <p:cNvGrpSpPr/>
          <p:nvPr/>
        </p:nvGrpSpPr>
        <p:grpSpPr>
          <a:xfrm>
            <a:off x="7262914" y="4401589"/>
            <a:ext cx="741045" cy="243204"/>
            <a:chOff x="7262914" y="4401589"/>
            <a:chExt cx="741045" cy="243204"/>
          </a:xfrm>
        </p:grpSpPr>
        <p:sp>
          <p:nvSpPr>
            <p:cNvPr id="46" name="object 46"/>
            <p:cNvSpPr/>
            <p:nvPr/>
          </p:nvSpPr>
          <p:spPr>
            <a:xfrm>
              <a:off x="7262914" y="4401591"/>
              <a:ext cx="381635" cy="187960"/>
            </a:xfrm>
            <a:custGeom>
              <a:avLst/>
              <a:gdLst/>
              <a:ahLst/>
              <a:cxnLst/>
              <a:rect l="l" t="t" r="r" b="b"/>
              <a:pathLst>
                <a:path w="381634" h="187960">
                  <a:moveTo>
                    <a:pt x="44932" y="24180"/>
                  </a:moveTo>
                  <a:lnTo>
                    <a:pt x="0" y="24180"/>
                  </a:lnTo>
                  <a:lnTo>
                    <a:pt x="0" y="40944"/>
                  </a:lnTo>
                  <a:lnTo>
                    <a:pt x="44932" y="40944"/>
                  </a:lnTo>
                  <a:lnTo>
                    <a:pt x="44932" y="24180"/>
                  </a:lnTo>
                  <a:close/>
                </a:path>
                <a:path w="381634" h="187960">
                  <a:moveTo>
                    <a:pt x="214388" y="93878"/>
                  </a:moveTo>
                  <a:lnTo>
                    <a:pt x="205028" y="45402"/>
                  </a:lnTo>
                  <a:lnTo>
                    <a:pt x="192671" y="25209"/>
                  </a:lnTo>
                  <a:lnTo>
                    <a:pt x="192671" y="93992"/>
                  </a:lnTo>
                  <a:lnTo>
                    <a:pt x="191744" y="110350"/>
                  </a:lnTo>
                  <a:lnTo>
                    <a:pt x="177368" y="147853"/>
                  </a:lnTo>
                  <a:lnTo>
                    <a:pt x="138277" y="166865"/>
                  </a:lnTo>
                  <a:lnTo>
                    <a:pt x="127101" y="165684"/>
                  </a:lnTo>
                  <a:lnTo>
                    <a:pt x="92887" y="137744"/>
                  </a:lnTo>
                  <a:lnTo>
                    <a:pt x="84112" y="96469"/>
                  </a:lnTo>
                  <a:lnTo>
                    <a:pt x="85140" y="77495"/>
                  </a:lnTo>
                  <a:lnTo>
                    <a:pt x="100342" y="38112"/>
                  </a:lnTo>
                  <a:lnTo>
                    <a:pt x="138734" y="20637"/>
                  </a:lnTo>
                  <a:lnTo>
                    <a:pt x="146316" y="21209"/>
                  </a:lnTo>
                  <a:lnTo>
                    <a:pt x="182511" y="47498"/>
                  </a:lnTo>
                  <a:lnTo>
                    <a:pt x="192671" y="93992"/>
                  </a:lnTo>
                  <a:lnTo>
                    <a:pt x="192671" y="25209"/>
                  </a:lnTo>
                  <a:lnTo>
                    <a:pt x="159423" y="2997"/>
                  </a:lnTo>
                  <a:lnTo>
                    <a:pt x="138506" y="0"/>
                  </a:lnTo>
                  <a:lnTo>
                    <a:pt x="122478" y="1600"/>
                  </a:lnTo>
                  <a:lnTo>
                    <a:pt x="83654" y="25514"/>
                  </a:lnTo>
                  <a:lnTo>
                    <a:pt x="63728" y="74777"/>
                  </a:lnTo>
                  <a:lnTo>
                    <a:pt x="62420" y="96469"/>
                  </a:lnTo>
                  <a:lnTo>
                    <a:pt x="62992" y="107861"/>
                  </a:lnTo>
                  <a:lnTo>
                    <a:pt x="76682" y="151422"/>
                  </a:lnTo>
                  <a:lnTo>
                    <a:pt x="107467" y="180428"/>
                  </a:lnTo>
                  <a:lnTo>
                    <a:pt x="138506" y="187375"/>
                  </a:lnTo>
                  <a:lnTo>
                    <a:pt x="148628" y="186677"/>
                  </a:lnTo>
                  <a:lnTo>
                    <a:pt x="185445" y="169951"/>
                  </a:lnTo>
                  <a:lnTo>
                    <a:pt x="188468" y="166865"/>
                  </a:lnTo>
                  <a:lnTo>
                    <a:pt x="192887" y="162382"/>
                  </a:lnTo>
                  <a:lnTo>
                    <a:pt x="211975" y="120091"/>
                  </a:lnTo>
                  <a:lnTo>
                    <a:pt x="213791" y="107403"/>
                  </a:lnTo>
                  <a:lnTo>
                    <a:pt x="214388" y="93878"/>
                  </a:lnTo>
                  <a:close/>
                </a:path>
                <a:path w="381634" h="187960">
                  <a:moveTo>
                    <a:pt x="381038" y="126847"/>
                  </a:moveTo>
                  <a:lnTo>
                    <a:pt x="360006" y="120802"/>
                  </a:lnTo>
                  <a:lnTo>
                    <a:pt x="357403" y="131521"/>
                  </a:lnTo>
                  <a:lnTo>
                    <a:pt x="353809" y="140665"/>
                  </a:lnTo>
                  <a:lnTo>
                    <a:pt x="322046" y="166141"/>
                  </a:lnTo>
                  <a:lnTo>
                    <a:pt x="313601" y="166865"/>
                  </a:lnTo>
                  <a:lnTo>
                    <a:pt x="306400" y="166331"/>
                  </a:lnTo>
                  <a:lnTo>
                    <a:pt x="271551" y="140665"/>
                  </a:lnTo>
                  <a:lnTo>
                    <a:pt x="262750" y="103454"/>
                  </a:lnTo>
                  <a:lnTo>
                    <a:pt x="262394" y="92265"/>
                  </a:lnTo>
                  <a:lnTo>
                    <a:pt x="262699" y="83375"/>
                  </a:lnTo>
                  <a:lnTo>
                    <a:pt x="274091" y="42354"/>
                  </a:lnTo>
                  <a:lnTo>
                    <a:pt x="306362" y="21259"/>
                  </a:lnTo>
                  <a:lnTo>
                    <a:pt x="315201" y="20637"/>
                  </a:lnTo>
                  <a:lnTo>
                    <a:pt x="322783" y="21196"/>
                  </a:lnTo>
                  <a:lnTo>
                    <a:pt x="354634" y="49212"/>
                  </a:lnTo>
                  <a:lnTo>
                    <a:pt x="357720" y="58420"/>
                  </a:lnTo>
                  <a:lnTo>
                    <a:pt x="378294" y="52870"/>
                  </a:lnTo>
                  <a:lnTo>
                    <a:pt x="355663" y="13970"/>
                  </a:lnTo>
                  <a:lnTo>
                    <a:pt x="315658" y="139"/>
                  </a:lnTo>
                  <a:lnTo>
                    <a:pt x="305282" y="812"/>
                  </a:lnTo>
                  <a:lnTo>
                    <a:pt x="268795" y="17157"/>
                  </a:lnTo>
                  <a:lnTo>
                    <a:pt x="245986" y="54025"/>
                  </a:lnTo>
                  <a:lnTo>
                    <a:pt x="240690" y="92392"/>
                  </a:lnTo>
                  <a:lnTo>
                    <a:pt x="241198" y="105156"/>
                  </a:lnTo>
                  <a:lnTo>
                    <a:pt x="253669" y="151561"/>
                  </a:lnTo>
                  <a:lnTo>
                    <a:pt x="282219" y="180670"/>
                  </a:lnTo>
                  <a:lnTo>
                    <a:pt x="315201" y="187375"/>
                  </a:lnTo>
                  <a:lnTo>
                    <a:pt x="327202" y="186410"/>
                  </a:lnTo>
                  <a:lnTo>
                    <a:pt x="338201" y="183502"/>
                  </a:lnTo>
                  <a:lnTo>
                    <a:pt x="348208" y="178650"/>
                  </a:lnTo>
                  <a:lnTo>
                    <a:pt x="357263" y="171869"/>
                  </a:lnTo>
                  <a:lnTo>
                    <a:pt x="361861" y="166865"/>
                  </a:lnTo>
                  <a:lnTo>
                    <a:pt x="365188" y="163245"/>
                  </a:lnTo>
                  <a:lnTo>
                    <a:pt x="371805" y="152869"/>
                  </a:lnTo>
                  <a:lnTo>
                    <a:pt x="377113" y="140665"/>
                  </a:lnTo>
                  <a:lnTo>
                    <a:pt x="381038" y="126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662467" y="4505861"/>
              <a:ext cx="78859" cy="136358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770583" y="4404794"/>
              <a:ext cx="124574" cy="181077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924873" y="4508269"/>
              <a:ext cx="79087" cy="136266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/>
          <p:nvPr/>
        </p:nvSpPr>
        <p:spPr>
          <a:xfrm>
            <a:off x="7403718" y="4289034"/>
            <a:ext cx="38735" cy="43815"/>
          </a:xfrm>
          <a:custGeom>
            <a:avLst/>
            <a:gdLst/>
            <a:ahLst/>
            <a:cxnLst/>
            <a:rect l="l" t="t" r="r" b="b"/>
            <a:pathLst>
              <a:path w="38734" h="43814">
                <a:moveTo>
                  <a:pt x="19200" y="0"/>
                </a:moveTo>
                <a:lnTo>
                  <a:pt x="11764" y="1705"/>
                </a:lnTo>
                <a:lnTo>
                  <a:pt x="5657" y="6357"/>
                </a:lnTo>
                <a:lnTo>
                  <a:pt x="1521" y="13255"/>
                </a:lnTo>
                <a:lnTo>
                  <a:pt x="0" y="21703"/>
                </a:lnTo>
                <a:lnTo>
                  <a:pt x="1521" y="30150"/>
                </a:lnTo>
                <a:lnTo>
                  <a:pt x="5657" y="37049"/>
                </a:lnTo>
                <a:lnTo>
                  <a:pt x="11764" y="41700"/>
                </a:lnTo>
                <a:lnTo>
                  <a:pt x="19200" y="43406"/>
                </a:lnTo>
                <a:lnTo>
                  <a:pt x="26600" y="41700"/>
                </a:lnTo>
                <a:lnTo>
                  <a:pt x="32629" y="37049"/>
                </a:lnTo>
                <a:lnTo>
                  <a:pt x="36686" y="30150"/>
                </a:lnTo>
                <a:lnTo>
                  <a:pt x="38172" y="21703"/>
                </a:lnTo>
                <a:lnTo>
                  <a:pt x="36686" y="13255"/>
                </a:lnTo>
                <a:lnTo>
                  <a:pt x="32629" y="6357"/>
                </a:lnTo>
                <a:lnTo>
                  <a:pt x="26600" y="1705"/>
                </a:lnTo>
                <a:lnTo>
                  <a:pt x="192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7318459" y="4297606"/>
            <a:ext cx="38100" cy="43815"/>
          </a:xfrm>
          <a:custGeom>
            <a:avLst/>
            <a:gdLst/>
            <a:ahLst/>
            <a:cxnLst/>
            <a:rect l="l" t="t" r="r" b="b"/>
            <a:pathLst>
              <a:path w="38100" h="43814">
                <a:moveTo>
                  <a:pt x="18971" y="0"/>
                </a:moveTo>
                <a:lnTo>
                  <a:pt x="11571" y="1705"/>
                </a:lnTo>
                <a:lnTo>
                  <a:pt x="5542" y="6357"/>
                </a:lnTo>
                <a:lnTo>
                  <a:pt x="1485" y="13255"/>
                </a:lnTo>
                <a:lnTo>
                  <a:pt x="0" y="21703"/>
                </a:lnTo>
                <a:lnTo>
                  <a:pt x="1485" y="30150"/>
                </a:lnTo>
                <a:lnTo>
                  <a:pt x="5542" y="37049"/>
                </a:lnTo>
                <a:lnTo>
                  <a:pt x="11571" y="41700"/>
                </a:lnTo>
                <a:lnTo>
                  <a:pt x="18971" y="43406"/>
                </a:lnTo>
                <a:lnTo>
                  <a:pt x="26372" y="41700"/>
                </a:lnTo>
                <a:lnTo>
                  <a:pt x="32400" y="37049"/>
                </a:lnTo>
                <a:lnTo>
                  <a:pt x="36458" y="30150"/>
                </a:lnTo>
                <a:lnTo>
                  <a:pt x="37943" y="21703"/>
                </a:lnTo>
                <a:lnTo>
                  <a:pt x="36458" y="13255"/>
                </a:lnTo>
                <a:lnTo>
                  <a:pt x="32400" y="6357"/>
                </a:lnTo>
                <a:lnTo>
                  <a:pt x="26372" y="1705"/>
                </a:lnTo>
                <a:lnTo>
                  <a:pt x="1897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2" name="object 52"/>
          <p:cNvGrpSpPr/>
          <p:nvPr/>
        </p:nvGrpSpPr>
        <p:grpSpPr>
          <a:xfrm>
            <a:off x="8880881" y="2616632"/>
            <a:ext cx="1446530" cy="1104265"/>
            <a:chOff x="8880881" y="2616632"/>
            <a:chExt cx="1446530" cy="1104265"/>
          </a:xfrm>
        </p:grpSpPr>
        <p:sp>
          <p:nvSpPr>
            <p:cNvPr id="53" name="object 53"/>
            <p:cNvSpPr/>
            <p:nvPr/>
          </p:nvSpPr>
          <p:spPr>
            <a:xfrm>
              <a:off x="9703143" y="2736151"/>
              <a:ext cx="309245" cy="513080"/>
            </a:xfrm>
            <a:custGeom>
              <a:avLst/>
              <a:gdLst/>
              <a:ahLst/>
              <a:cxnLst/>
              <a:rect l="l" t="t" r="r" b="b"/>
              <a:pathLst>
                <a:path w="309245" h="513080">
                  <a:moveTo>
                    <a:pt x="140931" y="451713"/>
                  </a:moveTo>
                  <a:lnTo>
                    <a:pt x="119989" y="445630"/>
                  </a:lnTo>
                  <a:lnTo>
                    <a:pt x="117297" y="456399"/>
                  </a:lnTo>
                  <a:lnTo>
                    <a:pt x="113639" y="465772"/>
                  </a:lnTo>
                  <a:lnTo>
                    <a:pt x="81851" y="491210"/>
                  </a:lnTo>
                  <a:lnTo>
                    <a:pt x="73317" y="491947"/>
                  </a:lnTo>
                  <a:lnTo>
                    <a:pt x="66103" y="491413"/>
                  </a:lnTo>
                  <a:lnTo>
                    <a:pt x="31102" y="465607"/>
                  </a:lnTo>
                  <a:lnTo>
                    <a:pt x="22212" y="428180"/>
                  </a:lnTo>
                  <a:lnTo>
                    <a:pt x="21856" y="416928"/>
                  </a:lnTo>
                  <a:lnTo>
                    <a:pt x="22161" y="407987"/>
                  </a:lnTo>
                  <a:lnTo>
                    <a:pt x="33642" y="366737"/>
                  </a:lnTo>
                  <a:lnTo>
                    <a:pt x="66065" y="345503"/>
                  </a:lnTo>
                  <a:lnTo>
                    <a:pt x="74904" y="344881"/>
                  </a:lnTo>
                  <a:lnTo>
                    <a:pt x="82588" y="345440"/>
                  </a:lnTo>
                  <a:lnTo>
                    <a:pt x="114414" y="373634"/>
                  </a:lnTo>
                  <a:lnTo>
                    <a:pt x="117487" y="382905"/>
                  </a:lnTo>
                  <a:lnTo>
                    <a:pt x="138201" y="377317"/>
                  </a:lnTo>
                  <a:lnTo>
                    <a:pt x="115658" y="338175"/>
                  </a:lnTo>
                  <a:lnTo>
                    <a:pt x="75361" y="324269"/>
                  </a:lnTo>
                  <a:lnTo>
                    <a:pt x="64998" y="324954"/>
                  </a:lnTo>
                  <a:lnTo>
                    <a:pt x="28321" y="341388"/>
                  </a:lnTo>
                  <a:lnTo>
                    <a:pt x="5384" y="378472"/>
                  </a:lnTo>
                  <a:lnTo>
                    <a:pt x="0" y="417055"/>
                  </a:lnTo>
                  <a:lnTo>
                    <a:pt x="520" y="429895"/>
                  </a:lnTo>
                  <a:lnTo>
                    <a:pt x="13157" y="476567"/>
                  </a:lnTo>
                  <a:lnTo>
                    <a:pt x="41668" y="505828"/>
                  </a:lnTo>
                  <a:lnTo>
                    <a:pt x="74904" y="512559"/>
                  </a:lnTo>
                  <a:lnTo>
                    <a:pt x="86906" y="511581"/>
                  </a:lnTo>
                  <a:lnTo>
                    <a:pt x="125056" y="488302"/>
                  </a:lnTo>
                  <a:lnTo>
                    <a:pt x="140931" y="451713"/>
                  </a:lnTo>
                  <a:close/>
                </a:path>
                <a:path w="309245" h="513080">
                  <a:moveTo>
                    <a:pt x="151409" y="200660"/>
                  </a:moveTo>
                  <a:lnTo>
                    <a:pt x="150266" y="195884"/>
                  </a:lnTo>
                  <a:lnTo>
                    <a:pt x="143662" y="191566"/>
                  </a:lnTo>
                  <a:lnTo>
                    <a:pt x="139573" y="192862"/>
                  </a:lnTo>
                  <a:lnTo>
                    <a:pt x="95631" y="279742"/>
                  </a:lnTo>
                  <a:lnTo>
                    <a:pt x="96761" y="284492"/>
                  </a:lnTo>
                  <a:lnTo>
                    <a:pt x="103136" y="288810"/>
                  </a:lnTo>
                  <a:lnTo>
                    <a:pt x="107467" y="287540"/>
                  </a:lnTo>
                  <a:lnTo>
                    <a:pt x="151409" y="200660"/>
                  </a:lnTo>
                  <a:close/>
                </a:path>
                <a:path w="309245" h="513080">
                  <a:moveTo>
                    <a:pt x="202412" y="234353"/>
                  </a:moveTo>
                  <a:lnTo>
                    <a:pt x="201269" y="229565"/>
                  </a:lnTo>
                  <a:lnTo>
                    <a:pt x="194894" y="225259"/>
                  </a:lnTo>
                  <a:lnTo>
                    <a:pt x="190576" y="226555"/>
                  </a:lnTo>
                  <a:lnTo>
                    <a:pt x="146621" y="313423"/>
                  </a:lnTo>
                  <a:lnTo>
                    <a:pt x="147764" y="318185"/>
                  </a:lnTo>
                  <a:lnTo>
                    <a:pt x="154368" y="322491"/>
                  </a:lnTo>
                  <a:lnTo>
                    <a:pt x="158470" y="321221"/>
                  </a:lnTo>
                  <a:lnTo>
                    <a:pt x="202412" y="234353"/>
                  </a:lnTo>
                  <a:close/>
                </a:path>
                <a:path w="309245" h="513080">
                  <a:moveTo>
                    <a:pt x="308965" y="94386"/>
                  </a:moveTo>
                  <a:lnTo>
                    <a:pt x="299631" y="45643"/>
                  </a:lnTo>
                  <a:lnTo>
                    <a:pt x="287324" y="25387"/>
                  </a:lnTo>
                  <a:lnTo>
                    <a:pt x="287324" y="94513"/>
                  </a:lnTo>
                  <a:lnTo>
                    <a:pt x="286359" y="110959"/>
                  </a:lnTo>
                  <a:lnTo>
                    <a:pt x="271856" y="148678"/>
                  </a:lnTo>
                  <a:lnTo>
                    <a:pt x="232689" y="167779"/>
                  </a:lnTo>
                  <a:lnTo>
                    <a:pt x="221386" y="166585"/>
                  </a:lnTo>
                  <a:lnTo>
                    <a:pt x="187020" y="138518"/>
                  </a:lnTo>
                  <a:lnTo>
                    <a:pt x="178269" y="97002"/>
                  </a:lnTo>
                  <a:lnTo>
                    <a:pt x="179298" y="77914"/>
                  </a:lnTo>
                  <a:lnTo>
                    <a:pt x="194437" y="38315"/>
                  </a:lnTo>
                  <a:lnTo>
                    <a:pt x="232918" y="20739"/>
                  </a:lnTo>
                  <a:lnTo>
                    <a:pt x="240690" y="21310"/>
                  </a:lnTo>
                  <a:lnTo>
                    <a:pt x="277063" y="47752"/>
                  </a:lnTo>
                  <a:lnTo>
                    <a:pt x="287324" y="94513"/>
                  </a:lnTo>
                  <a:lnTo>
                    <a:pt x="287324" y="25387"/>
                  </a:lnTo>
                  <a:lnTo>
                    <a:pt x="253949" y="3009"/>
                  </a:lnTo>
                  <a:lnTo>
                    <a:pt x="232918" y="0"/>
                  </a:lnTo>
                  <a:lnTo>
                    <a:pt x="216789" y="1600"/>
                  </a:lnTo>
                  <a:lnTo>
                    <a:pt x="177825" y="25628"/>
                  </a:lnTo>
                  <a:lnTo>
                    <a:pt x="157772" y="75184"/>
                  </a:lnTo>
                  <a:lnTo>
                    <a:pt x="156438" y="97002"/>
                  </a:lnTo>
                  <a:lnTo>
                    <a:pt x="157010" y="108445"/>
                  </a:lnTo>
                  <a:lnTo>
                    <a:pt x="170776" y="152260"/>
                  </a:lnTo>
                  <a:lnTo>
                    <a:pt x="201663" y="181432"/>
                  </a:lnTo>
                  <a:lnTo>
                    <a:pt x="232689" y="188417"/>
                  </a:lnTo>
                  <a:lnTo>
                    <a:pt x="242938" y="187718"/>
                  </a:lnTo>
                  <a:lnTo>
                    <a:pt x="279933" y="170891"/>
                  </a:lnTo>
                  <a:lnTo>
                    <a:pt x="282981" y="167779"/>
                  </a:lnTo>
                  <a:lnTo>
                    <a:pt x="287426" y="163271"/>
                  </a:lnTo>
                  <a:lnTo>
                    <a:pt x="306539" y="120751"/>
                  </a:lnTo>
                  <a:lnTo>
                    <a:pt x="308368" y="107988"/>
                  </a:lnTo>
                  <a:lnTo>
                    <a:pt x="308965" y="943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9831790" y="3269028"/>
              <a:ext cx="243196" cy="302715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9124200" y="3063527"/>
              <a:ext cx="125111" cy="182081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9277270" y="3167162"/>
              <a:ext cx="77935" cy="138829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9376152" y="3060408"/>
              <a:ext cx="141003" cy="188293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8943022" y="2686125"/>
              <a:ext cx="1384300" cy="1035050"/>
            </a:xfrm>
            <a:custGeom>
              <a:avLst/>
              <a:gdLst/>
              <a:ahLst/>
              <a:cxnLst/>
              <a:rect l="l" t="t" r="r" b="b"/>
              <a:pathLst>
                <a:path w="1384300" h="1035050">
                  <a:moveTo>
                    <a:pt x="730516" y="457466"/>
                  </a:moveTo>
                  <a:lnTo>
                    <a:pt x="727329" y="453986"/>
                  </a:lnTo>
                  <a:lnTo>
                    <a:pt x="611212" y="453986"/>
                  </a:lnTo>
                  <a:lnTo>
                    <a:pt x="608253" y="457466"/>
                  </a:lnTo>
                  <a:lnTo>
                    <a:pt x="608253" y="466064"/>
                  </a:lnTo>
                  <a:lnTo>
                    <a:pt x="611212" y="469582"/>
                  </a:lnTo>
                  <a:lnTo>
                    <a:pt x="727329" y="469582"/>
                  </a:lnTo>
                  <a:lnTo>
                    <a:pt x="730516" y="466064"/>
                  </a:lnTo>
                  <a:lnTo>
                    <a:pt x="730516" y="457466"/>
                  </a:lnTo>
                  <a:close/>
                </a:path>
                <a:path w="1384300" h="1035050">
                  <a:moveTo>
                    <a:pt x="1384198" y="0"/>
                  </a:moveTo>
                  <a:lnTo>
                    <a:pt x="1329778" y="0"/>
                  </a:lnTo>
                  <a:lnTo>
                    <a:pt x="1329778" y="972159"/>
                  </a:lnTo>
                  <a:lnTo>
                    <a:pt x="0" y="972159"/>
                  </a:lnTo>
                  <a:lnTo>
                    <a:pt x="0" y="1034453"/>
                  </a:lnTo>
                  <a:lnTo>
                    <a:pt x="1384198" y="1034453"/>
                  </a:lnTo>
                  <a:lnTo>
                    <a:pt x="1384198" y="972159"/>
                  </a:lnTo>
                  <a:lnTo>
                    <a:pt x="138419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8888389" y="2624140"/>
              <a:ext cx="1384935" cy="1035050"/>
            </a:xfrm>
            <a:custGeom>
              <a:avLst/>
              <a:gdLst/>
              <a:ahLst/>
              <a:cxnLst/>
              <a:rect l="l" t="t" r="r" b="b"/>
              <a:pathLst>
                <a:path w="1384934" h="1035050">
                  <a:moveTo>
                    <a:pt x="1384420" y="1034524"/>
                  </a:moveTo>
                  <a:lnTo>
                    <a:pt x="1384420" y="436440"/>
                  </a:lnTo>
                  <a:lnTo>
                    <a:pt x="1384420" y="129315"/>
                  </a:lnTo>
                  <a:lnTo>
                    <a:pt x="1384420" y="16164"/>
                  </a:lnTo>
                  <a:lnTo>
                    <a:pt x="1384420" y="0"/>
                  </a:lnTo>
                  <a:lnTo>
                    <a:pt x="584052" y="0"/>
                  </a:lnTo>
                  <a:lnTo>
                    <a:pt x="173052" y="0"/>
                  </a:lnTo>
                  <a:lnTo>
                    <a:pt x="21631" y="0"/>
                  </a:lnTo>
                  <a:lnTo>
                    <a:pt x="0" y="0"/>
                  </a:lnTo>
                  <a:lnTo>
                    <a:pt x="0" y="598084"/>
                  </a:lnTo>
                  <a:lnTo>
                    <a:pt x="0" y="905209"/>
                  </a:lnTo>
                  <a:lnTo>
                    <a:pt x="0" y="1018360"/>
                  </a:lnTo>
                  <a:lnTo>
                    <a:pt x="0" y="1034524"/>
                  </a:lnTo>
                  <a:lnTo>
                    <a:pt x="800368" y="1034524"/>
                  </a:lnTo>
                  <a:lnTo>
                    <a:pt x="1211367" y="1034524"/>
                  </a:lnTo>
                  <a:lnTo>
                    <a:pt x="1362788" y="1034524"/>
                  </a:lnTo>
                  <a:lnTo>
                    <a:pt x="1384420" y="1034524"/>
                  </a:lnTo>
                  <a:lnTo>
                    <a:pt x="1384420" y="436440"/>
                  </a:lnTo>
                  <a:lnTo>
                    <a:pt x="1384420" y="129315"/>
                  </a:lnTo>
                  <a:lnTo>
                    <a:pt x="1384420" y="16164"/>
                  </a:lnTo>
                  <a:lnTo>
                    <a:pt x="1384420" y="0"/>
                  </a:lnTo>
                </a:path>
              </a:pathLst>
            </a:custGeom>
            <a:ln w="149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/>
          <p:nvPr/>
        </p:nvSpPr>
        <p:spPr>
          <a:xfrm>
            <a:off x="9004348" y="4090046"/>
            <a:ext cx="105325" cy="120358"/>
          </a:xfrm>
          <a:prstGeom prst="rect">
            <a:avLst/>
          </a:prstGeom>
          <a:blipFill>
            <a:blip r:embed="rId2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1" name="object 61"/>
          <p:cNvGrpSpPr/>
          <p:nvPr/>
        </p:nvGrpSpPr>
        <p:grpSpPr>
          <a:xfrm>
            <a:off x="9385465" y="4054514"/>
            <a:ext cx="831215" cy="245745"/>
            <a:chOff x="9385465" y="4054514"/>
            <a:chExt cx="831215" cy="245745"/>
          </a:xfrm>
        </p:grpSpPr>
        <p:sp>
          <p:nvSpPr>
            <p:cNvPr id="62" name="object 62"/>
            <p:cNvSpPr/>
            <p:nvPr/>
          </p:nvSpPr>
          <p:spPr>
            <a:xfrm>
              <a:off x="9385465" y="4057763"/>
              <a:ext cx="125111" cy="182081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9542424" y="4054514"/>
              <a:ext cx="152523" cy="188434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9719088" y="4054644"/>
              <a:ext cx="236561" cy="243162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9984565" y="4057763"/>
              <a:ext cx="124997" cy="182081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10137567" y="4163815"/>
              <a:ext cx="78777" cy="136310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7" name="object 67"/>
          <p:cNvGrpSpPr/>
          <p:nvPr/>
        </p:nvGrpSpPr>
        <p:grpSpPr>
          <a:xfrm>
            <a:off x="7882035" y="3049283"/>
            <a:ext cx="685165" cy="85725"/>
            <a:chOff x="7882035" y="3049283"/>
            <a:chExt cx="685165" cy="85725"/>
          </a:xfrm>
        </p:grpSpPr>
        <p:sp>
          <p:nvSpPr>
            <p:cNvPr id="68" name="object 68"/>
            <p:cNvSpPr/>
            <p:nvPr/>
          </p:nvSpPr>
          <p:spPr>
            <a:xfrm>
              <a:off x="7882026" y="3085528"/>
              <a:ext cx="566420" cy="15875"/>
            </a:xfrm>
            <a:custGeom>
              <a:avLst/>
              <a:gdLst/>
              <a:ahLst/>
              <a:cxnLst/>
              <a:rect l="l" t="t" r="r" b="b"/>
              <a:pathLst>
                <a:path w="566420" h="15875">
                  <a:moveTo>
                    <a:pt x="566242" y="0"/>
                  </a:moveTo>
                  <a:lnTo>
                    <a:pt x="0" y="0"/>
                  </a:lnTo>
                  <a:lnTo>
                    <a:pt x="0" y="15595"/>
                  </a:lnTo>
                  <a:lnTo>
                    <a:pt x="566242" y="15595"/>
                  </a:lnTo>
                  <a:lnTo>
                    <a:pt x="56624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8427402" y="3049283"/>
              <a:ext cx="139181" cy="85127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0" name="object 70"/>
          <p:cNvGrpSpPr/>
          <p:nvPr/>
        </p:nvGrpSpPr>
        <p:grpSpPr>
          <a:xfrm>
            <a:off x="1959741" y="4525100"/>
            <a:ext cx="4049395" cy="808990"/>
            <a:chOff x="1959741" y="4525100"/>
            <a:chExt cx="4049395" cy="808990"/>
          </a:xfrm>
        </p:grpSpPr>
        <p:sp>
          <p:nvSpPr>
            <p:cNvPr id="71" name="object 71"/>
            <p:cNvSpPr/>
            <p:nvPr/>
          </p:nvSpPr>
          <p:spPr>
            <a:xfrm>
              <a:off x="2146431" y="4662437"/>
              <a:ext cx="860928" cy="182742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3105106" y="4662437"/>
              <a:ext cx="1172210" cy="229870"/>
            </a:xfrm>
            <a:custGeom>
              <a:avLst/>
              <a:gdLst/>
              <a:ahLst/>
              <a:cxnLst/>
              <a:rect l="l" t="t" r="r" b="b"/>
              <a:pathLst>
                <a:path w="1172210" h="229870">
                  <a:moveTo>
                    <a:pt x="17515" y="49547"/>
                  </a:moveTo>
                  <a:lnTo>
                    <a:pt x="0" y="49547"/>
                  </a:lnTo>
                  <a:lnTo>
                    <a:pt x="0" y="179818"/>
                  </a:lnTo>
                  <a:lnTo>
                    <a:pt x="19453" y="179818"/>
                  </a:lnTo>
                  <a:lnTo>
                    <a:pt x="19453" y="108667"/>
                  </a:lnTo>
                  <a:lnTo>
                    <a:pt x="20018" y="97159"/>
                  </a:lnTo>
                  <a:lnTo>
                    <a:pt x="36062" y="68072"/>
                  </a:lnTo>
                  <a:lnTo>
                    <a:pt x="17515" y="68072"/>
                  </a:lnTo>
                  <a:lnTo>
                    <a:pt x="17515" y="49547"/>
                  </a:lnTo>
                  <a:close/>
                </a:path>
                <a:path w="1172210" h="229870">
                  <a:moveTo>
                    <a:pt x="88568" y="65743"/>
                  </a:moveTo>
                  <a:lnTo>
                    <a:pt x="55145" y="65743"/>
                  </a:lnTo>
                  <a:lnTo>
                    <a:pt x="59660" y="67063"/>
                  </a:lnTo>
                  <a:lnTo>
                    <a:pt x="67369" y="72393"/>
                  </a:lnTo>
                  <a:lnTo>
                    <a:pt x="70060" y="75937"/>
                  </a:lnTo>
                  <a:lnTo>
                    <a:pt x="73093" y="84864"/>
                  </a:lnTo>
                  <a:lnTo>
                    <a:pt x="73845" y="91591"/>
                  </a:lnTo>
                  <a:lnTo>
                    <a:pt x="73846" y="179818"/>
                  </a:lnTo>
                  <a:lnTo>
                    <a:pt x="93299" y="179818"/>
                  </a:lnTo>
                  <a:lnTo>
                    <a:pt x="93206" y="87664"/>
                  </a:lnTo>
                  <a:lnTo>
                    <a:pt x="89057" y="66520"/>
                  </a:lnTo>
                  <a:lnTo>
                    <a:pt x="88568" y="65743"/>
                  </a:lnTo>
                  <a:close/>
                </a:path>
                <a:path w="1172210" h="229870">
                  <a:moveTo>
                    <a:pt x="60983" y="46597"/>
                  </a:moveTo>
                  <a:lnTo>
                    <a:pt x="24545" y="58680"/>
                  </a:lnTo>
                  <a:lnTo>
                    <a:pt x="17515" y="68072"/>
                  </a:lnTo>
                  <a:lnTo>
                    <a:pt x="36062" y="68072"/>
                  </a:lnTo>
                  <a:lnTo>
                    <a:pt x="41666" y="65743"/>
                  </a:lnTo>
                  <a:lnTo>
                    <a:pt x="88568" y="65743"/>
                  </a:lnTo>
                  <a:lnTo>
                    <a:pt x="83287" y="57360"/>
                  </a:lnTo>
                  <a:lnTo>
                    <a:pt x="78954" y="53661"/>
                  </a:lnTo>
                  <a:lnTo>
                    <a:pt x="67346" y="48020"/>
                  </a:lnTo>
                  <a:lnTo>
                    <a:pt x="60983" y="46597"/>
                  </a:lnTo>
                  <a:close/>
                </a:path>
                <a:path w="1172210" h="229870">
                  <a:moveTo>
                    <a:pt x="145844" y="49547"/>
                  </a:moveTo>
                  <a:lnTo>
                    <a:pt x="126391" y="49547"/>
                  </a:lnTo>
                  <a:lnTo>
                    <a:pt x="126471" y="141086"/>
                  </a:lnTo>
                  <a:lnTo>
                    <a:pt x="126778" y="146519"/>
                  </a:lnTo>
                  <a:lnTo>
                    <a:pt x="152526" y="181293"/>
                  </a:lnTo>
                  <a:lnTo>
                    <a:pt x="165640" y="182742"/>
                  </a:lnTo>
                  <a:lnTo>
                    <a:pt x="176549" y="181364"/>
                  </a:lnTo>
                  <a:lnTo>
                    <a:pt x="186254" y="177228"/>
                  </a:lnTo>
                  <a:lnTo>
                    <a:pt x="194757" y="170331"/>
                  </a:lnTo>
                  <a:lnTo>
                    <a:pt x="199733" y="163751"/>
                  </a:lnTo>
                  <a:lnTo>
                    <a:pt x="163679" y="163751"/>
                  </a:lnTo>
                  <a:lnTo>
                    <a:pt x="158775" y="162095"/>
                  </a:lnTo>
                  <a:lnTo>
                    <a:pt x="145882" y="134039"/>
                  </a:lnTo>
                  <a:lnTo>
                    <a:pt x="145844" y="49547"/>
                  </a:lnTo>
                  <a:close/>
                </a:path>
                <a:path w="1172210" h="229870">
                  <a:moveTo>
                    <a:pt x="219462" y="160672"/>
                  </a:moveTo>
                  <a:lnTo>
                    <a:pt x="202061" y="160672"/>
                  </a:lnTo>
                  <a:lnTo>
                    <a:pt x="202061" y="179818"/>
                  </a:lnTo>
                  <a:lnTo>
                    <a:pt x="219462" y="179818"/>
                  </a:lnTo>
                  <a:lnTo>
                    <a:pt x="219462" y="160672"/>
                  </a:lnTo>
                  <a:close/>
                </a:path>
                <a:path w="1172210" h="229870">
                  <a:moveTo>
                    <a:pt x="219462" y="49547"/>
                  </a:moveTo>
                  <a:lnTo>
                    <a:pt x="200009" y="49547"/>
                  </a:lnTo>
                  <a:lnTo>
                    <a:pt x="200009" y="119353"/>
                  </a:lnTo>
                  <a:lnTo>
                    <a:pt x="199811" y="127187"/>
                  </a:lnTo>
                  <a:lnTo>
                    <a:pt x="180829" y="162043"/>
                  </a:lnTo>
                  <a:lnTo>
                    <a:pt x="175355" y="163751"/>
                  </a:lnTo>
                  <a:lnTo>
                    <a:pt x="199733" y="163751"/>
                  </a:lnTo>
                  <a:lnTo>
                    <a:pt x="202061" y="160672"/>
                  </a:lnTo>
                  <a:lnTo>
                    <a:pt x="219462" y="160672"/>
                  </a:lnTo>
                  <a:lnTo>
                    <a:pt x="219462" y="49547"/>
                  </a:lnTo>
                  <a:close/>
                </a:path>
                <a:path w="1172210" h="229870">
                  <a:moveTo>
                    <a:pt x="300013" y="46597"/>
                  </a:moveTo>
                  <a:lnTo>
                    <a:pt x="261619" y="64411"/>
                  </a:lnTo>
                  <a:lnTo>
                    <a:pt x="248081" y="104950"/>
                  </a:lnTo>
                  <a:lnTo>
                    <a:pt x="247696" y="115161"/>
                  </a:lnTo>
                  <a:lnTo>
                    <a:pt x="248590" y="130534"/>
                  </a:lnTo>
                  <a:lnTo>
                    <a:pt x="269762" y="172918"/>
                  </a:lnTo>
                  <a:lnTo>
                    <a:pt x="299899" y="182742"/>
                  </a:lnTo>
                  <a:lnTo>
                    <a:pt x="308939" y="181951"/>
                  </a:lnTo>
                  <a:lnTo>
                    <a:pt x="317243" y="179576"/>
                  </a:lnTo>
                  <a:lnTo>
                    <a:pt x="324812" y="175614"/>
                  </a:lnTo>
                  <a:lnTo>
                    <a:pt x="331645" y="170064"/>
                  </a:lnTo>
                  <a:lnTo>
                    <a:pt x="336236" y="164605"/>
                  </a:lnTo>
                  <a:lnTo>
                    <a:pt x="299694" y="164605"/>
                  </a:lnTo>
                  <a:lnTo>
                    <a:pt x="292899" y="163862"/>
                  </a:lnTo>
                  <a:lnTo>
                    <a:pt x="268249" y="126790"/>
                  </a:lnTo>
                  <a:lnTo>
                    <a:pt x="267697" y="114566"/>
                  </a:lnTo>
                  <a:lnTo>
                    <a:pt x="268270" y="102492"/>
                  </a:lnTo>
                  <a:lnTo>
                    <a:pt x="287450" y="67748"/>
                  </a:lnTo>
                  <a:lnTo>
                    <a:pt x="300766" y="64760"/>
                  </a:lnTo>
                  <a:lnTo>
                    <a:pt x="336942" y="64760"/>
                  </a:lnTo>
                  <a:lnTo>
                    <a:pt x="336023" y="63268"/>
                  </a:lnTo>
                  <a:lnTo>
                    <a:pt x="330619" y="57335"/>
                  </a:lnTo>
                  <a:lnTo>
                    <a:pt x="324243" y="52644"/>
                  </a:lnTo>
                  <a:lnTo>
                    <a:pt x="317018" y="49288"/>
                  </a:lnTo>
                  <a:lnTo>
                    <a:pt x="308942" y="47271"/>
                  </a:lnTo>
                  <a:lnTo>
                    <a:pt x="300013" y="46597"/>
                  </a:lnTo>
                  <a:close/>
                </a:path>
                <a:path w="1172210" h="229870">
                  <a:moveTo>
                    <a:pt x="328566" y="132108"/>
                  </a:moveTo>
                  <a:lnTo>
                    <a:pt x="307334" y="164605"/>
                  </a:lnTo>
                  <a:lnTo>
                    <a:pt x="336236" y="164605"/>
                  </a:lnTo>
                  <a:lnTo>
                    <a:pt x="337496" y="163108"/>
                  </a:lnTo>
                  <a:lnTo>
                    <a:pt x="342119" y="154931"/>
                  </a:lnTo>
                  <a:lnTo>
                    <a:pt x="345519" y="145537"/>
                  </a:lnTo>
                  <a:lnTo>
                    <a:pt x="347700" y="134928"/>
                  </a:lnTo>
                  <a:lnTo>
                    <a:pt x="328566" y="132108"/>
                  </a:lnTo>
                  <a:close/>
                </a:path>
                <a:path w="1172210" h="229870">
                  <a:moveTo>
                    <a:pt x="336942" y="64760"/>
                  </a:moveTo>
                  <a:lnTo>
                    <a:pt x="307265" y="64760"/>
                  </a:lnTo>
                  <a:lnTo>
                    <a:pt x="312784" y="66959"/>
                  </a:lnTo>
                  <a:lnTo>
                    <a:pt x="321952" y="75808"/>
                  </a:lnTo>
                  <a:lnTo>
                    <a:pt x="325145" y="82380"/>
                  </a:lnTo>
                  <a:lnTo>
                    <a:pt x="326947" y="91125"/>
                  </a:lnTo>
                  <a:lnTo>
                    <a:pt x="345853" y="87813"/>
                  </a:lnTo>
                  <a:lnTo>
                    <a:pt x="343643" y="78503"/>
                  </a:lnTo>
                  <a:lnTo>
                    <a:pt x="340365" y="70323"/>
                  </a:lnTo>
                  <a:lnTo>
                    <a:pt x="336942" y="64760"/>
                  </a:lnTo>
                  <a:close/>
                </a:path>
                <a:path w="1172210" h="229870">
                  <a:moveTo>
                    <a:pt x="386722" y="0"/>
                  </a:moveTo>
                  <a:lnTo>
                    <a:pt x="367268" y="0"/>
                  </a:lnTo>
                  <a:lnTo>
                    <a:pt x="367268" y="179818"/>
                  </a:lnTo>
                  <a:lnTo>
                    <a:pt x="386722" y="179818"/>
                  </a:lnTo>
                  <a:lnTo>
                    <a:pt x="386722" y="0"/>
                  </a:lnTo>
                  <a:close/>
                </a:path>
                <a:path w="1172210" h="229870">
                  <a:moveTo>
                    <a:pt x="465539" y="46597"/>
                  </a:moveTo>
                  <a:lnTo>
                    <a:pt x="426837" y="64760"/>
                  </a:lnTo>
                  <a:lnTo>
                    <a:pt x="412855" y="100267"/>
                  </a:lnTo>
                  <a:lnTo>
                    <a:pt x="411922" y="115782"/>
                  </a:lnTo>
                  <a:lnTo>
                    <a:pt x="412842" y="130787"/>
                  </a:lnTo>
                  <a:lnTo>
                    <a:pt x="434704" y="172853"/>
                  </a:lnTo>
                  <a:lnTo>
                    <a:pt x="466611" y="182742"/>
                  </a:lnTo>
                  <a:lnTo>
                    <a:pt x="476169" y="182053"/>
                  </a:lnTo>
                  <a:lnTo>
                    <a:pt x="506123" y="164605"/>
                  </a:lnTo>
                  <a:lnTo>
                    <a:pt x="466725" y="164605"/>
                  </a:lnTo>
                  <a:lnTo>
                    <a:pt x="459837" y="163892"/>
                  </a:lnTo>
                  <a:lnTo>
                    <a:pt x="433093" y="130436"/>
                  </a:lnTo>
                  <a:lnTo>
                    <a:pt x="432014" y="120336"/>
                  </a:lnTo>
                  <a:lnTo>
                    <a:pt x="517651" y="120336"/>
                  </a:lnTo>
                  <a:lnTo>
                    <a:pt x="517765" y="114437"/>
                  </a:lnTo>
                  <a:lnTo>
                    <a:pt x="517029" y="102173"/>
                  </a:lnTo>
                  <a:lnTo>
                    <a:pt x="433109" y="102173"/>
                  </a:lnTo>
                  <a:lnTo>
                    <a:pt x="434101" y="94081"/>
                  </a:lnTo>
                  <a:lnTo>
                    <a:pt x="456827" y="64760"/>
                  </a:lnTo>
                  <a:lnTo>
                    <a:pt x="503405" y="64760"/>
                  </a:lnTo>
                  <a:lnTo>
                    <a:pt x="503169" y="64398"/>
                  </a:lnTo>
                  <a:lnTo>
                    <a:pt x="495340" y="56617"/>
                  </a:lnTo>
                  <a:lnTo>
                    <a:pt x="486458" y="51054"/>
                  </a:lnTo>
                  <a:lnTo>
                    <a:pt x="476525" y="47712"/>
                  </a:lnTo>
                  <a:lnTo>
                    <a:pt x="465539" y="46597"/>
                  </a:lnTo>
                  <a:close/>
                </a:path>
                <a:path w="1172210" h="229870">
                  <a:moveTo>
                    <a:pt x="497012" y="137852"/>
                  </a:moveTo>
                  <a:lnTo>
                    <a:pt x="494047" y="147192"/>
                  </a:lnTo>
                  <a:lnTo>
                    <a:pt x="490056" y="153971"/>
                  </a:lnTo>
                  <a:lnTo>
                    <a:pt x="484993" y="158214"/>
                  </a:lnTo>
                  <a:lnTo>
                    <a:pt x="479953" y="162483"/>
                  </a:lnTo>
                  <a:lnTo>
                    <a:pt x="473864" y="164605"/>
                  </a:lnTo>
                  <a:lnTo>
                    <a:pt x="506123" y="164605"/>
                  </a:lnTo>
                  <a:lnTo>
                    <a:pt x="510328" y="158437"/>
                  </a:lnTo>
                  <a:lnTo>
                    <a:pt x="514221" y="150119"/>
                  </a:lnTo>
                  <a:lnTo>
                    <a:pt x="517104" y="140672"/>
                  </a:lnTo>
                  <a:lnTo>
                    <a:pt x="497012" y="137852"/>
                  </a:lnTo>
                  <a:close/>
                </a:path>
                <a:path w="1172210" h="229870">
                  <a:moveTo>
                    <a:pt x="503405" y="64760"/>
                  </a:moveTo>
                  <a:lnTo>
                    <a:pt x="465767" y="64760"/>
                  </a:lnTo>
                  <a:lnTo>
                    <a:pt x="472818" y="65556"/>
                  </a:lnTo>
                  <a:lnTo>
                    <a:pt x="479189" y="67946"/>
                  </a:lnTo>
                  <a:lnTo>
                    <a:pt x="497217" y="102173"/>
                  </a:lnTo>
                  <a:lnTo>
                    <a:pt x="517029" y="102173"/>
                  </a:lnTo>
                  <a:lnTo>
                    <a:pt x="516851" y="99214"/>
                  </a:lnTo>
                  <a:lnTo>
                    <a:pt x="514110" y="85798"/>
                  </a:lnTo>
                  <a:lnTo>
                    <a:pt x="509549" y="74192"/>
                  </a:lnTo>
                  <a:lnTo>
                    <a:pt x="503405" y="64760"/>
                  </a:lnTo>
                  <a:close/>
                </a:path>
                <a:path w="1172210" h="229870">
                  <a:moveTo>
                    <a:pt x="591816" y="46597"/>
                  </a:moveTo>
                  <a:lnTo>
                    <a:pt x="555714" y="61086"/>
                  </a:lnTo>
                  <a:lnTo>
                    <a:pt x="539079" y="97758"/>
                  </a:lnTo>
                  <a:lnTo>
                    <a:pt x="537971" y="114670"/>
                  </a:lnTo>
                  <a:lnTo>
                    <a:pt x="538903" y="130213"/>
                  </a:lnTo>
                  <a:lnTo>
                    <a:pt x="560855" y="172896"/>
                  </a:lnTo>
                  <a:lnTo>
                    <a:pt x="591816" y="182742"/>
                  </a:lnTo>
                  <a:lnTo>
                    <a:pt x="599183" y="182246"/>
                  </a:lnTo>
                  <a:lnTo>
                    <a:pt x="631180" y="164605"/>
                  </a:lnTo>
                  <a:lnTo>
                    <a:pt x="591816" y="164605"/>
                  </a:lnTo>
                  <a:lnTo>
                    <a:pt x="584822" y="163823"/>
                  </a:lnTo>
                  <a:lnTo>
                    <a:pt x="558575" y="126400"/>
                  </a:lnTo>
                  <a:lnTo>
                    <a:pt x="557972" y="114670"/>
                  </a:lnTo>
                  <a:lnTo>
                    <a:pt x="558575" y="102959"/>
                  </a:lnTo>
                  <a:lnTo>
                    <a:pt x="578458" y="67981"/>
                  </a:lnTo>
                  <a:lnTo>
                    <a:pt x="591816" y="64890"/>
                  </a:lnTo>
                  <a:lnTo>
                    <a:pt x="630977" y="64890"/>
                  </a:lnTo>
                  <a:lnTo>
                    <a:pt x="630518" y="64217"/>
                  </a:lnTo>
                  <a:lnTo>
                    <a:pt x="622467" y="56508"/>
                  </a:lnTo>
                  <a:lnTo>
                    <a:pt x="613331" y="51002"/>
                  </a:lnTo>
                  <a:lnTo>
                    <a:pt x="603114" y="47698"/>
                  </a:lnTo>
                  <a:lnTo>
                    <a:pt x="591816" y="46597"/>
                  </a:lnTo>
                  <a:close/>
                </a:path>
                <a:path w="1172210" h="229870">
                  <a:moveTo>
                    <a:pt x="630977" y="64890"/>
                  </a:moveTo>
                  <a:lnTo>
                    <a:pt x="591816" y="64890"/>
                  </a:lnTo>
                  <a:lnTo>
                    <a:pt x="598709" y="65666"/>
                  </a:lnTo>
                  <a:lnTo>
                    <a:pt x="605018" y="67998"/>
                  </a:lnTo>
                  <a:lnTo>
                    <a:pt x="624943" y="102592"/>
                  </a:lnTo>
                  <a:lnTo>
                    <a:pt x="625510" y="114670"/>
                  </a:lnTo>
                  <a:lnTo>
                    <a:pt x="624944" y="125947"/>
                  </a:lnTo>
                  <a:lnTo>
                    <a:pt x="605066" y="161487"/>
                  </a:lnTo>
                  <a:lnTo>
                    <a:pt x="591816" y="164605"/>
                  </a:lnTo>
                  <a:lnTo>
                    <a:pt x="631180" y="164605"/>
                  </a:lnTo>
                  <a:lnTo>
                    <a:pt x="645133" y="124737"/>
                  </a:lnTo>
                  <a:lnTo>
                    <a:pt x="645547" y="112833"/>
                  </a:lnTo>
                  <a:lnTo>
                    <a:pt x="644607" y="98163"/>
                  </a:lnTo>
                  <a:lnTo>
                    <a:pt x="641787" y="85168"/>
                  </a:lnTo>
                  <a:lnTo>
                    <a:pt x="637090" y="73851"/>
                  </a:lnTo>
                  <a:lnTo>
                    <a:pt x="630977" y="64890"/>
                  </a:lnTo>
                  <a:close/>
                </a:path>
                <a:path w="1172210" h="229870">
                  <a:moveTo>
                    <a:pt x="689768" y="49547"/>
                  </a:moveTo>
                  <a:lnTo>
                    <a:pt x="672048" y="49547"/>
                  </a:lnTo>
                  <a:lnTo>
                    <a:pt x="672048" y="229728"/>
                  </a:lnTo>
                  <a:lnTo>
                    <a:pt x="691502" y="229728"/>
                  </a:lnTo>
                  <a:lnTo>
                    <a:pt x="691502" y="166312"/>
                  </a:lnTo>
                  <a:lnTo>
                    <a:pt x="755468" y="166312"/>
                  </a:lnTo>
                  <a:lnTo>
                    <a:pt x="756961" y="164605"/>
                  </a:lnTo>
                  <a:lnTo>
                    <a:pt x="711867" y="164605"/>
                  </a:lnTo>
                  <a:lnTo>
                    <a:pt x="704615" y="160595"/>
                  </a:lnTo>
                  <a:lnTo>
                    <a:pt x="689654" y="115420"/>
                  </a:lnTo>
                  <a:lnTo>
                    <a:pt x="690253" y="103593"/>
                  </a:lnTo>
                  <a:lnTo>
                    <a:pt x="709510" y="67202"/>
                  </a:lnTo>
                  <a:lnTo>
                    <a:pt x="711199" y="66468"/>
                  </a:lnTo>
                  <a:lnTo>
                    <a:pt x="689768" y="66468"/>
                  </a:lnTo>
                  <a:lnTo>
                    <a:pt x="689768" y="49547"/>
                  </a:lnTo>
                  <a:close/>
                </a:path>
                <a:path w="1172210" h="229870">
                  <a:moveTo>
                    <a:pt x="755468" y="166312"/>
                  </a:moveTo>
                  <a:lnTo>
                    <a:pt x="691502" y="166312"/>
                  </a:lnTo>
                  <a:lnTo>
                    <a:pt x="694809" y="171073"/>
                  </a:lnTo>
                  <a:lnTo>
                    <a:pt x="699050" y="174980"/>
                  </a:lnTo>
                  <a:lnTo>
                    <a:pt x="709359" y="181190"/>
                  </a:lnTo>
                  <a:lnTo>
                    <a:pt x="715174" y="182742"/>
                  </a:lnTo>
                  <a:lnTo>
                    <a:pt x="721651" y="182742"/>
                  </a:lnTo>
                  <a:lnTo>
                    <a:pt x="728228" y="182212"/>
                  </a:lnTo>
                  <a:lnTo>
                    <a:pt x="755468" y="166312"/>
                  </a:lnTo>
                  <a:close/>
                </a:path>
                <a:path w="1172210" h="229870">
                  <a:moveTo>
                    <a:pt x="757544" y="63906"/>
                  </a:moveTo>
                  <a:lnTo>
                    <a:pt x="729588" y="63906"/>
                  </a:lnTo>
                  <a:lnTo>
                    <a:pt x="736772" y="68020"/>
                  </a:lnTo>
                  <a:lnTo>
                    <a:pt x="742792" y="76300"/>
                  </a:lnTo>
                  <a:lnTo>
                    <a:pt x="746744" y="83271"/>
                  </a:lnTo>
                  <a:lnTo>
                    <a:pt x="749566" y="91807"/>
                  </a:lnTo>
                  <a:lnTo>
                    <a:pt x="751259" y="101910"/>
                  </a:lnTo>
                  <a:lnTo>
                    <a:pt x="751824" y="113583"/>
                  </a:lnTo>
                  <a:lnTo>
                    <a:pt x="751246" y="125789"/>
                  </a:lnTo>
                  <a:lnTo>
                    <a:pt x="732413" y="161487"/>
                  </a:lnTo>
                  <a:lnTo>
                    <a:pt x="720374" y="164605"/>
                  </a:lnTo>
                  <a:lnTo>
                    <a:pt x="756961" y="164605"/>
                  </a:lnTo>
                  <a:lnTo>
                    <a:pt x="771317" y="123454"/>
                  </a:lnTo>
                  <a:lnTo>
                    <a:pt x="771705" y="113583"/>
                  </a:lnTo>
                  <a:lnTo>
                    <a:pt x="771355" y="104568"/>
                  </a:lnTo>
                  <a:lnTo>
                    <a:pt x="758888" y="65553"/>
                  </a:lnTo>
                  <a:lnTo>
                    <a:pt x="757544" y="63906"/>
                  </a:lnTo>
                  <a:close/>
                </a:path>
                <a:path w="1172210" h="229870">
                  <a:moveTo>
                    <a:pt x="723065" y="46597"/>
                  </a:moveTo>
                  <a:lnTo>
                    <a:pt x="689768" y="66468"/>
                  </a:lnTo>
                  <a:lnTo>
                    <a:pt x="711199" y="66468"/>
                  </a:lnTo>
                  <a:lnTo>
                    <a:pt x="715195" y="64731"/>
                  </a:lnTo>
                  <a:lnTo>
                    <a:pt x="721241" y="63906"/>
                  </a:lnTo>
                  <a:lnTo>
                    <a:pt x="757544" y="63906"/>
                  </a:lnTo>
                  <a:lnTo>
                    <a:pt x="754299" y="59932"/>
                  </a:lnTo>
                  <a:lnTo>
                    <a:pt x="749018" y="55187"/>
                  </a:lnTo>
                  <a:lnTo>
                    <a:pt x="743177" y="51433"/>
                  </a:lnTo>
                  <a:lnTo>
                    <a:pt x="736906" y="48748"/>
                  </a:lnTo>
                  <a:lnTo>
                    <a:pt x="730202" y="47135"/>
                  </a:lnTo>
                  <a:lnTo>
                    <a:pt x="723065" y="46597"/>
                  </a:lnTo>
                  <a:close/>
                </a:path>
                <a:path w="1172210" h="229870">
                  <a:moveTo>
                    <a:pt x="818326" y="0"/>
                  </a:moveTo>
                  <a:lnTo>
                    <a:pt x="798850" y="0"/>
                  </a:lnTo>
                  <a:lnTo>
                    <a:pt x="798850" y="179818"/>
                  </a:lnTo>
                  <a:lnTo>
                    <a:pt x="818326" y="179818"/>
                  </a:lnTo>
                  <a:lnTo>
                    <a:pt x="818326" y="98318"/>
                  </a:lnTo>
                  <a:lnTo>
                    <a:pt x="819398" y="90323"/>
                  </a:lnTo>
                  <a:lnTo>
                    <a:pt x="823731" y="78706"/>
                  </a:lnTo>
                  <a:lnTo>
                    <a:pt x="827334" y="74100"/>
                  </a:lnTo>
                  <a:lnTo>
                    <a:pt x="837506" y="67322"/>
                  </a:lnTo>
                  <a:lnTo>
                    <a:pt x="842934" y="65614"/>
                  </a:lnTo>
                  <a:lnTo>
                    <a:pt x="887331" y="65614"/>
                  </a:lnTo>
                  <a:lnTo>
                    <a:pt x="886894" y="64527"/>
                  </a:lnTo>
                  <a:lnTo>
                    <a:pt x="818326" y="64527"/>
                  </a:lnTo>
                  <a:lnTo>
                    <a:pt x="818326" y="0"/>
                  </a:lnTo>
                  <a:close/>
                </a:path>
                <a:path w="1172210" h="229870">
                  <a:moveTo>
                    <a:pt x="887331" y="65614"/>
                  </a:moveTo>
                  <a:lnTo>
                    <a:pt x="856412" y="65614"/>
                  </a:lnTo>
                  <a:lnTo>
                    <a:pt x="862365" y="68124"/>
                  </a:lnTo>
                  <a:lnTo>
                    <a:pt x="870803" y="78188"/>
                  </a:lnTo>
                  <a:lnTo>
                    <a:pt x="872924" y="86235"/>
                  </a:lnTo>
                  <a:lnTo>
                    <a:pt x="872924" y="179818"/>
                  </a:lnTo>
                  <a:lnTo>
                    <a:pt x="892377" y="179818"/>
                  </a:lnTo>
                  <a:lnTo>
                    <a:pt x="892377" y="97257"/>
                  </a:lnTo>
                  <a:lnTo>
                    <a:pt x="888318" y="68072"/>
                  </a:lnTo>
                  <a:lnTo>
                    <a:pt x="887331" y="65614"/>
                  </a:lnTo>
                  <a:close/>
                </a:path>
                <a:path w="1172210" h="229870">
                  <a:moveTo>
                    <a:pt x="861201" y="46597"/>
                  </a:moveTo>
                  <a:lnTo>
                    <a:pt x="818326" y="64527"/>
                  </a:lnTo>
                  <a:lnTo>
                    <a:pt x="886894" y="64527"/>
                  </a:lnTo>
                  <a:lnTo>
                    <a:pt x="885627" y="61371"/>
                  </a:lnTo>
                  <a:lnTo>
                    <a:pt x="881134" y="56119"/>
                  </a:lnTo>
                  <a:lnTo>
                    <a:pt x="868591" y="48512"/>
                  </a:lnTo>
                  <a:lnTo>
                    <a:pt x="861201" y="46597"/>
                  </a:lnTo>
                  <a:close/>
                </a:path>
                <a:path w="1172210" h="229870">
                  <a:moveTo>
                    <a:pt x="945242" y="0"/>
                  </a:moveTo>
                  <a:lnTo>
                    <a:pt x="925788" y="0"/>
                  </a:lnTo>
                  <a:lnTo>
                    <a:pt x="925788" y="25381"/>
                  </a:lnTo>
                  <a:lnTo>
                    <a:pt x="945242" y="25381"/>
                  </a:lnTo>
                  <a:lnTo>
                    <a:pt x="945242" y="0"/>
                  </a:lnTo>
                  <a:close/>
                </a:path>
                <a:path w="1172210" h="229870">
                  <a:moveTo>
                    <a:pt x="945242" y="49547"/>
                  </a:moveTo>
                  <a:lnTo>
                    <a:pt x="925788" y="49547"/>
                  </a:lnTo>
                  <a:lnTo>
                    <a:pt x="925788" y="179818"/>
                  </a:lnTo>
                  <a:lnTo>
                    <a:pt x="945242" y="179818"/>
                  </a:lnTo>
                  <a:lnTo>
                    <a:pt x="945242" y="49547"/>
                  </a:lnTo>
                  <a:close/>
                </a:path>
                <a:path w="1172210" h="229870">
                  <a:moveTo>
                    <a:pt x="995415" y="0"/>
                  </a:moveTo>
                  <a:lnTo>
                    <a:pt x="975939" y="0"/>
                  </a:lnTo>
                  <a:lnTo>
                    <a:pt x="975939" y="179818"/>
                  </a:lnTo>
                  <a:lnTo>
                    <a:pt x="995415" y="179818"/>
                  </a:lnTo>
                  <a:lnTo>
                    <a:pt x="995415" y="0"/>
                  </a:lnTo>
                  <a:close/>
                </a:path>
                <a:path w="1172210" h="229870">
                  <a:moveTo>
                    <a:pt x="1046660" y="0"/>
                  </a:moveTo>
                  <a:lnTo>
                    <a:pt x="1027184" y="0"/>
                  </a:lnTo>
                  <a:lnTo>
                    <a:pt x="1027184" y="25381"/>
                  </a:lnTo>
                  <a:lnTo>
                    <a:pt x="1046660" y="25381"/>
                  </a:lnTo>
                  <a:lnTo>
                    <a:pt x="1046660" y="0"/>
                  </a:lnTo>
                  <a:close/>
                </a:path>
                <a:path w="1172210" h="229870">
                  <a:moveTo>
                    <a:pt x="1046660" y="49547"/>
                  </a:moveTo>
                  <a:lnTo>
                    <a:pt x="1027184" y="49547"/>
                  </a:lnTo>
                  <a:lnTo>
                    <a:pt x="1027184" y="179818"/>
                  </a:lnTo>
                  <a:lnTo>
                    <a:pt x="1046660" y="179818"/>
                  </a:lnTo>
                  <a:lnTo>
                    <a:pt x="1046660" y="49547"/>
                  </a:lnTo>
                  <a:close/>
                </a:path>
                <a:path w="1172210" h="229870">
                  <a:moveTo>
                    <a:pt x="1124224" y="46597"/>
                  </a:moveTo>
                  <a:lnTo>
                    <a:pt x="1085810" y="64411"/>
                  </a:lnTo>
                  <a:lnTo>
                    <a:pt x="1072223" y="104950"/>
                  </a:lnTo>
                  <a:lnTo>
                    <a:pt x="1071838" y="115161"/>
                  </a:lnTo>
                  <a:lnTo>
                    <a:pt x="1072735" y="130534"/>
                  </a:lnTo>
                  <a:lnTo>
                    <a:pt x="1093890" y="172918"/>
                  </a:lnTo>
                  <a:lnTo>
                    <a:pt x="1123995" y="182742"/>
                  </a:lnTo>
                  <a:lnTo>
                    <a:pt x="1133054" y="181951"/>
                  </a:lnTo>
                  <a:lnTo>
                    <a:pt x="1141385" y="179576"/>
                  </a:lnTo>
                  <a:lnTo>
                    <a:pt x="1148947" y="175614"/>
                  </a:lnTo>
                  <a:lnTo>
                    <a:pt x="1155696" y="170064"/>
                  </a:lnTo>
                  <a:lnTo>
                    <a:pt x="1160324" y="164605"/>
                  </a:lnTo>
                  <a:lnTo>
                    <a:pt x="1123767" y="164605"/>
                  </a:lnTo>
                  <a:lnTo>
                    <a:pt x="1117057" y="163862"/>
                  </a:lnTo>
                  <a:lnTo>
                    <a:pt x="1092395" y="126790"/>
                  </a:lnTo>
                  <a:lnTo>
                    <a:pt x="1091839" y="114566"/>
                  </a:lnTo>
                  <a:lnTo>
                    <a:pt x="1092398" y="102492"/>
                  </a:lnTo>
                  <a:lnTo>
                    <a:pt x="1111566" y="67749"/>
                  </a:lnTo>
                  <a:lnTo>
                    <a:pt x="1124908" y="64760"/>
                  </a:lnTo>
                  <a:lnTo>
                    <a:pt x="1161136" y="64760"/>
                  </a:lnTo>
                  <a:lnTo>
                    <a:pt x="1160218" y="63268"/>
                  </a:lnTo>
                  <a:lnTo>
                    <a:pt x="1154784" y="57335"/>
                  </a:lnTo>
                  <a:lnTo>
                    <a:pt x="1148373" y="52644"/>
                  </a:lnTo>
                  <a:lnTo>
                    <a:pt x="1141129" y="49288"/>
                  </a:lnTo>
                  <a:lnTo>
                    <a:pt x="1133072" y="47271"/>
                  </a:lnTo>
                  <a:lnTo>
                    <a:pt x="1124224" y="46597"/>
                  </a:lnTo>
                  <a:close/>
                </a:path>
                <a:path w="1172210" h="229870">
                  <a:moveTo>
                    <a:pt x="1152731" y="132108"/>
                  </a:moveTo>
                  <a:lnTo>
                    <a:pt x="1131521" y="164605"/>
                  </a:lnTo>
                  <a:lnTo>
                    <a:pt x="1160324" y="164605"/>
                  </a:lnTo>
                  <a:lnTo>
                    <a:pt x="1161593" y="163108"/>
                  </a:lnTo>
                  <a:lnTo>
                    <a:pt x="1166272" y="154932"/>
                  </a:lnTo>
                  <a:lnTo>
                    <a:pt x="1169711" y="145538"/>
                  </a:lnTo>
                  <a:lnTo>
                    <a:pt x="1171888" y="134928"/>
                  </a:lnTo>
                  <a:lnTo>
                    <a:pt x="1152731" y="132108"/>
                  </a:lnTo>
                  <a:close/>
                </a:path>
                <a:path w="1172210" h="229870">
                  <a:moveTo>
                    <a:pt x="1161136" y="64760"/>
                  </a:moveTo>
                  <a:lnTo>
                    <a:pt x="1131521" y="64760"/>
                  </a:lnTo>
                  <a:lnTo>
                    <a:pt x="1136995" y="66959"/>
                  </a:lnTo>
                  <a:lnTo>
                    <a:pt x="1146117" y="75808"/>
                  </a:lnTo>
                  <a:lnTo>
                    <a:pt x="1149310" y="82380"/>
                  </a:lnTo>
                  <a:lnTo>
                    <a:pt x="1151135" y="91125"/>
                  </a:lnTo>
                  <a:lnTo>
                    <a:pt x="1170064" y="87813"/>
                  </a:lnTo>
                  <a:lnTo>
                    <a:pt x="1167837" y="78503"/>
                  </a:lnTo>
                  <a:lnTo>
                    <a:pt x="1164562" y="70323"/>
                  </a:lnTo>
                  <a:lnTo>
                    <a:pt x="1161136" y="6476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4352483" y="4662437"/>
              <a:ext cx="1127987" cy="182742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2154231" y="4959979"/>
              <a:ext cx="1131613" cy="182755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3372917" y="4964015"/>
              <a:ext cx="174375" cy="178719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3629711" y="4959984"/>
              <a:ext cx="2224405" cy="233045"/>
            </a:xfrm>
            <a:custGeom>
              <a:avLst/>
              <a:gdLst/>
              <a:ahLst/>
              <a:cxnLst/>
              <a:rect l="l" t="t" r="r" b="b"/>
              <a:pathLst>
                <a:path w="2224404" h="233045">
                  <a:moveTo>
                    <a:pt x="101180" y="49542"/>
                  </a:moveTo>
                  <a:lnTo>
                    <a:pt x="83235" y="49542"/>
                  </a:lnTo>
                  <a:lnTo>
                    <a:pt x="83235" y="65252"/>
                  </a:lnTo>
                  <a:lnTo>
                    <a:pt x="82994" y="64973"/>
                  </a:lnTo>
                  <a:lnTo>
                    <a:pt x="82994" y="112344"/>
                  </a:lnTo>
                  <a:lnTo>
                    <a:pt x="82994" y="113944"/>
                  </a:lnTo>
                  <a:lnTo>
                    <a:pt x="82461" y="124777"/>
                  </a:lnTo>
                  <a:lnTo>
                    <a:pt x="60388" y="161531"/>
                  </a:lnTo>
                  <a:lnTo>
                    <a:pt x="42456" y="161531"/>
                  </a:lnTo>
                  <a:lnTo>
                    <a:pt x="20561" y="124294"/>
                  </a:lnTo>
                  <a:lnTo>
                    <a:pt x="20002" y="112344"/>
                  </a:lnTo>
                  <a:lnTo>
                    <a:pt x="20561" y="101307"/>
                  </a:lnTo>
                  <a:lnTo>
                    <a:pt x="42481" y="64897"/>
                  </a:lnTo>
                  <a:lnTo>
                    <a:pt x="51130" y="64897"/>
                  </a:lnTo>
                  <a:lnTo>
                    <a:pt x="80695" y="92113"/>
                  </a:lnTo>
                  <a:lnTo>
                    <a:pt x="82994" y="112344"/>
                  </a:lnTo>
                  <a:lnTo>
                    <a:pt x="82994" y="64973"/>
                  </a:lnTo>
                  <a:lnTo>
                    <a:pt x="49733" y="46596"/>
                  </a:lnTo>
                  <a:lnTo>
                    <a:pt x="42354" y="47142"/>
                  </a:lnTo>
                  <a:lnTo>
                    <a:pt x="9258" y="72097"/>
                  </a:lnTo>
                  <a:lnTo>
                    <a:pt x="0" y="113944"/>
                  </a:lnTo>
                  <a:lnTo>
                    <a:pt x="812" y="127012"/>
                  </a:lnTo>
                  <a:lnTo>
                    <a:pt x="20129" y="168910"/>
                  </a:lnTo>
                  <a:lnTo>
                    <a:pt x="49618" y="179806"/>
                  </a:lnTo>
                  <a:lnTo>
                    <a:pt x="58737" y="178752"/>
                  </a:lnTo>
                  <a:lnTo>
                    <a:pt x="67081" y="175552"/>
                  </a:lnTo>
                  <a:lnTo>
                    <a:pt x="74637" y="170218"/>
                  </a:lnTo>
                  <a:lnTo>
                    <a:pt x="81419" y="162763"/>
                  </a:lnTo>
                  <a:lnTo>
                    <a:pt x="81292" y="174967"/>
                  </a:lnTo>
                  <a:lnTo>
                    <a:pt x="65151" y="212356"/>
                  </a:lnTo>
                  <a:lnTo>
                    <a:pt x="58204" y="214401"/>
                  </a:lnTo>
                  <a:lnTo>
                    <a:pt x="40817" y="214401"/>
                  </a:lnTo>
                  <a:lnTo>
                    <a:pt x="34226" y="212356"/>
                  </a:lnTo>
                  <a:lnTo>
                    <a:pt x="29413" y="208267"/>
                  </a:lnTo>
                  <a:lnTo>
                    <a:pt x="25793" y="205244"/>
                  </a:lnTo>
                  <a:lnTo>
                    <a:pt x="23596" y="200418"/>
                  </a:lnTo>
                  <a:lnTo>
                    <a:pt x="22809" y="193789"/>
                  </a:lnTo>
                  <a:lnTo>
                    <a:pt x="3898" y="190601"/>
                  </a:lnTo>
                  <a:lnTo>
                    <a:pt x="22923" y="226783"/>
                  </a:lnTo>
                  <a:lnTo>
                    <a:pt x="49301" y="232676"/>
                  </a:lnTo>
                  <a:lnTo>
                    <a:pt x="57607" y="232219"/>
                  </a:lnTo>
                  <a:lnTo>
                    <a:pt x="92608" y="211277"/>
                  </a:lnTo>
                  <a:lnTo>
                    <a:pt x="101168" y="162763"/>
                  </a:lnTo>
                  <a:lnTo>
                    <a:pt x="101180" y="161531"/>
                  </a:lnTo>
                  <a:lnTo>
                    <a:pt x="101180" y="65252"/>
                  </a:lnTo>
                  <a:lnTo>
                    <a:pt x="101180" y="49542"/>
                  </a:lnTo>
                  <a:close/>
                </a:path>
                <a:path w="2224404" h="233045">
                  <a:moveTo>
                    <a:pt x="153847" y="49542"/>
                  </a:moveTo>
                  <a:lnTo>
                    <a:pt x="134391" y="49542"/>
                  </a:lnTo>
                  <a:lnTo>
                    <a:pt x="134391" y="179806"/>
                  </a:lnTo>
                  <a:lnTo>
                    <a:pt x="153847" y="179806"/>
                  </a:lnTo>
                  <a:lnTo>
                    <a:pt x="153847" y="49542"/>
                  </a:lnTo>
                  <a:close/>
                </a:path>
                <a:path w="2224404" h="233045">
                  <a:moveTo>
                    <a:pt x="153847" y="0"/>
                  </a:moveTo>
                  <a:lnTo>
                    <a:pt x="134391" y="0"/>
                  </a:lnTo>
                  <a:lnTo>
                    <a:pt x="134391" y="25387"/>
                  </a:lnTo>
                  <a:lnTo>
                    <a:pt x="153847" y="25387"/>
                  </a:lnTo>
                  <a:lnTo>
                    <a:pt x="153847" y="0"/>
                  </a:lnTo>
                  <a:close/>
                </a:path>
                <a:path w="2224404" h="233045">
                  <a:moveTo>
                    <a:pt x="278498" y="49542"/>
                  </a:moveTo>
                  <a:lnTo>
                    <a:pt x="258508" y="49542"/>
                  </a:lnTo>
                  <a:lnTo>
                    <a:pt x="232981" y="129032"/>
                  </a:lnTo>
                  <a:lnTo>
                    <a:pt x="230784" y="136004"/>
                  </a:lnTo>
                  <a:lnTo>
                    <a:pt x="228841" y="142455"/>
                  </a:lnTo>
                  <a:lnTo>
                    <a:pt x="227164" y="148399"/>
                  </a:lnTo>
                  <a:lnTo>
                    <a:pt x="225729" y="153822"/>
                  </a:lnTo>
                  <a:lnTo>
                    <a:pt x="224015" y="147066"/>
                  </a:lnTo>
                  <a:lnTo>
                    <a:pt x="222224" y="140449"/>
                  </a:lnTo>
                  <a:lnTo>
                    <a:pt x="220345" y="133946"/>
                  </a:lnTo>
                  <a:lnTo>
                    <a:pt x="218389" y="127558"/>
                  </a:lnTo>
                  <a:lnTo>
                    <a:pt x="193738" y="49542"/>
                  </a:lnTo>
                  <a:lnTo>
                    <a:pt x="173189" y="49542"/>
                  </a:lnTo>
                  <a:lnTo>
                    <a:pt x="216877" y="179806"/>
                  </a:lnTo>
                  <a:lnTo>
                    <a:pt x="235038" y="179806"/>
                  </a:lnTo>
                  <a:lnTo>
                    <a:pt x="243713" y="153822"/>
                  </a:lnTo>
                  <a:lnTo>
                    <a:pt x="278498" y="49542"/>
                  </a:lnTo>
                  <a:close/>
                </a:path>
                <a:path w="2224404" h="233045">
                  <a:moveTo>
                    <a:pt x="398399" y="114439"/>
                  </a:moveTo>
                  <a:lnTo>
                    <a:pt x="390194" y="74193"/>
                  </a:lnTo>
                  <a:lnTo>
                    <a:pt x="377850" y="58496"/>
                  </a:lnTo>
                  <a:lnTo>
                    <a:pt x="377850" y="102171"/>
                  </a:lnTo>
                  <a:lnTo>
                    <a:pt x="313740" y="102171"/>
                  </a:lnTo>
                  <a:lnTo>
                    <a:pt x="337451" y="64757"/>
                  </a:lnTo>
                  <a:lnTo>
                    <a:pt x="346392" y="64757"/>
                  </a:lnTo>
                  <a:lnTo>
                    <a:pt x="376897" y="94462"/>
                  </a:lnTo>
                  <a:lnTo>
                    <a:pt x="377850" y="102171"/>
                  </a:lnTo>
                  <a:lnTo>
                    <a:pt x="377850" y="58496"/>
                  </a:lnTo>
                  <a:lnTo>
                    <a:pt x="375970" y="56616"/>
                  </a:lnTo>
                  <a:lnTo>
                    <a:pt x="367093" y="51054"/>
                  </a:lnTo>
                  <a:lnTo>
                    <a:pt x="357162" y="47713"/>
                  </a:lnTo>
                  <a:lnTo>
                    <a:pt x="346163" y="46596"/>
                  </a:lnTo>
                  <a:lnTo>
                    <a:pt x="334835" y="47739"/>
                  </a:lnTo>
                  <a:lnTo>
                    <a:pt x="300939" y="74764"/>
                  </a:lnTo>
                  <a:lnTo>
                    <a:pt x="292633" y="114439"/>
                  </a:lnTo>
                  <a:lnTo>
                    <a:pt x="292671" y="117703"/>
                  </a:lnTo>
                  <a:lnTo>
                    <a:pt x="300850" y="155473"/>
                  </a:lnTo>
                  <a:lnTo>
                    <a:pt x="335318" y="181660"/>
                  </a:lnTo>
                  <a:lnTo>
                    <a:pt x="347268" y="182753"/>
                  </a:lnTo>
                  <a:lnTo>
                    <a:pt x="356806" y="182067"/>
                  </a:lnTo>
                  <a:lnTo>
                    <a:pt x="386753" y="164604"/>
                  </a:lnTo>
                  <a:lnTo>
                    <a:pt x="390969" y="158445"/>
                  </a:lnTo>
                  <a:lnTo>
                    <a:pt x="394868" y="150114"/>
                  </a:lnTo>
                  <a:lnTo>
                    <a:pt x="397751" y="140677"/>
                  </a:lnTo>
                  <a:lnTo>
                    <a:pt x="377647" y="137858"/>
                  </a:lnTo>
                  <a:lnTo>
                    <a:pt x="374675" y="147193"/>
                  </a:lnTo>
                  <a:lnTo>
                    <a:pt x="370687" y="153974"/>
                  </a:lnTo>
                  <a:lnTo>
                    <a:pt x="360578" y="162483"/>
                  </a:lnTo>
                  <a:lnTo>
                    <a:pt x="354495" y="164604"/>
                  </a:lnTo>
                  <a:lnTo>
                    <a:pt x="347383" y="164604"/>
                  </a:lnTo>
                  <a:lnTo>
                    <a:pt x="315874" y="139280"/>
                  </a:lnTo>
                  <a:lnTo>
                    <a:pt x="312674" y="120332"/>
                  </a:lnTo>
                  <a:lnTo>
                    <a:pt x="398284" y="120332"/>
                  </a:lnTo>
                  <a:lnTo>
                    <a:pt x="398399" y="114439"/>
                  </a:lnTo>
                  <a:close/>
                </a:path>
                <a:path w="2224404" h="233045">
                  <a:moveTo>
                    <a:pt x="588441" y="179806"/>
                  </a:moveTo>
                  <a:lnTo>
                    <a:pt x="582295" y="128828"/>
                  </a:lnTo>
                  <a:lnTo>
                    <a:pt x="582282" y="114439"/>
                  </a:lnTo>
                  <a:lnTo>
                    <a:pt x="582282" y="85979"/>
                  </a:lnTo>
                  <a:lnTo>
                    <a:pt x="581825" y="79197"/>
                  </a:lnTo>
                  <a:lnTo>
                    <a:pt x="555510" y="47917"/>
                  </a:lnTo>
                  <a:lnTo>
                    <a:pt x="547547" y="46596"/>
                  </a:lnTo>
                  <a:lnTo>
                    <a:pt x="537743" y="46596"/>
                  </a:lnTo>
                  <a:lnTo>
                    <a:pt x="498449" y="58661"/>
                  </a:lnTo>
                  <a:lnTo>
                    <a:pt x="485952" y="86728"/>
                  </a:lnTo>
                  <a:lnTo>
                    <a:pt x="504964" y="89649"/>
                  </a:lnTo>
                  <a:lnTo>
                    <a:pt x="507060" y="80416"/>
                  </a:lnTo>
                  <a:lnTo>
                    <a:pt x="510286" y="73977"/>
                  </a:lnTo>
                  <a:lnTo>
                    <a:pt x="514654" y="70345"/>
                  </a:lnTo>
                  <a:lnTo>
                    <a:pt x="519010" y="66700"/>
                  </a:lnTo>
                  <a:lnTo>
                    <a:pt x="525767" y="64897"/>
                  </a:lnTo>
                  <a:lnTo>
                    <a:pt x="544715" y="64897"/>
                  </a:lnTo>
                  <a:lnTo>
                    <a:pt x="552107" y="67373"/>
                  </a:lnTo>
                  <a:lnTo>
                    <a:pt x="560755" y="76047"/>
                  </a:lnTo>
                  <a:lnTo>
                    <a:pt x="562673" y="82384"/>
                  </a:lnTo>
                  <a:lnTo>
                    <a:pt x="562673" y="94132"/>
                  </a:lnTo>
                  <a:lnTo>
                    <a:pt x="562444" y="97155"/>
                  </a:lnTo>
                  <a:lnTo>
                    <a:pt x="562444" y="114439"/>
                  </a:lnTo>
                  <a:lnTo>
                    <a:pt x="562444" y="132270"/>
                  </a:lnTo>
                  <a:lnTo>
                    <a:pt x="561441" y="139611"/>
                  </a:lnTo>
                  <a:lnTo>
                    <a:pt x="533971" y="165455"/>
                  </a:lnTo>
                  <a:lnTo>
                    <a:pt x="518922" y="165455"/>
                  </a:lnTo>
                  <a:lnTo>
                    <a:pt x="513181" y="163499"/>
                  </a:lnTo>
                  <a:lnTo>
                    <a:pt x="509257" y="159562"/>
                  </a:lnTo>
                  <a:lnTo>
                    <a:pt x="505307" y="155651"/>
                  </a:lnTo>
                  <a:lnTo>
                    <a:pt x="503351" y="150736"/>
                  </a:lnTo>
                  <a:lnTo>
                    <a:pt x="503351" y="141008"/>
                  </a:lnTo>
                  <a:lnTo>
                    <a:pt x="530720" y="122770"/>
                  </a:lnTo>
                  <a:lnTo>
                    <a:pt x="540639" y="120967"/>
                  </a:lnTo>
                  <a:lnTo>
                    <a:pt x="549249" y="118973"/>
                  </a:lnTo>
                  <a:lnTo>
                    <a:pt x="556514" y="116789"/>
                  </a:lnTo>
                  <a:lnTo>
                    <a:pt x="562444" y="114439"/>
                  </a:lnTo>
                  <a:lnTo>
                    <a:pt x="562444" y="97155"/>
                  </a:lnTo>
                  <a:lnTo>
                    <a:pt x="556133" y="99275"/>
                  </a:lnTo>
                  <a:lnTo>
                    <a:pt x="548246" y="101244"/>
                  </a:lnTo>
                  <a:lnTo>
                    <a:pt x="538797" y="103073"/>
                  </a:lnTo>
                  <a:lnTo>
                    <a:pt x="527799" y="104736"/>
                  </a:lnTo>
                  <a:lnTo>
                    <a:pt x="520065" y="105816"/>
                  </a:lnTo>
                  <a:lnTo>
                    <a:pt x="514324" y="106908"/>
                  </a:lnTo>
                  <a:lnTo>
                    <a:pt x="483870" y="133273"/>
                  </a:lnTo>
                  <a:lnTo>
                    <a:pt x="482600" y="139090"/>
                  </a:lnTo>
                  <a:lnTo>
                    <a:pt x="482600" y="145465"/>
                  </a:lnTo>
                  <a:lnTo>
                    <a:pt x="505117" y="180136"/>
                  </a:lnTo>
                  <a:lnTo>
                    <a:pt x="521843" y="182753"/>
                  </a:lnTo>
                  <a:lnTo>
                    <a:pt x="529488" y="182753"/>
                  </a:lnTo>
                  <a:lnTo>
                    <a:pt x="562152" y="165455"/>
                  </a:lnTo>
                  <a:lnTo>
                    <a:pt x="564032" y="163753"/>
                  </a:lnTo>
                  <a:lnTo>
                    <a:pt x="564718" y="169887"/>
                  </a:lnTo>
                  <a:lnTo>
                    <a:pt x="566089" y="175234"/>
                  </a:lnTo>
                  <a:lnTo>
                    <a:pt x="567918" y="179806"/>
                  </a:lnTo>
                  <a:lnTo>
                    <a:pt x="588441" y="179806"/>
                  </a:lnTo>
                  <a:close/>
                </a:path>
                <a:path w="2224404" h="233045">
                  <a:moveTo>
                    <a:pt x="709993" y="134924"/>
                  </a:moveTo>
                  <a:lnTo>
                    <a:pt x="690841" y="132105"/>
                  </a:lnTo>
                  <a:lnTo>
                    <a:pt x="689470" y="139839"/>
                  </a:lnTo>
                  <a:lnTo>
                    <a:pt x="687412" y="146507"/>
                  </a:lnTo>
                  <a:lnTo>
                    <a:pt x="684682" y="152107"/>
                  </a:lnTo>
                  <a:lnTo>
                    <a:pt x="681253" y="156641"/>
                  </a:lnTo>
                  <a:lnTo>
                    <a:pt x="676008" y="161937"/>
                  </a:lnTo>
                  <a:lnTo>
                    <a:pt x="669632" y="164604"/>
                  </a:lnTo>
                  <a:lnTo>
                    <a:pt x="662101" y="164604"/>
                  </a:lnTo>
                  <a:lnTo>
                    <a:pt x="632282" y="137210"/>
                  </a:lnTo>
                  <a:lnTo>
                    <a:pt x="630174" y="114566"/>
                  </a:lnTo>
                  <a:lnTo>
                    <a:pt x="630732" y="102489"/>
                  </a:lnTo>
                  <a:lnTo>
                    <a:pt x="649897" y="67754"/>
                  </a:lnTo>
                  <a:lnTo>
                    <a:pt x="663244" y="64757"/>
                  </a:lnTo>
                  <a:lnTo>
                    <a:pt x="669632" y="64757"/>
                  </a:lnTo>
                  <a:lnTo>
                    <a:pt x="675106" y="66967"/>
                  </a:lnTo>
                  <a:lnTo>
                    <a:pt x="684225" y="75806"/>
                  </a:lnTo>
                  <a:lnTo>
                    <a:pt x="687412" y="82384"/>
                  </a:lnTo>
                  <a:lnTo>
                    <a:pt x="689241" y="91122"/>
                  </a:lnTo>
                  <a:lnTo>
                    <a:pt x="708164" y="87820"/>
                  </a:lnTo>
                  <a:lnTo>
                    <a:pt x="705942" y="78498"/>
                  </a:lnTo>
                  <a:lnTo>
                    <a:pt x="702665" y="70319"/>
                  </a:lnTo>
                  <a:lnTo>
                    <a:pt x="699236" y="64757"/>
                  </a:lnTo>
                  <a:lnTo>
                    <a:pt x="698322" y="63271"/>
                  </a:lnTo>
                  <a:lnTo>
                    <a:pt x="662330" y="46596"/>
                  </a:lnTo>
                  <a:lnTo>
                    <a:pt x="655104" y="47091"/>
                  </a:lnTo>
                  <a:lnTo>
                    <a:pt x="619734" y="70840"/>
                  </a:lnTo>
                  <a:lnTo>
                    <a:pt x="610108" y="115163"/>
                  </a:lnTo>
                  <a:lnTo>
                    <a:pt x="610997" y="130530"/>
                  </a:lnTo>
                  <a:lnTo>
                    <a:pt x="632218" y="172923"/>
                  </a:lnTo>
                  <a:lnTo>
                    <a:pt x="662330" y="182753"/>
                  </a:lnTo>
                  <a:lnTo>
                    <a:pt x="671360" y="181965"/>
                  </a:lnTo>
                  <a:lnTo>
                    <a:pt x="679627" y="179578"/>
                  </a:lnTo>
                  <a:lnTo>
                    <a:pt x="687184" y="175615"/>
                  </a:lnTo>
                  <a:lnTo>
                    <a:pt x="694029" y="170065"/>
                  </a:lnTo>
                  <a:lnTo>
                    <a:pt x="698627" y="164604"/>
                  </a:lnTo>
                  <a:lnTo>
                    <a:pt x="699897" y="163106"/>
                  </a:lnTo>
                  <a:lnTo>
                    <a:pt x="704494" y="154927"/>
                  </a:lnTo>
                  <a:lnTo>
                    <a:pt x="707847" y="145542"/>
                  </a:lnTo>
                  <a:lnTo>
                    <a:pt x="709993" y="134924"/>
                  </a:lnTo>
                  <a:close/>
                </a:path>
                <a:path w="2224404" h="233045">
                  <a:moveTo>
                    <a:pt x="749681" y="49542"/>
                  </a:moveTo>
                  <a:lnTo>
                    <a:pt x="730059" y="49542"/>
                  </a:lnTo>
                  <a:lnTo>
                    <a:pt x="730059" y="179806"/>
                  </a:lnTo>
                  <a:lnTo>
                    <a:pt x="749681" y="179806"/>
                  </a:lnTo>
                  <a:lnTo>
                    <a:pt x="749681" y="49542"/>
                  </a:lnTo>
                  <a:close/>
                </a:path>
                <a:path w="2224404" h="233045">
                  <a:moveTo>
                    <a:pt x="749681" y="0"/>
                  </a:moveTo>
                  <a:lnTo>
                    <a:pt x="730059" y="0"/>
                  </a:lnTo>
                  <a:lnTo>
                    <a:pt x="730059" y="25387"/>
                  </a:lnTo>
                  <a:lnTo>
                    <a:pt x="749681" y="25387"/>
                  </a:lnTo>
                  <a:lnTo>
                    <a:pt x="749681" y="0"/>
                  </a:lnTo>
                  <a:close/>
                </a:path>
                <a:path w="2224404" h="233045">
                  <a:moveTo>
                    <a:pt x="873290" y="0"/>
                  </a:moveTo>
                  <a:lnTo>
                    <a:pt x="855497" y="0"/>
                  </a:lnTo>
                  <a:lnTo>
                    <a:pt x="855497" y="116636"/>
                  </a:lnTo>
                  <a:lnTo>
                    <a:pt x="854938" y="128003"/>
                  </a:lnTo>
                  <a:lnTo>
                    <a:pt x="833602" y="164604"/>
                  </a:lnTo>
                  <a:lnTo>
                    <a:pt x="816495" y="164604"/>
                  </a:lnTo>
                  <a:lnTo>
                    <a:pt x="794283" y="126530"/>
                  </a:lnTo>
                  <a:lnTo>
                    <a:pt x="793686" y="114795"/>
                  </a:lnTo>
                  <a:lnTo>
                    <a:pt x="794245" y="102730"/>
                  </a:lnTo>
                  <a:lnTo>
                    <a:pt x="815581" y="64897"/>
                  </a:lnTo>
                  <a:lnTo>
                    <a:pt x="824026" y="64897"/>
                  </a:lnTo>
                  <a:lnTo>
                    <a:pt x="853274" y="93459"/>
                  </a:lnTo>
                  <a:lnTo>
                    <a:pt x="855497" y="116636"/>
                  </a:lnTo>
                  <a:lnTo>
                    <a:pt x="855497" y="0"/>
                  </a:lnTo>
                  <a:lnTo>
                    <a:pt x="853897" y="0"/>
                  </a:lnTo>
                  <a:lnTo>
                    <a:pt x="853897" y="64528"/>
                  </a:lnTo>
                  <a:lnTo>
                    <a:pt x="850480" y="59194"/>
                  </a:lnTo>
                  <a:lnTo>
                    <a:pt x="846150" y="54876"/>
                  </a:lnTo>
                  <a:lnTo>
                    <a:pt x="840676" y="51562"/>
                  </a:lnTo>
                  <a:lnTo>
                    <a:pt x="835431" y="48260"/>
                  </a:lnTo>
                  <a:lnTo>
                    <a:pt x="829271" y="46596"/>
                  </a:lnTo>
                  <a:lnTo>
                    <a:pt x="822198" y="46596"/>
                  </a:lnTo>
                  <a:lnTo>
                    <a:pt x="786650" y="65392"/>
                  </a:lnTo>
                  <a:lnTo>
                    <a:pt x="774192" y="105283"/>
                  </a:lnTo>
                  <a:lnTo>
                    <a:pt x="773849" y="114795"/>
                  </a:lnTo>
                  <a:lnTo>
                    <a:pt x="774230" y="124510"/>
                  </a:lnTo>
                  <a:lnTo>
                    <a:pt x="787704" y="163880"/>
                  </a:lnTo>
                  <a:lnTo>
                    <a:pt x="823112" y="182753"/>
                  </a:lnTo>
                  <a:lnTo>
                    <a:pt x="833081" y="181546"/>
                  </a:lnTo>
                  <a:lnTo>
                    <a:pt x="841756" y="177914"/>
                  </a:lnTo>
                  <a:lnTo>
                    <a:pt x="849160" y="171856"/>
                  </a:lnTo>
                  <a:lnTo>
                    <a:pt x="854392" y="164604"/>
                  </a:lnTo>
                  <a:lnTo>
                    <a:pt x="855268" y="163385"/>
                  </a:lnTo>
                  <a:lnTo>
                    <a:pt x="855268" y="179806"/>
                  </a:lnTo>
                  <a:lnTo>
                    <a:pt x="873290" y="179806"/>
                  </a:lnTo>
                  <a:lnTo>
                    <a:pt x="873290" y="163385"/>
                  </a:lnTo>
                  <a:lnTo>
                    <a:pt x="873290" y="64897"/>
                  </a:lnTo>
                  <a:lnTo>
                    <a:pt x="873290" y="64528"/>
                  </a:lnTo>
                  <a:lnTo>
                    <a:pt x="873290" y="0"/>
                  </a:lnTo>
                  <a:close/>
                </a:path>
                <a:path w="2224404" h="233045">
                  <a:moveTo>
                    <a:pt x="1070102" y="179806"/>
                  </a:moveTo>
                  <a:lnTo>
                    <a:pt x="1064018" y="137515"/>
                  </a:lnTo>
                  <a:lnTo>
                    <a:pt x="1063942" y="114439"/>
                  </a:lnTo>
                  <a:lnTo>
                    <a:pt x="1063942" y="85979"/>
                  </a:lnTo>
                  <a:lnTo>
                    <a:pt x="1063485" y="79197"/>
                  </a:lnTo>
                  <a:lnTo>
                    <a:pt x="1037259" y="47917"/>
                  </a:lnTo>
                  <a:lnTo>
                    <a:pt x="1029284" y="46596"/>
                  </a:lnTo>
                  <a:lnTo>
                    <a:pt x="1019467" y="46596"/>
                  </a:lnTo>
                  <a:lnTo>
                    <a:pt x="980249" y="58661"/>
                  </a:lnTo>
                  <a:lnTo>
                    <a:pt x="967701" y="86728"/>
                  </a:lnTo>
                  <a:lnTo>
                    <a:pt x="986637" y="89649"/>
                  </a:lnTo>
                  <a:lnTo>
                    <a:pt x="988682" y="80416"/>
                  </a:lnTo>
                  <a:lnTo>
                    <a:pt x="992111" y="73977"/>
                  </a:lnTo>
                  <a:lnTo>
                    <a:pt x="1000772" y="66700"/>
                  </a:lnTo>
                  <a:lnTo>
                    <a:pt x="1007618" y="64897"/>
                  </a:lnTo>
                  <a:lnTo>
                    <a:pt x="1026541" y="64897"/>
                  </a:lnTo>
                  <a:lnTo>
                    <a:pt x="1033843" y="67373"/>
                  </a:lnTo>
                  <a:lnTo>
                    <a:pt x="1038860" y="72364"/>
                  </a:lnTo>
                  <a:lnTo>
                    <a:pt x="1042504" y="76047"/>
                  </a:lnTo>
                  <a:lnTo>
                    <a:pt x="1044333" y="82384"/>
                  </a:lnTo>
                  <a:lnTo>
                    <a:pt x="1044333" y="97155"/>
                  </a:lnTo>
                  <a:lnTo>
                    <a:pt x="1044333" y="114439"/>
                  </a:lnTo>
                  <a:lnTo>
                    <a:pt x="1044333" y="132270"/>
                  </a:lnTo>
                  <a:lnTo>
                    <a:pt x="1043190" y="139611"/>
                  </a:lnTo>
                  <a:lnTo>
                    <a:pt x="1041133" y="144602"/>
                  </a:lnTo>
                  <a:lnTo>
                    <a:pt x="1038402" y="151079"/>
                  </a:lnTo>
                  <a:lnTo>
                    <a:pt x="1034072" y="156171"/>
                  </a:lnTo>
                  <a:lnTo>
                    <a:pt x="1028141" y="159867"/>
                  </a:lnTo>
                  <a:lnTo>
                    <a:pt x="1022438" y="163601"/>
                  </a:lnTo>
                  <a:lnTo>
                    <a:pt x="1015822" y="165455"/>
                  </a:lnTo>
                  <a:lnTo>
                    <a:pt x="1000544" y="165455"/>
                  </a:lnTo>
                  <a:lnTo>
                    <a:pt x="994841" y="163499"/>
                  </a:lnTo>
                  <a:lnTo>
                    <a:pt x="987082" y="155651"/>
                  </a:lnTo>
                  <a:lnTo>
                    <a:pt x="985037" y="150736"/>
                  </a:lnTo>
                  <a:lnTo>
                    <a:pt x="985037" y="141008"/>
                  </a:lnTo>
                  <a:lnTo>
                    <a:pt x="985951" y="137515"/>
                  </a:lnTo>
                  <a:lnTo>
                    <a:pt x="989596" y="131229"/>
                  </a:lnTo>
                  <a:lnTo>
                    <a:pt x="992111" y="128828"/>
                  </a:lnTo>
                  <a:lnTo>
                    <a:pt x="995527" y="127190"/>
                  </a:lnTo>
                  <a:lnTo>
                    <a:pt x="998715" y="125564"/>
                  </a:lnTo>
                  <a:lnTo>
                    <a:pt x="1004417" y="124091"/>
                  </a:lnTo>
                  <a:lnTo>
                    <a:pt x="1012405" y="122770"/>
                  </a:lnTo>
                  <a:lnTo>
                    <a:pt x="1022362" y="120967"/>
                  </a:lnTo>
                  <a:lnTo>
                    <a:pt x="1031024" y="118973"/>
                  </a:lnTo>
                  <a:lnTo>
                    <a:pt x="1038352" y="116789"/>
                  </a:lnTo>
                  <a:lnTo>
                    <a:pt x="1044333" y="114439"/>
                  </a:lnTo>
                  <a:lnTo>
                    <a:pt x="1044333" y="97155"/>
                  </a:lnTo>
                  <a:lnTo>
                    <a:pt x="1037920" y="99275"/>
                  </a:lnTo>
                  <a:lnTo>
                    <a:pt x="1029957" y="101244"/>
                  </a:lnTo>
                  <a:lnTo>
                    <a:pt x="1020470" y="103073"/>
                  </a:lnTo>
                  <a:lnTo>
                    <a:pt x="1001915" y="105816"/>
                  </a:lnTo>
                  <a:lnTo>
                    <a:pt x="995984" y="106908"/>
                  </a:lnTo>
                  <a:lnTo>
                    <a:pt x="965644" y="133273"/>
                  </a:lnTo>
                  <a:lnTo>
                    <a:pt x="964285" y="139090"/>
                  </a:lnTo>
                  <a:lnTo>
                    <a:pt x="964285" y="145465"/>
                  </a:lnTo>
                  <a:lnTo>
                    <a:pt x="986802" y="180136"/>
                  </a:lnTo>
                  <a:lnTo>
                    <a:pt x="1003503" y="182753"/>
                  </a:lnTo>
                  <a:lnTo>
                    <a:pt x="1011262" y="182753"/>
                  </a:lnTo>
                  <a:lnTo>
                    <a:pt x="1044016" y="165455"/>
                  </a:lnTo>
                  <a:lnTo>
                    <a:pt x="1045933" y="163753"/>
                  </a:lnTo>
                  <a:lnTo>
                    <a:pt x="1046378" y="169887"/>
                  </a:lnTo>
                  <a:lnTo>
                    <a:pt x="1047750" y="175234"/>
                  </a:lnTo>
                  <a:lnTo>
                    <a:pt x="1049807" y="179806"/>
                  </a:lnTo>
                  <a:lnTo>
                    <a:pt x="1070102" y="179806"/>
                  </a:lnTo>
                  <a:close/>
                </a:path>
                <a:path w="2224404" h="233045">
                  <a:moveTo>
                    <a:pt x="1190967" y="179806"/>
                  </a:moveTo>
                  <a:lnTo>
                    <a:pt x="1190917" y="87668"/>
                  </a:lnTo>
                  <a:lnTo>
                    <a:pt x="1170901" y="50838"/>
                  </a:lnTo>
                  <a:lnTo>
                    <a:pt x="1158811" y="46596"/>
                  </a:lnTo>
                  <a:lnTo>
                    <a:pt x="1151750" y="46596"/>
                  </a:lnTo>
                  <a:lnTo>
                    <a:pt x="1140498" y="47942"/>
                  </a:lnTo>
                  <a:lnTo>
                    <a:pt x="1130681" y="51968"/>
                  </a:lnTo>
                  <a:lnTo>
                    <a:pt x="1122273" y="58686"/>
                  </a:lnTo>
                  <a:lnTo>
                    <a:pt x="1115263" y="68072"/>
                  </a:lnTo>
                  <a:lnTo>
                    <a:pt x="1115263" y="49542"/>
                  </a:lnTo>
                  <a:lnTo>
                    <a:pt x="1097699" y="49542"/>
                  </a:lnTo>
                  <a:lnTo>
                    <a:pt x="1097699" y="179806"/>
                  </a:lnTo>
                  <a:lnTo>
                    <a:pt x="1117307" y="179806"/>
                  </a:lnTo>
                  <a:lnTo>
                    <a:pt x="1117307" y="108673"/>
                  </a:lnTo>
                  <a:lnTo>
                    <a:pt x="1117866" y="97155"/>
                  </a:lnTo>
                  <a:lnTo>
                    <a:pt x="1139431" y="65747"/>
                  </a:lnTo>
                  <a:lnTo>
                    <a:pt x="1152893" y="65747"/>
                  </a:lnTo>
                  <a:lnTo>
                    <a:pt x="1171587" y="91592"/>
                  </a:lnTo>
                  <a:lnTo>
                    <a:pt x="1171587" y="179806"/>
                  </a:lnTo>
                  <a:lnTo>
                    <a:pt x="1190967" y="179806"/>
                  </a:lnTo>
                  <a:close/>
                </a:path>
                <a:path w="2224404" h="233045">
                  <a:moveTo>
                    <a:pt x="1317091" y="0"/>
                  </a:moveTo>
                  <a:lnTo>
                    <a:pt x="1299298" y="0"/>
                  </a:lnTo>
                  <a:lnTo>
                    <a:pt x="1299298" y="116636"/>
                  </a:lnTo>
                  <a:lnTo>
                    <a:pt x="1298752" y="128003"/>
                  </a:lnTo>
                  <a:lnTo>
                    <a:pt x="1277175" y="164604"/>
                  </a:lnTo>
                  <a:lnTo>
                    <a:pt x="1260309" y="164604"/>
                  </a:lnTo>
                  <a:lnTo>
                    <a:pt x="1238097" y="126530"/>
                  </a:lnTo>
                  <a:lnTo>
                    <a:pt x="1237500" y="114795"/>
                  </a:lnTo>
                  <a:lnTo>
                    <a:pt x="1238046" y="102730"/>
                  </a:lnTo>
                  <a:lnTo>
                    <a:pt x="1259166" y="64897"/>
                  </a:lnTo>
                  <a:lnTo>
                    <a:pt x="1267828" y="64897"/>
                  </a:lnTo>
                  <a:lnTo>
                    <a:pt x="1297051" y="93459"/>
                  </a:lnTo>
                  <a:lnTo>
                    <a:pt x="1299298" y="116636"/>
                  </a:lnTo>
                  <a:lnTo>
                    <a:pt x="1299298" y="0"/>
                  </a:lnTo>
                  <a:lnTo>
                    <a:pt x="1297711" y="0"/>
                  </a:lnTo>
                  <a:lnTo>
                    <a:pt x="1297711" y="64528"/>
                  </a:lnTo>
                  <a:lnTo>
                    <a:pt x="1294282" y="59194"/>
                  </a:lnTo>
                  <a:lnTo>
                    <a:pt x="1289951" y="54876"/>
                  </a:lnTo>
                  <a:lnTo>
                    <a:pt x="1284478" y="51562"/>
                  </a:lnTo>
                  <a:lnTo>
                    <a:pt x="1279232" y="48260"/>
                  </a:lnTo>
                  <a:lnTo>
                    <a:pt x="1273073" y="46596"/>
                  </a:lnTo>
                  <a:lnTo>
                    <a:pt x="1266012" y="46596"/>
                  </a:lnTo>
                  <a:lnTo>
                    <a:pt x="1230376" y="65392"/>
                  </a:lnTo>
                  <a:lnTo>
                    <a:pt x="1217815" y="105283"/>
                  </a:lnTo>
                  <a:lnTo>
                    <a:pt x="1217434" y="114795"/>
                  </a:lnTo>
                  <a:lnTo>
                    <a:pt x="1217853" y="124510"/>
                  </a:lnTo>
                  <a:lnTo>
                    <a:pt x="1231506" y="163880"/>
                  </a:lnTo>
                  <a:lnTo>
                    <a:pt x="1266913" y="182753"/>
                  </a:lnTo>
                  <a:lnTo>
                    <a:pt x="1276883" y="181546"/>
                  </a:lnTo>
                  <a:lnTo>
                    <a:pt x="1285557" y="177914"/>
                  </a:lnTo>
                  <a:lnTo>
                    <a:pt x="1292961" y="171856"/>
                  </a:lnTo>
                  <a:lnTo>
                    <a:pt x="1298194" y="164604"/>
                  </a:lnTo>
                  <a:lnTo>
                    <a:pt x="1299070" y="163385"/>
                  </a:lnTo>
                  <a:lnTo>
                    <a:pt x="1299070" y="179806"/>
                  </a:lnTo>
                  <a:lnTo>
                    <a:pt x="1317091" y="179806"/>
                  </a:lnTo>
                  <a:lnTo>
                    <a:pt x="1317091" y="163385"/>
                  </a:lnTo>
                  <a:lnTo>
                    <a:pt x="1317091" y="64897"/>
                  </a:lnTo>
                  <a:lnTo>
                    <a:pt x="1317091" y="64528"/>
                  </a:lnTo>
                  <a:lnTo>
                    <a:pt x="1317091" y="0"/>
                  </a:lnTo>
                  <a:close/>
                </a:path>
                <a:path w="2224404" h="233045">
                  <a:moveTo>
                    <a:pt x="1513903" y="179806"/>
                  </a:moveTo>
                  <a:lnTo>
                    <a:pt x="1507871" y="141008"/>
                  </a:lnTo>
                  <a:lnTo>
                    <a:pt x="1507744" y="114439"/>
                  </a:lnTo>
                  <a:lnTo>
                    <a:pt x="1507629" y="82384"/>
                  </a:lnTo>
                  <a:lnTo>
                    <a:pt x="1500682" y="60413"/>
                  </a:lnTo>
                  <a:lnTo>
                    <a:pt x="1497939" y="56426"/>
                  </a:lnTo>
                  <a:lnTo>
                    <a:pt x="1493380" y="53149"/>
                  </a:lnTo>
                  <a:lnTo>
                    <a:pt x="1481061" y="47917"/>
                  </a:lnTo>
                  <a:lnTo>
                    <a:pt x="1473085" y="46596"/>
                  </a:lnTo>
                  <a:lnTo>
                    <a:pt x="1463281" y="46596"/>
                  </a:lnTo>
                  <a:lnTo>
                    <a:pt x="1424051" y="58661"/>
                  </a:lnTo>
                  <a:lnTo>
                    <a:pt x="1420139" y="64376"/>
                  </a:lnTo>
                  <a:lnTo>
                    <a:pt x="1416075" y="70015"/>
                  </a:lnTo>
                  <a:lnTo>
                    <a:pt x="1413332" y="77470"/>
                  </a:lnTo>
                  <a:lnTo>
                    <a:pt x="1411503" y="86728"/>
                  </a:lnTo>
                  <a:lnTo>
                    <a:pt x="1430667" y="89649"/>
                  </a:lnTo>
                  <a:lnTo>
                    <a:pt x="1432712" y="80416"/>
                  </a:lnTo>
                  <a:lnTo>
                    <a:pt x="1435912" y="73977"/>
                  </a:lnTo>
                  <a:lnTo>
                    <a:pt x="1444574" y="66700"/>
                  </a:lnTo>
                  <a:lnTo>
                    <a:pt x="1451419" y="64897"/>
                  </a:lnTo>
                  <a:lnTo>
                    <a:pt x="1470342" y="64897"/>
                  </a:lnTo>
                  <a:lnTo>
                    <a:pt x="1477645" y="67373"/>
                  </a:lnTo>
                  <a:lnTo>
                    <a:pt x="1482661" y="72364"/>
                  </a:lnTo>
                  <a:lnTo>
                    <a:pt x="1486306" y="76047"/>
                  </a:lnTo>
                  <a:lnTo>
                    <a:pt x="1488135" y="82384"/>
                  </a:lnTo>
                  <a:lnTo>
                    <a:pt x="1488135" y="97155"/>
                  </a:lnTo>
                  <a:lnTo>
                    <a:pt x="1488135" y="114439"/>
                  </a:lnTo>
                  <a:lnTo>
                    <a:pt x="1488135" y="132270"/>
                  </a:lnTo>
                  <a:lnTo>
                    <a:pt x="1486992" y="139611"/>
                  </a:lnTo>
                  <a:lnTo>
                    <a:pt x="1459623" y="165455"/>
                  </a:lnTo>
                  <a:lnTo>
                    <a:pt x="1444574" y="165455"/>
                  </a:lnTo>
                  <a:lnTo>
                    <a:pt x="1429067" y="141008"/>
                  </a:lnTo>
                  <a:lnTo>
                    <a:pt x="1429753" y="137515"/>
                  </a:lnTo>
                  <a:lnTo>
                    <a:pt x="1456207" y="122770"/>
                  </a:lnTo>
                  <a:lnTo>
                    <a:pt x="1466164" y="120967"/>
                  </a:lnTo>
                  <a:lnTo>
                    <a:pt x="1474825" y="118973"/>
                  </a:lnTo>
                  <a:lnTo>
                    <a:pt x="1482153" y="116789"/>
                  </a:lnTo>
                  <a:lnTo>
                    <a:pt x="1488135" y="114439"/>
                  </a:lnTo>
                  <a:lnTo>
                    <a:pt x="1488135" y="97155"/>
                  </a:lnTo>
                  <a:lnTo>
                    <a:pt x="1481759" y="99275"/>
                  </a:lnTo>
                  <a:lnTo>
                    <a:pt x="1473885" y="101244"/>
                  </a:lnTo>
                  <a:lnTo>
                    <a:pt x="1464462" y="103073"/>
                  </a:lnTo>
                  <a:lnTo>
                    <a:pt x="1453476" y="104736"/>
                  </a:lnTo>
                  <a:lnTo>
                    <a:pt x="1445717" y="105816"/>
                  </a:lnTo>
                  <a:lnTo>
                    <a:pt x="1440014" y="106908"/>
                  </a:lnTo>
                  <a:lnTo>
                    <a:pt x="1409458" y="133273"/>
                  </a:lnTo>
                  <a:lnTo>
                    <a:pt x="1408087" y="139090"/>
                  </a:lnTo>
                  <a:lnTo>
                    <a:pt x="1408087" y="145465"/>
                  </a:lnTo>
                  <a:lnTo>
                    <a:pt x="1430718" y="180136"/>
                  </a:lnTo>
                  <a:lnTo>
                    <a:pt x="1447546" y="182753"/>
                  </a:lnTo>
                  <a:lnTo>
                    <a:pt x="1455064" y="182753"/>
                  </a:lnTo>
                  <a:lnTo>
                    <a:pt x="1487817" y="165455"/>
                  </a:lnTo>
                  <a:lnTo>
                    <a:pt x="1489735" y="163753"/>
                  </a:lnTo>
                  <a:lnTo>
                    <a:pt x="1490192" y="169887"/>
                  </a:lnTo>
                  <a:lnTo>
                    <a:pt x="1491564" y="175234"/>
                  </a:lnTo>
                  <a:lnTo>
                    <a:pt x="1493608" y="179806"/>
                  </a:lnTo>
                  <a:lnTo>
                    <a:pt x="1513903" y="179806"/>
                  </a:lnTo>
                  <a:close/>
                </a:path>
                <a:path w="2224404" h="233045">
                  <a:moveTo>
                    <a:pt x="1560664" y="0"/>
                  </a:moveTo>
                  <a:lnTo>
                    <a:pt x="1541272" y="0"/>
                  </a:lnTo>
                  <a:lnTo>
                    <a:pt x="1541272" y="179806"/>
                  </a:lnTo>
                  <a:lnTo>
                    <a:pt x="1560664" y="179806"/>
                  </a:lnTo>
                  <a:lnTo>
                    <a:pt x="1560664" y="0"/>
                  </a:lnTo>
                  <a:close/>
                </a:path>
                <a:path w="2224404" h="233045">
                  <a:moveTo>
                    <a:pt x="1687461" y="179806"/>
                  </a:moveTo>
                  <a:lnTo>
                    <a:pt x="1648358" y="113220"/>
                  </a:lnTo>
                  <a:lnTo>
                    <a:pt x="1642071" y="102539"/>
                  </a:lnTo>
                  <a:lnTo>
                    <a:pt x="1639341" y="97878"/>
                  </a:lnTo>
                  <a:lnTo>
                    <a:pt x="1683131" y="49542"/>
                  </a:lnTo>
                  <a:lnTo>
                    <a:pt x="1658035" y="49542"/>
                  </a:lnTo>
                  <a:lnTo>
                    <a:pt x="1611972" y="102539"/>
                  </a:lnTo>
                  <a:lnTo>
                    <a:pt x="1611972" y="0"/>
                  </a:lnTo>
                  <a:lnTo>
                    <a:pt x="1592364" y="0"/>
                  </a:lnTo>
                  <a:lnTo>
                    <a:pt x="1592364" y="179806"/>
                  </a:lnTo>
                  <a:lnTo>
                    <a:pt x="1611972" y="179806"/>
                  </a:lnTo>
                  <a:lnTo>
                    <a:pt x="1611972" y="128181"/>
                  </a:lnTo>
                  <a:lnTo>
                    <a:pt x="1625663" y="113220"/>
                  </a:lnTo>
                  <a:lnTo>
                    <a:pt x="1663509" y="179806"/>
                  </a:lnTo>
                  <a:lnTo>
                    <a:pt x="1687461" y="179806"/>
                  </a:lnTo>
                  <a:close/>
                </a:path>
                <a:path w="2224404" h="233045">
                  <a:moveTo>
                    <a:pt x="1806740" y="112839"/>
                  </a:moveTo>
                  <a:lnTo>
                    <a:pt x="1805800" y="98171"/>
                  </a:lnTo>
                  <a:lnTo>
                    <a:pt x="1802968" y="85166"/>
                  </a:lnTo>
                  <a:lnTo>
                    <a:pt x="1798269" y="73850"/>
                  </a:lnTo>
                  <a:lnTo>
                    <a:pt x="1792147" y="64897"/>
                  </a:lnTo>
                  <a:lnTo>
                    <a:pt x="1791690" y="64223"/>
                  </a:lnTo>
                  <a:lnTo>
                    <a:pt x="1786636" y="59410"/>
                  </a:lnTo>
                  <a:lnTo>
                    <a:pt x="1786636" y="114668"/>
                  </a:lnTo>
                  <a:lnTo>
                    <a:pt x="1786064" y="125945"/>
                  </a:lnTo>
                  <a:lnTo>
                    <a:pt x="1766265" y="161493"/>
                  </a:lnTo>
                  <a:lnTo>
                    <a:pt x="1752917" y="164604"/>
                  </a:lnTo>
                  <a:lnTo>
                    <a:pt x="1745996" y="163830"/>
                  </a:lnTo>
                  <a:lnTo>
                    <a:pt x="1719757" y="126403"/>
                  </a:lnTo>
                  <a:lnTo>
                    <a:pt x="1719160" y="114668"/>
                  </a:lnTo>
                  <a:lnTo>
                    <a:pt x="1719757" y="102958"/>
                  </a:lnTo>
                  <a:lnTo>
                    <a:pt x="1739633" y="67983"/>
                  </a:lnTo>
                  <a:lnTo>
                    <a:pt x="1752917" y="64897"/>
                  </a:lnTo>
                  <a:lnTo>
                    <a:pt x="1759800" y="65671"/>
                  </a:lnTo>
                  <a:lnTo>
                    <a:pt x="1786064" y="102590"/>
                  </a:lnTo>
                  <a:lnTo>
                    <a:pt x="1786636" y="114668"/>
                  </a:lnTo>
                  <a:lnTo>
                    <a:pt x="1786636" y="59410"/>
                  </a:lnTo>
                  <a:lnTo>
                    <a:pt x="1783613" y="56515"/>
                  </a:lnTo>
                  <a:lnTo>
                    <a:pt x="1774444" y="51003"/>
                  </a:lnTo>
                  <a:lnTo>
                    <a:pt x="1764195" y="47701"/>
                  </a:lnTo>
                  <a:lnTo>
                    <a:pt x="1752917" y="46596"/>
                  </a:lnTo>
                  <a:lnTo>
                    <a:pt x="1742694" y="47510"/>
                  </a:lnTo>
                  <a:lnTo>
                    <a:pt x="1709102" y="70967"/>
                  </a:lnTo>
                  <a:lnTo>
                    <a:pt x="1699094" y="114668"/>
                  </a:lnTo>
                  <a:lnTo>
                    <a:pt x="1700034" y="130213"/>
                  </a:lnTo>
                  <a:lnTo>
                    <a:pt x="1721993" y="172897"/>
                  </a:lnTo>
                  <a:lnTo>
                    <a:pt x="1752917" y="182753"/>
                  </a:lnTo>
                  <a:lnTo>
                    <a:pt x="1760308" y="182257"/>
                  </a:lnTo>
                  <a:lnTo>
                    <a:pt x="1792325" y="164604"/>
                  </a:lnTo>
                  <a:lnTo>
                    <a:pt x="1796351" y="159207"/>
                  </a:lnTo>
                  <a:lnTo>
                    <a:pt x="1800123" y="152400"/>
                  </a:lnTo>
                  <a:lnTo>
                    <a:pt x="1802980" y="144526"/>
                  </a:lnTo>
                  <a:lnTo>
                    <a:pt x="1805051" y="135305"/>
                  </a:lnTo>
                  <a:lnTo>
                    <a:pt x="1806308" y="124739"/>
                  </a:lnTo>
                  <a:lnTo>
                    <a:pt x="1806740" y="112839"/>
                  </a:lnTo>
                  <a:close/>
                </a:path>
                <a:path w="2224404" h="233045">
                  <a:moveTo>
                    <a:pt x="1927606" y="179806"/>
                  </a:moveTo>
                  <a:lnTo>
                    <a:pt x="1895805" y="128409"/>
                  </a:lnTo>
                  <a:lnTo>
                    <a:pt x="1884959" y="110896"/>
                  </a:lnTo>
                  <a:lnTo>
                    <a:pt x="1895436" y="94691"/>
                  </a:lnTo>
                  <a:lnTo>
                    <a:pt x="1924646" y="49542"/>
                  </a:lnTo>
                  <a:lnTo>
                    <a:pt x="1901380" y="49542"/>
                  </a:lnTo>
                  <a:lnTo>
                    <a:pt x="1882000" y="80340"/>
                  </a:lnTo>
                  <a:lnTo>
                    <a:pt x="1879485" y="84505"/>
                  </a:lnTo>
                  <a:lnTo>
                    <a:pt x="1876526" y="89293"/>
                  </a:lnTo>
                  <a:lnTo>
                    <a:pt x="1873326" y="94691"/>
                  </a:lnTo>
                  <a:lnTo>
                    <a:pt x="1871281" y="90766"/>
                  </a:lnTo>
                  <a:lnTo>
                    <a:pt x="1868538" y="85902"/>
                  </a:lnTo>
                  <a:lnTo>
                    <a:pt x="1865350" y="80098"/>
                  </a:lnTo>
                  <a:lnTo>
                    <a:pt x="1847786" y="49542"/>
                  </a:lnTo>
                  <a:lnTo>
                    <a:pt x="1823389" y="49542"/>
                  </a:lnTo>
                  <a:lnTo>
                    <a:pt x="1862150" y="112115"/>
                  </a:lnTo>
                  <a:lnTo>
                    <a:pt x="1820189" y="179806"/>
                  </a:lnTo>
                  <a:lnTo>
                    <a:pt x="1843684" y="179806"/>
                  </a:lnTo>
                  <a:lnTo>
                    <a:pt x="1874012" y="128409"/>
                  </a:lnTo>
                  <a:lnTo>
                    <a:pt x="1880171" y="139331"/>
                  </a:lnTo>
                  <a:lnTo>
                    <a:pt x="1903895" y="179806"/>
                  </a:lnTo>
                  <a:lnTo>
                    <a:pt x="1927606" y="179806"/>
                  </a:lnTo>
                  <a:close/>
                </a:path>
                <a:path w="2224404" h="233045">
                  <a:moveTo>
                    <a:pt x="1966836" y="49542"/>
                  </a:moveTo>
                  <a:lnTo>
                    <a:pt x="1947456" y="49542"/>
                  </a:lnTo>
                  <a:lnTo>
                    <a:pt x="1947456" y="179806"/>
                  </a:lnTo>
                  <a:lnTo>
                    <a:pt x="1966836" y="179806"/>
                  </a:lnTo>
                  <a:lnTo>
                    <a:pt x="1966836" y="49542"/>
                  </a:lnTo>
                  <a:close/>
                </a:path>
                <a:path w="2224404" h="233045">
                  <a:moveTo>
                    <a:pt x="1966836" y="0"/>
                  </a:moveTo>
                  <a:lnTo>
                    <a:pt x="1947456" y="0"/>
                  </a:lnTo>
                  <a:lnTo>
                    <a:pt x="1947456" y="25387"/>
                  </a:lnTo>
                  <a:lnTo>
                    <a:pt x="1966836" y="25387"/>
                  </a:lnTo>
                  <a:lnTo>
                    <a:pt x="1966836" y="0"/>
                  </a:lnTo>
                  <a:close/>
                </a:path>
                <a:path w="2224404" h="233045">
                  <a:moveTo>
                    <a:pt x="2090445" y="0"/>
                  </a:moveTo>
                  <a:lnTo>
                    <a:pt x="2072881" y="0"/>
                  </a:lnTo>
                  <a:lnTo>
                    <a:pt x="2072881" y="116636"/>
                  </a:lnTo>
                  <a:lnTo>
                    <a:pt x="2072297" y="128003"/>
                  </a:lnTo>
                  <a:lnTo>
                    <a:pt x="2050757" y="164604"/>
                  </a:lnTo>
                  <a:lnTo>
                    <a:pt x="2033663" y="164604"/>
                  </a:lnTo>
                  <a:lnTo>
                    <a:pt x="2011451" y="126530"/>
                  </a:lnTo>
                  <a:lnTo>
                    <a:pt x="2010854" y="114795"/>
                  </a:lnTo>
                  <a:lnTo>
                    <a:pt x="2011413" y="102730"/>
                  </a:lnTo>
                  <a:lnTo>
                    <a:pt x="2032749" y="64897"/>
                  </a:lnTo>
                  <a:lnTo>
                    <a:pt x="2041410" y="64897"/>
                  </a:lnTo>
                  <a:lnTo>
                    <a:pt x="2070544" y="93459"/>
                  </a:lnTo>
                  <a:lnTo>
                    <a:pt x="2072881" y="116636"/>
                  </a:lnTo>
                  <a:lnTo>
                    <a:pt x="2072881" y="0"/>
                  </a:lnTo>
                  <a:lnTo>
                    <a:pt x="2071065" y="0"/>
                  </a:lnTo>
                  <a:lnTo>
                    <a:pt x="2071065" y="64528"/>
                  </a:lnTo>
                  <a:lnTo>
                    <a:pt x="2067864" y="59194"/>
                  </a:lnTo>
                  <a:lnTo>
                    <a:pt x="2063305" y="54876"/>
                  </a:lnTo>
                  <a:lnTo>
                    <a:pt x="2058060" y="51562"/>
                  </a:lnTo>
                  <a:lnTo>
                    <a:pt x="2052586" y="48260"/>
                  </a:lnTo>
                  <a:lnTo>
                    <a:pt x="2046427" y="46596"/>
                  </a:lnTo>
                  <a:lnTo>
                    <a:pt x="2039581" y="46596"/>
                  </a:lnTo>
                  <a:lnTo>
                    <a:pt x="2003894" y="65392"/>
                  </a:lnTo>
                  <a:lnTo>
                    <a:pt x="1991360" y="105283"/>
                  </a:lnTo>
                  <a:lnTo>
                    <a:pt x="1991004" y="114795"/>
                  </a:lnTo>
                  <a:lnTo>
                    <a:pt x="1991398" y="124510"/>
                  </a:lnTo>
                  <a:lnTo>
                    <a:pt x="2004898" y="163880"/>
                  </a:lnTo>
                  <a:lnTo>
                    <a:pt x="2040267" y="182753"/>
                  </a:lnTo>
                  <a:lnTo>
                    <a:pt x="2050237" y="181546"/>
                  </a:lnTo>
                  <a:lnTo>
                    <a:pt x="2058911" y="177914"/>
                  </a:lnTo>
                  <a:lnTo>
                    <a:pt x="2066315" y="171856"/>
                  </a:lnTo>
                  <a:lnTo>
                    <a:pt x="2071547" y="164604"/>
                  </a:lnTo>
                  <a:lnTo>
                    <a:pt x="2072424" y="163385"/>
                  </a:lnTo>
                  <a:lnTo>
                    <a:pt x="2072424" y="179806"/>
                  </a:lnTo>
                  <a:lnTo>
                    <a:pt x="2090445" y="179806"/>
                  </a:lnTo>
                  <a:lnTo>
                    <a:pt x="2090445" y="163385"/>
                  </a:lnTo>
                  <a:lnTo>
                    <a:pt x="2090445" y="64897"/>
                  </a:lnTo>
                  <a:lnTo>
                    <a:pt x="2090445" y="64528"/>
                  </a:lnTo>
                  <a:lnTo>
                    <a:pt x="2090445" y="0"/>
                  </a:lnTo>
                  <a:close/>
                </a:path>
                <a:path w="2224404" h="233045">
                  <a:moveTo>
                    <a:pt x="2224087" y="114439"/>
                  </a:moveTo>
                  <a:lnTo>
                    <a:pt x="2215908" y="74193"/>
                  </a:lnTo>
                  <a:lnTo>
                    <a:pt x="2209723" y="64757"/>
                  </a:lnTo>
                  <a:lnTo>
                    <a:pt x="2209495" y="64401"/>
                  </a:lnTo>
                  <a:lnTo>
                    <a:pt x="2203564" y="58445"/>
                  </a:lnTo>
                  <a:lnTo>
                    <a:pt x="2203564" y="102171"/>
                  </a:lnTo>
                  <a:lnTo>
                    <a:pt x="2139480" y="102171"/>
                  </a:lnTo>
                  <a:lnTo>
                    <a:pt x="2163191" y="64757"/>
                  </a:lnTo>
                  <a:lnTo>
                    <a:pt x="2172093" y="64757"/>
                  </a:lnTo>
                  <a:lnTo>
                    <a:pt x="2202611" y="94462"/>
                  </a:lnTo>
                  <a:lnTo>
                    <a:pt x="2203564" y="102171"/>
                  </a:lnTo>
                  <a:lnTo>
                    <a:pt x="2203564" y="58445"/>
                  </a:lnTo>
                  <a:lnTo>
                    <a:pt x="2201748" y="56616"/>
                  </a:lnTo>
                  <a:lnTo>
                    <a:pt x="2192896" y="51054"/>
                  </a:lnTo>
                  <a:lnTo>
                    <a:pt x="2182939" y="47713"/>
                  </a:lnTo>
                  <a:lnTo>
                    <a:pt x="2171865" y="46596"/>
                  </a:lnTo>
                  <a:lnTo>
                    <a:pt x="2160574" y="47739"/>
                  </a:lnTo>
                  <a:lnTo>
                    <a:pt x="2126729" y="74764"/>
                  </a:lnTo>
                  <a:lnTo>
                    <a:pt x="2118271" y="115785"/>
                  </a:lnTo>
                  <a:lnTo>
                    <a:pt x="2119211" y="130784"/>
                  </a:lnTo>
                  <a:lnTo>
                    <a:pt x="2141093" y="172847"/>
                  </a:lnTo>
                  <a:lnTo>
                    <a:pt x="2173008" y="182753"/>
                  </a:lnTo>
                  <a:lnTo>
                    <a:pt x="2182495" y="182067"/>
                  </a:lnTo>
                  <a:lnTo>
                    <a:pt x="2216670" y="158445"/>
                  </a:lnTo>
                  <a:lnTo>
                    <a:pt x="2223401" y="140677"/>
                  </a:lnTo>
                  <a:lnTo>
                    <a:pt x="2203335" y="137858"/>
                  </a:lnTo>
                  <a:lnTo>
                    <a:pt x="2200364" y="147193"/>
                  </a:lnTo>
                  <a:lnTo>
                    <a:pt x="2196490" y="153974"/>
                  </a:lnTo>
                  <a:lnTo>
                    <a:pt x="2191474" y="158216"/>
                  </a:lnTo>
                  <a:lnTo>
                    <a:pt x="2186228" y="162483"/>
                  </a:lnTo>
                  <a:lnTo>
                    <a:pt x="2180298" y="164604"/>
                  </a:lnTo>
                  <a:lnTo>
                    <a:pt x="2173008" y="164604"/>
                  </a:lnTo>
                  <a:lnTo>
                    <a:pt x="2141563" y="139280"/>
                  </a:lnTo>
                  <a:lnTo>
                    <a:pt x="2138337" y="120332"/>
                  </a:lnTo>
                  <a:lnTo>
                    <a:pt x="2224087" y="120332"/>
                  </a:lnTo>
                  <a:lnTo>
                    <a:pt x="2224087" y="114439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2049581" y="4594934"/>
              <a:ext cx="3959225" cy="739140"/>
            </a:xfrm>
            <a:custGeom>
              <a:avLst/>
              <a:gdLst/>
              <a:ahLst/>
              <a:cxnLst/>
              <a:rect l="l" t="t" r="r" b="b"/>
              <a:pathLst>
                <a:path w="3959225" h="739139">
                  <a:moveTo>
                    <a:pt x="3953554" y="676576"/>
                  </a:moveTo>
                  <a:lnTo>
                    <a:pt x="0" y="676576"/>
                  </a:lnTo>
                  <a:lnTo>
                    <a:pt x="54732" y="738669"/>
                  </a:lnTo>
                  <a:lnTo>
                    <a:pt x="3876976" y="738669"/>
                  </a:lnTo>
                  <a:lnTo>
                    <a:pt x="3908950" y="731345"/>
                  </a:lnTo>
                  <a:lnTo>
                    <a:pt x="3935045" y="711377"/>
                  </a:lnTo>
                  <a:lnTo>
                    <a:pt x="3952630" y="681770"/>
                  </a:lnTo>
                  <a:lnTo>
                    <a:pt x="3953554" y="676576"/>
                  </a:lnTo>
                  <a:close/>
                </a:path>
                <a:path w="3959225" h="739139">
                  <a:moveTo>
                    <a:pt x="3876975" y="0"/>
                  </a:moveTo>
                  <a:lnTo>
                    <a:pt x="3904342" y="31047"/>
                  </a:lnTo>
                  <a:lnTo>
                    <a:pt x="3904342" y="583432"/>
                  </a:lnTo>
                  <a:lnTo>
                    <a:pt x="3897896" y="619676"/>
                  </a:lnTo>
                  <a:lnTo>
                    <a:pt x="3880310" y="649284"/>
                  </a:lnTo>
                  <a:lnTo>
                    <a:pt x="3854215" y="669252"/>
                  </a:lnTo>
                  <a:lnTo>
                    <a:pt x="3822240" y="676576"/>
                  </a:lnTo>
                  <a:lnTo>
                    <a:pt x="3953554" y="676576"/>
                  </a:lnTo>
                  <a:lnTo>
                    <a:pt x="3959076" y="645528"/>
                  </a:lnTo>
                  <a:lnTo>
                    <a:pt x="3959076" y="93143"/>
                  </a:lnTo>
                  <a:lnTo>
                    <a:pt x="3952630" y="56901"/>
                  </a:lnTo>
                  <a:lnTo>
                    <a:pt x="3935044" y="27292"/>
                  </a:lnTo>
                  <a:lnTo>
                    <a:pt x="3908949" y="7324"/>
                  </a:lnTo>
                  <a:lnTo>
                    <a:pt x="3876975" y="0"/>
                  </a:lnTo>
                  <a:close/>
                </a:path>
              </a:pathLst>
            </a:custGeom>
            <a:solidFill>
              <a:srgbClr val="FF00FF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1967479" y="4532838"/>
              <a:ext cx="3986529" cy="739140"/>
            </a:xfrm>
            <a:custGeom>
              <a:avLst/>
              <a:gdLst/>
              <a:ahLst/>
              <a:cxnLst/>
              <a:rect l="l" t="t" r="r" b="b"/>
              <a:pathLst>
                <a:path w="3986529" h="739139">
                  <a:moveTo>
                    <a:pt x="0" y="645528"/>
                  </a:moveTo>
                  <a:lnTo>
                    <a:pt x="0" y="326181"/>
                  </a:lnTo>
                  <a:lnTo>
                    <a:pt x="0" y="162191"/>
                  </a:lnTo>
                  <a:lnTo>
                    <a:pt x="0" y="101774"/>
                  </a:lnTo>
                  <a:lnTo>
                    <a:pt x="6455" y="56901"/>
                  </a:lnTo>
                  <a:lnTo>
                    <a:pt x="50154" y="7324"/>
                  </a:lnTo>
                  <a:lnTo>
                    <a:pt x="82101" y="0"/>
                  </a:lnTo>
                  <a:lnTo>
                    <a:pt x="2291834" y="0"/>
                  </a:lnTo>
                  <a:lnTo>
                    <a:pt x="3426562" y="0"/>
                  </a:lnTo>
                  <a:lnTo>
                    <a:pt x="3844619" y="0"/>
                  </a:lnTo>
                  <a:lnTo>
                    <a:pt x="3904342" y="0"/>
                  </a:lnTo>
                  <a:lnTo>
                    <a:pt x="3962412" y="27293"/>
                  </a:lnTo>
                  <a:lnTo>
                    <a:pt x="3986444" y="93143"/>
                  </a:lnTo>
                  <a:lnTo>
                    <a:pt x="3986444" y="412491"/>
                  </a:lnTo>
                  <a:lnTo>
                    <a:pt x="3986444" y="576480"/>
                  </a:lnTo>
                  <a:lnTo>
                    <a:pt x="3986444" y="636897"/>
                  </a:lnTo>
                  <a:lnTo>
                    <a:pt x="3986444" y="645528"/>
                  </a:lnTo>
                  <a:lnTo>
                    <a:pt x="3979998" y="681772"/>
                  </a:lnTo>
                  <a:lnTo>
                    <a:pt x="3962412" y="711380"/>
                  </a:lnTo>
                  <a:lnTo>
                    <a:pt x="3936317" y="731348"/>
                  </a:lnTo>
                  <a:lnTo>
                    <a:pt x="3904342" y="738672"/>
                  </a:lnTo>
                  <a:lnTo>
                    <a:pt x="1694609" y="738672"/>
                  </a:lnTo>
                  <a:lnTo>
                    <a:pt x="559881" y="738672"/>
                  </a:lnTo>
                  <a:lnTo>
                    <a:pt x="141824" y="738672"/>
                  </a:lnTo>
                  <a:lnTo>
                    <a:pt x="82101" y="738672"/>
                  </a:lnTo>
                  <a:lnTo>
                    <a:pt x="50154" y="731348"/>
                  </a:lnTo>
                  <a:lnTo>
                    <a:pt x="24056" y="711380"/>
                  </a:lnTo>
                  <a:lnTo>
                    <a:pt x="6455" y="681772"/>
                  </a:lnTo>
                  <a:lnTo>
                    <a:pt x="0" y="645528"/>
                  </a:lnTo>
                  <a:close/>
                </a:path>
              </a:pathLst>
            </a:custGeom>
            <a:ln w="15462">
              <a:solidFill>
                <a:srgbClr val="FF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9" name="object 79"/>
          <p:cNvGrpSpPr/>
          <p:nvPr/>
        </p:nvGrpSpPr>
        <p:grpSpPr>
          <a:xfrm>
            <a:off x="6604295" y="4872140"/>
            <a:ext cx="4024629" cy="1059180"/>
            <a:chOff x="6604295" y="4872140"/>
            <a:chExt cx="4024629" cy="1059180"/>
          </a:xfrm>
        </p:grpSpPr>
        <p:sp>
          <p:nvSpPr>
            <p:cNvPr id="80" name="object 80"/>
            <p:cNvSpPr/>
            <p:nvPr/>
          </p:nvSpPr>
          <p:spPr>
            <a:xfrm>
              <a:off x="6783068" y="5045234"/>
              <a:ext cx="120415" cy="180909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6935648" y="5045234"/>
              <a:ext cx="125400" cy="184008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7087249" y="5045234"/>
              <a:ext cx="126379" cy="180909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7239373" y="5200860"/>
              <a:ext cx="24130" cy="61594"/>
            </a:xfrm>
            <a:custGeom>
              <a:avLst/>
              <a:gdLst/>
              <a:ahLst/>
              <a:cxnLst/>
              <a:rect l="l" t="t" r="r" b="b"/>
              <a:pathLst>
                <a:path w="24129" h="61595">
                  <a:moveTo>
                    <a:pt x="23582" y="0"/>
                  </a:moveTo>
                  <a:lnTo>
                    <a:pt x="1297" y="0"/>
                  </a:lnTo>
                  <a:lnTo>
                    <a:pt x="1297" y="25283"/>
                  </a:lnTo>
                  <a:lnTo>
                    <a:pt x="12383" y="25283"/>
                  </a:lnTo>
                  <a:lnTo>
                    <a:pt x="12178" y="32772"/>
                  </a:lnTo>
                  <a:lnTo>
                    <a:pt x="11085" y="38532"/>
                  </a:lnTo>
                  <a:lnTo>
                    <a:pt x="7170" y="46512"/>
                  </a:lnTo>
                  <a:lnTo>
                    <a:pt x="4120" y="49533"/>
                  </a:lnTo>
                  <a:lnTo>
                    <a:pt x="0" y="51574"/>
                  </a:lnTo>
                  <a:lnTo>
                    <a:pt x="5417" y="61078"/>
                  </a:lnTo>
                  <a:lnTo>
                    <a:pt x="11745" y="57953"/>
                  </a:lnTo>
                  <a:lnTo>
                    <a:pt x="16343" y="53536"/>
                  </a:lnTo>
                  <a:lnTo>
                    <a:pt x="22148" y="42096"/>
                  </a:lnTo>
                  <a:lnTo>
                    <a:pt x="23582" y="34580"/>
                  </a:lnTo>
                  <a:lnTo>
                    <a:pt x="23582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7354121" y="5092134"/>
              <a:ext cx="106371" cy="136980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7486647" y="5045226"/>
              <a:ext cx="19685" cy="180975"/>
            </a:xfrm>
            <a:custGeom>
              <a:avLst/>
              <a:gdLst/>
              <a:ahLst/>
              <a:cxnLst/>
              <a:rect l="l" t="t" r="r" b="b"/>
              <a:pathLst>
                <a:path w="19684" h="180975">
                  <a:moveTo>
                    <a:pt x="19579" y="0"/>
                  </a:moveTo>
                  <a:lnTo>
                    <a:pt x="0" y="0"/>
                  </a:lnTo>
                  <a:lnTo>
                    <a:pt x="0" y="180917"/>
                  </a:lnTo>
                  <a:lnTo>
                    <a:pt x="19580" y="180917"/>
                  </a:lnTo>
                  <a:lnTo>
                    <a:pt x="19579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7537271" y="5045234"/>
              <a:ext cx="373539" cy="183879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7934143" y="5045234"/>
              <a:ext cx="100179" cy="183879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8061023" y="5092134"/>
              <a:ext cx="106484" cy="136980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8256575" y="5045240"/>
              <a:ext cx="19685" cy="180975"/>
            </a:xfrm>
            <a:custGeom>
              <a:avLst/>
              <a:gdLst/>
              <a:ahLst/>
              <a:cxnLst/>
              <a:rect l="l" t="t" r="r" b="b"/>
              <a:pathLst>
                <a:path w="19684" h="180975">
                  <a:moveTo>
                    <a:pt x="19570" y="49872"/>
                  </a:moveTo>
                  <a:lnTo>
                    <a:pt x="0" y="49872"/>
                  </a:lnTo>
                  <a:lnTo>
                    <a:pt x="0" y="180911"/>
                  </a:lnTo>
                  <a:lnTo>
                    <a:pt x="19570" y="180911"/>
                  </a:lnTo>
                  <a:lnTo>
                    <a:pt x="19570" y="49872"/>
                  </a:lnTo>
                  <a:close/>
                </a:path>
                <a:path w="19684" h="180975">
                  <a:moveTo>
                    <a:pt x="19570" y="0"/>
                  </a:moveTo>
                  <a:lnTo>
                    <a:pt x="0" y="0"/>
                  </a:lnTo>
                  <a:lnTo>
                    <a:pt x="0" y="25539"/>
                  </a:lnTo>
                  <a:lnTo>
                    <a:pt x="19570" y="25539"/>
                  </a:lnTo>
                  <a:lnTo>
                    <a:pt x="19570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8298713" y="5092134"/>
              <a:ext cx="95945" cy="136980"/>
            </a:xfrm>
            <a:prstGeom prst="rect">
              <a:avLst/>
            </a:prstGeom>
            <a:blipFill>
              <a:blip r:embed="rId4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8476332" y="5092134"/>
              <a:ext cx="106371" cy="136980"/>
            </a:xfrm>
            <a:prstGeom prst="rect">
              <a:avLst/>
            </a:prstGeom>
            <a:blipFill>
              <a:blip r:embed="rId4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10290505" y="5045227"/>
              <a:ext cx="69215" cy="180975"/>
            </a:xfrm>
            <a:custGeom>
              <a:avLst/>
              <a:gdLst/>
              <a:ahLst/>
              <a:cxnLst/>
              <a:rect l="l" t="t" r="r" b="b"/>
              <a:pathLst>
                <a:path w="69215" h="180975">
                  <a:moveTo>
                    <a:pt x="19583" y="49885"/>
                  </a:moveTo>
                  <a:lnTo>
                    <a:pt x="0" y="49885"/>
                  </a:lnTo>
                  <a:lnTo>
                    <a:pt x="0" y="180924"/>
                  </a:lnTo>
                  <a:lnTo>
                    <a:pt x="19583" y="180924"/>
                  </a:lnTo>
                  <a:lnTo>
                    <a:pt x="19583" y="49885"/>
                  </a:lnTo>
                  <a:close/>
                </a:path>
                <a:path w="69215" h="180975">
                  <a:moveTo>
                    <a:pt x="19583" y="12"/>
                  </a:moveTo>
                  <a:lnTo>
                    <a:pt x="0" y="12"/>
                  </a:lnTo>
                  <a:lnTo>
                    <a:pt x="0" y="25552"/>
                  </a:lnTo>
                  <a:lnTo>
                    <a:pt x="19583" y="25552"/>
                  </a:lnTo>
                  <a:lnTo>
                    <a:pt x="19583" y="12"/>
                  </a:lnTo>
                  <a:close/>
                </a:path>
                <a:path w="69215" h="180975">
                  <a:moveTo>
                    <a:pt x="68973" y="0"/>
                  </a:moveTo>
                  <a:lnTo>
                    <a:pt x="49403" y="0"/>
                  </a:lnTo>
                  <a:lnTo>
                    <a:pt x="49403" y="180924"/>
                  </a:lnTo>
                  <a:lnTo>
                    <a:pt x="68973" y="180924"/>
                  </a:lnTo>
                  <a:lnTo>
                    <a:pt x="68973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10384068" y="5092134"/>
              <a:ext cx="106302" cy="136980"/>
            </a:xfrm>
            <a:prstGeom prst="rect">
              <a:avLst/>
            </a:prstGeom>
            <a:blipFill>
              <a:blip r:embed="rId4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7376156" y="5045226"/>
              <a:ext cx="3019066" cy="723218"/>
            </a:xfrm>
            <a:prstGeom prst="rect">
              <a:avLst/>
            </a:prstGeom>
            <a:blipFill>
              <a:blip r:embed="rId4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8718689" y="5361807"/>
              <a:ext cx="222666" cy="136980"/>
            </a:xfrm>
            <a:prstGeom prst="rect">
              <a:avLst/>
            </a:prstGeom>
            <a:blipFill>
              <a:blip r:embed="rId4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6774805" y="5361807"/>
              <a:ext cx="106371" cy="136980"/>
            </a:xfrm>
            <a:prstGeom prst="rect">
              <a:avLst/>
            </a:prstGeom>
            <a:blipFill>
              <a:blip r:embed="rId4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7"/>
            <p:cNvSpPr/>
            <p:nvPr/>
          </p:nvSpPr>
          <p:spPr>
            <a:xfrm>
              <a:off x="6907763" y="5361807"/>
              <a:ext cx="93874" cy="134010"/>
            </a:xfrm>
            <a:prstGeom prst="rect">
              <a:avLst/>
            </a:prstGeom>
            <a:blipFill>
              <a:blip r:embed="rId4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7027041" y="5314907"/>
              <a:ext cx="100179" cy="183879"/>
            </a:xfrm>
            <a:prstGeom prst="rect">
              <a:avLst/>
            </a:prstGeom>
            <a:blipFill>
              <a:blip r:embed="rId4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7216406" y="5361807"/>
              <a:ext cx="106371" cy="136980"/>
            </a:xfrm>
            <a:prstGeom prst="rect">
              <a:avLst/>
            </a:prstGeom>
            <a:blipFill>
              <a:blip r:embed="rId5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6770663" y="5588635"/>
              <a:ext cx="173111" cy="179809"/>
            </a:xfrm>
            <a:prstGeom prst="rect">
              <a:avLst/>
            </a:prstGeom>
            <a:blipFill>
              <a:blip r:embed="rId5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101"/>
            <p:cNvSpPr/>
            <p:nvPr/>
          </p:nvSpPr>
          <p:spPr>
            <a:xfrm>
              <a:off x="6970475" y="5584554"/>
              <a:ext cx="328150" cy="183890"/>
            </a:xfrm>
            <a:prstGeom prst="rect">
              <a:avLst/>
            </a:prstGeom>
            <a:blipFill>
              <a:blip r:embed="rId5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102"/>
            <p:cNvSpPr/>
            <p:nvPr/>
          </p:nvSpPr>
          <p:spPr>
            <a:xfrm>
              <a:off x="6666629" y="4941827"/>
              <a:ext cx="3962400" cy="989330"/>
            </a:xfrm>
            <a:custGeom>
              <a:avLst/>
              <a:gdLst/>
              <a:ahLst/>
              <a:cxnLst/>
              <a:rect l="l" t="t" r="r" b="b"/>
              <a:pathLst>
                <a:path w="3962400" h="989329">
                  <a:moveTo>
                    <a:pt x="0" y="896155"/>
                  </a:moveTo>
                  <a:lnTo>
                    <a:pt x="6443" y="932334"/>
                  </a:lnTo>
                  <a:lnTo>
                    <a:pt x="24011" y="961887"/>
                  </a:lnTo>
                  <a:lnTo>
                    <a:pt x="50060" y="981818"/>
                  </a:lnTo>
                  <a:lnTo>
                    <a:pt x="81946" y="989128"/>
                  </a:lnTo>
                  <a:lnTo>
                    <a:pt x="3879966" y="989128"/>
                  </a:lnTo>
                  <a:lnTo>
                    <a:pt x="3911881" y="981818"/>
                  </a:lnTo>
                  <a:lnTo>
                    <a:pt x="3937926" y="961887"/>
                  </a:lnTo>
                  <a:lnTo>
                    <a:pt x="3955479" y="932334"/>
                  </a:lnTo>
                  <a:lnTo>
                    <a:pt x="3956401" y="927146"/>
                  </a:lnTo>
                  <a:lnTo>
                    <a:pt x="27315" y="927146"/>
                  </a:lnTo>
                  <a:lnTo>
                    <a:pt x="0" y="896155"/>
                  </a:lnTo>
                  <a:close/>
                </a:path>
                <a:path w="3962400" h="989329">
                  <a:moveTo>
                    <a:pt x="3879966" y="0"/>
                  </a:moveTo>
                  <a:lnTo>
                    <a:pt x="3907281" y="30990"/>
                  </a:lnTo>
                  <a:lnTo>
                    <a:pt x="3907282" y="834176"/>
                  </a:lnTo>
                  <a:lnTo>
                    <a:pt x="3900848" y="870352"/>
                  </a:lnTo>
                  <a:lnTo>
                    <a:pt x="3883295" y="899905"/>
                  </a:lnTo>
                  <a:lnTo>
                    <a:pt x="3857250" y="919836"/>
                  </a:lnTo>
                  <a:lnTo>
                    <a:pt x="3825335" y="927146"/>
                  </a:lnTo>
                  <a:lnTo>
                    <a:pt x="3956401" y="927146"/>
                  </a:lnTo>
                  <a:lnTo>
                    <a:pt x="3961913" y="896158"/>
                  </a:lnTo>
                  <a:lnTo>
                    <a:pt x="3961912" y="92972"/>
                  </a:lnTo>
                  <a:lnTo>
                    <a:pt x="3955478" y="56796"/>
                  </a:lnTo>
                  <a:lnTo>
                    <a:pt x="3937926" y="27242"/>
                  </a:lnTo>
                  <a:lnTo>
                    <a:pt x="3911880" y="7310"/>
                  </a:lnTo>
                  <a:lnTo>
                    <a:pt x="3879966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103"/>
            <p:cNvSpPr/>
            <p:nvPr/>
          </p:nvSpPr>
          <p:spPr>
            <a:xfrm>
              <a:off x="6612000" y="4879845"/>
              <a:ext cx="3962400" cy="989330"/>
            </a:xfrm>
            <a:custGeom>
              <a:avLst/>
              <a:gdLst/>
              <a:ahLst/>
              <a:cxnLst/>
              <a:rect l="l" t="t" r="r" b="b"/>
              <a:pathLst>
                <a:path w="3962400" h="989329">
                  <a:moveTo>
                    <a:pt x="0" y="896158"/>
                  </a:moveTo>
                  <a:lnTo>
                    <a:pt x="0" y="431816"/>
                  </a:lnTo>
                  <a:lnTo>
                    <a:pt x="0" y="193371"/>
                  </a:lnTo>
                  <a:lnTo>
                    <a:pt x="0" y="105522"/>
                  </a:lnTo>
                  <a:lnTo>
                    <a:pt x="6443" y="56797"/>
                  </a:lnTo>
                  <a:lnTo>
                    <a:pt x="50058" y="7310"/>
                  </a:lnTo>
                  <a:lnTo>
                    <a:pt x="81944" y="0"/>
                  </a:lnTo>
                  <a:lnTo>
                    <a:pt x="2277674" y="0"/>
                  </a:lnTo>
                  <a:lnTo>
                    <a:pt x="3405211" y="0"/>
                  </a:lnTo>
                  <a:lnTo>
                    <a:pt x="3820620" y="0"/>
                  </a:lnTo>
                  <a:lnTo>
                    <a:pt x="3879964" y="0"/>
                  </a:lnTo>
                  <a:lnTo>
                    <a:pt x="3911878" y="7310"/>
                  </a:lnTo>
                  <a:lnTo>
                    <a:pt x="3955476" y="56797"/>
                  </a:lnTo>
                  <a:lnTo>
                    <a:pt x="3961911" y="557314"/>
                  </a:lnTo>
                  <a:lnTo>
                    <a:pt x="3961911" y="795760"/>
                  </a:lnTo>
                  <a:lnTo>
                    <a:pt x="3961911" y="883608"/>
                  </a:lnTo>
                  <a:lnTo>
                    <a:pt x="3961911" y="896158"/>
                  </a:lnTo>
                  <a:lnTo>
                    <a:pt x="3955477" y="932335"/>
                  </a:lnTo>
                  <a:lnTo>
                    <a:pt x="3937924" y="961889"/>
                  </a:lnTo>
                  <a:lnTo>
                    <a:pt x="3911879" y="981820"/>
                  </a:lnTo>
                  <a:lnTo>
                    <a:pt x="3879964" y="989131"/>
                  </a:lnTo>
                  <a:lnTo>
                    <a:pt x="1684234" y="989131"/>
                  </a:lnTo>
                  <a:lnTo>
                    <a:pt x="556697" y="989131"/>
                  </a:lnTo>
                  <a:lnTo>
                    <a:pt x="141288" y="989131"/>
                  </a:lnTo>
                  <a:lnTo>
                    <a:pt x="81944" y="989131"/>
                  </a:lnTo>
                  <a:lnTo>
                    <a:pt x="50059" y="981820"/>
                  </a:lnTo>
                  <a:lnTo>
                    <a:pt x="24011" y="961889"/>
                  </a:lnTo>
                  <a:lnTo>
                    <a:pt x="6443" y="932335"/>
                  </a:lnTo>
                  <a:lnTo>
                    <a:pt x="0" y="896158"/>
                  </a:lnTo>
                  <a:lnTo>
                    <a:pt x="0" y="431816"/>
                  </a:lnTo>
                  <a:lnTo>
                    <a:pt x="0" y="193371"/>
                  </a:lnTo>
                  <a:lnTo>
                    <a:pt x="0" y="105522"/>
                  </a:lnTo>
                  <a:lnTo>
                    <a:pt x="0" y="92972"/>
                  </a:lnTo>
                </a:path>
              </a:pathLst>
            </a:custGeom>
            <a:ln w="15387">
              <a:solidFill>
                <a:srgbClr val="FF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4" name="object 104"/>
          <p:cNvSpPr txBox="1"/>
          <p:nvPr/>
        </p:nvSpPr>
        <p:spPr>
          <a:xfrm>
            <a:off x="1054100" y="1358900"/>
            <a:ext cx="5511800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900" indent="-457834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469900" algn="l"/>
                <a:tab pos="470534" algn="l"/>
              </a:tabLst>
            </a:pPr>
            <a:r>
              <a:rPr sz="3200" b="1" spc="-5" dirty="0">
                <a:latin typeface="Carlito"/>
                <a:cs typeface="Carlito"/>
              </a:rPr>
              <a:t>Alkaline </a:t>
            </a:r>
            <a:r>
              <a:rPr sz="3200" b="1" spc="-20" dirty="0">
                <a:latin typeface="Carlito"/>
                <a:cs typeface="Carlito"/>
              </a:rPr>
              <a:t>hydrolysis </a:t>
            </a:r>
            <a:r>
              <a:rPr sz="3200" b="1" dirty="0">
                <a:latin typeface="Carlito"/>
                <a:cs typeface="Carlito"/>
              </a:rPr>
              <a:t>of an</a:t>
            </a:r>
            <a:r>
              <a:rPr sz="3200" b="1" spc="-60" dirty="0">
                <a:latin typeface="Carlito"/>
                <a:cs typeface="Carlito"/>
              </a:rPr>
              <a:t> </a:t>
            </a:r>
            <a:r>
              <a:rPr sz="3200" b="1" spc="-20" dirty="0">
                <a:latin typeface="Carlito"/>
                <a:cs typeface="Carlito"/>
              </a:rPr>
              <a:t>ester</a:t>
            </a:r>
            <a:endParaRPr sz="3200">
              <a:latin typeface="Carlito"/>
              <a:cs typeface="Carlito"/>
            </a:endParaRPr>
          </a:p>
        </p:txBody>
      </p:sp>
      <p:sp>
        <p:nvSpPr>
          <p:cNvPr id="105" name="object 10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21</a:t>
            </a:fld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211582"/>
            <a:ext cx="880999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315" dirty="0"/>
              <a:t>Reactivity: </a:t>
            </a:r>
            <a:r>
              <a:rPr sz="4400" spc="-295" dirty="0"/>
              <a:t>acyl </a:t>
            </a:r>
            <a:r>
              <a:rPr sz="4400" spc="-254" dirty="0"/>
              <a:t>nucleophilic</a:t>
            </a:r>
            <a:r>
              <a:rPr sz="4400" spc="-635" dirty="0"/>
              <a:t> </a:t>
            </a:r>
            <a:r>
              <a:rPr sz="4400" spc="-220" dirty="0"/>
              <a:t>substitution</a:t>
            </a:r>
            <a:endParaRPr sz="4400"/>
          </a:p>
        </p:txBody>
      </p:sp>
      <p:grpSp>
        <p:nvGrpSpPr>
          <p:cNvPr id="3" name="object 3"/>
          <p:cNvGrpSpPr/>
          <p:nvPr/>
        </p:nvGrpSpPr>
        <p:grpSpPr>
          <a:xfrm>
            <a:off x="513451" y="2411682"/>
            <a:ext cx="6188075" cy="2573655"/>
            <a:chOff x="513451" y="2411682"/>
            <a:chExt cx="6188075" cy="2573655"/>
          </a:xfrm>
        </p:grpSpPr>
        <p:sp>
          <p:nvSpPr>
            <p:cNvPr id="4" name="object 4"/>
            <p:cNvSpPr/>
            <p:nvPr/>
          </p:nvSpPr>
          <p:spPr>
            <a:xfrm>
              <a:off x="1548269" y="3035747"/>
              <a:ext cx="123010" cy="156252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700588" y="3122956"/>
              <a:ext cx="77005" cy="11974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798689" y="3033094"/>
              <a:ext cx="138623" cy="16158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75692" y="3106364"/>
              <a:ext cx="107950" cy="0"/>
            </a:xfrm>
            <a:custGeom>
              <a:avLst/>
              <a:gdLst/>
              <a:ahLst/>
              <a:cxnLst/>
              <a:rect l="l" t="t" r="r" b="b"/>
              <a:pathLst>
                <a:path w="107950">
                  <a:moveTo>
                    <a:pt x="107916" y="0"/>
                  </a:moveTo>
                  <a:lnTo>
                    <a:pt x="0" y="0"/>
                  </a:lnTo>
                </a:path>
              </a:pathLst>
            </a:custGeom>
            <a:ln w="13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293290" y="2687989"/>
              <a:ext cx="1176316" cy="1178525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64578" y="4216070"/>
              <a:ext cx="690245" cy="159385"/>
            </a:xfrm>
            <a:custGeom>
              <a:avLst/>
              <a:gdLst/>
              <a:ahLst/>
              <a:cxnLst/>
              <a:rect l="l" t="t" r="r" b="b"/>
              <a:pathLst>
                <a:path w="690244" h="159385">
                  <a:moveTo>
                    <a:pt x="94615" y="56385"/>
                  </a:moveTo>
                  <a:lnTo>
                    <a:pt x="61469" y="56385"/>
                  </a:lnTo>
                  <a:lnTo>
                    <a:pt x="68779" y="58566"/>
                  </a:lnTo>
                  <a:lnTo>
                    <a:pt x="77330" y="66098"/>
                  </a:lnTo>
                  <a:lnTo>
                    <a:pt x="79158" y="71583"/>
                  </a:lnTo>
                  <a:lnTo>
                    <a:pt x="79045" y="84421"/>
                  </a:lnTo>
                  <a:lnTo>
                    <a:pt x="72762" y="86275"/>
                  </a:lnTo>
                  <a:lnTo>
                    <a:pt x="64946" y="87995"/>
                  </a:lnTo>
                  <a:lnTo>
                    <a:pt x="55594" y="89580"/>
                  </a:lnTo>
                  <a:lnTo>
                    <a:pt x="44705" y="91030"/>
                  </a:lnTo>
                  <a:lnTo>
                    <a:pt x="37079" y="91952"/>
                  </a:lnTo>
                  <a:lnTo>
                    <a:pt x="31370" y="92919"/>
                  </a:lnTo>
                  <a:lnTo>
                    <a:pt x="0" y="120865"/>
                  </a:lnTo>
                  <a:lnTo>
                    <a:pt x="0" y="135860"/>
                  </a:lnTo>
                  <a:lnTo>
                    <a:pt x="38816" y="158815"/>
                  </a:lnTo>
                  <a:lnTo>
                    <a:pt x="46374" y="158815"/>
                  </a:lnTo>
                  <a:lnTo>
                    <a:pt x="53459" y="157578"/>
                  </a:lnTo>
                  <a:lnTo>
                    <a:pt x="66658" y="152587"/>
                  </a:lnTo>
                  <a:lnTo>
                    <a:pt x="73517" y="148338"/>
                  </a:lnTo>
                  <a:lnTo>
                    <a:pt x="78897" y="143774"/>
                  </a:lnTo>
                  <a:lnTo>
                    <a:pt x="35928" y="143774"/>
                  </a:lnTo>
                  <a:lnTo>
                    <a:pt x="30242" y="142088"/>
                  </a:lnTo>
                  <a:lnTo>
                    <a:pt x="22478" y="135253"/>
                  </a:lnTo>
                  <a:lnTo>
                    <a:pt x="20659" y="131274"/>
                  </a:lnTo>
                  <a:lnTo>
                    <a:pt x="20536" y="122551"/>
                  </a:lnTo>
                  <a:lnTo>
                    <a:pt x="21427" y="119493"/>
                  </a:lnTo>
                  <a:lnTo>
                    <a:pt x="47593" y="106701"/>
                  </a:lnTo>
                  <a:lnTo>
                    <a:pt x="57425" y="105123"/>
                  </a:lnTo>
                  <a:lnTo>
                    <a:pt x="65942" y="103390"/>
                  </a:lnTo>
                  <a:lnTo>
                    <a:pt x="73147" y="101497"/>
                  </a:lnTo>
                  <a:lnTo>
                    <a:pt x="79045" y="99439"/>
                  </a:lnTo>
                  <a:lnTo>
                    <a:pt x="98516" y="99439"/>
                  </a:lnTo>
                  <a:lnTo>
                    <a:pt x="98516" y="74731"/>
                  </a:lnTo>
                  <a:lnTo>
                    <a:pt x="98178" y="68818"/>
                  </a:lnTo>
                  <a:lnTo>
                    <a:pt x="97546" y="65558"/>
                  </a:lnTo>
                  <a:lnTo>
                    <a:pt x="96395" y="60297"/>
                  </a:lnTo>
                  <a:lnTo>
                    <a:pt x="94615" y="56385"/>
                  </a:lnTo>
                  <a:close/>
                </a:path>
                <a:path w="690244" h="159385">
                  <a:moveTo>
                    <a:pt x="99692" y="142290"/>
                  </a:moveTo>
                  <a:lnTo>
                    <a:pt x="80647" y="142290"/>
                  </a:lnTo>
                  <a:lnTo>
                    <a:pt x="81211" y="147619"/>
                  </a:lnTo>
                  <a:lnTo>
                    <a:pt x="82497" y="152272"/>
                  </a:lnTo>
                  <a:lnTo>
                    <a:pt x="84505" y="156252"/>
                  </a:lnTo>
                  <a:lnTo>
                    <a:pt x="104608" y="156252"/>
                  </a:lnTo>
                  <a:lnTo>
                    <a:pt x="102171" y="151913"/>
                  </a:lnTo>
                  <a:lnTo>
                    <a:pt x="100569" y="147394"/>
                  </a:lnTo>
                  <a:lnTo>
                    <a:pt x="99735" y="142672"/>
                  </a:lnTo>
                  <a:lnTo>
                    <a:pt x="99692" y="142290"/>
                  </a:lnTo>
                  <a:close/>
                </a:path>
                <a:path w="690244" h="159385">
                  <a:moveTo>
                    <a:pt x="98516" y="99439"/>
                  </a:moveTo>
                  <a:lnTo>
                    <a:pt x="79045" y="99439"/>
                  </a:lnTo>
                  <a:lnTo>
                    <a:pt x="79045" y="114929"/>
                  </a:lnTo>
                  <a:lnTo>
                    <a:pt x="78007" y="121337"/>
                  </a:lnTo>
                  <a:lnTo>
                    <a:pt x="73224" y="131274"/>
                  </a:lnTo>
                  <a:lnTo>
                    <a:pt x="68982" y="135703"/>
                  </a:lnTo>
                  <a:lnTo>
                    <a:pt x="57430" y="142178"/>
                  </a:lnTo>
                  <a:lnTo>
                    <a:pt x="50842" y="143774"/>
                  </a:lnTo>
                  <a:lnTo>
                    <a:pt x="78897" y="143774"/>
                  </a:lnTo>
                  <a:lnTo>
                    <a:pt x="80647" y="142290"/>
                  </a:lnTo>
                  <a:lnTo>
                    <a:pt x="99692" y="142290"/>
                  </a:lnTo>
                  <a:lnTo>
                    <a:pt x="99202" y="137901"/>
                  </a:lnTo>
                  <a:lnTo>
                    <a:pt x="98821" y="130670"/>
                  </a:lnTo>
                  <a:lnTo>
                    <a:pt x="98629" y="122551"/>
                  </a:lnTo>
                  <a:lnTo>
                    <a:pt x="98516" y="99439"/>
                  </a:lnTo>
                  <a:close/>
                </a:path>
                <a:path w="690244" h="159385">
                  <a:moveTo>
                    <a:pt x="64244" y="40513"/>
                  </a:moveTo>
                  <a:lnTo>
                    <a:pt x="21355" y="47167"/>
                  </a:lnTo>
                  <a:lnTo>
                    <a:pt x="3316" y="75360"/>
                  </a:lnTo>
                  <a:lnTo>
                    <a:pt x="22140" y="77923"/>
                  </a:lnTo>
                  <a:lnTo>
                    <a:pt x="24207" y="69897"/>
                  </a:lnTo>
                  <a:lnTo>
                    <a:pt x="27399" y="64299"/>
                  </a:lnTo>
                  <a:lnTo>
                    <a:pt x="36018" y="57959"/>
                  </a:lnTo>
                  <a:lnTo>
                    <a:pt x="42719" y="56385"/>
                  </a:lnTo>
                  <a:lnTo>
                    <a:pt x="94615" y="56385"/>
                  </a:lnTo>
                  <a:lnTo>
                    <a:pt x="94410" y="55936"/>
                  </a:lnTo>
                  <a:lnTo>
                    <a:pt x="88702" y="49056"/>
                  </a:lnTo>
                  <a:lnTo>
                    <a:pt x="84257" y="46201"/>
                  </a:lnTo>
                  <a:lnTo>
                    <a:pt x="72118" y="41637"/>
                  </a:lnTo>
                  <a:lnTo>
                    <a:pt x="64244" y="40513"/>
                  </a:lnTo>
                  <a:close/>
                </a:path>
                <a:path w="690244" h="159385">
                  <a:moveTo>
                    <a:pt x="150816" y="0"/>
                  </a:moveTo>
                  <a:lnTo>
                    <a:pt x="131570" y="0"/>
                  </a:lnTo>
                  <a:lnTo>
                    <a:pt x="131570" y="156252"/>
                  </a:lnTo>
                  <a:lnTo>
                    <a:pt x="150816" y="156252"/>
                  </a:lnTo>
                  <a:lnTo>
                    <a:pt x="150816" y="0"/>
                  </a:lnTo>
                  <a:close/>
                </a:path>
                <a:path w="690244" h="159385">
                  <a:moveTo>
                    <a:pt x="228047" y="40513"/>
                  </a:moveTo>
                  <a:lnTo>
                    <a:pt x="190052" y="55972"/>
                  </a:lnTo>
                  <a:lnTo>
                    <a:pt x="176266" y="100091"/>
                  </a:lnTo>
                  <a:lnTo>
                    <a:pt x="177151" y="113436"/>
                  </a:lnTo>
                  <a:lnTo>
                    <a:pt x="198097" y="150269"/>
                  </a:lnTo>
                  <a:lnTo>
                    <a:pt x="227934" y="158815"/>
                  </a:lnTo>
                  <a:lnTo>
                    <a:pt x="236874" y="158124"/>
                  </a:lnTo>
                  <a:lnTo>
                    <a:pt x="245082" y="156052"/>
                  </a:lnTo>
                  <a:lnTo>
                    <a:pt x="252562" y="152602"/>
                  </a:lnTo>
                  <a:lnTo>
                    <a:pt x="259319" y="147776"/>
                  </a:lnTo>
                  <a:lnTo>
                    <a:pt x="263861" y="143032"/>
                  </a:lnTo>
                  <a:lnTo>
                    <a:pt x="218300" y="143032"/>
                  </a:lnTo>
                  <a:lnTo>
                    <a:pt x="210674" y="139592"/>
                  </a:lnTo>
                  <a:lnTo>
                    <a:pt x="196054" y="99551"/>
                  </a:lnTo>
                  <a:lnTo>
                    <a:pt x="196621" y="89063"/>
                  </a:lnTo>
                  <a:lnTo>
                    <a:pt x="221858" y="56922"/>
                  </a:lnTo>
                  <a:lnTo>
                    <a:pt x="228792" y="56273"/>
                  </a:lnTo>
                  <a:lnTo>
                    <a:pt x="264564" y="56273"/>
                  </a:lnTo>
                  <a:lnTo>
                    <a:pt x="263663" y="54990"/>
                  </a:lnTo>
                  <a:lnTo>
                    <a:pt x="258304" y="49843"/>
                  </a:lnTo>
                  <a:lnTo>
                    <a:pt x="251996" y="45758"/>
                  </a:lnTo>
                  <a:lnTo>
                    <a:pt x="244851" y="42842"/>
                  </a:lnTo>
                  <a:lnTo>
                    <a:pt x="236868" y="41095"/>
                  </a:lnTo>
                  <a:lnTo>
                    <a:pt x="228047" y="40513"/>
                  </a:lnTo>
                  <a:close/>
                </a:path>
                <a:path w="690244" h="159385">
                  <a:moveTo>
                    <a:pt x="256273" y="114794"/>
                  </a:moveTo>
                  <a:lnTo>
                    <a:pt x="254919" y="124394"/>
                  </a:lnTo>
                  <a:lnTo>
                    <a:pt x="251715" y="131499"/>
                  </a:lnTo>
                  <a:lnTo>
                    <a:pt x="241585" y="140739"/>
                  </a:lnTo>
                  <a:lnTo>
                    <a:pt x="235267" y="143032"/>
                  </a:lnTo>
                  <a:lnTo>
                    <a:pt x="263861" y="143032"/>
                  </a:lnTo>
                  <a:lnTo>
                    <a:pt x="265107" y="141731"/>
                  </a:lnTo>
                  <a:lnTo>
                    <a:pt x="269681" y="134627"/>
                  </a:lnTo>
                  <a:lnTo>
                    <a:pt x="273045" y="126464"/>
                  </a:lnTo>
                  <a:lnTo>
                    <a:pt x="275203" y="117245"/>
                  </a:lnTo>
                  <a:lnTo>
                    <a:pt x="256273" y="114794"/>
                  </a:lnTo>
                  <a:close/>
                </a:path>
                <a:path w="690244" h="159385">
                  <a:moveTo>
                    <a:pt x="264564" y="56273"/>
                  </a:moveTo>
                  <a:lnTo>
                    <a:pt x="235200" y="56273"/>
                  </a:lnTo>
                  <a:lnTo>
                    <a:pt x="240682" y="58206"/>
                  </a:lnTo>
                  <a:lnTo>
                    <a:pt x="249730" y="65873"/>
                  </a:lnTo>
                  <a:lnTo>
                    <a:pt x="252889" y="71583"/>
                  </a:lnTo>
                  <a:lnTo>
                    <a:pt x="254671" y="79205"/>
                  </a:lnTo>
                  <a:lnTo>
                    <a:pt x="273398" y="76327"/>
                  </a:lnTo>
                  <a:lnTo>
                    <a:pt x="271211" y="68234"/>
                  </a:lnTo>
                  <a:lnTo>
                    <a:pt x="267966" y="61121"/>
                  </a:lnTo>
                  <a:lnTo>
                    <a:pt x="264564" y="56273"/>
                  </a:lnTo>
                  <a:close/>
                </a:path>
                <a:path w="690244" h="159385">
                  <a:moveTo>
                    <a:pt x="341085" y="40513"/>
                  </a:moveTo>
                  <a:lnTo>
                    <a:pt x="297699" y="61671"/>
                  </a:lnTo>
                  <a:lnTo>
                    <a:pt x="287838" y="99664"/>
                  </a:lnTo>
                  <a:lnTo>
                    <a:pt x="288756" y="113157"/>
                  </a:lnTo>
                  <a:lnTo>
                    <a:pt x="310458" y="150241"/>
                  </a:lnTo>
                  <a:lnTo>
                    <a:pt x="341085" y="158815"/>
                  </a:lnTo>
                  <a:lnTo>
                    <a:pt x="348383" y="158381"/>
                  </a:lnTo>
                  <a:lnTo>
                    <a:pt x="380042" y="143032"/>
                  </a:lnTo>
                  <a:lnTo>
                    <a:pt x="341085" y="143032"/>
                  </a:lnTo>
                  <a:lnTo>
                    <a:pt x="334169" y="142353"/>
                  </a:lnTo>
                  <a:lnTo>
                    <a:pt x="308218" y="109853"/>
                  </a:lnTo>
                  <a:lnTo>
                    <a:pt x="307625" y="99664"/>
                  </a:lnTo>
                  <a:lnTo>
                    <a:pt x="308218" y="89475"/>
                  </a:lnTo>
                  <a:lnTo>
                    <a:pt x="334181" y="57059"/>
                  </a:lnTo>
                  <a:lnTo>
                    <a:pt x="341085" y="56385"/>
                  </a:lnTo>
                  <a:lnTo>
                    <a:pt x="379828" y="56385"/>
                  </a:lnTo>
                  <a:lnTo>
                    <a:pt x="379374" y="55801"/>
                  </a:lnTo>
                  <a:lnTo>
                    <a:pt x="371408" y="49115"/>
                  </a:lnTo>
                  <a:lnTo>
                    <a:pt x="362370" y="44337"/>
                  </a:lnTo>
                  <a:lnTo>
                    <a:pt x="352262" y="41469"/>
                  </a:lnTo>
                  <a:lnTo>
                    <a:pt x="341085" y="40513"/>
                  </a:lnTo>
                  <a:close/>
                </a:path>
                <a:path w="690244" h="159385">
                  <a:moveTo>
                    <a:pt x="379828" y="56385"/>
                  </a:moveTo>
                  <a:lnTo>
                    <a:pt x="341085" y="56385"/>
                  </a:lnTo>
                  <a:lnTo>
                    <a:pt x="347914" y="57063"/>
                  </a:lnTo>
                  <a:lnTo>
                    <a:pt x="354154" y="59094"/>
                  </a:lnTo>
                  <a:lnTo>
                    <a:pt x="374398" y="98067"/>
                  </a:lnTo>
                  <a:lnTo>
                    <a:pt x="374418" y="99664"/>
                  </a:lnTo>
                  <a:lnTo>
                    <a:pt x="373862" y="109441"/>
                  </a:lnTo>
                  <a:lnTo>
                    <a:pt x="347917" y="142357"/>
                  </a:lnTo>
                  <a:lnTo>
                    <a:pt x="341085" y="143032"/>
                  </a:lnTo>
                  <a:lnTo>
                    <a:pt x="380042" y="143032"/>
                  </a:lnTo>
                  <a:lnTo>
                    <a:pt x="394242" y="98067"/>
                  </a:lnTo>
                  <a:lnTo>
                    <a:pt x="393315" y="85311"/>
                  </a:lnTo>
                  <a:lnTo>
                    <a:pt x="390531" y="74017"/>
                  </a:lnTo>
                  <a:lnTo>
                    <a:pt x="385885" y="64182"/>
                  </a:lnTo>
                  <a:lnTo>
                    <a:pt x="379828" y="56385"/>
                  </a:lnTo>
                  <a:close/>
                </a:path>
                <a:path w="690244" h="159385">
                  <a:moveTo>
                    <a:pt x="439706" y="0"/>
                  </a:moveTo>
                  <a:lnTo>
                    <a:pt x="420460" y="0"/>
                  </a:lnTo>
                  <a:lnTo>
                    <a:pt x="420460" y="156252"/>
                  </a:lnTo>
                  <a:lnTo>
                    <a:pt x="439706" y="156252"/>
                  </a:lnTo>
                  <a:lnTo>
                    <a:pt x="439706" y="85455"/>
                  </a:lnTo>
                  <a:lnTo>
                    <a:pt x="440789" y="78485"/>
                  </a:lnTo>
                  <a:lnTo>
                    <a:pt x="445053" y="68391"/>
                  </a:lnTo>
                  <a:lnTo>
                    <a:pt x="448640" y="64389"/>
                  </a:lnTo>
                  <a:lnTo>
                    <a:pt x="458703" y="58499"/>
                  </a:lnTo>
                  <a:lnTo>
                    <a:pt x="464051" y="57037"/>
                  </a:lnTo>
                  <a:lnTo>
                    <a:pt x="507998" y="57037"/>
                  </a:lnTo>
                  <a:lnTo>
                    <a:pt x="507552" y="56070"/>
                  </a:lnTo>
                  <a:lnTo>
                    <a:pt x="439706" y="56070"/>
                  </a:lnTo>
                  <a:lnTo>
                    <a:pt x="439706" y="0"/>
                  </a:lnTo>
                  <a:close/>
                </a:path>
                <a:path w="690244" h="159385">
                  <a:moveTo>
                    <a:pt x="507998" y="57037"/>
                  </a:moveTo>
                  <a:lnTo>
                    <a:pt x="477385" y="57037"/>
                  </a:lnTo>
                  <a:lnTo>
                    <a:pt x="483296" y="59218"/>
                  </a:lnTo>
                  <a:lnTo>
                    <a:pt x="491644" y="67964"/>
                  </a:lnTo>
                  <a:lnTo>
                    <a:pt x="493720" y="74933"/>
                  </a:lnTo>
                  <a:lnTo>
                    <a:pt x="493720" y="156252"/>
                  </a:lnTo>
                  <a:lnTo>
                    <a:pt x="512966" y="156252"/>
                  </a:lnTo>
                  <a:lnTo>
                    <a:pt x="512966" y="84533"/>
                  </a:lnTo>
                  <a:lnTo>
                    <a:pt x="508972" y="59151"/>
                  </a:lnTo>
                  <a:lnTo>
                    <a:pt x="507998" y="57037"/>
                  </a:lnTo>
                  <a:close/>
                </a:path>
                <a:path w="690244" h="159385">
                  <a:moveTo>
                    <a:pt x="482146" y="40513"/>
                  </a:moveTo>
                  <a:lnTo>
                    <a:pt x="439706" y="56070"/>
                  </a:lnTo>
                  <a:lnTo>
                    <a:pt x="507552" y="56070"/>
                  </a:lnTo>
                  <a:lnTo>
                    <a:pt x="506287" y="53328"/>
                  </a:lnTo>
                  <a:lnTo>
                    <a:pt x="501843" y="48764"/>
                  </a:lnTo>
                  <a:lnTo>
                    <a:pt x="489456" y="42154"/>
                  </a:lnTo>
                  <a:lnTo>
                    <a:pt x="482146" y="40513"/>
                  </a:lnTo>
                  <a:close/>
                </a:path>
                <a:path w="690244" h="159385">
                  <a:moveTo>
                    <a:pt x="592025" y="40513"/>
                  </a:moveTo>
                  <a:lnTo>
                    <a:pt x="548616" y="61671"/>
                  </a:lnTo>
                  <a:lnTo>
                    <a:pt x="538755" y="99664"/>
                  </a:lnTo>
                  <a:lnTo>
                    <a:pt x="539673" y="113157"/>
                  </a:lnTo>
                  <a:lnTo>
                    <a:pt x="561385" y="150241"/>
                  </a:lnTo>
                  <a:lnTo>
                    <a:pt x="592025" y="158815"/>
                  </a:lnTo>
                  <a:lnTo>
                    <a:pt x="599310" y="158381"/>
                  </a:lnTo>
                  <a:lnTo>
                    <a:pt x="630970" y="143032"/>
                  </a:lnTo>
                  <a:lnTo>
                    <a:pt x="592025" y="143032"/>
                  </a:lnTo>
                  <a:lnTo>
                    <a:pt x="585096" y="142353"/>
                  </a:lnTo>
                  <a:lnTo>
                    <a:pt x="559138" y="109853"/>
                  </a:lnTo>
                  <a:lnTo>
                    <a:pt x="558542" y="99664"/>
                  </a:lnTo>
                  <a:lnTo>
                    <a:pt x="559138" y="89475"/>
                  </a:lnTo>
                  <a:lnTo>
                    <a:pt x="585108" y="57059"/>
                  </a:lnTo>
                  <a:lnTo>
                    <a:pt x="592025" y="56385"/>
                  </a:lnTo>
                  <a:lnTo>
                    <a:pt x="630767" y="56385"/>
                  </a:lnTo>
                  <a:lnTo>
                    <a:pt x="630313" y="55801"/>
                  </a:lnTo>
                  <a:lnTo>
                    <a:pt x="622348" y="49115"/>
                  </a:lnTo>
                  <a:lnTo>
                    <a:pt x="613310" y="44337"/>
                  </a:lnTo>
                  <a:lnTo>
                    <a:pt x="603201" y="41469"/>
                  </a:lnTo>
                  <a:lnTo>
                    <a:pt x="592025" y="40513"/>
                  </a:lnTo>
                  <a:close/>
                </a:path>
                <a:path w="690244" h="159385">
                  <a:moveTo>
                    <a:pt x="630767" y="56385"/>
                  </a:moveTo>
                  <a:lnTo>
                    <a:pt x="592025" y="56385"/>
                  </a:lnTo>
                  <a:lnTo>
                    <a:pt x="598844" y="57063"/>
                  </a:lnTo>
                  <a:lnTo>
                    <a:pt x="605086" y="59094"/>
                  </a:lnTo>
                  <a:lnTo>
                    <a:pt x="625337" y="98067"/>
                  </a:lnTo>
                  <a:lnTo>
                    <a:pt x="625357" y="99664"/>
                  </a:lnTo>
                  <a:lnTo>
                    <a:pt x="624798" y="109441"/>
                  </a:lnTo>
                  <a:lnTo>
                    <a:pt x="598847" y="142357"/>
                  </a:lnTo>
                  <a:lnTo>
                    <a:pt x="592025" y="143032"/>
                  </a:lnTo>
                  <a:lnTo>
                    <a:pt x="630970" y="143032"/>
                  </a:lnTo>
                  <a:lnTo>
                    <a:pt x="645182" y="98067"/>
                  </a:lnTo>
                  <a:lnTo>
                    <a:pt x="644252" y="85311"/>
                  </a:lnTo>
                  <a:lnTo>
                    <a:pt x="641462" y="74017"/>
                  </a:lnTo>
                  <a:lnTo>
                    <a:pt x="636815" y="64182"/>
                  </a:lnTo>
                  <a:lnTo>
                    <a:pt x="630767" y="56385"/>
                  </a:lnTo>
                  <a:close/>
                </a:path>
                <a:path w="690244" h="159385">
                  <a:moveTo>
                    <a:pt x="690217" y="0"/>
                  </a:moveTo>
                  <a:lnTo>
                    <a:pt x="670948" y="0"/>
                  </a:lnTo>
                  <a:lnTo>
                    <a:pt x="670948" y="156252"/>
                  </a:lnTo>
                  <a:lnTo>
                    <a:pt x="690217" y="156252"/>
                  </a:lnTo>
                  <a:lnTo>
                    <a:pt x="690217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448881" y="4216070"/>
              <a:ext cx="136705" cy="158815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667872" y="4256583"/>
              <a:ext cx="104622" cy="118302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848777" y="4216082"/>
              <a:ext cx="2165985" cy="159385"/>
            </a:xfrm>
            <a:custGeom>
              <a:avLst/>
              <a:gdLst/>
              <a:ahLst/>
              <a:cxnLst/>
              <a:rect l="l" t="t" r="r" b="b"/>
              <a:pathLst>
                <a:path w="2165985" h="159385">
                  <a:moveTo>
                    <a:pt x="155829" y="43065"/>
                  </a:moveTo>
                  <a:lnTo>
                    <a:pt x="137109" y="43065"/>
                  </a:lnTo>
                  <a:lnTo>
                    <a:pt x="117589" y="108724"/>
                  </a:lnTo>
                  <a:lnTo>
                    <a:pt x="111112" y="130352"/>
                  </a:lnTo>
                  <a:lnTo>
                    <a:pt x="105397" y="108496"/>
                  </a:lnTo>
                  <a:lnTo>
                    <a:pt x="95199" y="69176"/>
                  </a:lnTo>
                  <a:lnTo>
                    <a:pt x="88442" y="43065"/>
                  </a:lnTo>
                  <a:lnTo>
                    <a:pt x="68656" y="43065"/>
                  </a:lnTo>
                  <a:lnTo>
                    <a:pt x="50584" y="109347"/>
                  </a:lnTo>
                  <a:lnTo>
                    <a:pt x="44691" y="132689"/>
                  </a:lnTo>
                  <a:lnTo>
                    <a:pt x="19900" y="43065"/>
                  </a:lnTo>
                  <a:lnTo>
                    <a:pt x="0" y="43065"/>
                  </a:lnTo>
                  <a:lnTo>
                    <a:pt x="34759" y="156248"/>
                  </a:lnTo>
                  <a:lnTo>
                    <a:pt x="54864" y="156248"/>
                  </a:lnTo>
                  <a:lnTo>
                    <a:pt x="61087" y="132689"/>
                  </a:lnTo>
                  <a:lnTo>
                    <a:pt x="77863" y="69176"/>
                  </a:lnTo>
                  <a:lnTo>
                    <a:pt x="82232" y="88468"/>
                  </a:lnTo>
                  <a:lnTo>
                    <a:pt x="100330" y="156248"/>
                  </a:lnTo>
                  <a:lnTo>
                    <a:pt x="120319" y="156248"/>
                  </a:lnTo>
                  <a:lnTo>
                    <a:pt x="128447" y="130352"/>
                  </a:lnTo>
                  <a:lnTo>
                    <a:pt x="155829" y="43065"/>
                  </a:lnTo>
                  <a:close/>
                </a:path>
                <a:path w="2165985" h="159385">
                  <a:moveTo>
                    <a:pt x="274980" y="99428"/>
                  </a:moveTo>
                  <a:lnTo>
                    <a:pt x="260781" y="56261"/>
                  </a:lnTo>
                  <a:lnTo>
                    <a:pt x="254660" y="50825"/>
                  </a:lnTo>
                  <a:lnTo>
                    <a:pt x="254660" y="88773"/>
                  </a:lnTo>
                  <a:lnTo>
                    <a:pt x="191236" y="88773"/>
                  </a:lnTo>
                  <a:lnTo>
                    <a:pt x="214693" y="56261"/>
                  </a:lnTo>
                  <a:lnTo>
                    <a:pt x="223545" y="56261"/>
                  </a:lnTo>
                  <a:lnTo>
                    <a:pt x="254660" y="88773"/>
                  </a:lnTo>
                  <a:lnTo>
                    <a:pt x="254660" y="50825"/>
                  </a:lnTo>
                  <a:lnTo>
                    <a:pt x="252806" y="49199"/>
                  </a:lnTo>
                  <a:lnTo>
                    <a:pt x="244017" y="44373"/>
                  </a:lnTo>
                  <a:lnTo>
                    <a:pt x="234188" y="41478"/>
                  </a:lnTo>
                  <a:lnTo>
                    <a:pt x="223316" y="40513"/>
                  </a:lnTo>
                  <a:lnTo>
                    <a:pt x="212102" y="41490"/>
                  </a:lnTo>
                  <a:lnTo>
                    <a:pt x="178574" y="64960"/>
                  </a:lnTo>
                  <a:lnTo>
                    <a:pt x="170268" y="100596"/>
                  </a:lnTo>
                  <a:lnTo>
                    <a:pt x="171183" y="113639"/>
                  </a:lnTo>
                  <a:lnTo>
                    <a:pt x="192811" y="150202"/>
                  </a:lnTo>
                  <a:lnTo>
                    <a:pt x="224396" y="158813"/>
                  </a:lnTo>
                  <a:lnTo>
                    <a:pt x="233845" y="158216"/>
                  </a:lnTo>
                  <a:lnTo>
                    <a:pt x="263474" y="143027"/>
                  </a:lnTo>
                  <a:lnTo>
                    <a:pt x="267627" y="137680"/>
                  </a:lnTo>
                  <a:lnTo>
                    <a:pt x="271475" y="130454"/>
                  </a:lnTo>
                  <a:lnTo>
                    <a:pt x="274332" y="122250"/>
                  </a:lnTo>
                  <a:lnTo>
                    <a:pt x="254457" y="119799"/>
                  </a:lnTo>
                  <a:lnTo>
                    <a:pt x="251523" y="127901"/>
                  </a:lnTo>
                  <a:lnTo>
                    <a:pt x="247573" y="133781"/>
                  </a:lnTo>
                  <a:lnTo>
                    <a:pt x="242582" y="137490"/>
                  </a:lnTo>
                  <a:lnTo>
                    <a:pt x="237578" y="141185"/>
                  </a:lnTo>
                  <a:lnTo>
                    <a:pt x="231559" y="143027"/>
                  </a:lnTo>
                  <a:lnTo>
                    <a:pt x="224485" y="143027"/>
                  </a:lnTo>
                  <a:lnTo>
                    <a:pt x="193344" y="121018"/>
                  </a:lnTo>
                  <a:lnTo>
                    <a:pt x="190169" y="104559"/>
                  </a:lnTo>
                  <a:lnTo>
                    <a:pt x="274878" y="104559"/>
                  </a:lnTo>
                  <a:lnTo>
                    <a:pt x="274980" y="99428"/>
                  </a:lnTo>
                  <a:close/>
                </a:path>
                <a:path w="2165985" h="159385">
                  <a:moveTo>
                    <a:pt x="400227" y="156248"/>
                  </a:moveTo>
                  <a:lnTo>
                    <a:pt x="397814" y="151904"/>
                  </a:lnTo>
                  <a:lnTo>
                    <a:pt x="396189" y="147383"/>
                  </a:lnTo>
                  <a:lnTo>
                    <a:pt x="395351" y="142671"/>
                  </a:lnTo>
                  <a:lnTo>
                    <a:pt x="395312" y="142290"/>
                  </a:lnTo>
                  <a:lnTo>
                    <a:pt x="394817" y="137896"/>
                  </a:lnTo>
                  <a:lnTo>
                    <a:pt x="394449" y="130670"/>
                  </a:lnTo>
                  <a:lnTo>
                    <a:pt x="394208" y="119481"/>
                  </a:lnTo>
                  <a:lnTo>
                    <a:pt x="394144" y="99428"/>
                  </a:lnTo>
                  <a:lnTo>
                    <a:pt x="394144" y="74726"/>
                  </a:lnTo>
                  <a:lnTo>
                    <a:pt x="393827" y="68808"/>
                  </a:lnTo>
                  <a:lnTo>
                    <a:pt x="393166" y="65557"/>
                  </a:lnTo>
                  <a:lnTo>
                    <a:pt x="392036" y="60286"/>
                  </a:lnTo>
                  <a:lnTo>
                    <a:pt x="390232" y="56375"/>
                  </a:lnTo>
                  <a:lnTo>
                    <a:pt x="390029" y="55930"/>
                  </a:lnTo>
                  <a:lnTo>
                    <a:pt x="384327" y="49047"/>
                  </a:lnTo>
                  <a:lnTo>
                    <a:pt x="379882" y="46189"/>
                  </a:lnTo>
                  <a:lnTo>
                    <a:pt x="367766" y="41630"/>
                  </a:lnTo>
                  <a:lnTo>
                    <a:pt x="359867" y="40513"/>
                  </a:lnTo>
                  <a:lnTo>
                    <a:pt x="350189" y="40513"/>
                  </a:lnTo>
                  <a:lnTo>
                    <a:pt x="311315" y="50965"/>
                  </a:lnTo>
                  <a:lnTo>
                    <a:pt x="298945" y="75349"/>
                  </a:lnTo>
                  <a:lnTo>
                    <a:pt x="317766" y="77914"/>
                  </a:lnTo>
                  <a:lnTo>
                    <a:pt x="319836" y="69888"/>
                  </a:lnTo>
                  <a:lnTo>
                    <a:pt x="323024" y="64287"/>
                  </a:lnTo>
                  <a:lnTo>
                    <a:pt x="331660" y="57950"/>
                  </a:lnTo>
                  <a:lnTo>
                    <a:pt x="338340" y="56375"/>
                  </a:lnTo>
                  <a:lnTo>
                    <a:pt x="357085" y="56375"/>
                  </a:lnTo>
                  <a:lnTo>
                    <a:pt x="364401" y="58559"/>
                  </a:lnTo>
                  <a:lnTo>
                    <a:pt x="372948" y="66090"/>
                  </a:lnTo>
                  <a:lnTo>
                    <a:pt x="374777" y="71577"/>
                  </a:lnTo>
                  <a:lnTo>
                    <a:pt x="374662" y="84416"/>
                  </a:lnTo>
                  <a:lnTo>
                    <a:pt x="374662" y="99428"/>
                  </a:lnTo>
                  <a:lnTo>
                    <a:pt x="374662" y="114922"/>
                  </a:lnTo>
                  <a:lnTo>
                    <a:pt x="373634" y="121335"/>
                  </a:lnTo>
                  <a:lnTo>
                    <a:pt x="346468" y="143764"/>
                  </a:lnTo>
                  <a:lnTo>
                    <a:pt x="331571" y="143764"/>
                  </a:lnTo>
                  <a:lnTo>
                    <a:pt x="325882" y="142087"/>
                  </a:lnTo>
                  <a:lnTo>
                    <a:pt x="318096" y="135242"/>
                  </a:lnTo>
                  <a:lnTo>
                    <a:pt x="316280" y="131267"/>
                  </a:lnTo>
                  <a:lnTo>
                    <a:pt x="316166" y="122542"/>
                  </a:lnTo>
                  <a:lnTo>
                    <a:pt x="317068" y="119481"/>
                  </a:lnTo>
                  <a:lnTo>
                    <a:pt x="343217" y="106692"/>
                  </a:lnTo>
                  <a:lnTo>
                    <a:pt x="353047" y="105117"/>
                  </a:lnTo>
                  <a:lnTo>
                    <a:pt x="361569" y="103390"/>
                  </a:lnTo>
                  <a:lnTo>
                    <a:pt x="368769" y="101485"/>
                  </a:lnTo>
                  <a:lnTo>
                    <a:pt x="374662" y="99428"/>
                  </a:lnTo>
                  <a:lnTo>
                    <a:pt x="374662" y="84416"/>
                  </a:lnTo>
                  <a:lnTo>
                    <a:pt x="368388" y="86271"/>
                  </a:lnTo>
                  <a:lnTo>
                    <a:pt x="360578" y="87985"/>
                  </a:lnTo>
                  <a:lnTo>
                    <a:pt x="351218" y="89573"/>
                  </a:lnTo>
                  <a:lnTo>
                    <a:pt x="340321" y="91020"/>
                  </a:lnTo>
                  <a:lnTo>
                    <a:pt x="332701" y="91948"/>
                  </a:lnTo>
                  <a:lnTo>
                    <a:pt x="326986" y="92913"/>
                  </a:lnTo>
                  <a:lnTo>
                    <a:pt x="295630" y="120853"/>
                  </a:lnTo>
                  <a:lnTo>
                    <a:pt x="295630" y="135851"/>
                  </a:lnTo>
                  <a:lnTo>
                    <a:pt x="334454" y="158813"/>
                  </a:lnTo>
                  <a:lnTo>
                    <a:pt x="342023" y="158813"/>
                  </a:lnTo>
                  <a:lnTo>
                    <a:pt x="349084" y="157568"/>
                  </a:lnTo>
                  <a:lnTo>
                    <a:pt x="362280" y="152577"/>
                  </a:lnTo>
                  <a:lnTo>
                    <a:pt x="369138" y="148336"/>
                  </a:lnTo>
                  <a:lnTo>
                    <a:pt x="374523" y="143764"/>
                  </a:lnTo>
                  <a:lnTo>
                    <a:pt x="376262" y="142290"/>
                  </a:lnTo>
                  <a:lnTo>
                    <a:pt x="376859" y="147612"/>
                  </a:lnTo>
                  <a:lnTo>
                    <a:pt x="378117" y="152273"/>
                  </a:lnTo>
                  <a:lnTo>
                    <a:pt x="380123" y="156248"/>
                  </a:lnTo>
                  <a:lnTo>
                    <a:pt x="400227" y="156248"/>
                  </a:lnTo>
                  <a:close/>
                </a:path>
                <a:path w="2165985" h="159385">
                  <a:moveTo>
                    <a:pt x="521843" y="156248"/>
                  </a:moveTo>
                  <a:lnTo>
                    <a:pt x="482981" y="98374"/>
                  </a:lnTo>
                  <a:lnTo>
                    <a:pt x="476770" y="89115"/>
                  </a:lnTo>
                  <a:lnTo>
                    <a:pt x="474027" y="85039"/>
                  </a:lnTo>
                  <a:lnTo>
                    <a:pt x="517461" y="43065"/>
                  </a:lnTo>
                  <a:lnTo>
                    <a:pt x="492531" y="43065"/>
                  </a:lnTo>
                  <a:lnTo>
                    <a:pt x="446976" y="89115"/>
                  </a:lnTo>
                  <a:lnTo>
                    <a:pt x="446976" y="0"/>
                  </a:lnTo>
                  <a:lnTo>
                    <a:pt x="427710" y="0"/>
                  </a:lnTo>
                  <a:lnTo>
                    <a:pt x="427710" y="156248"/>
                  </a:lnTo>
                  <a:lnTo>
                    <a:pt x="446976" y="156248"/>
                  </a:lnTo>
                  <a:lnTo>
                    <a:pt x="446976" y="111366"/>
                  </a:lnTo>
                  <a:lnTo>
                    <a:pt x="460565" y="98374"/>
                  </a:lnTo>
                  <a:lnTo>
                    <a:pt x="498106" y="156248"/>
                  </a:lnTo>
                  <a:lnTo>
                    <a:pt x="521843" y="156248"/>
                  </a:lnTo>
                  <a:close/>
                </a:path>
                <a:path w="2165985" h="159385">
                  <a:moveTo>
                    <a:pt x="1968487" y="89077"/>
                  </a:moveTo>
                  <a:lnTo>
                    <a:pt x="1955101" y="55753"/>
                  </a:lnTo>
                  <a:lnTo>
                    <a:pt x="1951672" y="51460"/>
                  </a:lnTo>
                  <a:lnTo>
                    <a:pt x="1948738" y="49237"/>
                  </a:lnTo>
                  <a:lnTo>
                    <a:pt x="1948738" y="99542"/>
                  </a:lnTo>
                  <a:lnTo>
                    <a:pt x="1948180" y="109702"/>
                  </a:lnTo>
                  <a:lnTo>
                    <a:pt x="1926170" y="143027"/>
                  </a:lnTo>
                  <a:lnTo>
                    <a:pt x="1917827" y="143027"/>
                  </a:lnTo>
                  <a:lnTo>
                    <a:pt x="1889061" y="116344"/>
                  </a:lnTo>
                  <a:lnTo>
                    <a:pt x="1887626" y="99542"/>
                  </a:lnTo>
                  <a:lnTo>
                    <a:pt x="1887639" y="97955"/>
                  </a:lnTo>
                  <a:lnTo>
                    <a:pt x="1902929" y="59905"/>
                  </a:lnTo>
                  <a:lnTo>
                    <a:pt x="1910384" y="56273"/>
                  </a:lnTo>
                  <a:lnTo>
                    <a:pt x="1927072" y="56273"/>
                  </a:lnTo>
                  <a:lnTo>
                    <a:pt x="1948167" y="89077"/>
                  </a:lnTo>
                  <a:lnTo>
                    <a:pt x="1948738" y="99542"/>
                  </a:lnTo>
                  <a:lnTo>
                    <a:pt x="1948738" y="49237"/>
                  </a:lnTo>
                  <a:lnTo>
                    <a:pt x="1946478" y="47523"/>
                  </a:lnTo>
                  <a:lnTo>
                    <a:pt x="1940166" y="44716"/>
                  </a:lnTo>
                  <a:lnTo>
                    <a:pt x="1934070" y="41897"/>
                  </a:lnTo>
                  <a:lnTo>
                    <a:pt x="1927301" y="40513"/>
                  </a:lnTo>
                  <a:lnTo>
                    <a:pt x="1920303" y="40513"/>
                  </a:lnTo>
                  <a:lnTo>
                    <a:pt x="1911261" y="41465"/>
                  </a:lnTo>
                  <a:lnTo>
                    <a:pt x="1903044" y="44323"/>
                  </a:lnTo>
                  <a:lnTo>
                    <a:pt x="1895690" y="49085"/>
                  </a:lnTo>
                  <a:lnTo>
                    <a:pt x="1889175" y="55753"/>
                  </a:lnTo>
                  <a:lnTo>
                    <a:pt x="1889175" y="0"/>
                  </a:lnTo>
                  <a:lnTo>
                    <a:pt x="1869998" y="0"/>
                  </a:lnTo>
                  <a:lnTo>
                    <a:pt x="1869998" y="156248"/>
                  </a:lnTo>
                  <a:lnTo>
                    <a:pt x="1887816" y="156248"/>
                  </a:lnTo>
                  <a:lnTo>
                    <a:pt x="1887816" y="142087"/>
                  </a:lnTo>
                  <a:lnTo>
                    <a:pt x="1894116" y="149402"/>
                  </a:lnTo>
                  <a:lnTo>
                    <a:pt x="1901494" y="154622"/>
                  </a:lnTo>
                  <a:lnTo>
                    <a:pt x="1909927" y="157759"/>
                  </a:lnTo>
                  <a:lnTo>
                    <a:pt x="1919401" y="158813"/>
                  </a:lnTo>
                  <a:lnTo>
                    <a:pt x="1929180" y="157810"/>
                  </a:lnTo>
                  <a:lnTo>
                    <a:pt x="1938223" y="154838"/>
                  </a:lnTo>
                  <a:lnTo>
                    <a:pt x="1946529" y="149872"/>
                  </a:lnTo>
                  <a:lnTo>
                    <a:pt x="1954047" y="143027"/>
                  </a:lnTo>
                  <a:lnTo>
                    <a:pt x="1960410" y="134162"/>
                  </a:lnTo>
                  <a:lnTo>
                    <a:pt x="1964931" y="123748"/>
                  </a:lnTo>
                  <a:lnTo>
                    <a:pt x="1967661" y="111671"/>
                  </a:lnTo>
                  <a:lnTo>
                    <a:pt x="1968487" y="99542"/>
                  </a:lnTo>
                  <a:lnTo>
                    <a:pt x="1968487" y="89077"/>
                  </a:lnTo>
                  <a:close/>
                </a:path>
                <a:path w="2165985" h="159385">
                  <a:moveTo>
                    <a:pt x="2087270" y="43065"/>
                  </a:moveTo>
                  <a:lnTo>
                    <a:pt x="2068093" y="43065"/>
                  </a:lnTo>
                  <a:lnTo>
                    <a:pt x="2068093" y="113372"/>
                  </a:lnTo>
                  <a:lnTo>
                    <a:pt x="2066963" y="120751"/>
                  </a:lnTo>
                  <a:lnTo>
                    <a:pt x="2043722" y="142290"/>
                  </a:lnTo>
                  <a:lnTo>
                    <a:pt x="2031987" y="142290"/>
                  </a:lnTo>
                  <a:lnTo>
                    <a:pt x="2014397" y="115849"/>
                  </a:lnTo>
                  <a:lnTo>
                    <a:pt x="2014397" y="43065"/>
                  </a:lnTo>
                  <a:lnTo>
                    <a:pt x="1995220" y="43065"/>
                  </a:lnTo>
                  <a:lnTo>
                    <a:pt x="1995258" y="122618"/>
                  </a:lnTo>
                  <a:lnTo>
                    <a:pt x="1995436" y="127330"/>
                  </a:lnTo>
                  <a:lnTo>
                    <a:pt x="1996351" y="131127"/>
                  </a:lnTo>
                  <a:lnTo>
                    <a:pt x="1997468" y="136715"/>
                  </a:lnTo>
                  <a:lnTo>
                    <a:pt x="2015299" y="154965"/>
                  </a:lnTo>
                  <a:lnTo>
                    <a:pt x="2020938" y="157530"/>
                  </a:lnTo>
                  <a:lnTo>
                    <a:pt x="2027250" y="158813"/>
                  </a:lnTo>
                  <a:lnTo>
                    <a:pt x="2034019" y="158813"/>
                  </a:lnTo>
                  <a:lnTo>
                    <a:pt x="2044776" y="157607"/>
                  </a:lnTo>
                  <a:lnTo>
                    <a:pt x="2054352" y="154012"/>
                  </a:lnTo>
                  <a:lnTo>
                    <a:pt x="2062797" y="148018"/>
                  </a:lnTo>
                  <a:lnTo>
                    <a:pt x="2067801" y="142290"/>
                  </a:lnTo>
                  <a:lnTo>
                    <a:pt x="2070125" y="139636"/>
                  </a:lnTo>
                  <a:lnTo>
                    <a:pt x="2070125" y="156248"/>
                  </a:lnTo>
                  <a:lnTo>
                    <a:pt x="2087270" y="156248"/>
                  </a:lnTo>
                  <a:lnTo>
                    <a:pt x="2087270" y="139636"/>
                  </a:lnTo>
                  <a:lnTo>
                    <a:pt x="2087270" y="43065"/>
                  </a:lnTo>
                  <a:close/>
                </a:path>
                <a:path w="2165985" h="159385">
                  <a:moveTo>
                    <a:pt x="2165781" y="156044"/>
                  </a:moveTo>
                  <a:lnTo>
                    <a:pt x="2163203" y="139839"/>
                  </a:lnTo>
                  <a:lnTo>
                    <a:pt x="2163076" y="139090"/>
                  </a:lnTo>
                  <a:lnTo>
                    <a:pt x="2159698" y="139585"/>
                  </a:lnTo>
                  <a:lnTo>
                    <a:pt x="2156764" y="139839"/>
                  </a:lnTo>
                  <a:lnTo>
                    <a:pt x="2151799" y="139839"/>
                  </a:lnTo>
                  <a:lnTo>
                    <a:pt x="2149538" y="139357"/>
                  </a:lnTo>
                  <a:lnTo>
                    <a:pt x="2143671" y="129654"/>
                  </a:lnTo>
                  <a:lnTo>
                    <a:pt x="2143671" y="57975"/>
                  </a:lnTo>
                  <a:lnTo>
                    <a:pt x="2163076" y="57975"/>
                  </a:lnTo>
                  <a:lnTo>
                    <a:pt x="2163076" y="43065"/>
                  </a:lnTo>
                  <a:lnTo>
                    <a:pt x="2143671" y="43065"/>
                  </a:lnTo>
                  <a:lnTo>
                    <a:pt x="2143671" y="3517"/>
                  </a:lnTo>
                  <a:lnTo>
                    <a:pt x="2124494" y="15036"/>
                  </a:lnTo>
                  <a:lnTo>
                    <a:pt x="2124494" y="43065"/>
                  </a:lnTo>
                  <a:lnTo>
                    <a:pt x="2110511" y="43065"/>
                  </a:lnTo>
                  <a:lnTo>
                    <a:pt x="2110511" y="57975"/>
                  </a:lnTo>
                  <a:lnTo>
                    <a:pt x="2124494" y="57975"/>
                  </a:lnTo>
                  <a:lnTo>
                    <a:pt x="2124494" y="134620"/>
                  </a:lnTo>
                  <a:lnTo>
                    <a:pt x="2125395" y="142176"/>
                  </a:lnTo>
                  <a:lnTo>
                    <a:pt x="2128558" y="149339"/>
                  </a:lnTo>
                  <a:lnTo>
                    <a:pt x="2131263" y="152247"/>
                  </a:lnTo>
                  <a:lnTo>
                    <a:pt x="2138934" y="156629"/>
                  </a:lnTo>
                  <a:lnTo>
                    <a:pt x="2144357" y="157734"/>
                  </a:lnTo>
                  <a:lnTo>
                    <a:pt x="2155634" y="157734"/>
                  </a:lnTo>
                  <a:lnTo>
                    <a:pt x="2160371" y="157162"/>
                  </a:lnTo>
                  <a:lnTo>
                    <a:pt x="2165781" y="156044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451962" y="4216070"/>
              <a:ext cx="1168441" cy="417362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263589" y="4474617"/>
              <a:ext cx="825921" cy="158815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70877" y="4474629"/>
              <a:ext cx="3748404" cy="159385"/>
            </a:xfrm>
            <a:custGeom>
              <a:avLst/>
              <a:gdLst/>
              <a:ahLst/>
              <a:cxnLst/>
              <a:rect l="l" t="t" r="r" b="b"/>
              <a:pathLst>
                <a:path w="3748404" h="159385">
                  <a:moveTo>
                    <a:pt x="61734" y="46685"/>
                  </a:moveTo>
                  <a:lnTo>
                    <a:pt x="55029" y="42557"/>
                  </a:lnTo>
                  <a:lnTo>
                    <a:pt x="48412" y="40513"/>
                  </a:lnTo>
                  <a:lnTo>
                    <a:pt x="37426" y="40513"/>
                  </a:lnTo>
                  <a:lnTo>
                    <a:pt x="33324" y="41783"/>
                  </a:lnTo>
                  <a:lnTo>
                    <a:pt x="25831" y="46888"/>
                  </a:lnTo>
                  <a:lnTo>
                    <a:pt x="21755" y="52197"/>
                  </a:lnTo>
                  <a:lnTo>
                    <a:pt x="17335" y="60223"/>
                  </a:lnTo>
                  <a:lnTo>
                    <a:pt x="17335" y="43065"/>
                  </a:lnTo>
                  <a:lnTo>
                    <a:pt x="0" y="43065"/>
                  </a:lnTo>
                  <a:lnTo>
                    <a:pt x="0" y="156248"/>
                  </a:lnTo>
                  <a:lnTo>
                    <a:pt x="19253" y="156248"/>
                  </a:lnTo>
                  <a:lnTo>
                    <a:pt x="19253" y="88887"/>
                  </a:lnTo>
                  <a:lnTo>
                    <a:pt x="20332" y="81419"/>
                  </a:lnTo>
                  <a:lnTo>
                    <a:pt x="23888" y="70142"/>
                  </a:lnTo>
                  <a:lnTo>
                    <a:pt x="26289" y="66636"/>
                  </a:lnTo>
                  <a:lnTo>
                    <a:pt x="32981" y="61595"/>
                  </a:lnTo>
                  <a:lnTo>
                    <a:pt x="36753" y="60337"/>
                  </a:lnTo>
                  <a:lnTo>
                    <a:pt x="45681" y="60337"/>
                  </a:lnTo>
                  <a:lnTo>
                    <a:pt x="50380" y="61709"/>
                  </a:lnTo>
                  <a:lnTo>
                    <a:pt x="55092" y="64477"/>
                  </a:lnTo>
                  <a:lnTo>
                    <a:pt x="56642" y="60337"/>
                  </a:lnTo>
                  <a:lnTo>
                    <a:pt x="61734" y="46685"/>
                  </a:lnTo>
                  <a:close/>
                </a:path>
                <a:path w="3748404" h="159385">
                  <a:moveTo>
                    <a:pt x="173596" y="99428"/>
                  </a:moveTo>
                  <a:lnTo>
                    <a:pt x="159385" y="56273"/>
                  </a:lnTo>
                  <a:lnTo>
                    <a:pt x="159156" y="55956"/>
                  </a:lnTo>
                  <a:lnTo>
                    <a:pt x="153289" y="50838"/>
                  </a:lnTo>
                  <a:lnTo>
                    <a:pt x="153289" y="88773"/>
                  </a:lnTo>
                  <a:lnTo>
                    <a:pt x="89839" y="88773"/>
                  </a:lnTo>
                  <a:lnTo>
                    <a:pt x="113309" y="56273"/>
                  </a:lnTo>
                  <a:lnTo>
                    <a:pt x="122148" y="56273"/>
                  </a:lnTo>
                  <a:lnTo>
                    <a:pt x="153289" y="88773"/>
                  </a:lnTo>
                  <a:lnTo>
                    <a:pt x="153289" y="50838"/>
                  </a:lnTo>
                  <a:lnTo>
                    <a:pt x="151422" y="49199"/>
                  </a:lnTo>
                  <a:lnTo>
                    <a:pt x="142646" y="44373"/>
                  </a:lnTo>
                  <a:lnTo>
                    <a:pt x="132816" y="41478"/>
                  </a:lnTo>
                  <a:lnTo>
                    <a:pt x="121945" y="40513"/>
                  </a:lnTo>
                  <a:lnTo>
                    <a:pt x="110718" y="41490"/>
                  </a:lnTo>
                  <a:lnTo>
                    <a:pt x="77177" y="64960"/>
                  </a:lnTo>
                  <a:lnTo>
                    <a:pt x="68961" y="99428"/>
                  </a:lnTo>
                  <a:lnTo>
                    <a:pt x="68999" y="102285"/>
                  </a:lnTo>
                  <a:lnTo>
                    <a:pt x="83477" y="143522"/>
                  </a:lnTo>
                  <a:lnTo>
                    <a:pt x="123012" y="158813"/>
                  </a:lnTo>
                  <a:lnTo>
                    <a:pt x="132461" y="158216"/>
                  </a:lnTo>
                  <a:lnTo>
                    <a:pt x="166243" y="137680"/>
                  </a:lnTo>
                  <a:lnTo>
                    <a:pt x="172961" y="122250"/>
                  </a:lnTo>
                  <a:lnTo>
                    <a:pt x="153060" y="119799"/>
                  </a:lnTo>
                  <a:lnTo>
                    <a:pt x="150126" y="127901"/>
                  </a:lnTo>
                  <a:lnTo>
                    <a:pt x="146177" y="133781"/>
                  </a:lnTo>
                  <a:lnTo>
                    <a:pt x="136207" y="141185"/>
                  </a:lnTo>
                  <a:lnTo>
                    <a:pt x="130187" y="143027"/>
                  </a:lnTo>
                  <a:lnTo>
                    <a:pt x="123126" y="143027"/>
                  </a:lnTo>
                  <a:lnTo>
                    <a:pt x="91960" y="121018"/>
                  </a:lnTo>
                  <a:lnTo>
                    <a:pt x="88785" y="104559"/>
                  </a:lnTo>
                  <a:lnTo>
                    <a:pt x="173507" y="104559"/>
                  </a:lnTo>
                  <a:lnTo>
                    <a:pt x="173596" y="99428"/>
                  </a:lnTo>
                  <a:close/>
                </a:path>
                <a:path w="3748404" h="159385">
                  <a:moveTo>
                    <a:pt x="298856" y="156248"/>
                  </a:moveTo>
                  <a:lnTo>
                    <a:pt x="292747" y="99428"/>
                  </a:lnTo>
                  <a:lnTo>
                    <a:pt x="292747" y="74726"/>
                  </a:lnTo>
                  <a:lnTo>
                    <a:pt x="292430" y="68808"/>
                  </a:lnTo>
                  <a:lnTo>
                    <a:pt x="258495" y="40513"/>
                  </a:lnTo>
                  <a:lnTo>
                    <a:pt x="248793" y="40513"/>
                  </a:lnTo>
                  <a:lnTo>
                    <a:pt x="209918" y="50965"/>
                  </a:lnTo>
                  <a:lnTo>
                    <a:pt x="205994" y="55930"/>
                  </a:lnTo>
                  <a:lnTo>
                    <a:pt x="202095" y="60833"/>
                  </a:lnTo>
                  <a:lnTo>
                    <a:pt x="199275" y="67322"/>
                  </a:lnTo>
                  <a:lnTo>
                    <a:pt x="197561" y="75349"/>
                  </a:lnTo>
                  <a:lnTo>
                    <a:pt x="216395" y="77914"/>
                  </a:lnTo>
                  <a:lnTo>
                    <a:pt x="218452" y="69888"/>
                  </a:lnTo>
                  <a:lnTo>
                    <a:pt x="221653" y="64300"/>
                  </a:lnTo>
                  <a:lnTo>
                    <a:pt x="230276" y="57950"/>
                  </a:lnTo>
                  <a:lnTo>
                    <a:pt x="236943" y="56375"/>
                  </a:lnTo>
                  <a:lnTo>
                    <a:pt x="255701" y="56375"/>
                  </a:lnTo>
                  <a:lnTo>
                    <a:pt x="263004" y="58559"/>
                  </a:lnTo>
                  <a:lnTo>
                    <a:pt x="271589" y="66090"/>
                  </a:lnTo>
                  <a:lnTo>
                    <a:pt x="273392" y="71577"/>
                  </a:lnTo>
                  <a:lnTo>
                    <a:pt x="273278" y="84416"/>
                  </a:lnTo>
                  <a:lnTo>
                    <a:pt x="273278" y="99428"/>
                  </a:lnTo>
                  <a:lnTo>
                    <a:pt x="273278" y="114922"/>
                  </a:lnTo>
                  <a:lnTo>
                    <a:pt x="272262" y="121335"/>
                  </a:lnTo>
                  <a:lnTo>
                    <a:pt x="267474" y="131267"/>
                  </a:lnTo>
                  <a:lnTo>
                    <a:pt x="263232" y="135699"/>
                  </a:lnTo>
                  <a:lnTo>
                    <a:pt x="251688" y="142176"/>
                  </a:lnTo>
                  <a:lnTo>
                    <a:pt x="245097" y="143764"/>
                  </a:lnTo>
                  <a:lnTo>
                    <a:pt x="230187" y="143764"/>
                  </a:lnTo>
                  <a:lnTo>
                    <a:pt x="224497" y="142087"/>
                  </a:lnTo>
                  <a:lnTo>
                    <a:pt x="216738" y="135242"/>
                  </a:lnTo>
                  <a:lnTo>
                    <a:pt x="214896" y="131267"/>
                  </a:lnTo>
                  <a:lnTo>
                    <a:pt x="214769" y="122516"/>
                  </a:lnTo>
                  <a:lnTo>
                    <a:pt x="215671" y="119481"/>
                  </a:lnTo>
                  <a:lnTo>
                    <a:pt x="241846" y="106692"/>
                  </a:lnTo>
                  <a:lnTo>
                    <a:pt x="251663" y="105117"/>
                  </a:lnTo>
                  <a:lnTo>
                    <a:pt x="260184" y="103390"/>
                  </a:lnTo>
                  <a:lnTo>
                    <a:pt x="267385" y="101485"/>
                  </a:lnTo>
                  <a:lnTo>
                    <a:pt x="273278" y="99428"/>
                  </a:lnTo>
                  <a:lnTo>
                    <a:pt x="273278" y="84416"/>
                  </a:lnTo>
                  <a:lnTo>
                    <a:pt x="267004" y="86271"/>
                  </a:lnTo>
                  <a:lnTo>
                    <a:pt x="259194" y="87985"/>
                  </a:lnTo>
                  <a:lnTo>
                    <a:pt x="249847" y="89573"/>
                  </a:lnTo>
                  <a:lnTo>
                    <a:pt x="238963" y="91020"/>
                  </a:lnTo>
                  <a:lnTo>
                    <a:pt x="231330" y="91948"/>
                  </a:lnTo>
                  <a:lnTo>
                    <a:pt x="225628" y="92913"/>
                  </a:lnTo>
                  <a:lnTo>
                    <a:pt x="194233" y="120853"/>
                  </a:lnTo>
                  <a:lnTo>
                    <a:pt x="194233" y="135851"/>
                  </a:lnTo>
                  <a:lnTo>
                    <a:pt x="233070" y="158813"/>
                  </a:lnTo>
                  <a:lnTo>
                    <a:pt x="240626" y="158813"/>
                  </a:lnTo>
                  <a:lnTo>
                    <a:pt x="247713" y="157568"/>
                  </a:lnTo>
                  <a:lnTo>
                    <a:pt x="260883" y="152577"/>
                  </a:lnTo>
                  <a:lnTo>
                    <a:pt x="267766" y="148336"/>
                  </a:lnTo>
                  <a:lnTo>
                    <a:pt x="273151" y="143764"/>
                  </a:lnTo>
                  <a:lnTo>
                    <a:pt x="274904" y="142290"/>
                  </a:lnTo>
                  <a:lnTo>
                    <a:pt x="275463" y="147612"/>
                  </a:lnTo>
                  <a:lnTo>
                    <a:pt x="276745" y="152273"/>
                  </a:lnTo>
                  <a:lnTo>
                    <a:pt x="278739" y="156248"/>
                  </a:lnTo>
                  <a:lnTo>
                    <a:pt x="298856" y="156248"/>
                  </a:lnTo>
                  <a:close/>
                </a:path>
                <a:path w="3748404" h="159385">
                  <a:moveTo>
                    <a:pt x="419277" y="117233"/>
                  </a:moveTo>
                  <a:lnTo>
                    <a:pt x="400342" y="114795"/>
                  </a:lnTo>
                  <a:lnTo>
                    <a:pt x="398995" y="124383"/>
                  </a:lnTo>
                  <a:lnTo>
                    <a:pt x="395795" y="131495"/>
                  </a:lnTo>
                  <a:lnTo>
                    <a:pt x="385660" y="140728"/>
                  </a:lnTo>
                  <a:lnTo>
                    <a:pt x="379361" y="143027"/>
                  </a:lnTo>
                  <a:lnTo>
                    <a:pt x="362369" y="143027"/>
                  </a:lnTo>
                  <a:lnTo>
                    <a:pt x="340677" y="110172"/>
                  </a:lnTo>
                  <a:lnTo>
                    <a:pt x="340131" y="99542"/>
                  </a:lnTo>
                  <a:lnTo>
                    <a:pt x="340702" y="89052"/>
                  </a:lnTo>
                  <a:lnTo>
                    <a:pt x="365937" y="56921"/>
                  </a:lnTo>
                  <a:lnTo>
                    <a:pt x="372872" y="56273"/>
                  </a:lnTo>
                  <a:lnTo>
                    <a:pt x="379272" y="56273"/>
                  </a:lnTo>
                  <a:lnTo>
                    <a:pt x="398741" y="79197"/>
                  </a:lnTo>
                  <a:lnTo>
                    <a:pt x="417474" y="76327"/>
                  </a:lnTo>
                  <a:lnTo>
                    <a:pt x="415290" y="68224"/>
                  </a:lnTo>
                  <a:lnTo>
                    <a:pt x="412038" y="61112"/>
                  </a:lnTo>
                  <a:lnTo>
                    <a:pt x="408635" y="56273"/>
                  </a:lnTo>
                  <a:lnTo>
                    <a:pt x="407733" y="54978"/>
                  </a:lnTo>
                  <a:lnTo>
                    <a:pt x="372122" y="40513"/>
                  </a:lnTo>
                  <a:lnTo>
                    <a:pt x="364934" y="40932"/>
                  </a:lnTo>
                  <a:lnTo>
                    <a:pt x="329895" y="61556"/>
                  </a:lnTo>
                  <a:lnTo>
                    <a:pt x="320344" y="100088"/>
                  </a:lnTo>
                  <a:lnTo>
                    <a:pt x="321233" y="113436"/>
                  </a:lnTo>
                  <a:lnTo>
                    <a:pt x="342176" y="150266"/>
                  </a:lnTo>
                  <a:lnTo>
                    <a:pt x="372008" y="158813"/>
                  </a:lnTo>
                  <a:lnTo>
                    <a:pt x="380949" y="158115"/>
                  </a:lnTo>
                  <a:lnTo>
                    <a:pt x="389166" y="156044"/>
                  </a:lnTo>
                  <a:lnTo>
                    <a:pt x="396646" y="152603"/>
                  </a:lnTo>
                  <a:lnTo>
                    <a:pt x="403390" y="147764"/>
                  </a:lnTo>
                  <a:lnTo>
                    <a:pt x="407936" y="143027"/>
                  </a:lnTo>
                  <a:lnTo>
                    <a:pt x="409181" y="141732"/>
                  </a:lnTo>
                  <a:lnTo>
                    <a:pt x="413766" y="134620"/>
                  </a:lnTo>
                  <a:lnTo>
                    <a:pt x="417131" y="126453"/>
                  </a:lnTo>
                  <a:lnTo>
                    <a:pt x="419277" y="117233"/>
                  </a:lnTo>
                  <a:close/>
                </a:path>
                <a:path w="3748404" h="159385">
                  <a:moveTo>
                    <a:pt x="483895" y="156044"/>
                  </a:moveTo>
                  <a:lnTo>
                    <a:pt x="481215" y="139839"/>
                  </a:lnTo>
                  <a:lnTo>
                    <a:pt x="481101" y="139090"/>
                  </a:lnTo>
                  <a:lnTo>
                    <a:pt x="477621" y="139585"/>
                  </a:lnTo>
                  <a:lnTo>
                    <a:pt x="474802" y="139839"/>
                  </a:lnTo>
                  <a:lnTo>
                    <a:pt x="469811" y="139839"/>
                  </a:lnTo>
                  <a:lnTo>
                    <a:pt x="461733" y="129654"/>
                  </a:lnTo>
                  <a:lnTo>
                    <a:pt x="461733" y="57975"/>
                  </a:lnTo>
                  <a:lnTo>
                    <a:pt x="481101" y="57975"/>
                  </a:lnTo>
                  <a:lnTo>
                    <a:pt x="481101" y="43065"/>
                  </a:lnTo>
                  <a:lnTo>
                    <a:pt x="461733" y="43065"/>
                  </a:lnTo>
                  <a:lnTo>
                    <a:pt x="461733" y="3517"/>
                  </a:lnTo>
                  <a:lnTo>
                    <a:pt x="442607" y="15036"/>
                  </a:lnTo>
                  <a:lnTo>
                    <a:pt x="442607" y="43065"/>
                  </a:lnTo>
                  <a:lnTo>
                    <a:pt x="428485" y="43065"/>
                  </a:lnTo>
                  <a:lnTo>
                    <a:pt x="428485" y="57975"/>
                  </a:lnTo>
                  <a:lnTo>
                    <a:pt x="442607" y="57975"/>
                  </a:lnTo>
                  <a:lnTo>
                    <a:pt x="442607" y="134620"/>
                  </a:lnTo>
                  <a:lnTo>
                    <a:pt x="443395" y="142176"/>
                  </a:lnTo>
                  <a:lnTo>
                    <a:pt x="446532" y="149339"/>
                  </a:lnTo>
                  <a:lnTo>
                    <a:pt x="449237" y="152247"/>
                  </a:lnTo>
                  <a:lnTo>
                    <a:pt x="456933" y="156629"/>
                  </a:lnTo>
                  <a:lnTo>
                    <a:pt x="462343" y="157734"/>
                  </a:lnTo>
                  <a:lnTo>
                    <a:pt x="473633" y="157734"/>
                  </a:lnTo>
                  <a:lnTo>
                    <a:pt x="478485" y="157162"/>
                  </a:lnTo>
                  <a:lnTo>
                    <a:pt x="483895" y="156044"/>
                  </a:lnTo>
                  <a:close/>
                </a:path>
                <a:path w="3748404" h="159385">
                  <a:moveTo>
                    <a:pt x="521106" y="43065"/>
                  </a:moveTo>
                  <a:lnTo>
                    <a:pt x="501853" y="43065"/>
                  </a:lnTo>
                  <a:lnTo>
                    <a:pt x="501853" y="156248"/>
                  </a:lnTo>
                  <a:lnTo>
                    <a:pt x="521106" y="156248"/>
                  </a:lnTo>
                  <a:lnTo>
                    <a:pt x="521106" y="43065"/>
                  </a:lnTo>
                  <a:close/>
                </a:path>
                <a:path w="3748404" h="159385">
                  <a:moveTo>
                    <a:pt x="521106" y="0"/>
                  </a:moveTo>
                  <a:lnTo>
                    <a:pt x="501853" y="0"/>
                  </a:lnTo>
                  <a:lnTo>
                    <a:pt x="501853" y="22072"/>
                  </a:lnTo>
                  <a:lnTo>
                    <a:pt x="521106" y="22072"/>
                  </a:lnTo>
                  <a:lnTo>
                    <a:pt x="521106" y="0"/>
                  </a:lnTo>
                  <a:close/>
                </a:path>
                <a:path w="3748404" h="159385">
                  <a:moveTo>
                    <a:pt x="651179" y="98056"/>
                  </a:moveTo>
                  <a:lnTo>
                    <a:pt x="650240" y="85305"/>
                  </a:lnTo>
                  <a:lnTo>
                    <a:pt x="647458" y="74015"/>
                  </a:lnTo>
                  <a:lnTo>
                    <a:pt x="642810" y="64173"/>
                  </a:lnTo>
                  <a:lnTo>
                    <a:pt x="636752" y="56375"/>
                  </a:lnTo>
                  <a:lnTo>
                    <a:pt x="636308" y="55791"/>
                  </a:lnTo>
                  <a:lnTo>
                    <a:pt x="631355" y="51638"/>
                  </a:lnTo>
                  <a:lnTo>
                    <a:pt x="631355" y="99656"/>
                  </a:lnTo>
                  <a:lnTo>
                    <a:pt x="630796" y="109435"/>
                  </a:lnTo>
                  <a:lnTo>
                    <a:pt x="604837" y="142354"/>
                  </a:lnTo>
                  <a:lnTo>
                    <a:pt x="598017" y="143027"/>
                  </a:lnTo>
                  <a:lnTo>
                    <a:pt x="591083" y="142354"/>
                  </a:lnTo>
                  <a:lnTo>
                    <a:pt x="565124" y="109842"/>
                  </a:lnTo>
                  <a:lnTo>
                    <a:pt x="564540" y="99656"/>
                  </a:lnTo>
                  <a:lnTo>
                    <a:pt x="565124" y="89471"/>
                  </a:lnTo>
                  <a:lnTo>
                    <a:pt x="591096" y="57048"/>
                  </a:lnTo>
                  <a:lnTo>
                    <a:pt x="598017" y="56375"/>
                  </a:lnTo>
                  <a:lnTo>
                    <a:pt x="604837" y="57061"/>
                  </a:lnTo>
                  <a:lnTo>
                    <a:pt x="630783" y="89154"/>
                  </a:lnTo>
                  <a:lnTo>
                    <a:pt x="631355" y="99656"/>
                  </a:lnTo>
                  <a:lnTo>
                    <a:pt x="631355" y="51638"/>
                  </a:lnTo>
                  <a:lnTo>
                    <a:pt x="628345" y="49110"/>
                  </a:lnTo>
                  <a:lnTo>
                    <a:pt x="619302" y="44335"/>
                  </a:lnTo>
                  <a:lnTo>
                    <a:pt x="609193" y="41465"/>
                  </a:lnTo>
                  <a:lnTo>
                    <a:pt x="598017" y="40513"/>
                  </a:lnTo>
                  <a:lnTo>
                    <a:pt x="587883" y="41287"/>
                  </a:lnTo>
                  <a:lnTo>
                    <a:pt x="554621" y="61671"/>
                  </a:lnTo>
                  <a:lnTo>
                    <a:pt x="544741" y="99656"/>
                  </a:lnTo>
                  <a:lnTo>
                    <a:pt x="545668" y="113157"/>
                  </a:lnTo>
                  <a:lnTo>
                    <a:pt x="567372" y="150241"/>
                  </a:lnTo>
                  <a:lnTo>
                    <a:pt x="598017" y="158813"/>
                  </a:lnTo>
                  <a:lnTo>
                    <a:pt x="605307" y="158381"/>
                  </a:lnTo>
                  <a:lnTo>
                    <a:pt x="640930" y="138341"/>
                  </a:lnTo>
                  <a:lnTo>
                    <a:pt x="650760" y="108407"/>
                  </a:lnTo>
                  <a:lnTo>
                    <a:pt x="651179" y="98056"/>
                  </a:lnTo>
                  <a:close/>
                </a:path>
                <a:path w="3748404" h="159385">
                  <a:moveTo>
                    <a:pt x="769696" y="156248"/>
                  </a:moveTo>
                  <a:lnTo>
                    <a:pt x="769607" y="76187"/>
                  </a:lnTo>
                  <a:lnTo>
                    <a:pt x="743991" y="41719"/>
                  </a:lnTo>
                  <a:lnTo>
                    <a:pt x="737704" y="40513"/>
                  </a:lnTo>
                  <a:lnTo>
                    <a:pt x="730859" y="40513"/>
                  </a:lnTo>
                  <a:lnTo>
                    <a:pt x="719734" y="41668"/>
                  </a:lnTo>
                  <a:lnTo>
                    <a:pt x="709993" y="45161"/>
                  </a:lnTo>
                  <a:lnTo>
                    <a:pt x="701649" y="50990"/>
                  </a:lnTo>
                  <a:lnTo>
                    <a:pt x="694702" y="59143"/>
                  </a:lnTo>
                  <a:lnTo>
                    <a:pt x="694702" y="43065"/>
                  </a:lnTo>
                  <a:lnTo>
                    <a:pt x="677367" y="43065"/>
                  </a:lnTo>
                  <a:lnTo>
                    <a:pt x="677367" y="156248"/>
                  </a:lnTo>
                  <a:lnTo>
                    <a:pt x="696633" y="156248"/>
                  </a:lnTo>
                  <a:lnTo>
                    <a:pt x="696633" y="94437"/>
                  </a:lnTo>
                  <a:lnTo>
                    <a:pt x="697191" y="84442"/>
                  </a:lnTo>
                  <a:lnTo>
                    <a:pt x="718591" y="57124"/>
                  </a:lnTo>
                  <a:lnTo>
                    <a:pt x="731926" y="57124"/>
                  </a:lnTo>
                  <a:lnTo>
                    <a:pt x="750430" y="79578"/>
                  </a:lnTo>
                  <a:lnTo>
                    <a:pt x="750430" y="156248"/>
                  </a:lnTo>
                  <a:lnTo>
                    <a:pt x="769696" y="156248"/>
                  </a:lnTo>
                  <a:close/>
                </a:path>
                <a:path w="3748404" h="159385">
                  <a:moveTo>
                    <a:pt x="964857" y="98056"/>
                  </a:moveTo>
                  <a:lnTo>
                    <a:pt x="950442" y="56375"/>
                  </a:lnTo>
                  <a:lnTo>
                    <a:pt x="945032" y="51650"/>
                  </a:lnTo>
                  <a:lnTo>
                    <a:pt x="945032" y="99656"/>
                  </a:lnTo>
                  <a:lnTo>
                    <a:pt x="944473" y="109435"/>
                  </a:lnTo>
                  <a:lnTo>
                    <a:pt x="918514" y="142354"/>
                  </a:lnTo>
                  <a:lnTo>
                    <a:pt x="911682" y="143027"/>
                  </a:lnTo>
                  <a:lnTo>
                    <a:pt x="904760" y="142354"/>
                  </a:lnTo>
                  <a:lnTo>
                    <a:pt x="878814" y="109842"/>
                  </a:lnTo>
                  <a:lnTo>
                    <a:pt x="878217" y="99656"/>
                  </a:lnTo>
                  <a:lnTo>
                    <a:pt x="878814" y="89471"/>
                  </a:lnTo>
                  <a:lnTo>
                    <a:pt x="904773" y="57048"/>
                  </a:lnTo>
                  <a:lnTo>
                    <a:pt x="911682" y="56375"/>
                  </a:lnTo>
                  <a:lnTo>
                    <a:pt x="918514" y="57061"/>
                  </a:lnTo>
                  <a:lnTo>
                    <a:pt x="944473" y="89154"/>
                  </a:lnTo>
                  <a:lnTo>
                    <a:pt x="945032" y="99656"/>
                  </a:lnTo>
                  <a:lnTo>
                    <a:pt x="945032" y="51650"/>
                  </a:lnTo>
                  <a:lnTo>
                    <a:pt x="942009" y="49110"/>
                  </a:lnTo>
                  <a:lnTo>
                    <a:pt x="932980" y="44335"/>
                  </a:lnTo>
                  <a:lnTo>
                    <a:pt x="922870" y="41465"/>
                  </a:lnTo>
                  <a:lnTo>
                    <a:pt x="911682" y="40513"/>
                  </a:lnTo>
                  <a:lnTo>
                    <a:pt x="901547" y="41287"/>
                  </a:lnTo>
                  <a:lnTo>
                    <a:pt x="868299" y="61671"/>
                  </a:lnTo>
                  <a:lnTo>
                    <a:pt x="858431" y="99656"/>
                  </a:lnTo>
                  <a:lnTo>
                    <a:pt x="859345" y="113157"/>
                  </a:lnTo>
                  <a:lnTo>
                    <a:pt x="881049" y="150241"/>
                  </a:lnTo>
                  <a:lnTo>
                    <a:pt x="911682" y="158813"/>
                  </a:lnTo>
                  <a:lnTo>
                    <a:pt x="918972" y="158381"/>
                  </a:lnTo>
                  <a:lnTo>
                    <a:pt x="954608" y="138341"/>
                  </a:lnTo>
                  <a:lnTo>
                    <a:pt x="964450" y="108407"/>
                  </a:lnTo>
                  <a:lnTo>
                    <a:pt x="964857" y="98056"/>
                  </a:lnTo>
                  <a:close/>
                </a:path>
                <a:path w="3748404" h="159385">
                  <a:moveTo>
                    <a:pt x="1084097" y="117233"/>
                  </a:moveTo>
                  <a:lnTo>
                    <a:pt x="1065174" y="114795"/>
                  </a:lnTo>
                  <a:lnTo>
                    <a:pt x="1063815" y="124383"/>
                  </a:lnTo>
                  <a:lnTo>
                    <a:pt x="1060615" y="131495"/>
                  </a:lnTo>
                  <a:lnTo>
                    <a:pt x="1050480" y="140728"/>
                  </a:lnTo>
                  <a:lnTo>
                    <a:pt x="1044168" y="143027"/>
                  </a:lnTo>
                  <a:lnTo>
                    <a:pt x="1027201" y="143027"/>
                  </a:lnTo>
                  <a:lnTo>
                    <a:pt x="1005497" y="110172"/>
                  </a:lnTo>
                  <a:lnTo>
                    <a:pt x="1004951" y="99542"/>
                  </a:lnTo>
                  <a:lnTo>
                    <a:pt x="1005522" y="89052"/>
                  </a:lnTo>
                  <a:lnTo>
                    <a:pt x="1030757" y="56921"/>
                  </a:lnTo>
                  <a:lnTo>
                    <a:pt x="1037691" y="56273"/>
                  </a:lnTo>
                  <a:lnTo>
                    <a:pt x="1044105" y="56273"/>
                  </a:lnTo>
                  <a:lnTo>
                    <a:pt x="1063574" y="79197"/>
                  </a:lnTo>
                  <a:lnTo>
                    <a:pt x="1082294" y="76327"/>
                  </a:lnTo>
                  <a:lnTo>
                    <a:pt x="1080109" y="68224"/>
                  </a:lnTo>
                  <a:lnTo>
                    <a:pt x="1076871" y="61112"/>
                  </a:lnTo>
                  <a:lnTo>
                    <a:pt x="1073467" y="56273"/>
                  </a:lnTo>
                  <a:lnTo>
                    <a:pt x="1072565" y="54978"/>
                  </a:lnTo>
                  <a:lnTo>
                    <a:pt x="1036942" y="40513"/>
                  </a:lnTo>
                  <a:lnTo>
                    <a:pt x="1029754" y="40932"/>
                  </a:lnTo>
                  <a:lnTo>
                    <a:pt x="994714" y="61556"/>
                  </a:lnTo>
                  <a:lnTo>
                    <a:pt x="985164" y="100088"/>
                  </a:lnTo>
                  <a:lnTo>
                    <a:pt x="986053" y="113436"/>
                  </a:lnTo>
                  <a:lnTo>
                    <a:pt x="1006995" y="150266"/>
                  </a:lnTo>
                  <a:lnTo>
                    <a:pt x="1036828" y="158813"/>
                  </a:lnTo>
                  <a:lnTo>
                    <a:pt x="1045781" y="158115"/>
                  </a:lnTo>
                  <a:lnTo>
                    <a:pt x="1053985" y="156044"/>
                  </a:lnTo>
                  <a:lnTo>
                    <a:pt x="1061466" y="152603"/>
                  </a:lnTo>
                  <a:lnTo>
                    <a:pt x="1068222" y="147764"/>
                  </a:lnTo>
                  <a:lnTo>
                    <a:pt x="1072769" y="143027"/>
                  </a:lnTo>
                  <a:lnTo>
                    <a:pt x="1074013" y="141732"/>
                  </a:lnTo>
                  <a:lnTo>
                    <a:pt x="1078585" y="134620"/>
                  </a:lnTo>
                  <a:lnTo>
                    <a:pt x="1081951" y="126453"/>
                  </a:lnTo>
                  <a:lnTo>
                    <a:pt x="1084097" y="117233"/>
                  </a:lnTo>
                  <a:close/>
                </a:path>
                <a:path w="3748404" h="159385">
                  <a:moveTo>
                    <a:pt x="1196962" y="117233"/>
                  </a:moveTo>
                  <a:lnTo>
                    <a:pt x="1178026" y="114795"/>
                  </a:lnTo>
                  <a:lnTo>
                    <a:pt x="1176655" y="124383"/>
                  </a:lnTo>
                  <a:lnTo>
                    <a:pt x="1173454" y="131495"/>
                  </a:lnTo>
                  <a:lnTo>
                    <a:pt x="1163320" y="140728"/>
                  </a:lnTo>
                  <a:lnTo>
                    <a:pt x="1157020" y="143027"/>
                  </a:lnTo>
                  <a:lnTo>
                    <a:pt x="1140053" y="143027"/>
                  </a:lnTo>
                  <a:lnTo>
                    <a:pt x="1118362" y="110172"/>
                  </a:lnTo>
                  <a:lnTo>
                    <a:pt x="1117815" y="99542"/>
                  </a:lnTo>
                  <a:lnTo>
                    <a:pt x="1118374" y="89052"/>
                  </a:lnTo>
                  <a:lnTo>
                    <a:pt x="1143596" y="56921"/>
                  </a:lnTo>
                  <a:lnTo>
                    <a:pt x="1150531" y="56273"/>
                  </a:lnTo>
                  <a:lnTo>
                    <a:pt x="1156957" y="56273"/>
                  </a:lnTo>
                  <a:lnTo>
                    <a:pt x="1162418" y="58204"/>
                  </a:lnTo>
                  <a:lnTo>
                    <a:pt x="1171486" y="65862"/>
                  </a:lnTo>
                  <a:lnTo>
                    <a:pt x="1174623" y="71577"/>
                  </a:lnTo>
                  <a:lnTo>
                    <a:pt x="1176401" y="79197"/>
                  </a:lnTo>
                  <a:lnTo>
                    <a:pt x="1195133" y="76327"/>
                  </a:lnTo>
                  <a:lnTo>
                    <a:pt x="1192949" y="68224"/>
                  </a:lnTo>
                  <a:lnTo>
                    <a:pt x="1189697" y="61112"/>
                  </a:lnTo>
                  <a:lnTo>
                    <a:pt x="1186307" y="56273"/>
                  </a:lnTo>
                  <a:lnTo>
                    <a:pt x="1185405" y="54978"/>
                  </a:lnTo>
                  <a:lnTo>
                    <a:pt x="1149781" y="40513"/>
                  </a:lnTo>
                  <a:lnTo>
                    <a:pt x="1142593" y="40932"/>
                  </a:lnTo>
                  <a:lnTo>
                    <a:pt x="1107554" y="61556"/>
                  </a:lnTo>
                  <a:lnTo>
                    <a:pt x="1098029" y="100088"/>
                  </a:lnTo>
                  <a:lnTo>
                    <a:pt x="1098905" y="113436"/>
                  </a:lnTo>
                  <a:lnTo>
                    <a:pt x="1119835" y="150266"/>
                  </a:lnTo>
                  <a:lnTo>
                    <a:pt x="1149667" y="158813"/>
                  </a:lnTo>
                  <a:lnTo>
                    <a:pt x="1158608" y="158115"/>
                  </a:lnTo>
                  <a:lnTo>
                    <a:pt x="1166825" y="156044"/>
                  </a:lnTo>
                  <a:lnTo>
                    <a:pt x="1174318" y="152603"/>
                  </a:lnTo>
                  <a:lnTo>
                    <a:pt x="1181074" y="147764"/>
                  </a:lnTo>
                  <a:lnTo>
                    <a:pt x="1185608" y="143027"/>
                  </a:lnTo>
                  <a:lnTo>
                    <a:pt x="1186853" y="141732"/>
                  </a:lnTo>
                  <a:lnTo>
                    <a:pt x="1191425" y="134620"/>
                  </a:lnTo>
                  <a:lnTo>
                    <a:pt x="1194803" y="126453"/>
                  </a:lnTo>
                  <a:lnTo>
                    <a:pt x="1196962" y="117233"/>
                  </a:lnTo>
                  <a:close/>
                </a:path>
                <a:path w="3748404" h="159385">
                  <a:moveTo>
                    <a:pt x="1308392" y="43065"/>
                  </a:moveTo>
                  <a:lnTo>
                    <a:pt x="1289151" y="43065"/>
                  </a:lnTo>
                  <a:lnTo>
                    <a:pt x="1289151" y="113372"/>
                  </a:lnTo>
                  <a:lnTo>
                    <a:pt x="1288084" y="120751"/>
                  </a:lnTo>
                  <a:lnTo>
                    <a:pt x="1283893" y="130911"/>
                  </a:lnTo>
                  <a:lnTo>
                    <a:pt x="1280299" y="134912"/>
                  </a:lnTo>
                  <a:lnTo>
                    <a:pt x="1270177" y="140804"/>
                  </a:lnTo>
                  <a:lnTo>
                    <a:pt x="1264754" y="142290"/>
                  </a:lnTo>
                  <a:lnTo>
                    <a:pt x="1253210" y="142290"/>
                  </a:lnTo>
                  <a:lnTo>
                    <a:pt x="1235570" y="115849"/>
                  </a:lnTo>
                  <a:lnTo>
                    <a:pt x="1235570" y="43065"/>
                  </a:lnTo>
                  <a:lnTo>
                    <a:pt x="1216317" y="43065"/>
                  </a:lnTo>
                  <a:lnTo>
                    <a:pt x="1216393" y="122618"/>
                  </a:lnTo>
                  <a:lnTo>
                    <a:pt x="1216698" y="127330"/>
                  </a:lnTo>
                  <a:lnTo>
                    <a:pt x="1217498" y="131127"/>
                  </a:lnTo>
                  <a:lnTo>
                    <a:pt x="1218615" y="136715"/>
                  </a:lnTo>
                  <a:lnTo>
                    <a:pt x="1248422" y="158813"/>
                  </a:lnTo>
                  <a:lnTo>
                    <a:pt x="1255153" y="158813"/>
                  </a:lnTo>
                  <a:lnTo>
                    <a:pt x="1291183" y="139636"/>
                  </a:lnTo>
                  <a:lnTo>
                    <a:pt x="1291183" y="156248"/>
                  </a:lnTo>
                  <a:lnTo>
                    <a:pt x="1308392" y="156248"/>
                  </a:lnTo>
                  <a:lnTo>
                    <a:pt x="1308392" y="139636"/>
                  </a:lnTo>
                  <a:lnTo>
                    <a:pt x="1308392" y="43065"/>
                  </a:lnTo>
                  <a:close/>
                </a:path>
                <a:path w="3748404" h="159385">
                  <a:moveTo>
                    <a:pt x="1403705" y="46685"/>
                  </a:moveTo>
                  <a:lnTo>
                    <a:pt x="1397000" y="42557"/>
                  </a:lnTo>
                  <a:lnTo>
                    <a:pt x="1390408" y="40513"/>
                  </a:lnTo>
                  <a:lnTo>
                    <a:pt x="1379423" y="40513"/>
                  </a:lnTo>
                  <a:lnTo>
                    <a:pt x="1375321" y="41783"/>
                  </a:lnTo>
                  <a:lnTo>
                    <a:pt x="1367828" y="46888"/>
                  </a:lnTo>
                  <a:lnTo>
                    <a:pt x="1363738" y="52197"/>
                  </a:lnTo>
                  <a:lnTo>
                    <a:pt x="1359319" y="60223"/>
                  </a:lnTo>
                  <a:lnTo>
                    <a:pt x="1359319" y="43065"/>
                  </a:lnTo>
                  <a:lnTo>
                    <a:pt x="1341996" y="43065"/>
                  </a:lnTo>
                  <a:lnTo>
                    <a:pt x="1341996" y="156248"/>
                  </a:lnTo>
                  <a:lnTo>
                    <a:pt x="1361236" y="156248"/>
                  </a:lnTo>
                  <a:lnTo>
                    <a:pt x="1361236" y="88887"/>
                  </a:lnTo>
                  <a:lnTo>
                    <a:pt x="1362316" y="81419"/>
                  </a:lnTo>
                  <a:lnTo>
                    <a:pt x="1378750" y="60337"/>
                  </a:lnTo>
                  <a:lnTo>
                    <a:pt x="1387652" y="60337"/>
                  </a:lnTo>
                  <a:lnTo>
                    <a:pt x="1392377" y="61709"/>
                  </a:lnTo>
                  <a:lnTo>
                    <a:pt x="1397063" y="64477"/>
                  </a:lnTo>
                  <a:lnTo>
                    <a:pt x="1398612" y="60337"/>
                  </a:lnTo>
                  <a:lnTo>
                    <a:pt x="1403705" y="46685"/>
                  </a:lnTo>
                  <a:close/>
                </a:path>
                <a:path w="3748404" h="159385">
                  <a:moveTo>
                    <a:pt x="1503921" y="116459"/>
                  </a:moveTo>
                  <a:lnTo>
                    <a:pt x="1467586" y="90195"/>
                  </a:lnTo>
                  <a:lnTo>
                    <a:pt x="1448739" y="85039"/>
                  </a:lnTo>
                  <a:lnTo>
                    <a:pt x="1443075" y="83426"/>
                  </a:lnTo>
                  <a:lnTo>
                    <a:pt x="1431404" y="73355"/>
                  </a:lnTo>
                  <a:lnTo>
                    <a:pt x="1431404" y="66967"/>
                  </a:lnTo>
                  <a:lnTo>
                    <a:pt x="1433296" y="63550"/>
                  </a:lnTo>
                  <a:lnTo>
                    <a:pt x="1440865" y="57734"/>
                  </a:lnTo>
                  <a:lnTo>
                    <a:pt x="1447152" y="56273"/>
                  </a:lnTo>
                  <a:lnTo>
                    <a:pt x="1463484" y="56273"/>
                  </a:lnTo>
                  <a:lnTo>
                    <a:pt x="1469288" y="57912"/>
                  </a:lnTo>
                  <a:lnTo>
                    <a:pt x="1477479" y="64452"/>
                  </a:lnTo>
                  <a:lnTo>
                    <a:pt x="1479956" y="68986"/>
                  </a:lnTo>
                  <a:lnTo>
                    <a:pt x="1480820" y="74815"/>
                  </a:lnTo>
                  <a:lnTo>
                    <a:pt x="1499641" y="72250"/>
                  </a:lnTo>
                  <a:lnTo>
                    <a:pt x="1498434" y="64947"/>
                  </a:lnTo>
                  <a:lnTo>
                    <a:pt x="1496225" y="59105"/>
                  </a:lnTo>
                  <a:lnTo>
                    <a:pt x="1494142" y="56273"/>
                  </a:lnTo>
                  <a:lnTo>
                    <a:pt x="1489798" y="50355"/>
                  </a:lnTo>
                  <a:lnTo>
                    <a:pt x="1484833" y="46888"/>
                  </a:lnTo>
                  <a:lnTo>
                    <a:pt x="1471358" y="41783"/>
                  </a:lnTo>
                  <a:lnTo>
                    <a:pt x="1463535" y="40513"/>
                  </a:lnTo>
                  <a:lnTo>
                    <a:pt x="1448689" y="40513"/>
                  </a:lnTo>
                  <a:lnTo>
                    <a:pt x="1443164" y="41275"/>
                  </a:lnTo>
                  <a:lnTo>
                    <a:pt x="1432801" y="44335"/>
                  </a:lnTo>
                  <a:lnTo>
                    <a:pt x="1428724" y="46189"/>
                  </a:lnTo>
                  <a:lnTo>
                    <a:pt x="1425740" y="48399"/>
                  </a:lnTo>
                  <a:lnTo>
                    <a:pt x="1421752" y="51231"/>
                  </a:lnTo>
                  <a:lnTo>
                    <a:pt x="1418590" y="54800"/>
                  </a:lnTo>
                  <a:lnTo>
                    <a:pt x="1413941" y="63398"/>
                  </a:lnTo>
                  <a:lnTo>
                    <a:pt x="1412786" y="68072"/>
                  </a:lnTo>
                  <a:lnTo>
                    <a:pt x="1412786" y="78663"/>
                  </a:lnTo>
                  <a:lnTo>
                    <a:pt x="1449019" y="105714"/>
                  </a:lnTo>
                  <a:lnTo>
                    <a:pt x="1469263" y="110921"/>
                  </a:lnTo>
                  <a:lnTo>
                    <a:pt x="1475828" y="113080"/>
                  </a:lnTo>
                  <a:lnTo>
                    <a:pt x="1478470" y="114795"/>
                  </a:lnTo>
                  <a:lnTo>
                    <a:pt x="1482242" y="117284"/>
                  </a:lnTo>
                  <a:lnTo>
                    <a:pt x="1484134" y="120675"/>
                  </a:lnTo>
                  <a:lnTo>
                    <a:pt x="1484134" y="129857"/>
                  </a:lnTo>
                  <a:lnTo>
                    <a:pt x="1481988" y="134061"/>
                  </a:lnTo>
                  <a:lnTo>
                    <a:pt x="1473441" y="141224"/>
                  </a:lnTo>
                  <a:lnTo>
                    <a:pt x="1466875" y="143027"/>
                  </a:lnTo>
                  <a:lnTo>
                    <a:pt x="1449273" y="143027"/>
                  </a:lnTo>
                  <a:lnTo>
                    <a:pt x="1442440" y="141008"/>
                  </a:lnTo>
                  <a:lnTo>
                    <a:pt x="1432674" y="132905"/>
                  </a:lnTo>
                  <a:lnTo>
                    <a:pt x="1429689" y="127088"/>
                  </a:lnTo>
                  <a:lnTo>
                    <a:pt x="1428635" y="119494"/>
                  </a:lnTo>
                  <a:lnTo>
                    <a:pt x="1409585" y="122453"/>
                  </a:lnTo>
                  <a:lnTo>
                    <a:pt x="1438630" y="156514"/>
                  </a:lnTo>
                  <a:lnTo>
                    <a:pt x="1458137" y="158813"/>
                  </a:lnTo>
                  <a:lnTo>
                    <a:pt x="1467053" y="158813"/>
                  </a:lnTo>
                  <a:lnTo>
                    <a:pt x="1475041" y="157264"/>
                  </a:lnTo>
                  <a:lnTo>
                    <a:pt x="1489163" y="151079"/>
                  </a:lnTo>
                  <a:lnTo>
                    <a:pt x="1494561" y="146710"/>
                  </a:lnTo>
                  <a:lnTo>
                    <a:pt x="1496999" y="143027"/>
                  </a:lnTo>
                  <a:lnTo>
                    <a:pt x="1502054" y="135407"/>
                  </a:lnTo>
                  <a:lnTo>
                    <a:pt x="1503921" y="129374"/>
                  </a:lnTo>
                  <a:lnTo>
                    <a:pt x="1503921" y="116459"/>
                  </a:lnTo>
                  <a:close/>
                </a:path>
                <a:path w="3748404" h="159385">
                  <a:moveTo>
                    <a:pt x="3078124" y="117233"/>
                  </a:moveTo>
                  <a:lnTo>
                    <a:pt x="3059176" y="114795"/>
                  </a:lnTo>
                  <a:lnTo>
                    <a:pt x="3057817" y="124383"/>
                  </a:lnTo>
                  <a:lnTo>
                    <a:pt x="3054667" y="131495"/>
                  </a:lnTo>
                  <a:lnTo>
                    <a:pt x="3049701" y="136105"/>
                  </a:lnTo>
                  <a:lnTo>
                    <a:pt x="3044507" y="140728"/>
                  </a:lnTo>
                  <a:lnTo>
                    <a:pt x="3038195" y="143027"/>
                  </a:lnTo>
                  <a:lnTo>
                    <a:pt x="3021266" y="143027"/>
                  </a:lnTo>
                  <a:lnTo>
                    <a:pt x="2999486" y="110172"/>
                  </a:lnTo>
                  <a:lnTo>
                    <a:pt x="2998927" y="99542"/>
                  </a:lnTo>
                  <a:lnTo>
                    <a:pt x="2999524" y="89052"/>
                  </a:lnTo>
                  <a:lnTo>
                    <a:pt x="3024746" y="56921"/>
                  </a:lnTo>
                  <a:lnTo>
                    <a:pt x="3031642" y="56273"/>
                  </a:lnTo>
                  <a:lnTo>
                    <a:pt x="3038195" y="56273"/>
                  </a:lnTo>
                  <a:lnTo>
                    <a:pt x="3043605" y="58204"/>
                  </a:lnTo>
                  <a:lnTo>
                    <a:pt x="3052635" y="65862"/>
                  </a:lnTo>
                  <a:lnTo>
                    <a:pt x="3055785" y="71577"/>
                  </a:lnTo>
                  <a:lnTo>
                    <a:pt x="3057601" y="79197"/>
                  </a:lnTo>
                  <a:lnTo>
                    <a:pt x="3076321" y="76327"/>
                  </a:lnTo>
                  <a:lnTo>
                    <a:pt x="3074124" y="68224"/>
                  </a:lnTo>
                  <a:lnTo>
                    <a:pt x="3070872" y="61112"/>
                  </a:lnTo>
                  <a:lnTo>
                    <a:pt x="3067481" y="56273"/>
                  </a:lnTo>
                  <a:lnTo>
                    <a:pt x="3066580" y="54978"/>
                  </a:lnTo>
                  <a:lnTo>
                    <a:pt x="3030969" y="40513"/>
                  </a:lnTo>
                  <a:lnTo>
                    <a:pt x="3023819" y="40932"/>
                  </a:lnTo>
                  <a:lnTo>
                    <a:pt x="2988830" y="61556"/>
                  </a:lnTo>
                  <a:lnTo>
                    <a:pt x="2979305" y="100088"/>
                  </a:lnTo>
                  <a:lnTo>
                    <a:pt x="2980194" y="113436"/>
                  </a:lnTo>
                  <a:lnTo>
                    <a:pt x="3001086" y="150266"/>
                  </a:lnTo>
                  <a:lnTo>
                    <a:pt x="3030969" y="158813"/>
                  </a:lnTo>
                  <a:lnTo>
                    <a:pt x="3039897" y="158115"/>
                  </a:lnTo>
                  <a:lnTo>
                    <a:pt x="3048089" y="156044"/>
                  </a:lnTo>
                  <a:lnTo>
                    <a:pt x="3055556" y="152603"/>
                  </a:lnTo>
                  <a:lnTo>
                    <a:pt x="3062338" y="147764"/>
                  </a:lnTo>
                  <a:lnTo>
                    <a:pt x="3066885" y="143027"/>
                  </a:lnTo>
                  <a:lnTo>
                    <a:pt x="3068129" y="141732"/>
                  </a:lnTo>
                  <a:lnTo>
                    <a:pt x="3072688" y="134620"/>
                  </a:lnTo>
                  <a:lnTo>
                    <a:pt x="3076003" y="126453"/>
                  </a:lnTo>
                  <a:lnTo>
                    <a:pt x="3078124" y="117233"/>
                  </a:lnTo>
                  <a:close/>
                </a:path>
                <a:path w="3748404" h="159385">
                  <a:moveTo>
                    <a:pt x="3190494" y="84531"/>
                  </a:moveTo>
                  <a:lnTo>
                    <a:pt x="3185439" y="57035"/>
                  </a:lnTo>
                  <a:lnTo>
                    <a:pt x="3184995" y="56070"/>
                  </a:lnTo>
                  <a:lnTo>
                    <a:pt x="3183725" y="53327"/>
                  </a:lnTo>
                  <a:lnTo>
                    <a:pt x="3179432" y="48755"/>
                  </a:lnTo>
                  <a:lnTo>
                    <a:pt x="3173120" y="45453"/>
                  </a:lnTo>
                  <a:lnTo>
                    <a:pt x="3167024" y="42151"/>
                  </a:lnTo>
                  <a:lnTo>
                    <a:pt x="3159582" y="40513"/>
                  </a:lnTo>
                  <a:lnTo>
                    <a:pt x="3151225" y="40513"/>
                  </a:lnTo>
                  <a:lnTo>
                    <a:pt x="3141370" y="41478"/>
                  </a:lnTo>
                  <a:lnTo>
                    <a:pt x="3132417" y="44399"/>
                  </a:lnTo>
                  <a:lnTo>
                    <a:pt x="3124352" y="49263"/>
                  </a:lnTo>
                  <a:lnTo>
                    <a:pt x="3117164" y="56070"/>
                  </a:lnTo>
                  <a:lnTo>
                    <a:pt x="3117164" y="0"/>
                  </a:lnTo>
                  <a:lnTo>
                    <a:pt x="3097987" y="0"/>
                  </a:lnTo>
                  <a:lnTo>
                    <a:pt x="3097987" y="156248"/>
                  </a:lnTo>
                  <a:lnTo>
                    <a:pt x="3117164" y="156248"/>
                  </a:lnTo>
                  <a:lnTo>
                    <a:pt x="3117164" y="85445"/>
                  </a:lnTo>
                  <a:lnTo>
                    <a:pt x="3118294" y="78486"/>
                  </a:lnTo>
                  <a:lnTo>
                    <a:pt x="3141522" y="57035"/>
                  </a:lnTo>
                  <a:lnTo>
                    <a:pt x="3154845" y="57035"/>
                  </a:lnTo>
                  <a:lnTo>
                    <a:pt x="3160699" y="59207"/>
                  </a:lnTo>
                  <a:lnTo>
                    <a:pt x="3164992" y="63576"/>
                  </a:lnTo>
                  <a:lnTo>
                    <a:pt x="3169056" y="67932"/>
                  </a:lnTo>
                  <a:lnTo>
                    <a:pt x="3171304" y="74930"/>
                  </a:lnTo>
                  <a:lnTo>
                    <a:pt x="3171304" y="156248"/>
                  </a:lnTo>
                  <a:lnTo>
                    <a:pt x="3190494" y="156248"/>
                  </a:lnTo>
                  <a:lnTo>
                    <a:pt x="3190494" y="84531"/>
                  </a:lnTo>
                  <a:close/>
                </a:path>
                <a:path w="3748404" h="159385">
                  <a:moveTo>
                    <a:pt x="3242157" y="0"/>
                  </a:moveTo>
                  <a:lnTo>
                    <a:pt x="3222980" y="0"/>
                  </a:lnTo>
                  <a:lnTo>
                    <a:pt x="3222980" y="156248"/>
                  </a:lnTo>
                  <a:lnTo>
                    <a:pt x="3242157" y="156248"/>
                  </a:lnTo>
                  <a:lnTo>
                    <a:pt x="3242157" y="0"/>
                  </a:lnTo>
                  <a:close/>
                </a:path>
                <a:path w="3748404" h="159385">
                  <a:moveTo>
                    <a:pt x="3372789" y="98056"/>
                  </a:moveTo>
                  <a:lnTo>
                    <a:pt x="3371862" y="85305"/>
                  </a:lnTo>
                  <a:lnTo>
                    <a:pt x="3369068" y="74015"/>
                  </a:lnTo>
                  <a:lnTo>
                    <a:pt x="3364420" y="64173"/>
                  </a:lnTo>
                  <a:lnTo>
                    <a:pt x="3358350" y="56375"/>
                  </a:lnTo>
                  <a:lnTo>
                    <a:pt x="3357905" y="55791"/>
                  </a:lnTo>
                  <a:lnTo>
                    <a:pt x="3353130" y="51790"/>
                  </a:lnTo>
                  <a:lnTo>
                    <a:pt x="3353130" y="99656"/>
                  </a:lnTo>
                  <a:lnTo>
                    <a:pt x="3352533" y="109435"/>
                  </a:lnTo>
                  <a:lnTo>
                    <a:pt x="3326549" y="142354"/>
                  </a:lnTo>
                  <a:lnTo>
                    <a:pt x="3319767" y="143027"/>
                  </a:lnTo>
                  <a:lnTo>
                    <a:pt x="3312807" y="142354"/>
                  </a:lnTo>
                  <a:lnTo>
                    <a:pt x="3286747" y="109842"/>
                  </a:lnTo>
                  <a:lnTo>
                    <a:pt x="3286150" y="99656"/>
                  </a:lnTo>
                  <a:lnTo>
                    <a:pt x="3286747" y="89471"/>
                  </a:lnTo>
                  <a:lnTo>
                    <a:pt x="3312820" y="57048"/>
                  </a:lnTo>
                  <a:lnTo>
                    <a:pt x="3319767" y="56375"/>
                  </a:lnTo>
                  <a:lnTo>
                    <a:pt x="3326587" y="57061"/>
                  </a:lnTo>
                  <a:lnTo>
                    <a:pt x="3352533" y="89154"/>
                  </a:lnTo>
                  <a:lnTo>
                    <a:pt x="3353130" y="99656"/>
                  </a:lnTo>
                  <a:lnTo>
                    <a:pt x="3353130" y="51790"/>
                  </a:lnTo>
                  <a:lnTo>
                    <a:pt x="3349942" y="49110"/>
                  </a:lnTo>
                  <a:lnTo>
                    <a:pt x="3340951" y="44335"/>
                  </a:lnTo>
                  <a:lnTo>
                    <a:pt x="3330905" y="41465"/>
                  </a:lnTo>
                  <a:lnTo>
                    <a:pt x="3319767" y="40513"/>
                  </a:lnTo>
                  <a:lnTo>
                    <a:pt x="3309569" y="41287"/>
                  </a:lnTo>
                  <a:lnTo>
                    <a:pt x="3276231" y="61671"/>
                  </a:lnTo>
                  <a:lnTo>
                    <a:pt x="3266529" y="99656"/>
                  </a:lnTo>
                  <a:lnTo>
                    <a:pt x="3267418" y="113157"/>
                  </a:lnTo>
                  <a:lnTo>
                    <a:pt x="3289058" y="150241"/>
                  </a:lnTo>
                  <a:lnTo>
                    <a:pt x="3319767" y="158813"/>
                  </a:lnTo>
                  <a:lnTo>
                    <a:pt x="3327057" y="158381"/>
                  </a:lnTo>
                  <a:lnTo>
                    <a:pt x="3362617" y="138341"/>
                  </a:lnTo>
                  <a:lnTo>
                    <a:pt x="3372408" y="108407"/>
                  </a:lnTo>
                  <a:lnTo>
                    <a:pt x="3372789" y="98056"/>
                  </a:lnTo>
                  <a:close/>
                </a:path>
                <a:path w="3748404" h="159385">
                  <a:moveTo>
                    <a:pt x="3460559" y="46685"/>
                  </a:moveTo>
                  <a:lnTo>
                    <a:pt x="3453790" y="42557"/>
                  </a:lnTo>
                  <a:lnTo>
                    <a:pt x="3447250" y="40513"/>
                  </a:lnTo>
                  <a:lnTo>
                    <a:pt x="3436188" y="40513"/>
                  </a:lnTo>
                  <a:lnTo>
                    <a:pt x="3432137" y="41783"/>
                  </a:lnTo>
                  <a:lnTo>
                    <a:pt x="3428517" y="44335"/>
                  </a:lnTo>
                  <a:lnTo>
                    <a:pt x="3424682" y="46888"/>
                  </a:lnTo>
                  <a:lnTo>
                    <a:pt x="3420630" y="52197"/>
                  </a:lnTo>
                  <a:lnTo>
                    <a:pt x="3416109" y="60223"/>
                  </a:lnTo>
                  <a:lnTo>
                    <a:pt x="3416109" y="43065"/>
                  </a:lnTo>
                  <a:lnTo>
                    <a:pt x="3398736" y="43065"/>
                  </a:lnTo>
                  <a:lnTo>
                    <a:pt x="3398736" y="156248"/>
                  </a:lnTo>
                  <a:lnTo>
                    <a:pt x="3418141" y="156248"/>
                  </a:lnTo>
                  <a:lnTo>
                    <a:pt x="3418141" y="88887"/>
                  </a:lnTo>
                  <a:lnTo>
                    <a:pt x="3419043" y="81419"/>
                  </a:lnTo>
                  <a:lnTo>
                    <a:pt x="3421303" y="74612"/>
                  </a:lnTo>
                  <a:lnTo>
                    <a:pt x="3422650" y="70142"/>
                  </a:lnTo>
                  <a:lnTo>
                    <a:pt x="3425139" y="66636"/>
                  </a:lnTo>
                  <a:lnTo>
                    <a:pt x="3431908" y="61595"/>
                  </a:lnTo>
                  <a:lnTo>
                    <a:pt x="3435515" y="60337"/>
                  </a:lnTo>
                  <a:lnTo>
                    <a:pt x="3444544" y="60337"/>
                  </a:lnTo>
                  <a:lnTo>
                    <a:pt x="3449282" y="61709"/>
                  </a:lnTo>
                  <a:lnTo>
                    <a:pt x="3454019" y="64477"/>
                  </a:lnTo>
                  <a:lnTo>
                    <a:pt x="3455543" y="60337"/>
                  </a:lnTo>
                  <a:lnTo>
                    <a:pt x="3460559" y="46685"/>
                  </a:lnTo>
                  <a:close/>
                </a:path>
                <a:path w="3748404" h="159385">
                  <a:moveTo>
                    <a:pt x="3493503" y="43065"/>
                  </a:moveTo>
                  <a:lnTo>
                    <a:pt x="3474326" y="43065"/>
                  </a:lnTo>
                  <a:lnTo>
                    <a:pt x="3474326" y="156248"/>
                  </a:lnTo>
                  <a:lnTo>
                    <a:pt x="3493503" y="156248"/>
                  </a:lnTo>
                  <a:lnTo>
                    <a:pt x="3493503" y="43065"/>
                  </a:lnTo>
                  <a:close/>
                </a:path>
                <a:path w="3748404" h="159385">
                  <a:moveTo>
                    <a:pt x="3493503" y="0"/>
                  </a:moveTo>
                  <a:lnTo>
                    <a:pt x="3474326" y="0"/>
                  </a:lnTo>
                  <a:lnTo>
                    <a:pt x="3474326" y="22072"/>
                  </a:lnTo>
                  <a:lnTo>
                    <a:pt x="3493503" y="22072"/>
                  </a:lnTo>
                  <a:lnTo>
                    <a:pt x="3493503" y="0"/>
                  </a:lnTo>
                  <a:close/>
                </a:path>
                <a:path w="3748404" h="159385">
                  <a:moveTo>
                    <a:pt x="3615791" y="0"/>
                  </a:moveTo>
                  <a:lnTo>
                    <a:pt x="3598418" y="0"/>
                  </a:lnTo>
                  <a:lnTo>
                    <a:pt x="3598418" y="101371"/>
                  </a:lnTo>
                  <a:lnTo>
                    <a:pt x="3597859" y="111239"/>
                  </a:lnTo>
                  <a:lnTo>
                    <a:pt x="3576536" y="143027"/>
                  </a:lnTo>
                  <a:lnTo>
                    <a:pt x="3559606" y="143027"/>
                  </a:lnTo>
                  <a:lnTo>
                    <a:pt x="3537635" y="109943"/>
                  </a:lnTo>
                  <a:lnTo>
                    <a:pt x="3537051" y="99771"/>
                  </a:lnTo>
                  <a:lnTo>
                    <a:pt x="3537597" y="89281"/>
                  </a:lnTo>
                  <a:lnTo>
                    <a:pt x="3558705" y="56375"/>
                  </a:lnTo>
                  <a:lnTo>
                    <a:pt x="3575850" y="56375"/>
                  </a:lnTo>
                  <a:lnTo>
                    <a:pt x="3597833" y="90525"/>
                  </a:lnTo>
                  <a:lnTo>
                    <a:pt x="3598418" y="101371"/>
                  </a:lnTo>
                  <a:lnTo>
                    <a:pt x="3598418" y="0"/>
                  </a:lnTo>
                  <a:lnTo>
                    <a:pt x="3596614" y="0"/>
                  </a:lnTo>
                  <a:lnTo>
                    <a:pt x="3596614" y="56070"/>
                  </a:lnTo>
                  <a:lnTo>
                    <a:pt x="3593452" y="51435"/>
                  </a:lnTo>
                  <a:lnTo>
                    <a:pt x="3588943" y="47701"/>
                  </a:lnTo>
                  <a:lnTo>
                    <a:pt x="3583749" y="44818"/>
                  </a:lnTo>
                  <a:lnTo>
                    <a:pt x="3578339" y="41948"/>
                  </a:lnTo>
                  <a:lnTo>
                    <a:pt x="3572243" y="40513"/>
                  </a:lnTo>
                  <a:lnTo>
                    <a:pt x="3565474" y="40513"/>
                  </a:lnTo>
                  <a:lnTo>
                    <a:pt x="3530168" y="56832"/>
                  </a:lnTo>
                  <a:lnTo>
                    <a:pt x="3517417" y="99771"/>
                  </a:lnTo>
                  <a:lnTo>
                    <a:pt x="3517798" y="108204"/>
                  </a:lnTo>
                  <a:lnTo>
                    <a:pt x="3535921" y="147243"/>
                  </a:lnTo>
                  <a:lnTo>
                    <a:pt x="3566147" y="158813"/>
                  </a:lnTo>
                  <a:lnTo>
                    <a:pt x="3576015" y="157759"/>
                  </a:lnTo>
                  <a:lnTo>
                    <a:pt x="3584600" y="154597"/>
                  </a:lnTo>
                  <a:lnTo>
                    <a:pt x="3591915" y="149339"/>
                  </a:lnTo>
                  <a:lnTo>
                    <a:pt x="3597097" y="143027"/>
                  </a:lnTo>
                  <a:lnTo>
                    <a:pt x="3597960" y="141973"/>
                  </a:lnTo>
                  <a:lnTo>
                    <a:pt x="3597960" y="156248"/>
                  </a:lnTo>
                  <a:lnTo>
                    <a:pt x="3615791" y="156248"/>
                  </a:lnTo>
                  <a:lnTo>
                    <a:pt x="3615791" y="141973"/>
                  </a:lnTo>
                  <a:lnTo>
                    <a:pt x="3615791" y="56375"/>
                  </a:lnTo>
                  <a:lnTo>
                    <a:pt x="3615791" y="56070"/>
                  </a:lnTo>
                  <a:lnTo>
                    <a:pt x="3615791" y="0"/>
                  </a:lnTo>
                  <a:close/>
                </a:path>
                <a:path w="3748404" h="159385">
                  <a:moveTo>
                    <a:pt x="3748011" y="99428"/>
                  </a:moveTo>
                  <a:lnTo>
                    <a:pt x="3733800" y="56273"/>
                  </a:lnTo>
                  <a:lnTo>
                    <a:pt x="3733571" y="55956"/>
                  </a:lnTo>
                  <a:lnTo>
                    <a:pt x="3727704" y="50787"/>
                  </a:lnTo>
                  <a:lnTo>
                    <a:pt x="3727704" y="88773"/>
                  </a:lnTo>
                  <a:lnTo>
                    <a:pt x="3664305" y="88773"/>
                  </a:lnTo>
                  <a:lnTo>
                    <a:pt x="3687762" y="56273"/>
                  </a:lnTo>
                  <a:lnTo>
                    <a:pt x="3696563" y="56273"/>
                  </a:lnTo>
                  <a:lnTo>
                    <a:pt x="3727704" y="88773"/>
                  </a:lnTo>
                  <a:lnTo>
                    <a:pt x="3727704" y="50787"/>
                  </a:lnTo>
                  <a:lnTo>
                    <a:pt x="3725913" y="49199"/>
                  </a:lnTo>
                  <a:lnTo>
                    <a:pt x="3717150" y="44373"/>
                  </a:lnTo>
                  <a:lnTo>
                    <a:pt x="3707295" y="41478"/>
                  </a:lnTo>
                  <a:lnTo>
                    <a:pt x="3696335" y="40513"/>
                  </a:lnTo>
                  <a:lnTo>
                    <a:pt x="3685171" y="41490"/>
                  </a:lnTo>
                  <a:lnTo>
                    <a:pt x="3651694" y="64960"/>
                  </a:lnTo>
                  <a:lnTo>
                    <a:pt x="3643312" y="100596"/>
                  </a:lnTo>
                  <a:lnTo>
                    <a:pt x="3644239" y="113639"/>
                  </a:lnTo>
                  <a:lnTo>
                    <a:pt x="3665893" y="150202"/>
                  </a:lnTo>
                  <a:lnTo>
                    <a:pt x="3697465" y="158813"/>
                  </a:lnTo>
                  <a:lnTo>
                    <a:pt x="3706888" y="158216"/>
                  </a:lnTo>
                  <a:lnTo>
                    <a:pt x="3740670" y="137680"/>
                  </a:lnTo>
                  <a:lnTo>
                    <a:pt x="3747325" y="122250"/>
                  </a:lnTo>
                  <a:lnTo>
                    <a:pt x="3727475" y="119799"/>
                  </a:lnTo>
                  <a:lnTo>
                    <a:pt x="3724541" y="127901"/>
                  </a:lnTo>
                  <a:lnTo>
                    <a:pt x="3720706" y="133781"/>
                  </a:lnTo>
                  <a:lnTo>
                    <a:pt x="3715740" y="137490"/>
                  </a:lnTo>
                  <a:lnTo>
                    <a:pt x="3710559" y="141185"/>
                  </a:lnTo>
                  <a:lnTo>
                    <a:pt x="3704691" y="143027"/>
                  </a:lnTo>
                  <a:lnTo>
                    <a:pt x="3697465" y="143027"/>
                  </a:lnTo>
                  <a:lnTo>
                    <a:pt x="3666363" y="121018"/>
                  </a:lnTo>
                  <a:lnTo>
                    <a:pt x="3663175" y="104559"/>
                  </a:lnTo>
                  <a:lnTo>
                    <a:pt x="3748011" y="104559"/>
                  </a:lnTo>
                  <a:lnTo>
                    <a:pt x="3748011" y="99428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71210" y="4733163"/>
              <a:ext cx="136694" cy="15881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85063" y="4733175"/>
              <a:ext cx="1263650" cy="202565"/>
            </a:xfrm>
            <a:custGeom>
              <a:avLst/>
              <a:gdLst/>
              <a:ahLst/>
              <a:cxnLst/>
              <a:rect l="l" t="t" r="r" b="b"/>
              <a:pathLst>
                <a:path w="1263650" h="202564">
                  <a:moveTo>
                    <a:pt x="104165" y="43065"/>
                  </a:moveTo>
                  <a:lnTo>
                    <a:pt x="84378" y="43065"/>
                  </a:lnTo>
                  <a:lnTo>
                    <a:pt x="56083" y="120510"/>
                  </a:lnTo>
                  <a:lnTo>
                    <a:pt x="53695" y="127685"/>
                  </a:lnTo>
                  <a:lnTo>
                    <a:pt x="51981" y="133654"/>
                  </a:lnTo>
                  <a:lnTo>
                    <a:pt x="49771" y="125768"/>
                  </a:lnTo>
                  <a:lnTo>
                    <a:pt x="47358" y="118160"/>
                  </a:lnTo>
                  <a:lnTo>
                    <a:pt x="20332" y="43065"/>
                  </a:lnTo>
                  <a:lnTo>
                    <a:pt x="0" y="43065"/>
                  </a:lnTo>
                  <a:lnTo>
                    <a:pt x="43205" y="156248"/>
                  </a:lnTo>
                  <a:lnTo>
                    <a:pt x="61188" y="156248"/>
                  </a:lnTo>
                  <a:lnTo>
                    <a:pt x="69773" y="133654"/>
                  </a:lnTo>
                  <a:lnTo>
                    <a:pt x="104165" y="43065"/>
                  </a:lnTo>
                  <a:close/>
                </a:path>
                <a:path w="1263650" h="202564">
                  <a:moveTo>
                    <a:pt x="222808" y="99441"/>
                  </a:moveTo>
                  <a:lnTo>
                    <a:pt x="222072" y="88785"/>
                  </a:lnTo>
                  <a:lnTo>
                    <a:pt x="221894" y="86207"/>
                  </a:lnTo>
                  <a:lnTo>
                    <a:pt x="219189" y="74549"/>
                  </a:lnTo>
                  <a:lnTo>
                    <a:pt x="214668" y="64465"/>
                  </a:lnTo>
                  <a:lnTo>
                    <a:pt x="208597" y="56273"/>
                  </a:lnTo>
                  <a:lnTo>
                    <a:pt x="208368" y="55956"/>
                  </a:lnTo>
                  <a:lnTo>
                    <a:pt x="202476" y="50825"/>
                  </a:lnTo>
                  <a:lnTo>
                    <a:pt x="202476" y="88785"/>
                  </a:lnTo>
                  <a:lnTo>
                    <a:pt x="139052" y="88785"/>
                  </a:lnTo>
                  <a:lnTo>
                    <a:pt x="162521" y="56273"/>
                  </a:lnTo>
                  <a:lnTo>
                    <a:pt x="171335" y="56273"/>
                  </a:lnTo>
                  <a:lnTo>
                    <a:pt x="202476" y="88785"/>
                  </a:lnTo>
                  <a:lnTo>
                    <a:pt x="202476" y="50825"/>
                  </a:lnTo>
                  <a:lnTo>
                    <a:pt x="200621" y="49199"/>
                  </a:lnTo>
                  <a:lnTo>
                    <a:pt x="191833" y="44373"/>
                  </a:lnTo>
                  <a:lnTo>
                    <a:pt x="182003" y="41478"/>
                  </a:lnTo>
                  <a:lnTo>
                    <a:pt x="171132" y="40513"/>
                  </a:lnTo>
                  <a:lnTo>
                    <a:pt x="159918" y="41490"/>
                  </a:lnTo>
                  <a:lnTo>
                    <a:pt x="126390" y="64960"/>
                  </a:lnTo>
                  <a:lnTo>
                    <a:pt x="118084" y="100609"/>
                  </a:lnTo>
                  <a:lnTo>
                    <a:pt x="118999" y="113652"/>
                  </a:lnTo>
                  <a:lnTo>
                    <a:pt x="140627" y="150202"/>
                  </a:lnTo>
                  <a:lnTo>
                    <a:pt x="172199" y="158813"/>
                  </a:lnTo>
                  <a:lnTo>
                    <a:pt x="181648" y="158203"/>
                  </a:lnTo>
                  <a:lnTo>
                    <a:pt x="215442" y="137680"/>
                  </a:lnTo>
                  <a:lnTo>
                    <a:pt x="222148" y="122250"/>
                  </a:lnTo>
                  <a:lnTo>
                    <a:pt x="202247" y="119799"/>
                  </a:lnTo>
                  <a:lnTo>
                    <a:pt x="199339" y="127901"/>
                  </a:lnTo>
                  <a:lnTo>
                    <a:pt x="195389" y="133794"/>
                  </a:lnTo>
                  <a:lnTo>
                    <a:pt x="185394" y="141185"/>
                  </a:lnTo>
                  <a:lnTo>
                    <a:pt x="179374" y="143040"/>
                  </a:lnTo>
                  <a:lnTo>
                    <a:pt x="172313" y="143040"/>
                  </a:lnTo>
                  <a:lnTo>
                    <a:pt x="141160" y="121031"/>
                  </a:lnTo>
                  <a:lnTo>
                    <a:pt x="137972" y="104559"/>
                  </a:lnTo>
                  <a:lnTo>
                    <a:pt x="222694" y="104559"/>
                  </a:lnTo>
                  <a:lnTo>
                    <a:pt x="222808" y="99441"/>
                  </a:lnTo>
                  <a:close/>
                </a:path>
                <a:path w="1263650" h="202564">
                  <a:moveTo>
                    <a:pt x="311467" y="46685"/>
                  </a:moveTo>
                  <a:lnTo>
                    <a:pt x="304774" y="42557"/>
                  </a:lnTo>
                  <a:lnTo>
                    <a:pt x="298157" y="40513"/>
                  </a:lnTo>
                  <a:lnTo>
                    <a:pt x="287197" y="40513"/>
                  </a:lnTo>
                  <a:lnTo>
                    <a:pt x="283070" y="41783"/>
                  </a:lnTo>
                  <a:lnTo>
                    <a:pt x="275577" y="46888"/>
                  </a:lnTo>
                  <a:lnTo>
                    <a:pt x="271487" y="52197"/>
                  </a:lnTo>
                  <a:lnTo>
                    <a:pt x="267068" y="60223"/>
                  </a:lnTo>
                  <a:lnTo>
                    <a:pt x="267068" y="43065"/>
                  </a:lnTo>
                  <a:lnTo>
                    <a:pt x="249745" y="43065"/>
                  </a:lnTo>
                  <a:lnTo>
                    <a:pt x="249745" y="156248"/>
                  </a:lnTo>
                  <a:lnTo>
                    <a:pt x="269011" y="156248"/>
                  </a:lnTo>
                  <a:lnTo>
                    <a:pt x="269011" y="88887"/>
                  </a:lnTo>
                  <a:lnTo>
                    <a:pt x="270065" y="81419"/>
                  </a:lnTo>
                  <a:lnTo>
                    <a:pt x="273634" y="70142"/>
                  </a:lnTo>
                  <a:lnTo>
                    <a:pt x="276021" y="66636"/>
                  </a:lnTo>
                  <a:lnTo>
                    <a:pt x="282727" y="61595"/>
                  </a:lnTo>
                  <a:lnTo>
                    <a:pt x="286524" y="60337"/>
                  </a:lnTo>
                  <a:lnTo>
                    <a:pt x="295427" y="60337"/>
                  </a:lnTo>
                  <a:lnTo>
                    <a:pt x="300126" y="61709"/>
                  </a:lnTo>
                  <a:lnTo>
                    <a:pt x="304838" y="64477"/>
                  </a:lnTo>
                  <a:lnTo>
                    <a:pt x="306387" y="60337"/>
                  </a:lnTo>
                  <a:lnTo>
                    <a:pt x="311467" y="46685"/>
                  </a:lnTo>
                  <a:close/>
                </a:path>
                <a:path w="1263650" h="202564">
                  <a:moveTo>
                    <a:pt x="418211" y="43065"/>
                  </a:moveTo>
                  <a:lnTo>
                    <a:pt x="398945" y="43065"/>
                  </a:lnTo>
                  <a:lnTo>
                    <a:pt x="374675" y="109029"/>
                  </a:lnTo>
                  <a:lnTo>
                    <a:pt x="372452" y="115366"/>
                  </a:lnTo>
                  <a:lnTo>
                    <a:pt x="370395" y="121767"/>
                  </a:lnTo>
                  <a:lnTo>
                    <a:pt x="368503" y="128257"/>
                  </a:lnTo>
                  <a:lnTo>
                    <a:pt x="366776" y="134823"/>
                  </a:lnTo>
                  <a:lnTo>
                    <a:pt x="364883" y="128028"/>
                  </a:lnTo>
                  <a:lnTo>
                    <a:pt x="362877" y="121399"/>
                  </a:lnTo>
                  <a:lnTo>
                    <a:pt x="360756" y="114922"/>
                  </a:lnTo>
                  <a:lnTo>
                    <a:pt x="358521" y="108610"/>
                  </a:lnTo>
                  <a:lnTo>
                    <a:pt x="334899" y="43065"/>
                  </a:lnTo>
                  <a:lnTo>
                    <a:pt x="314134" y="43065"/>
                  </a:lnTo>
                  <a:lnTo>
                    <a:pt x="357251" y="156464"/>
                  </a:lnTo>
                  <a:lnTo>
                    <a:pt x="356463" y="158521"/>
                  </a:lnTo>
                  <a:lnTo>
                    <a:pt x="355904" y="160083"/>
                  </a:lnTo>
                  <a:lnTo>
                    <a:pt x="355536" y="161150"/>
                  </a:lnTo>
                  <a:lnTo>
                    <a:pt x="352831" y="168757"/>
                  </a:lnTo>
                  <a:lnTo>
                    <a:pt x="337350" y="183527"/>
                  </a:lnTo>
                  <a:lnTo>
                    <a:pt x="329933" y="183527"/>
                  </a:lnTo>
                  <a:lnTo>
                    <a:pt x="326250" y="182968"/>
                  </a:lnTo>
                  <a:lnTo>
                    <a:pt x="322059" y="181825"/>
                  </a:lnTo>
                  <a:lnTo>
                    <a:pt x="324192" y="199834"/>
                  </a:lnTo>
                  <a:lnTo>
                    <a:pt x="328752" y="201396"/>
                  </a:lnTo>
                  <a:lnTo>
                    <a:pt x="332879" y="202184"/>
                  </a:lnTo>
                  <a:lnTo>
                    <a:pt x="342722" y="202184"/>
                  </a:lnTo>
                  <a:lnTo>
                    <a:pt x="368833" y="173913"/>
                  </a:lnTo>
                  <a:lnTo>
                    <a:pt x="383768" y="134823"/>
                  </a:lnTo>
                  <a:lnTo>
                    <a:pt x="418211" y="43065"/>
                  </a:lnTo>
                  <a:close/>
                </a:path>
                <a:path w="1263650" h="202564">
                  <a:moveTo>
                    <a:pt x="562102" y="46685"/>
                  </a:moveTo>
                  <a:lnTo>
                    <a:pt x="555371" y="42557"/>
                  </a:lnTo>
                  <a:lnTo>
                    <a:pt x="548779" y="40513"/>
                  </a:lnTo>
                  <a:lnTo>
                    <a:pt x="537794" y="40513"/>
                  </a:lnTo>
                  <a:lnTo>
                    <a:pt x="533692" y="41783"/>
                  </a:lnTo>
                  <a:lnTo>
                    <a:pt x="526199" y="46888"/>
                  </a:lnTo>
                  <a:lnTo>
                    <a:pt x="522122" y="52197"/>
                  </a:lnTo>
                  <a:lnTo>
                    <a:pt x="517690" y="60223"/>
                  </a:lnTo>
                  <a:lnTo>
                    <a:pt x="517690" y="43065"/>
                  </a:lnTo>
                  <a:lnTo>
                    <a:pt x="500367" y="43065"/>
                  </a:lnTo>
                  <a:lnTo>
                    <a:pt x="500367" y="156248"/>
                  </a:lnTo>
                  <a:lnTo>
                    <a:pt x="519633" y="156248"/>
                  </a:lnTo>
                  <a:lnTo>
                    <a:pt x="519633" y="88887"/>
                  </a:lnTo>
                  <a:lnTo>
                    <a:pt x="520700" y="81419"/>
                  </a:lnTo>
                  <a:lnTo>
                    <a:pt x="524256" y="70142"/>
                  </a:lnTo>
                  <a:lnTo>
                    <a:pt x="526656" y="66636"/>
                  </a:lnTo>
                  <a:lnTo>
                    <a:pt x="533349" y="61595"/>
                  </a:lnTo>
                  <a:lnTo>
                    <a:pt x="537121" y="60337"/>
                  </a:lnTo>
                  <a:lnTo>
                    <a:pt x="546036" y="60337"/>
                  </a:lnTo>
                  <a:lnTo>
                    <a:pt x="550748" y="61709"/>
                  </a:lnTo>
                  <a:lnTo>
                    <a:pt x="555459" y="64477"/>
                  </a:lnTo>
                  <a:lnTo>
                    <a:pt x="557009" y="60337"/>
                  </a:lnTo>
                  <a:lnTo>
                    <a:pt x="562102" y="46685"/>
                  </a:lnTo>
                  <a:close/>
                </a:path>
                <a:path w="1263650" h="202564">
                  <a:moveTo>
                    <a:pt x="673963" y="99441"/>
                  </a:moveTo>
                  <a:lnTo>
                    <a:pt x="659752" y="56273"/>
                  </a:lnTo>
                  <a:lnTo>
                    <a:pt x="659523" y="55956"/>
                  </a:lnTo>
                  <a:lnTo>
                    <a:pt x="653630" y="50812"/>
                  </a:lnTo>
                  <a:lnTo>
                    <a:pt x="653630" y="88785"/>
                  </a:lnTo>
                  <a:lnTo>
                    <a:pt x="590207" y="88785"/>
                  </a:lnTo>
                  <a:lnTo>
                    <a:pt x="613676" y="56273"/>
                  </a:lnTo>
                  <a:lnTo>
                    <a:pt x="622515" y="56273"/>
                  </a:lnTo>
                  <a:lnTo>
                    <a:pt x="653630" y="88785"/>
                  </a:lnTo>
                  <a:lnTo>
                    <a:pt x="653630" y="50812"/>
                  </a:lnTo>
                  <a:lnTo>
                    <a:pt x="651789" y="49199"/>
                  </a:lnTo>
                  <a:lnTo>
                    <a:pt x="643001" y="44373"/>
                  </a:lnTo>
                  <a:lnTo>
                    <a:pt x="633171" y="41478"/>
                  </a:lnTo>
                  <a:lnTo>
                    <a:pt x="622300" y="40513"/>
                  </a:lnTo>
                  <a:lnTo>
                    <a:pt x="611073" y="41490"/>
                  </a:lnTo>
                  <a:lnTo>
                    <a:pt x="577545" y="64960"/>
                  </a:lnTo>
                  <a:lnTo>
                    <a:pt x="569328" y="99441"/>
                  </a:lnTo>
                  <a:lnTo>
                    <a:pt x="569366" y="102285"/>
                  </a:lnTo>
                  <a:lnTo>
                    <a:pt x="583844" y="143510"/>
                  </a:lnTo>
                  <a:lnTo>
                    <a:pt x="623379" y="158813"/>
                  </a:lnTo>
                  <a:lnTo>
                    <a:pt x="632828" y="158203"/>
                  </a:lnTo>
                  <a:lnTo>
                    <a:pt x="662444" y="143040"/>
                  </a:lnTo>
                  <a:lnTo>
                    <a:pt x="666610" y="137680"/>
                  </a:lnTo>
                  <a:lnTo>
                    <a:pt x="670471" y="130454"/>
                  </a:lnTo>
                  <a:lnTo>
                    <a:pt x="673328" y="122250"/>
                  </a:lnTo>
                  <a:lnTo>
                    <a:pt x="653427" y="119799"/>
                  </a:lnTo>
                  <a:lnTo>
                    <a:pt x="650494" y="127901"/>
                  </a:lnTo>
                  <a:lnTo>
                    <a:pt x="646544" y="133794"/>
                  </a:lnTo>
                  <a:lnTo>
                    <a:pt x="636574" y="141185"/>
                  </a:lnTo>
                  <a:lnTo>
                    <a:pt x="630555" y="143040"/>
                  </a:lnTo>
                  <a:lnTo>
                    <a:pt x="623493" y="143040"/>
                  </a:lnTo>
                  <a:lnTo>
                    <a:pt x="592328" y="121031"/>
                  </a:lnTo>
                  <a:lnTo>
                    <a:pt x="589153" y="104559"/>
                  </a:lnTo>
                  <a:lnTo>
                    <a:pt x="673849" y="104559"/>
                  </a:lnTo>
                  <a:lnTo>
                    <a:pt x="673963" y="99441"/>
                  </a:lnTo>
                  <a:close/>
                </a:path>
                <a:path w="1263650" h="202564">
                  <a:moveTo>
                    <a:pt x="799211" y="156248"/>
                  </a:moveTo>
                  <a:lnTo>
                    <a:pt x="793115" y="99441"/>
                  </a:lnTo>
                  <a:lnTo>
                    <a:pt x="793115" y="74726"/>
                  </a:lnTo>
                  <a:lnTo>
                    <a:pt x="792797" y="68808"/>
                  </a:lnTo>
                  <a:lnTo>
                    <a:pt x="758863" y="40513"/>
                  </a:lnTo>
                  <a:lnTo>
                    <a:pt x="749160" y="40513"/>
                  </a:lnTo>
                  <a:lnTo>
                    <a:pt x="710285" y="50965"/>
                  </a:lnTo>
                  <a:lnTo>
                    <a:pt x="706361" y="55930"/>
                  </a:lnTo>
                  <a:lnTo>
                    <a:pt x="702462" y="60833"/>
                  </a:lnTo>
                  <a:lnTo>
                    <a:pt x="699643" y="67335"/>
                  </a:lnTo>
                  <a:lnTo>
                    <a:pt x="697928" y="75349"/>
                  </a:lnTo>
                  <a:lnTo>
                    <a:pt x="716737" y="77914"/>
                  </a:lnTo>
                  <a:lnTo>
                    <a:pt x="718820" y="69888"/>
                  </a:lnTo>
                  <a:lnTo>
                    <a:pt x="722020" y="64300"/>
                  </a:lnTo>
                  <a:lnTo>
                    <a:pt x="730643" y="57950"/>
                  </a:lnTo>
                  <a:lnTo>
                    <a:pt x="737311" y="56375"/>
                  </a:lnTo>
                  <a:lnTo>
                    <a:pt x="756069" y="56375"/>
                  </a:lnTo>
                  <a:lnTo>
                    <a:pt x="763371" y="58559"/>
                  </a:lnTo>
                  <a:lnTo>
                    <a:pt x="771956" y="66090"/>
                  </a:lnTo>
                  <a:lnTo>
                    <a:pt x="773760" y="71602"/>
                  </a:lnTo>
                  <a:lnTo>
                    <a:pt x="773645" y="84416"/>
                  </a:lnTo>
                  <a:lnTo>
                    <a:pt x="773645" y="99441"/>
                  </a:lnTo>
                  <a:lnTo>
                    <a:pt x="773645" y="114935"/>
                  </a:lnTo>
                  <a:lnTo>
                    <a:pt x="772629" y="121323"/>
                  </a:lnTo>
                  <a:lnTo>
                    <a:pt x="767842" y="131267"/>
                  </a:lnTo>
                  <a:lnTo>
                    <a:pt x="763600" y="135699"/>
                  </a:lnTo>
                  <a:lnTo>
                    <a:pt x="752055" y="142163"/>
                  </a:lnTo>
                  <a:lnTo>
                    <a:pt x="745439" y="143776"/>
                  </a:lnTo>
                  <a:lnTo>
                    <a:pt x="730554" y="143776"/>
                  </a:lnTo>
                  <a:lnTo>
                    <a:pt x="724865" y="142074"/>
                  </a:lnTo>
                  <a:lnTo>
                    <a:pt x="717080" y="135255"/>
                  </a:lnTo>
                  <a:lnTo>
                    <a:pt x="715137" y="130987"/>
                  </a:lnTo>
                  <a:lnTo>
                    <a:pt x="715137" y="122529"/>
                  </a:lnTo>
                  <a:lnTo>
                    <a:pt x="742213" y="106692"/>
                  </a:lnTo>
                  <a:lnTo>
                    <a:pt x="752030" y="105117"/>
                  </a:lnTo>
                  <a:lnTo>
                    <a:pt x="760552" y="103390"/>
                  </a:lnTo>
                  <a:lnTo>
                    <a:pt x="767753" y="101498"/>
                  </a:lnTo>
                  <a:lnTo>
                    <a:pt x="773645" y="99441"/>
                  </a:lnTo>
                  <a:lnTo>
                    <a:pt x="773645" y="84416"/>
                  </a:lnTo>
                  <a:lnTo>
                    <a:pt x="767372" y="86271"/>
                  </a:lnTo>
                  <a:lnTo>
                    <a:pt x="759561" y="87985"/>
                  </a:lnTo>
                  <a:lnTo>
                    <a:pt x="750214" y="89573"/>
                  </a:lnTo>
                  <a:lnTo>
                    <a:pt x="739330" y="91020"/>
                  </a:lnTo>
                  <a:lnTo>
                    <a:pt x="731697" y="91948"/>
                  </a:lnTo>
                  <a:lnTo>
                    <a:pt x="725995" y="92900"/>
                  </a:lnTo>
                  <a:lnTo>
                    <a:pt x="694601" y="120865"/>
                  </a:lnTo>
                  <a:lnTo>
                    <a:pt x="694601" y="135851"/>
                  </a:lnTo>
                  <a:lnTo>
                    <a:pt x="733437" y="158813"/>
                  </a:lnTo>
                  <a:lnTo>
                    <a:pt x="740994" y="158813"/>
                  </a:lnTo>
                  <a:lnTo>
                    <a:pt x="748080" y="157568"/>
                  </a:lnTo>
                  <a:lnTo>
                    <a:pt x="761250" y="152590"/>
                  </a:lnTo>
                  <a:lnTo>
                    <a:pt x="768121" y="148323"/>
                  </a:lnTo>
                  <a:lnTo>
                    <a:pt x="773506" y="143776"/>
                  </a:lnTo>
                  <a:lnTo>
                    <a:pt x="775271" y="142290"/>
                  </a:lnTo>
                  <a:lnTo>
                    <a:pt x="775830" y="147612"/>
                  </a:lnTo>
                  <a:lnTo>
                    <a:pt x="777113" y="152273"/>
                  </a:lnTo>
                  <a:lnTo>
                    <a:pt x="779106" y="156248"/>
                  </a:lnTo>
                  <a:lnTo>
                    <a:pt x="799211" y="156248"/>
                  </a:lnTo>
                  <a:close/>
                </a:path>
                <a:path w="1263650" h="202564">
                  <a:moveTo>
                    <a:pt x="919645" y="117233"/>
                  </a:moveTo>
                  <a:lnTo>
                    <a:pt x="900709" y="114795"/>
                  </a:lnTo>
                  <a:lnTo>
                    <a:pt x="899363" y="124383"/>
                  </a:lnTo>
                  <a:lnTo>
                    <a:pt x="896162" y="131483"/>
                  </a:lnTo>
                  <a:lnTo>
                    <a:pt x="886028" y="140728"/>
                  </a:lnTo>
                  <a:lnTo>
                    <a:pt x="879729" y="143040"/>
                  </a:lnTo>
                  <a:lnTo>
                    <a:pt x="862736" y="143040"/>
                  </a:lnTo>
                  <a:lnTo>
                    <a:pt x="841044" y="110172"/>
                  </a:lnTo>
                  <a:lnTo>
                    <a:pt x="840498" y="99542"/>
                  </a:lnTo>
                  <a:lnTo>
                    <a:pt x="841070" y="89065"/>
                  </a:lnTo>
                  <a:lnTo>
                    <a:pt x="866305" y="56921"/>
                  </a:lnTo>
                  <a:lnTo>
                    <a:pt x="873239" y="56273"/>
                  </a:lnTo>
                  <a:lnTo>
                    <a:pt x="879640" y="56273"/>
                  </a:lnTo>
                  <a:lnTo>
                    <a:pt x="899109" y="79197"/>
                  </a:lnTo>
                  <a:lnTo>
                    <a:pt x="917841" y="76327"/>
                  </a:lnTo>
                  <a:lnTo>
                    <a:pt x="915657" y="68224"/>
                  </a:lnTo>
                  <a:lnTo>
                    <a:pt x="912406" y="61112"/>
                  </a:lnTo>
                  <a:lnTo>
                    <a:pt x="909002" y="56273"/>
                  </a:lnTo>
                  <a:lnTo>
                    <a:pt x="908100" y="54991"/>
                  </a:lnTo>
                  <a:lnTo>
                    <a:pt x="872490" y="40513"/>
                  </a:lnTo>
                  <a:lnTo>
                    <a:pt x="865301" y="40932"/>
                  </a:lnTo>
                  <a:lnTo>
                    <a:pt x="830262" y="61556"/>
                  </a:lnTo>
                  <a:lnTo>
                    <a:pt x="820712" y="100076"/>
                  </a:lnTo>
                  <a:lnTo>
                    <a:pt x="821601" y="113436"/>
                  </a:lnTo>
                  <a:lnTo>
                    <a:pt x="842543" y="150266"/>
                  </a:lnTo>
                  <a:lnTo>
                    <a:pt x="872375" y="158813"/>
                  </a:lnTo>
                  <a:lnTo>
                    <a:pt x="881316" y="158115"/>
                  </a:lnTo>
                  <a:lnTo>
                    <a:pt x="914133" y="134632"/>
                  </a:lnTo>
                  <a:lnTo>
                    <a:pt x="917498" y="126466"/>
                  </a:lnTo>
                  <a:lnTo>
                    <a:pt x="919645" y="117233"/>
                  </a:lnTo>
                  <a:close/>
                </a:path>
                <a:path w="1263650" h="202564">
                  <a:moveTo>
                    <a:pt x="984262" y="156032"/>
                  </a:moveTo>
                  <a:lnTo>
                    <a:pt x="981583" y="139839"/>
                  </a:lnTo>
                  <a:lnTo>
                    <a:pt x="981468" y="139090"/>
                  </a:lnTo>
                  <a:lnTo>
                    <a:pt x="977988" y="139585"/>
                  </a:lnTo>
                  <a:lnTo>
                    <a:pt x="975169" y="139839"/>
                  </a:lnTo>
                  <a:lnTo>
                    <a:pt x="970165" y="139839"/>
                  </a:lnTo>
                  <a:lnTo>
                    <a:pt x="962101" y="129641"/>
                  </a:lnTo>
                  <a:lnTo>
                    <a:pt x="962101" y="57975"/>
                  </a:lnTo>
                  <a:lnTo>
                    <a:pt x="981468" y="57975"/>
                  </a:lnTo>
                  <a:lnTo>
                    <a:pt x="981468" y="43065"/>
                  </a:lnTo>
                  <a:lnTo>
                    <a:pt x="962101" y="43065"/>
                  </a:lnTo>
                  <a:lnTo>
                    <a:pt x="962101" y="3530"/>
                  </a:lnTo>
                  <a:lnTo>
                    <a:pt x="942975" y="15036"/>
                  </a:lnTo>
                  <a:lnTo>
                    <a:pt x="942975" y="43065"/>
                  </a:lnTo>
                  <a:lnTo>
                    <a:pt x="928852" y="43065"/>
                  </a:lnTo>
                  <a:lnTo>
                    <a:pt x="928852" y="57975"/>
                  </a:lnTo>
                  <a:lnTo>
                    <a:pt x="942975" y="57975"/>
                  </a:lnTo>
                  <a:lnTo>
                    <a:pt x="942975" y="134620"/>
                  </a:lnTo>
                  <a:lnTo>
                    <a:pt x="943762" y="142163"/>
                  </a:lnTo>
                  <a:lnTo>
                    <a:pt x="946899" y="149339"/>
                  </a:lnTo>
                  <a:lnTo>
                    <a:pt x="949604" y="152234"/>
                  </a:lnTo>
                  <a:lnTo>
                    <a:pt x="957300" y="156641"/>
                  </a:lnTo>
                  <a:lnTo>
                    <a:pt x="962710" y="157746"/>
                  </a:lnTo>
                  <a:lnTo>
                    <a:pt x="974001" y="157746"/>
                  </a:lnTo>
                  <a:lnTo>
                    <a:pt x="978827" y="157175"/>
                  </a:lnTo>
                  <a:lnTo>
                    <a:pt x="984262" y="156032"/>
                  </a:lnTo>
                  <a:close/>
                </a:path>
                <a:path w="1263650" h="202564">
                  <a:moveTo>
                    <a:pt x="1021473" y="43065"/>
                  </a:moveTo>
                  <a:lnTo>
                    <a:pt x="1002220" y="43065"/>
                  </a:lnTo>
                  <a:lnTo>
                    <a:pt x="1002220" y="156248"/>
                  </a:lnTo>
                  <a:lnTo>
                    <a:pt x="1021473" y="156248"/>
                  </a:lnTo>
                  <a:lnTo>
                    <a:pt x="1021473" y="43065"/>
                  </a:lnTo>
                  <a:close/>
                </a:path>
                <a:path w="1263650" h="202564">
                  <a:moveTo>
                    <a:pt x="1021473" y="0"/>
                  </a:moveTo>
                  <a:lnTo>
                    <a:pt x="1002220" y="0"/>
                  </a:lnTo>
                  <a:lnTo>
                    <a:pt x="1002220" y="22072"/>
                  </a:lnTo>
                  <a:lnTo>
                    <a:pt x="1021473" y="22072"/>
                  </a:lnTo>
                  <a:lnTo>
                    <a:pt x="1021473" y="0"/>
                  </a:lnTo>
                  <a:close/>
                </a:path>
                <a:path w="1263650" h="202564">
                  <a:moveTo>
                    <a:pt x="1144790" y="43065"/>
                  </a:moveTo>
                  <a:lnTo>
                    <a:pt x="1125004" y="43065"/>
                  </a:lnTo>
                  <a:lnTo>
                    <a:pt x="1099756" y="112128"/>
                  </a:lnTo>
                  <a:lnTo>
                    <a:pt x="1096708" y="120510"/>
                  </a:lnTo>
                  <a:lnTo>
                    <a:pt x="1094320" y="127685"/>
                  </a:lnTo>
                  <a:lnTo>
                    <a:pt x="1092606" y="133654"/>
                  </a:lnTo>
                  <a:lnTo>
                    <a:pt x="1090396" y="125768"/>
                  </a:lnTo>
                  <a:lnTo>
                    <a:pt x="1087958" y="118160"/>
                  </a:lnTo>
                  <a:lnTo>
                    <a:pt x="1060958" y="43065"/>
                  </a:lnTo>
                  <a:lnTo>
                    <a:pt x="1040625" y="43065"/>
                  </a:lnTo>
                  <a:lnTo>
                    <a:pt x="1083830" y="156248"/>
                  </a:lnTo>
                  <a:lnTo>
                    <a:pt x="1101813" y="156248"/>
                  </a:lnTo>
                  <a:lnTo>
                    <a:pt x="1110399" y="133654"/>
                  </a:lnTo>
                  <a:lnTo>
                    <a:pt x="1144790" y="43065"/>
                  </a:lnTo>
                  <a:close/>
                </a:path>
                <a:path w="1263650" h="202564">
                  <a:moveTo>
                    <a:pt x="1263434" y="99441"/>
                  </a:moveTo>
                  <a:lnTo>
                    <a:pt x="1262697" y="88785"/>
                  </a:lnTo>
                  <a:lnTo>
                    <a:pt x="1262519" y="86207"/>
                  </a:lnTo>
                  <a:lnTo>
                    <a:pt x="1259814" y="74549"/>
                  </a:lnTo>
                  <a:lnTo>
                    <a:pt x="1255306" y="64465"/>
                  </a:lnTo>
                  <a:lnTo>
                    <a:pt x="1249222" y="56273"/>
                  </a:lnTo>
                  <a:lnTo>
                    <a:pt x="1248994" y="55956"/>
                  </a:lnTo>
                  <a:lnTo>
                    <a:pt x="1243101" y="50825"/>
                  </a:lnTo>
                  <a:lnTo>
                    <a:pt x="1243101" y="88785"/>
                  </a:lnTo>
                  <a:lnTo>
                    <a:pt x="1179677" y="88785"/>
                  </a:lnTo>
                  <a:lnTo>
                    <a:pt x="1203121" y="56273"/>
                  </a:lnTo>
                  <a:lnTo>
                    <a:pt x="1211961" y="56273"/>
                  </a:lnTo>
                  <a:lnTo>
                    <a:pt x="1243101" y="88785"/>
                  </a:lnTo>
                  <a:lnTo>
                    <a:pt x="1243101" y="50825"/>
                  </a:lnTo>
                  <a:lnTo>
                    <a:pt x="1241247" y="49199"/>
                  </a:lnTo>
                  <a:lnTo>
                    <a:pt x="1232458" y="44373"/>
                  </a:lnTo>
                  <a:lnTo>
                    <a:pt x="1222629" y="41478"/>
                  </a:lnTo>
                  <a:lnTo>
                    <a:pt x="1211757" y="40513"/>
                  </a:lnTo>
                  <a:lnTo>
                    <a:pt x="1200543" y="41490"/>
                  </a:lnTo>
                  <a:lnTo>
                    <a:pt x="1167015" y="64960"/>
                  </a:lnTo>
                  <a:lnTo>
                    <a:pt x="1158722" y="100609"/>
                  </a:lnTo>
                  <a:lnTo>
                    <a:pt x="1159624" y="113652"/>
                  </a:lnTo>
                  <a:lnTo>
                    <a:pt x="1181252" y="150202"/>
                  </a:lnTo>
                  <a:lnTo>
                    <a:pt x="1212824" y="158813"/>
                  </a:lnTo>
                  <a:lnTo>
                    <a:pt x="1222273" y="158203"/>
                  </a:lnTo>
                  <a:lnTo>
                    <a:pt x="1256055" y="137680"/>
                  </a:lnTo>
                  <a:lnTo>
                    <a:pt x="1262773" y="122250"/>
                  </a:lnTo>
                  <a:lnTo>
                    <a:pt x="1242872" y="119799"/>
                  </a:lnTo>
                  <a:lnTo>
                    <a:pt x="1239964" y="127901"/>
                  </a:lnTo>
                  <a:lnTo>
                    <a:pt x="1235989" y="133794"/>
                  </a:lnTo>
                  <a:lnTo>
                    <a:pt x="1226019" y="141185"/>
                  </a:lnTo>
                  <a:lnTo>
                    <a:pt x="1220000" y="143040"/>
                  </a:lnTo>
                  <a:lnTo>
                    <a:pt x="1212938" y="143040"/>
                  </a:lnTo>
                  <a:lnTo>
                    <a:pt x="1181785" y="121031"/>
                  </a:lnTo>
                  <a:lnTo>
                    <a:pt x="1178598" y="104559"/>
                  </a:lnTo>
                  <a:lnTo>
                    <a:pt x="1263319" y="104559"/>
                  </a:lnTo>
                  <a:lnTo>
                    <a:pt x="1263434" y="99441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74344" y="4191137"/>
              <a:ext cx="4045585" cy="793750"/>
            </a:xfrm>
            <a:custGeom>
              <a:avLst/>
              <a:gdLst/>
              <a:ahLst/>
              <a:cxnLst/>
              <a:rect l="l" t="t" r="r" b="b"/>
              <a:pathLst>
                <a:path w="4045585" h="793750">
                  <a:moveTo>
                    <a:pt x="0" y="712690"/>
                  </a:moveTo>
                  <a:lnTo>
                    <a:pt x="23799" y="769911"/>
                  </a:lnTo>
                  <a:lnTo>
                    <a:pt x="81224" y="793626"/>
                  </a:lnTo>
                  <a:lnTo>
                    <a:pt x="3964126" y="793626"/>
                  </a:lnTo>
                  <a:lnTo>
                    <a:pt x="3995759" y="787262"/>
                  </a:lnTo>
                  <a:lnTo>
                    <a:pt x="4021575" y="769911"/>
                  </a:lnTo>
                  <a:lnTo>
                    <a:pt x="4038973" y="744184"/>
                  </a:lnTo>
                  <a:lnTo>
                    <a:pt x="4039888" y="739668"/>
                  </a:lnTo>
                  <a:lnTo>
                    <a:pt x="27074" y="739668"/>
                  </a:lnTo>
                  <a:lnTo>
                    <a:pt x="0" y="712690"/>
                  </a:lnTo>
                  <a:close/>
                </a:path>
                <a:path w="4045585" h="793750">
                  <a:moveTo>
                    <a:pt x="3914050" y="739668"/>
                  </a:moveTo>
                  <a:lnTo>
                    <a:pt x="3909976" y="739668"/>
                  </a:lnTo>
                  <a:lnTo>
                    <a:pt x="3914050" y="739668"/>
                  </a:lnTo>
                  <a:close/>
                </a:path>
                <a:path w="4045585" h="793750">
                  <a:moveTo>
                    <a:pt x="3964126" y="0"/>
                  </a:moveTo>
                  <a:lnTo>
                    <a:pt x="3991201" y="26978"/>
                  </a:lnTo>
                  <a:lnTo>
                    <a:pt x="3991201" y="658734"/>
                  </a:lnTo>
                  <a:lnTo>
                    <a:pt x="3984823" y="690227"/>
                  </a:lnTo>
                  <a:lnTo>
                    <a:pt x="3967426" y="715954"/>
                  </a:lnTo>
                  <a:lnTo>
                    <a:pt x="3941609" y="733305"/>
                  </a:lnTo>
                  <a:lnTo>
                    <a:pt x="3909976" y="739668"/>
                  </a:lnTo>
                  <a:lnTo>
                    <a:pt x="4039888" y="739668"/>
                  </a:lnTo>
                  <a:lnTo>
                    <a:pt x="4045351" y="712692"/>
                  </a:lnTo>
                  <a:lnTo>
                    <a:pt x="4045351" y="80936"/>
                  </a:lnTo>
                  <a:lnTo>
                    <a:pt x="4038973" y="49443"/>
                  </a:lnTo>
                  <a:lnTo>
                    <a:pt x="4021575" y="23716"/>
                  </a:lnTo>
                  <a:lnTo>
                    <a:pt x="3995759" y="6364"/>
                  </a:lnTo>
                  <a:lnTo>
                    <a:pt x="3964126" y="0"/>
                  </a:lnTo>
                  <a:close/>
                </a:path>
              </a:pathLst>
            </a:custGeom>
            <a:solidFill>
              <a:srgbClr val="FF00FF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20197" y="4137179"/>
              <a:ext cx="4045585" cy="793750"/>
            </a:xfrm>
            <a:custGeom>
              <a:avLst/>
              <a:gdLst/>
              <a:ahLst/>
              <a:cxnLst/>
              <a:rect l="l" t="t" r="r" b="b"/>
              <a:pathLst>
                <a:path w="4045585" h="793750">
                  <a:moveTo>
                    <a:pt x="0" y="712692"/>
                  </a:moveTo>
                  <a:lnTo>
                    <a:pt x="0" y="347458"/>
                  </a:lnTo>
                  <a:lnTo>
                    <a:pt x="0" y="159905"/>
                  </a:lnTo>
                  <a:lnTo>
                    <a:pt x="0" y="90807"/>
                  </a:lnTo>
                  <a:lnTo>
                    <a:pt x="6386" y="49443"/>
                  </a:lnTo>
                  <a:lnTo>
                    <a:pt x="49617" y="6364"/>
                  </a:lnTo>
                  <a:lnTo>
                    <a:pt x="81222" y="0"/>
                  </a:lnTo>
                  <a:lnTo>
                    <a:pt x="2326024" y="0"/>
                  </a:lnTo>
                  <a:lnTo>
                    <a:pt x="3478761" y="0"/>
                  </a:lnTo>
                  <a:lnTo>
                    <a:pt x="3903453" y="0"/>
                  </a:lnTo>
                  <a:lnTo>
                    <a:pt x="3964123" y="0"/>
                  </a:lnTo>
                  <a:lnTo>
                    <a:pt x="4021573" y="23716"/>
                  </a:lnTo>
                  <a:lnTo>
                    <a:pt x="4045348" y="80936"/>
                  </a:lnTo>
                  <a:lnTo>
                    <a:pt x="4045348" y="446170"/>
                  </a:lnTo>
                  <a:lnTo>
                    <a:pt x="4045348" y="633722"/>
                  </a:lnTo>
                  <a:lnTo>
                    <a:pt x="4045348" y="702821"/>
                  </a:lnTo>
                  <a:lnTo>
                    <a:pt x="4045348" y="712692"/>
                  </a:lnTo>
                  <a:lnTo>
                    <a:pt x="4038971" y="744185"/>
                  </a:lnTo>
                  <a:lnTo>
                    <a:pt x="4021573" y="769912"/>
                  </a:lnTo>
                  <a:lnTo>
                    <a:pt x="3995757" y="787263"/>
                  </a:lnTo>
                  <a:lnTo>
                    <a:pt x="3964123" y="793626"/>
                  </a:lnTo>
                  <a:lnTo>
                    <a:pt x="1719321" y="793626"/>
                  </a:lnTo>
                  <a:lnTo>
                    <a:pt x="566585" y="793626"/>
                  </a:lnTo>
                  <a:lnTo>
                    <a:pt x="141892" y="793626"/>
                  </a:lnTo>
                  <a:lnTo>
                    <a:pt x="81222" y="793626"/>
                  </a:lnTo>
                  <a:lnTo>
                    <a:pt x="49617" y="787262"/>
                  </a:lnTo>
                  <a:lnTo>
                    <a:pt x="23798" y="769912"/>
                  </a:lnTo>
                  <a:lnTo>
                    <a:pt x="6386" y="744185"/>
                  </a:lnTo>
                  <a:lnTo>
                    <a:pt x="0" y="712692"/>
                  </a:lnTo>
                  <a:close/>
                </a:path>
              </a:pathLst>
            </a:custGeom>
            <a:ln w="13491">
              <a:solidFill>
                <a:srgbClr val="FF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327508" y="3830363"/>
              <a:ext cx="258445" cy="257810"/>
            </a:xfrm>
            <a:custGeom>
              <a:avLst/>
              <a:gdLst/>
              <a:ahLst/>
              <a:cxnLst/>
              <a:rect l="l" t="t" r="r" b="b"/>
              <a:pathLst>
                <a:path w="258444" h="257810">
                  <a:moveTo>
                    <a:pt x="0" y="0"/>
                  </a:moveTo>
                  <a:lnTo>
                    <a:pt x="258272" y="257355"/>
                  </a:lnTo>
                </a:path>
              </a:pathLst>
            </a:custGeom>
            <a:ln w="13513">
              <a:solidFill>
                <a:srgbClr val="FF00FF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244097" y="3747220"/>
              <a:ext cx="123275" cy="122849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736375" y="2418427"/>
              <a:ext cx="97790" cy="1332230"/>
            </a:xfrm>
            <a:custGeom>
              <a:avLst/>
              <a:gdLst/>
              <a:ahLst/>
              <a:cxnLst/>
              <a:rect l="l" t="t" r="r" b="b"/>
              <a:pathLst>
                <a:path w="97789" h="1332229">
                  <a:moveTo>
                    <a:pt x="97244" y="1332056"/>
                  </a:moveTo>
                  <a:lnTo>
                    <a:pt x="0" y="1332056"/>
                  </a:lnTo>
                </a:path>
                <a:path w="97789" h="1332229">
                  <a:moveTo>
                    <a:pt x="0" y="1332056"/>
                  </a:moveTo>
                  <a:lnTo>
                    <a:pt x="0" y="0"/>
                  </a:lnTo>
                </a:path>
                <a:path w="97789" h="1332229">
                  <a:moveTo>
                    <a:pt x="0" y="0"/>
                  </a:moveTo>
                  <a:lnTo>
                    <a:pt x="97244" y="0"/>
                  </a:lnTo>
                </a:path>
              </a:pathLst>
            </a:custGeom>
            <a:ln w="135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874909" y="3585755"/>
              <a:ext cx="234875" cy="207534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138664" y="3588430"/>
              <a:ext cx="122965" cy="15622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290961" y="3677708"/>
              <a:ext cx="77840" cy="117582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4468094" y="2709348"/>
              <a:ext cx="149796" cy="161580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638197" y="2730178"/>
              <a:ext cx="44450" cy="14604"/>
            </a:xfrm>
            <a:custGeom>
              <a:avLst/>
              <a:gdLst/>
              <a:ahLst/>
              <a:cxnLst/>
              <a:rect l="l" t="t" r="r" b="b"/>
              <a:pathLst>
                <a:path w="44450" h="14605">
                  <a:moveTo>
                    <a:pt x="44362" y="0"/>
                  </a:moveTo>
                  <a:lnTo>
                    <a:pt x="0" y="0"/>
                  </a:lnTo>
                  <a:lnTo>
                    <a:pt x="0" y="14467"/>
                  </a:lnTo>
                  <a:lnTo>
                    <a:pt x="44362" y="14467"/>
                  </a:lnTo>
                  <a:lnTo>
                    <a:pt x="4436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4474619" y="3033094"/>
              <a:ext cx="138533" cy="161580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545239" y="2906339"/>
              <a:ext cx="0" cy="91440"/>
            </a:xfrm>
            <a:custGeom>
              <a:avLst/>
              <a:gdLst/>
              <a:ahLst/>
              <a:cxnLst/>
              <a:rect l="l" t="t" r="r" b="b"/>
              <a:pathLst>
                <a:path h="91439">
                  <a:moveTo>
                    <a:pt x="0" y="90986"/>
                  </a:moveTo>
                  <a:lnTo>
                    <a:pt x="0" y="0"/>
                  </a:lnTo>
                </a:path>
              </a:pathLst>
            </a:custGeom>
            <a:ln w="135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899276" y="3035747"/>
              <a:ext cx="122965" cy="156252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051573" y="3122956"/>
              <a:ext cx="76937" cy="119740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149720" y="3033094"/>
              <a:ext cx="138533" cy="161580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4326609" y="3106364"/>
              <a:ext cx="109220" cy="0"/>
            </a:xfrm>
            <a:custGeom>
              <a:avLst/>
              <a:gdLst/>
              <a:ahLst/>
              <a:cxnLst/>
              <a:rect l="l" t="t" r="r" b="b"/>
              <a:pathLst>
                <a:path w="109220">
                  <a:moveTo>
                    <a:pt x="109202" y="0"/>
                  </a:moveTo>
                  <a:lnTo>
                    <a:pt x="0" y="0"/>
                  </a:lnTo>
                </a:path>
              </a:pathLst>
            </a:custGeom>
            <a:ln w="13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4799518" y="3033094"/>
              <a:ext cx="185237" cy="161580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651508" y="3106364"/>
              <a:ext cx="109220" cy="0"/>
            </a:xfrm>
            <a:custGeom>
              <a:avLst/>
              <a:gdLst/>
              <a:ahLst/>
              <a:cxnLst/>
              <a:rect l="l" t="t" r="r" b="b"/>
              <a:pathLst>
                <a:path w="109220">
                  <a:moveTo>
                    <a:pt x="0" y="0"/>
                  </a:moveTo>
                  <a:lnTo>
                    <a:pt x="109202" y="0"/>
                  </a:lnTo>
                </a:path>
              </a:pathLst>
            </a:custGeom>
            <a:ln w="13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468093" y="3356727"/>
              <a:ext cx="149792" cy="161692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642032" y="3330828"/>
              <a:ext cx="77614" cy="77451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4545239" y="3233839"/>
              <a:ext cx="0" cy="86995"/>
            </a:xfrm>
            <a:custGeom>
              <a:avLst/>
              <a:gdLst/>
              <a:ahLst/>
              <a:cxnLst/>
              <a:rect l="l" t="t" r="r" b="b"/>
              <a:pathLst>
                <a:path h="86995">
                  <a:moveTo>
                    <a:pt x="0" y="0"/>
                  </a:moveTo>
                  <a:lnTo>
                    <a:pt x="0" y="86781"/>
                  </a:lnTo>
                </a:path>
              </a:pathLst>
            </a:custGeom>
            <a:ln w="1353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4384141" y="2627744"/>
              <a:ext cx="98425" cy="97155"/>
            </a:xfrm>
            <a:custGeom>
              <a:avLst/>
              <a:gdLst/>
              <a:ahLst/>
              <a:cxnLst/>
              <a:rect l="l" t="t" r="r" b="b"/>
              <a:pathLst>
                <a:path w="98425" h="97155">
                  <a:moveTo>
                    <a:pt x="37680" y="77787"/>
                  </a:moveTo>
                  <a:lnTo>
                    <a:pt x="36207" y="70510"/>
                  </a:lnTo>
                  <a:lnTo>
                    <a:pt x="32181" y="64579"/>
                  </a:lnTo>
                  <a:lnTo>
                    <a:pt x="26162" y="60591"/>
                  </a:lnTo>
                  <a:lnTo>
                    <a:pt x="18719" y="59131"/>
                  </a:lnTo>
                  <a:lnTo>
                    <a:pt x="11417" y="60591"/>
                  </a:lnTo>
                  <a:lnTo>
                    <a:pt x="5461" y="64579"/>
                  </a:lnTo>
                  <a:lnTo>
                    <a:pt x="1460" y="70510"/>
                  </a:lnTo>
                  <a:lnTo>
                    <a:pt x="0" y="77787"/>
                  </a:lnTo>
                  <a:lnTo>
                    <a:pt x="1460" y="85102"/>
                  </a:lnTo>
                  <a:lnTo>
                    <a:pt x="5461" y="91109"/>
                  </a:lnTo>
                  <a:lnTo>
                    <a:pt x="11417" y="95173"/>
                  </a:lnTo>
                  <a:lnTo>
                    <a:pt x="18719" y="96672"/>
                  </a:lnTo>
                  <a:lnTo>
                    <a:pt x="26162" y="95173"/>
                  </a:lnTo>
                  <a:lnTo>
                    <a:pt x="32181" y="91109"/>
                  </a:lnTo>
                  <a:lnTo>
                    <a:pt x="36207" y="85102"/>
                  </a:lnTo>
                  <a:lnTo>
                    <a:pt x="37680" y="77787"/>
                  </a:lnTo>
                  <a:close/>
                </a:path>
                <a:path w="98425" h="97155">
                  <a:moveTo>
                    <a:pt x="97917" y="18656"/>
                  </a:moveTo>
                  <a:lnTo>
                    <a:pt x="96456" y="11379"/>
                  </a:lnTo>
                  <a:lnTo>
                    <a:pt x="92443" y="5448"/>
                  </a:lnTo>
                  <a:lnTo>
                    <a:pt x="86499" y="1460"/>
                  </a:lnTo>
                  <a:lnTo>
                    <a:pt x="79184" y="0"/>
                  </a:lnTo>
                  <a:lnTo>
                    <a:pt x="71843" y="1460"/>
                  </a:lnTo>
                  <a:lnTo>
                    <a:pt x="65824" y="5448"/>
                  </a:lnTo>
                  <a:lnTo>
                    <a:pt x="61734" y="11379"/>
                  </a:lnTo>
                  <a:lnTo>
                    <a:pt x="60236" y="18656"/>
                  </a:lnTo>
                  <a:lnTo>
                    <a:pt x="61734" y="25933"/>
                  </a:lnTo>
                  <a:lnTo>
                    <a:pt x="65824" y="31864"/>
                  </a:lnTo>
                  <a:lnTo>
                    <a:pt x="71843" y="35864"/>
                  </a:lnTo>
                  <a:lnTo>
                    <a:pt x="79184" y="37325"/>
                  </a:lnTo>
                  <a:lnTo>
                    <a:pt x="86499" y="35864"/>
                  </a:lnTo>
                  <a:lnTo>
                    <a:pt x="92443" y="31864"/>
                  </a:lnTo>
                  <a:lnTo>
                    <a:pt x="96456" y="25933"/>
                  </a:lnTo>
                  <a:lnTo>
                    <a:pt x="97917" y="186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4215235" y="2681449"/>
              <a:ext cx="177929" cy="241595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645586" y="3177183"/>
              <a:ext cx="263525" cy="224154"/>
            </a:xfrm>
            <a:custGeom>
              <a:avLst/>
              <a:gdLst/>
              <a:ahLst/>
              <a:cxnLst/>
              <a:rect l="l" t="t" r="r" b="b"/>
              <a:pathLst>
                <a:path w="263525" h="224154">
                  <a:moveTo>
                    <a:pt x="38412" y="0"/>
                  </a:moveTo>
                  <a:lnTo>
                    <a:pt x="9603" y="43378"/>
                  </a:lnTo>
                  <a:lnTo>
                    <a:pt x="0" y="92739"/>
                  </a:lnTo>
                  <a:lnTo>
                    <a:pt x="9603" y="142100"/>
                  </a:lnTo>
                  <a:lnTo>
                    <a:pt x="38412" y="185479"/>
                  </a:lnTo>
                  <a:lnTo>
                    <a:pt x="81996" y="214274"/>
                  </a:lnTo>
                  <a:lnTo>
                    <a:pt x="131567" y="223873"/>
                  </a:lnTo>
                  <a:lnTo>
                    <a:pt x="181095" y="214274"/>
                  </a:lnTo>
                  <a:lnTo>
                    <a:pt x="224552" y="185479"/>
                  </a:lnTo>
                  <a:lnTo>
                    <a:pt x="241781" y="164227"/>
                  </a:lnTo>
                  <a:lnTo>
                    <a:pt x="254250" y="139901"/>
                  </a:lnTo>
                  <a:lnTo>
                    <a:pt x="261516" y="113578"/>
                  </a:lnTo>
                  <a:lnTo>
                    <a:pt x="263134" y="86332"/>
                  </a:lnTo>
                </a:path>
              </a:pathLst>
            </a:custGeom>
            <a:ln w="1350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868561" y="3175606"/>
              <a:ext cx="72422" cy="113206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350074" y="3519162"/>
              <a:ext cx="106045" cy="105410"/>
            </a:xfrm>
            <a:custGeom>
              <a:avLst/>
              <a:gdLst/>
              <a:ahLst/>
              <a:cxnLst/>
              <a:rect l="l" t="t" r="r" b="b"/>
              <a:pathLst>
                <a:path w="106045" h="105410">
                  <a:moveTo>
                    <a:pt x="105817" y="0"/>
                  </a:moveTo>
                  <a:lnTo>
                    <a:pt x="0" y="105307"/>
                  </a:lnTo>
                </a:path>
              </a:pathLst>
            </a:custGeom>
            <a:ln w="135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711073" y="3588430"/>
              <a:ext cx="122965" cy="15622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633458" y="3518061"/>
              <a:ext cx="48260" cy="48260"/>
            </a:xfrm>
            <a:custGeom>
              <a:avLst/>
              <a:gdLst/>
              <a:ahLst/>
              <a:cxnLst/>
              <a:rect l="l" t="t" r="r" b="b"/>
              <a:pathLst>
                <a:path w="48260" h="48260">
                  <a:moveTo>
                    <a:pt x="0" y="0"/>
                  </a:moveTo>
                  <a:lnTo>
                    <a:pt x="48058" y="47954"/>
                  </a:lnTo>
                </a:path>
              </a:pathLst>
            </a:custGeom>
            <a:ln w="135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4828419" y="4181017"/>
              <a:ext cx="1872662" cy="702575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642032" y="3810758"/>
              <a:ext cx="160655" cy="277495"/>
            </a:xfrm>
            <a:custGeom>
              <a:avLst/>
              <a:gdLst/>
              <a:ahLst/>
              <a:cxnLst/>
              <a:rect l="l" t="t" r="r" b="b"/>
              <a:pathLst>
                <a:path w="160654" h="277495">
                  <a:moveTo>
                    <a:pt x="0" y="0"/>
                  </a:moveTo>
                  <a:lnTo>
                    <a:pt x="160419" y="276959"/>
                  </a:lnTo>
                </a:path>
              </a:pathLst>
            </a:custGeom>
            <a:ln w="13525">
              <a:solidFill>
                <a:srgbClr val="FF00FF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582695" y="3709292"/>
              <a:ext cx="100624" cy="137306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5868527" y="3119854"/>
              <a:ext cx="408940" cy="13970"/>
            </a:xfrm>
            <a:custGeom>
              <a:avLst/>
              <a:gdLst/>
              <a:ahLst/>
              <a:cxnLst/>
              <a:rect l="l" t="t" r="r" b="b"/>
              <a:pathLst>
                <a:path w="408939" h="13969">
                  <a:moveTo>
                    <a:pt x="408831" y="0"/>
                  </a:moveTo>
                  <a:lnTo>
                    <a:pt x="0" y="0"/>
                  </a:lnTo>
                  <a:lnTo>
                    <a:pt x="0" y="13488"/>
                  </a:lnTo>
                  <a:lnTo>
                    <a:pt x="408831" y="13488"/>
                  </a:lnTo>
                  <a:lnTo>
                    <a:pt x="4088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256155" y="3088130"/>
              <a:ext cx="138524" cy="74239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1" name="object 51"/>
          <p:cNvGrpSpPr/>
          <p:nvPr/>
        </p:nvGrpSpPr>
        <p:grpSpPr>
          <a:xfrm>
            <a:off x="2873361" y="3071268"/>
            <a:ext cx="763270" cy="74295"/>
            <a:chOff x="2873361" y="3071268"/>
            <a:chExt cx="763270" cy="74295"/>
          </a:xfrm>
        </p:grpSpPr>
        <p:sp>
          <p:nvSpPr>
            <p:cNvPr id="52" name="object 52"/>
            <p:cNvSpPr/>
            <p:nvPr/>
          </p:nvSpPr>
          <p:spPr>
            <a:xfrm>
              <a:off x="2873361" y="3102992"/>
              <a:ext cx="645795" cy="13970"/>
            </a:xfrm>
            <a:custGeom>
              <a:avLst/>
              <a:gdLst/>
              <a:ahLst/>
              <a:cxnLst/>
              <a:rect l="l" t="t" r="r" b="b"/>
              <a:pathLst>
                <a:path w="645795" h="13969">
                  <a:moveTo>
                    <a:pt x="645737" y="0"/>
                  </a:moveTo>
                  <a:lnTo>
                    <a:pt x="0" y="0"/>
                  </a:lnTo>
                  <a:lnTo>
                    <a:pt x="0" y="13488"/>
                  </a:lnTo>
                  <a:lnTo>
                    <a:pt x="645737" y="13488"/>
                  </a:lnTo>
                  <a:lnTo>
                    <a:pt x="6457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3497894" y="3071268"/>
              <a:ext cx="138524" cy="74239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/>
          <p:nvPr/>
        </p:nvSpPr>
        <p:spPr>
          <a:xfrm>
            <a:off x="5568446" y="2418427"/>
            <a:ext cx="97155" cy="1332230"/>
          </a:xfrm>
          <a:custGeom>
            <a:avLst/>
            <a:gdLst/>
            <a:ahLst/>
            <a:cxnLst/>
            <a:rect l="l" t="t" r="r" b="b"/>
            <a:pathLst>
              <a:path w="97154" h="1332229">
                <a:moveTo>
                  <a:pt x="0" y="0"/>
                </a:moveTo>
                <a:lnTo>
                  <a:pt x="97018" y="0"/>
                </a:lnTo>
              </a:path>
              <a:path w="97154" h="1332229">
                <a:moveTo>
                  <a:pt x="97018" y="0"/>
                </a:moveTo>
                <a:lnTo>
                  <a:pt x="97018" y="1332056"/>
                </a:lnTo>
              </a:path>
              <a:path w="97154" h="1332229">
                <a:moveTo>
                  <a:pt x="97018" y="1332056"/>
                </a:moveTo>
                <a:lnTo>
                  <a:pt x="0" y="1332056"/>
                </a:lnTo>
              </a:path>
            </a:pathLst>
          </a:custGeom>
          <a:ln w="135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5" name="object 55"/>
          <p:cNvGrpSpPr/>
          <p:nvPr/>
        </p:nvGrpSpPr>
        <p:grpSpPr>
          <a:xfrm>
            <a:off x="6709429" y="2803190"/>
            <a:ext cx="2192020" cy="998219"/>
            <a:chOff x="6709429" y="2803190"/>
            <a:chExt cx="2192020" cy="998219"/>
          </a:xfrm>
        </p:grpSpPr>
        <p:sp>
          <p:nvSpPr>
            <p:cNvPr id="56" name="object 56"/>
            <p:cNvSpPr/>
            <p:nvPr/>
          </p:nvSpPr>
          <p:spPr>
            <a:xfrm>
              <a:off x="7283640" y="2803194"/>
              <a:ext cx="306070" cy="442595"/>
            </a:xfrm>
            <a:custGeom>
              <a:avLst/>
              <a:gdLst/>
              <a:ahLst/>
              <a:cxnLst/>
              <a:rect l="l" t="t" r="r" b="b"/>
              <a:pathLst>
                <a:path w="306070" h="442594">
                  <a:moveTo>
                    <a:pt x="138531" y="389851"/>
                  </a:moveTo>
                  <a:lnTo>
                    <a:pt x="117779" y="384606"/>
                  </a:lnTo>
                  <a:lnTo>
                    <a:pt x="115239" y="393865"/>
                  </a:lnTo>
                  <a:lnTo>
                    <a:pt x="111683" y="401904"/>
                  </a:lnTo>
                  <a:lnTo>
                    <a:pt x="80302" y="423748"/>
                  </a:lnTo>
                  <a:lnTo>
                    <a:pt x="71970" y="424383"/>
                  </a:lnTo>
                  <a:lnTo>
                    <a:pt x="64960" y="423913"/>
                  </a:lnTo>
                  <a:lnTo>
                    <a:pt x="30594" y="401764"/>
                  </a:lnTo>
                  <a:lnTo>
                    <a:pt x="21437" y="359994"/>
                  </a:lnTo>
                  <a:lnTo>
                    <a:pt x="21729" y="352323"/>
                  </a:lnTo>
                  <a:lnTo>
                    <a:pt x="37693" y="311505"/>
                  </a:lnTo>
                  <a:lnTo>
                    <a:pt x="73545" y="298183"/>
                  </a:lnTo>
                  <a:lnTo>
                    <a:pt x="81127" y="298665"/>
                  </a:lnTo>
                  <a:lnTo>
                    <a:pt x="112483" y="322846"/>
                  </a:lnTo>
                  <a:lnTo>
                    <a:pt x="115519" y="330784"/>
                  </a:lnTo>
                  <a:lnTo>
                    <a:pt x="135826" y="325996"/>
                  </a:lnTo>
                  <a:lnTo>
                    <a:pt x="113487" y="292430"/>
                  </a:lnTo>
                  <a:lnTo>
                    <a:pt x="74002" y="280492"/>
                  </a:lnTo>
                  <a:lnTo>
                    <a:pt x="63855" y="281076"/>
                  </a:lnTo>
                  <a:lnTo>
                    <a:pt x="27749" y="295173"/>
                  </a:lnTo>
                  <a:lnTo>
                    <a:pt x="5232" y="326999"/>
                  </a:lnTo>
                  <a:lnTo>
                    <a:pt x="0" y="360095"/>
                  </a:lnTo>
                  <a:lnTo>
                    <a:pt x="508" y="371119"/>
                  </a:lnTo>
                  <a:lnTo>
                    <a:pt x="12915" y="411162"/>
                  </a:lnTo>
                  <a:lnTo>
                    <a:pt x="50761" y="439496"/>
                  </a:lnTo>
                  <a:lnTo>
                    <a:pt x="73774" y="442074"/>
                  </a:lnTo>
                  <a:lnTo>
                    <a:pt x="85496" y="441236"/>
                  </a:lnTo>
                  <a:lnTo>
                    <a:pt x="122885" y="421246"/>
                  </a:lnTo>
                  <a:lnTo>
                    <a:pt x="138531" y="389851"/>
                  </a:lnTo>
                  <a:close/>
                </a:path>
                <a:path w="306070" h="442594">
                  <a:moveTo>
                    <a:pt x="305714" y="81000"/>
                  </a:moveTo>
                  <a:lnTo>
                    <a:pt x="296697" y="39192"/>
                  </a:lnTo>
                  <a:lnTo>
                    <a:pt x="284289" y="21678"/>
                  </a:lnTo>
                  <a:lnTo>
                    <a:pt x="284289" y="81000"/>
                  </a:lnTo>
                  <a:lnTo>
                    <a:pt x="283349" y="95237"/>
                  </a:lnTo>
                  <a:lnTo>
                    <a:pt x="261175" y="134772"/>
                  </a:lnTo>
                  <a:lnTo>
                    <a:pt x="230809" y="144005"/>
                  </a:lnTo>
                  <a:lnTo>
                    <a:pt x="219748" y="142976"/>
                  </a:lnTo>
                  <a:lnTo>
                    <a:pt x="185775" y="118872"/>
                  </a:lnTo>
                  <a:lnTo>
                    <a:pt x="177114" y="83248"/>
                  </a:lnTo>
                  <a:lnTo>
                    <a:pt x="178130" y="66878"/>
                  </a:lnTo>
                  <a:lnTo>
                    <a:pt x="201472" y="26301"/>
                  </a:lnTo>
                  <a:lnTo>
                    <a:pt x="231038" y="17805"/>
                  </a:lnTo>
                  <a:lnTo>
                    <a:pt x="238607" y="18300"/>
                  </a:lnTo>
                  <a:lnTo>
                    <a:pt x="274370" y="40995"/>
                  </a:lnTo>
                  <a:lnTo>
                    <a:pt x="284289" y="81000"/>
                  </a:lnTo>
                  <a:lnTo>
                    <a:pt x="284289" y="21678"/>
                  </a:lnTo>
                  <a:lnTo>
                    <a:pt x="280136" y="17805"/>
                  </a:lnTo>
                  <a:lnTo>
                    <a:pt x="278231" y="16027"/>
                  </a:lnTo>
                  <a:lnTo>
                    <a:pt x="270065" y="10337"/>
                  </a:lnTo>
                  <a:lnTo>
                    <a:pt x="261048" y="5829"/>
                  </a:lnTo>
                  <a:lnTo>
                    <a:pt x="251536" y="2590"/>
                  </a:lnTo>
                  <a:lnTo>
                    <a:pt x="241477" y="647"/>
                  </a:lnTo>
                  <a:lnTo>
                    <a:pt x="230809" y="0"/>
                  </a:lnTo>
                  <a:lnTo>
                    <a:pt x="215023" y="1384"/>
                  </a:lnTo>
                  <a:lnTo>
                    <a:pt x="176885" y="22009"/>
                  </a:lnTo>
                  <a:lnTo>
                    <a:pt x="157213" y="64541"/>
                  </a:lnTo>
                  <a:lnTo>
                    <a:pt x="155917" y="83248"/>
                  </a:lnTo>
                  <a:lnTo>
                    <a:pt x="156451" y="93078"/>
                  </a:lnTo>
                  <a:lnTo>
                    <a:pt x="169786" y="130670"/>
                  </a:lnTo>
                  <a:lnTo>
                    <a:pt x="200291" y="155702"/>
                  </a:lnTo>
                  <a:lnTo>
                    <a:pt x="230809" y="161696"/>
                  </a:lnTo>
                  <a:lnTo>
                    <a:pt x="240830" y="161086"/>
                  </a:lnTo>
                  <a:lnTo>
                    <a:pt x="277241" y="146659"/>
                  </a:lnTo>
                  <a:lnTo>
                    <a:pt x="300393" y="113944"/>
                  </a:lnTo>
                  <a:lnTo>
                    <a:pt x="305130" y="92684"/>
                  </a:lnTo>
                  <a:lnTo>
                    <a:pt x="305714" y="810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385401" y="2972077"/>
              <a:ext cx="93345" cy="102235"/>
            </a:xfrm>
            <a:custGeom>
              <a:avLst/>
              <a:gdLst/>
              <a:ahLst/>
              <a:cxnLst/>
              <a:rect l="l" t="t" r="r" b="b"/>
              <a:pathLst>
                <a:path w="93345" h="102235">
                  <a:moveTo>
                    <a:pt x="0" y="72685"/>
                  </a:moveTo>
                  <a:lnTo>
                    <a:pt x="42191" y="0"/>
                  </a:lnTo>
                </a:path>
                <a:path w="93345" h="102235">
                  <a:moveTo>
                    <a:pt x="50765" y="101822"/>
                  </a:moveTo>
                  <a:lnTo>
                    <a:pt x="92731" y="29137"/>
                  </a:lnTo>
                </a:path>
              </a:pathLst>
            </a:custGeom>
            <a:ln w="1351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7438891" y="3362977"/>
              <a:ext cx="150495" cy="161925"/>
            </a:xfrm>
            <a:custGeom>
              <a:avLst/>
              <a:gdLst/>
              <a:ahLst/>
              <a:cxnLst/>
              <a:rect l="l" t="t" r="r" b="b"/>
              <a:pathLst>
                <a:path w="150495" h="161925">
                  <a:moveTo>
                    <a:pt x="75115" y="0"/>
                  </a:moveTo>
                  <a:lnTo>
                    <a:pt x="32218" y="12377"/>
                  </a:lnTo>
                  <a:lnTo>
                    <a:pt x="5228" y="48230"/>
                  </a:lnTo>
                  <a:lnTo>
                    <a:pt x="0" y="83229"/>
                  </a:lnTo>
                  <a:lnTo>
                    <a:pt x="536" y="93065"/>
                  </a:lnTo>
                  <a:lnTo>
                    <a:pt x="14084" y="130656"/>
                  </a:lnTo>
                  <a:lnTo>
                    <a:pt x="44462" y="155676"/>
                  </a:lnTo>
                  <a:lnTo>
                    <a:pt x="74890" y="161670"/>
                  </a:lnTo>
                  <a:lnTo>
                    <a:pt x="85004" y="161067"/>
                  </a:lnTo>
                  <a:lnTo>
                    <a:pt x="121347" y="146634"/>
                  </a:lnTo>
                  <a:lnTo>
                    <a:pt x="124340" y="143976"/>
                  </a:lnTo>
                  <a:lnTo>
                    <a:pt x="74890" y="143976"/>
                  </a:lnTo>
                  <a:lnTo>
                    <a:pt x="63858" y="142952"/>
                  </a:lnTo>
                  <a:lnTo>
                    <a:pt x="29983" y="118844"/>
                  </a:lnTo>
                  <a:lnTo>
                    <a:pt x="21417" y="83229"/>
                  </a:lnTo>
                  <a:lnTo>
                    <a:pt x="22393" y="66852"/>
                  </a:lnTo>
                  <a:lnTo>
                    <a:pt x="45544" y="26272"/>
                  </a:lnTo>
                  <a:lnTo>
                    <a:pt x="75115" y="17783"/>
                  </a:lnTo>
                  <a:lnTo>
                    <a:pt x="124309" y="17783"/>
                  </a:lnTo>
                  <a:lnTo>
                    <a:pt x="122401" y="16002"/>
                  </a:lnTo>
                  <a:lnTo>
                    <a:pt x="114148" y="10319"/>
                  </a:lnTo>
                  <a:lnTo>
                    <a:pt x="105226" y="5804"/>
                  </a:lnTo>
                  <a:lnTo>
                    <a:pt x="95732" y="2579"/>
                  </a:lnTo>
                  <a:lnTo>
                    <a:pt x="85688" y="644"/>
                  </a:lnTo>
                  <a:lnTo>
                    <a:pt x="75115" y="0"/>
                  </a:lnTo>
                  <a:close/>
                </a:path>
                <a:path w="150495" h="161925">
                  <a:moveTo>
                    <a:pt x="124309" y="17783"/>
                  </a:moveTo>
                  <a:lnTo>
                    <a:pt x="75115" y="17783"/>
                  </a:lnTo>
                  <a:lnTo>
                    <a:pt x="82723" y="18272"/>
                  </a:lnTo>
                  <a:lnTo>
                    <a:pt x="89950" y="19742"/>
                  </a:lnTo>
                  <a:lnTo>
                    <a:pt x="122045" y="47685"/>
                  </a:lnTo>
                  <a:lnTo>
                    <a:pt x="128588" y="80981"/>
                  </a:lnTo>
                  <a:lnTo>
                    <a:pt x="127654" y="95209"/>
                  </a:lnTo>
                  <a:lnTo>
                    <a:pt x="105349" y="134748"/>
                  </a:lnTo>
                  <a:lnTo>
                    <a:pt x="74890" y="143976"/>
                  </a:lnTo>
                  <a:lnTo>
                    <a:pt x="124340" y="143976"/>
                  </a:lnTo>
                  <a:lnTo>
                    <a:pt x="147625" y="103609"/>
                  </a:lnTo>
                  <a:lnTo>
                    <a:pt x="150017" y="80981"/>
                  </a:lnTo>
                  <a:lnTo>
                    <a:pt x="149434" y="69682"/>
                  </a:lnTo>
                  <a:lnTo>
                    <a:pt x="135692" y="30420"/>
                  </a:lnTo>
                  <a:lnTo>
                    <a:pt x="129575" y="22701"/>
                  </a:lnTo>
                  <a:lnTo>
                    <a:pt x="124309" y="177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7613056" y="3337055"/>
              <a:ext cx="77614" cy="77474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7418793" y="3268394"/>
              <a:ext cx="40640" cy="69850"/>
            </a:xfrm>
            <a:custGeom>
              <a:avLst/>
              <a:gdLst/>
              <a:ahLst/>
              <a:cxnLst/>
              <a:rect l="l" t="t" r="r" b="b"/>
              <a:pathLst>
                <a:path w="40640" h="69850">
                  <a:moveTo>
                    <a:pt x="0" y="0"/>
                  </a:moveTo>
                  <a:lnTo>
                    <a:pt x="40386" y="69740"/>
                  </a:lnTo>
                </a:path>
              </a:pathLst>
            </a:custGeom>
            <a:ln w="13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6709429" y="3086332"/>
              <a:ext cx="122965" cy="156252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6861726" y="3173541"/>
              <a:ext cx="76937" cy="119740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6959873" y="3083679"/>
              <a:ext cx="138533" cy="161580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7136762" y="3156949"/>
              <a:ext cx="108585" cy="0"/>
            </a:xfrm>
            <a:custGeom>
              <a:avLst/>
              <a:gdLst/>
              <a:ahLst/>
              <a:cxnLst/>
              <a:rect l="l" t="t" r="r" b="b"/>
              <a:pathLst>
                <a:path w="108584">
                  <a:moveTo>
                    <a:pt x="108074" y="0"/>
                  </a:moveTo>
                  <a:lnTo>
                    <a:pt x="0" y="0"/>
                  </a:lnTo>
                </a:path>
              </a:pathLst>
            </a:custGeom>
            <a:ln w="1348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7290187" y="3645131"/>
              <a:ext cx="122965" cy="156252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7418342" y="3546860"/>
              <a:ext cx="33655" cy="58419"/>
            </a:xfrm>
            <a:custGeom>
              <a:avLst/>
              <a:gdLst/>
              <a:ahLst/>
              <a:cxnLst/>
              <a:rect l="l" t="t" r="r" b="b"/>
              <a:pathLst>
                <a:path w="33654" h="58420">
                  <a:moveTo>
                    <a:pt x="33618" y="0"/>
                  </a:moveTo>
                  <a:lnTo>
                    <a:pt x="0" y="58341"/>
                  </a:lnTo>
                </a:path>
              </a:pathLst>
            </a:custGeom>
            <a:ln w="13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7770316" y="3363067"/>
              <a:ext cx="234875" cy="207534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8034071" y="3365743"/>
              <a:ext cx="122965" cy="156252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8186368" y="3455020"/>
              <a:ext cx="77840" cy="117582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7729704" y="3436337"/>
              <a:ext cx="1905" cy="0"/>
            </a:xfrm>
            <a:custGeom>
              <a:avLst/>
              <a:gdLst/>
              <a:ahLst/>
              <a:cxnLst/>
              <a:rect l="l" t="t" r="r" b="b"/>
              <a:pathLst>
                <a:path w="1904">
                  <a:moveTo>
                    <a:pt x="902" y="-6744"/>
                  </a:moveTo>
                  <a:lnTo>
                    <a:pt x="902" y="6744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8223871" y="3177866"/>
              <a:ext cx="560705" cy="13970"/>
            </a:xfrm>
            <a:custGeom>
              <a:avLst/>
              <a:gdLst/>
              <a:ahLst/>
              <a:cxnLst/>
              <a:rect l="l" t="t" r="r" b="b"/>
              <a:pathLst>
                <a:path w="560704" h="13969">
                  <a:moveTo>
                    <a:pt x="560200" y="0"/>
                  </a:moveTo>
                  <a:lnTo>
                    <a:pt x="0" y="0"/>
                  </a:lnTo>
                  <a:lnTo>
                    <a:pt x="0" y="13499"/>
                  </a:lnTo>
                  <a:lnTo>
                    <a:pt x="560200" y="13499"/>
                  </a:lnTo>
                  <a:lnTo>
                    <a:pt x="560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8762899" y="3146074"/>
              <a:ext cx="138301" cy="74338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3" name="object 73"/>
          <p:cNvSpPr/>
          <p:nvPr/>
        </p:nvSpPr>
        <p:spPr>
          <a:xfrm>
            <a:off x="7911331" y="3822247"/>
            <a:ext cx="103561" cy="103283"/>
          </a:xfrm>
          <a:prstGeom prst="rect">
            <a:avLst/>
          </a:prstGeom>
          <a:blipFill>
            <a:blip r:embed="rId3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4" name="object 74"/>
          <p:cNvGrpSpPr/>
          <p:nvPr/>
        </p:nvGrpSpPr>
        <p:grpSpPr>
          <a:xfrm>
            <a:off x="8282034" y="3791873"/>
            <a:ext cx="252095" cy="161925"/>
            <a:chOff x="8282034" y="3791873"/>
            <a:chExt cx="252095" cy="161925"/>
          </a:xfrm>
        </p:grpSpPr>
        <p:sp>
          <p:nvSpPr>
            <p:cNvPr id="75" name="object 75"/>
            <p:cNvSpPr/>
            <p:nvPr/>
          </p:nvSpPr>
          <p:spPr>
            <a:xfrm>
              <a:off x="8282034" y="3791873"/>
              <a:ext cx="185237" cy="161580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8489382" y="3812612"/>
              <a:ext cx="44450" cy="14604"/>
            </a:xfrm>
            <a:custGeom>
              <a:avLst/>
              <a:gdLst/>
              <a:ahLst/>
              <a:cxnLst/>
              <a:rect l="l" t="t" r="r" b="b"/>
              <a:pathLst>
                <a:path w="44450" h="14604">
                  <a:moveTo>
                    <a:pt x="44362" y="0"/>
                  </a:moveTo>
                  <a:lnTo>
                    <a:pt x="0" y="0"/>
                  </a:lnTo>
                  <a:lnTo>
                    <a:pt x="0" y="14468"/>
                  </a:lnTo>
                  <a:lnTo>
                    <a:pt x="44362" y="14468"/>
                  </a:lnTo>
                  <a:lnTo>
                    <a:pt x="4436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7"/>
          <p:cNvSpPr/>
          <p:nvPr/>
        </p:nvSpPr>
        <p:spPr>
          <a:xfrm>
            <a:off x="8411541" y="3696458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18952" y="0"/>
                </a:moveTo>
                <a:lnTo>
                  <a:pt x="11612" y="1472"/>
                </a:lnTo>
                <a:lnTo>
                  <a:pt x="5584" y="5488"/>
                </a:lnTo>
                <a:lnTo>
                  <a:pt x="1501" y="11448"/>
                </a:lnTo>
                <a:lnTo>
                  <a:pt x="0" y="18750"/>
                </a:lnTo>
                <a:lnTo>
                  <a:pt x="1501" y="26039"/>
                </a:lnTo>
                <a:lnTo>
                  <a:pt x="5584" y="31992"/>
                </a:lnTo>
                <a:lnTo>
                  <a:pt x="11612" y="36006"/>
                </a:lnTo>
                <a:lnTo>
                  <a:pt x="18952" y="37478"/>
                </a:lnTo>
                <a:lnTo>
                  <a:pt x="26257" y="36006"/>
                </a:lnTo>
                <a:lnTo>
                  <a:pt x="32207" y="31992"/>
                </a:lnTo>
                <a:lnTo>
                  <a:pt x="36212" y="26039"/>
                </a:lnTo>
                <a:lnTo>
                  <a:pt x="37679" y="18750"/>
                </a:lnTo>
                <a:lnTo>
                  <a:pt x="36212" y="11448"/>
                </a:lnTo>
                <a:lnTo>
                  <a:pt x="32207" y="5488"/>
                </a:lnTo>
                <a:lnTo>
                  <a:pt x="26257" y="1472"/>
                </a:lnTo>
                <a:lnTo>
                  <a:pt x="1895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object 78"/>
          <p:cNvSpPr/>
          <p:nvPr/>
        </p:nvSpPr>
        <p:spPr>
          <a:xfrm>
            <a:off x="8326932" y="3695401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18952" y="0"/>
                </a:moveTo>
                <a:lnTo>
                  <a:pt x="11612" y="1475"/>
                </a:lnTo>
                <a:lnTo>
                  <a:pt x="5584" y="5496"/>
                </a:lnTo>
                <a:lnTo>
                  <a:pt x="1501" y="11457"/>
                </a:lnTo>
                <a:lnTo>
                  <a:pt x="0" y="18750"/>
                </a:lnTo>
                <a:lnTo>
                  <a:pt x="1501" y="26039"/>
                </a:lnTo>
                <a:lnTo>
                  <a:pt x="5584" y="31992"/>
                </a:lnTo>
                <a:lnTo>
                  <a:pt x="11612" y="36006"/>
                </a:lnTo>
                <a:lnTo>
                  <a:pt x="18952" y="37478"/>
                </a:lnTo>
                <a:lnTo>
                  <a:pt x="26257" y="36006"/>
                </a:lnTo>
                <a:lnTo>
                  <a:pt x="32207" y="31992"/>
                </a:lnTo>
                <a:lnTo>
                  <a:pt x="36212" y="26039"/>
                </a:lnTo>
                <a:lnTo>
                  <a:pt x="37679" y="18750"/>
                </a:lnTo>
                <a:lnTo>
                  <a:pt x="36212" y="11457"/>
                </a:lnTo>
                <a:lnTo>
                  <a:pt x="32207" y="5496"/>
                </a:lnTo>
                <a:lnTo>
                  <a:pt x="26257" y="1475"/>
                </a:lnTo>
                <a:lnTo>
                  <a:pt x="1895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object 79"/>
          <p:cNvSpPr txBox="1"/>
          <p:nvPr/>
        </p:nvSpPr>
        <p:spPr>
          <a:xfrm>
            <a:off x="1074521" y="1338452"/>
            <a:ext cx="448246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900" indent="-457834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469265" algn="l"/>
                <a:tab pos="470534" algn="l"/>
              </a:tabLst>
            </a:pPr>
            <a:r>
              <a:rPr sz="3200" b="1" spc="-15" dirty="0">
                <a:latin typeface="Carlito"/>
                <a:cs typeface="Carlito"/>
              </a:rPr>
              <a:t>Ester </a:t>
            </a:r>
            <a:r>
              <a:rPr sz="3200" b="1" spc="-10" dirty="0">
                <a:latin typeface="Carlito"/>
                <a:cs typeface="Carlito"/>
              </a:rPr>
              <a:t>from </a:t>
            </a:r>
            <a:r>
              <a:rPr sz="3200" b="1" dirty="0">
                <a:latin typeface="Carlito"/>
                <a:cs typeface="Carlito"/>
              </a:rPr>
              <a:t>acid</a:t>
            </a:r>
            <a:r>
              <a:rPr sz="3200" b="1" spc="-50" dirty="0">
                <a:latin typeface="Carlito"/>
                <a:cs typeface="Carlito"/>
              </a:rPr>
              <a:t> </a:t>
            </a:r>
            <a:r>
              <a:rPr sz="3200" b="1" spc="-5" dirty="0">
                <a:latin typeface="Carlito"/>
                <a:cs typeface="Carlito"/>
              </a:rPr>
              <a:t>chloride</a:t>
            </a:r>
            <a:endParaRPr sz="3200">
              <a:latin typeface="Carlito"/>
              <a:cs typeface="Carlito"/>
            </a:endParaRPr>
          </a:p>
        </p:txBody>
      </p:sp>
      <p:grpSp>
        <p:nvGrpSpPr>
          <p:cNvPr id="80" name="object 80"/>
          <p:cNvGrpSpPr/>
          <p:nvPr/>
        </p:nvGrpSpPr>
        <p:grpSpPr>
          <a:xfrm>
            <a:off x="9060686" y="2586066"/>
            <a:ext cx="1920875" cy="1327785"/>
            <a:chOff x="9060686" y="2586066"/>
            <a:chExt cx="1920875" cy="1327785"/>
          </a:xfrm>
        </p:grpSpPr>
        <p:sp>
          <p:nvSpPr>
            <p:cNvPr id="81" name="object 81"/>
            <p:cNvSpPr/>
            <p:nvPr/>
          </p:nvSpPr>
          <p:spPr>
            <a:xfrm>
              <a:off x="9839211" y="2844139"/>
              <a:ext cx="305435" cy="442595"/>
            </a:xfrm>
            <a:custGeom>
              <a:avLst/>
              <a:gdLst/>
              <a:ahLst/>
              <a:cxnLst/>
              <a:rect l="l" t="t" r="r" b="b"/>
              <a:pathLst>
                <a:path w="305434" h="442595">
                  <a:moveTo>
                    <a:pt x="138531" y="390093"/>
                  </a:moveTo>
                  <a:lnTo>
                    <a:pt x="117805" y="384873"/>
                  </a:lnTo>
                  <a:lnTo>
                    <a:pt x="115138" y="394119"/>
                  </a:lnTo>
                  <a:lnTo>
                    <a:pt x="111531" y="402170"/>
                  </a:lnTo>
                  <a:lnTo>
                    <a:pt x="80264" y="424027"/>
                  </a:lnTo>
                  <a:lnTo>
                    <a:pt x="71856" y="424649"/>
                  </a:lnTo>
                  <a:lnTo>
                    <a:pt x="64884" y="424192"/>
                  </a:lnTo>
                  <a:lnTo>
                    <a:pt x="30543" y="402018"/>
                  </a:lnTo>
                  <a:lnTo>
                    <a:pt x="21399" y="360210"/>
                  </a:lnTo>
                  <a:lnTo>
                    <a:pt x="21704" y="352539"/>
                  </a:lnTo>
                  <a:lnTo>
                    <a:pt x="37731" y="311619"/>
                  </a:lnTo>
                  <a:lnTo>
                    <a:pt x="73431" y="298335"/>
                  </a:lnTo>
                  <a:lnTo>
                    <a:pt x="81000" y="298843"/>
                  </a:lnTo>
                  <a:lnTo>
                    <a:pt x="112331" y="323100"/>
                  </a:lnTo>
                  <a:lnTo>
                    <a:pt x="115328" y="331012"/>
                  </a:lnTo>
                  <a:lnTo>
                    <a:pt x="135826" y="326199"/>
                  </a:lnTo>
                  <a:lnTo>
                    <a:pt x="113525" y="292493"/>
                  </a:lnTo>
                  <a:lnTo>
                    <a:pt x="73888" y="280568"/>
                  </a:lnTo>
                  <a:lnTo>
                    <a:pt x="63792" y="281152"/>
                  </a:lnTo>
                  <a:lnTo>
                    <a:pt x="27901" y="295287"/>
                  </a:lnTo>
                  <a:lnTo>
                    <a:pt x="5321" y="327190"/>
                  </a:lnTo>
                  <a:lnTo>
                    <a:pt x="0" y="360324"/>
                  </a:lnTo>
                  <a:lnTo>
                    <a:pt x="508" y="371348"/>
                  </a:lnTo>
                  <a:lnTo>
                    <a:pt x="12890" y="411429"/>
                  </a:lnTo>
                  <a:lnTo>
                    <a:pt x="50685" y="439775"/>
                  </a:lnTo>
                  <a:lnTo>
                    <a:pt x="73660" y="442353"/>
                  </a:lnTo>
                  <a:lnTo>
                    <a:pt x="85356" y="441515"/>
                  </a:lnTo>
                  <a:lnTo>
                    <a:pt x="122885" y="421513"/>
                  </a:lnTo>
                  <a:lnTo>
                    <a:pt x="138531" y="390093"/>
                  </a:lnTo>
                  <a:close/>
                </a:path>
                <a:path w="305434" h="442595">
                  <a:moveTo>
                    <a:pt x="305435" y="81000"/>
                  </a:moveTo>
                  <a:lnTo>
                    <a:pt x="296202" y="39154"/>
                  </a:lnTo>
                  <a:lnTo>
                    <a:pt x="284048" y="21742"/>
                  </a:lnTo>
                  <a:lnTo>
                    <a:pt x="284048" y="81000"/>
                  </a:lnTo>
                  <a:lnTo>
                    <a:pt x="283083" y="95300"/>
                  </a:lnTo>
                  <a:lnTo>
                    <a:pt x="260845" y="134785"/>
                  </a:lnTo>
                  <a:lnTo>
                    <a:pt x="230428" y="143992"/>
                  </a:lnTo>
                  <a:lnTo>
                    <a:pt x="219405" y="142976"/>
                  </a:lnTo>
                  <a:lnTo>
                    <a:pt x="185508" y="118935"/>
                  </a:lnTo>
                  <a:lnTo>
                    <a:pt x="177050" y="83248"/>
                  </a:lnTo>
                  <a:lnTo>
                    <a:pt x="178028" y="66827"/>
                  </a:lnTo>
                  <a:lnTo>
                    <a:pt x="201129" y="26225"/>
                  </a:lnTo>
                  <a:lnTo>
                    <a:pt x="230657" y="17780"/>
                  </a:lnTo>
                  <a:lnTo>
                    <a:pt x="238226" y="18275"/>
                  </a:lnTo>
                  <a:lnTo>
                    <a:pt x="273926" y="40995"/>
                  </a:lnTo>
                  <a:lnTo>
                    <a:pt x="284048" y="81000"/>
                  </a:lnTo>
                  <a:lnTo>
                    <a:pt x="284048" y="21742"/>
                  </a:lnTo>
                  <a:lnTo>
                    <a:pt x="241211" y="635"/>
                  </a:lnTo>
                  <a:lnTo>
                    <a:pt x="230657" y="0"/>
                  </a:lnTo>
                  <a:lnTo>
                    <a:pt x="214858" y="1358"/>
                  </a:lnTo>
                  <a:lnTo>
                    <a:pt x="176593" y="22047"/>
                  </a:lnTo>
                  <a:lnTo>
                    <a:pt x="156959" y="64541"/>
                  </a:lnTo>
                  <a:lnTo>
                    <a:pt x="155663" y="83248"/>
                  </a:lnTo>
                  <a:lnTo>
                    <a:pt x="156197" y="93154"/>
                  </a:lnTo>
                  <a:lnTo>
                    <a:pt x="169595" y="130721"/>
                  </a:lnTo>
                  <a:lnTo>
                    <a:pt x="199961" y="155790"/>
                  </a:lnTo>
                  <a:lnTo>
                    <a:pt x="230428" y="161772"/>
                  </a:lnTo>
                  <a:lnTo>
                    <a:pt x="240525" y="161175"/>
                  </a:lnTo>
                  <a:lnTo>
                    <a:pt x="276783" y="146659"/>
                  </a:lnTo>
                  <a:lnTo>
                    <a:pt x="279742" y="143992"/>
                  </a:lnTo>
                  <a:lnTo>
                    <a:pt x="284073" y="140119"/>
                  </a:lnTo>
                  <a:lnTo>
                    <a:pt x="302958" y="103670"/>
                  </a:lnTo>
                  <a:lnTo>
                    <a:pt x="305333" y="83248"/>
                  </a:lnTo>
                  <a:lnTo>
                    <a:pt x="305435" y="810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9941031" y="3013104"/>
              <a:ext cx="92710" cy="102235"/>
            </a:xfrm>
            <a:custGeom>
              <a:avLst/>
              <a:gdLst/>
              <a:ahLst/>
              <a:cxnLst/>
              <a:rect l="l" t="t" r="r" b="b"/>
              <a:pathLst>
                <a:path w="92709" h="102235">
                  <a:moveTo>
                    <a:pt x="0" y="72672"/>
                  </a:moveTo>
                  <a:lnTo>
                    <a:pt x="41896" y="0"/>
                  </a:lnTo>
                </a:path>
                <a:path w="92709" h="102235">
                  <a:moveTo>
                    <a:pt x="50456" y="101921"/>
                  </a:moveTo>
                  <a:lnTo>
                    <a:pt x="92578" y="29248"/>
                  </a:lnTo>
                </a:path>
              </a:pathLst>
            </a:custGeom>
            <a:ln w="1350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9994209" y="3404297"/>
              <a:ext cx="149860" cy="161925"/>
            </a:xfrm>
            <a:custGeom>
              <a:avLst/>
              <a:gdLst/>
              <a:ahLst/>
              <a:cxnLst/>
              <a:rect l="l" t="t" r="r" b="b"/>
              <a:pathLst>
                <a:path w="149859" h="161925">
                  <a:moveTo>
                    <a:pt x="74990" y="0"/>
                  </a:moveTo>
                  <a:lnTo>
                    <a:pt x="32164" y="12386"/>
                  </a:lnTo>
                  <a:lnTo>
                    <a:pt x="5218" y="48266"/>
                  </a:lnTo>
                  <a:lnTo>
                    <a:pt x="0" y="83292"/>
                  </a:lnTo>
                  <a:lnTo>
                    <a:pt x="566" y="93135"/>
                  </a:lnTo>
                  <a:lnTo>
                    <a:pt x="14060" y="130754"/>
                  </a:lnTo>
                  <a:lnTo>
                    <a:pt x="44391" y="155792"/>
                  </a:lnTo>
                  <a:lnTo>
                    <a:pt x="74990" y="161791"/>
                  </a:lnTo>
                  <a:lnTo>
                    <a:pt x="84961" y="161188"/>
                  </a:lnTo>
                  <a:lnTo>
                    <a:pt x="121336" y="146744"/>
                  </a:lnTo>
                  <a:lnTo>
                    <a:pt x="124292" y="144084"/>
                  </a:lnTo>
                  <a:lnTo>
                    <a:pt x="74765" y="144084"/>
                  </a:lnTo>
                  <a:lnTo>
                    <a:pt x="63752" y="143059"/>
                  </a:lnTo>
                  <a:lnTo>
                    <a:pt x="30028" y="118937"/>
                  </a:lnTo>
                  <a:lnTo>
                    <a:pt x="21380" y="83292"/>
                  </a:lnTo>
                  <a:lnTo>
                    <a:pt x="22390" y="66903"/>
                  </a:lnTo>
                  <a:lnTo>
                    <a:pt x="45693" y="26292"/>
                  </a:lnTo>
                  <a:lnTo>
                    <a:pt x="75215" y="17796"/>
                  </a:lnTo>
                  <a:lnTo>
                    <a:pt x="124222" y="17796"/>
                  </a:lnTo>
                  <a:lnTo>
                    <a:pt x="122328" y="16027"/>
                  </a:lnTo>
                  <a:lnTo>
                    <a:pt x="114184" y="10349"/>
                  </a:lnTo>
                  <a:lnTo>
                    <a:pt x="105146" y="5818"/>
                  </a:lnTo>
                  <a:lnTo>
                    <a:pt x="95601" y="2584"/>
                  </a:lnTo>
                  <a:lnTo>
                    <a:pt x="85549" y="645"/>
                  </a:lnTo>
                  <a:lnTo>
                    <a:pt x="74990" y="0"/>
                  </a:lnTo>
                  <a:close/>
                </a:path>
                <a:path w="149859" h="161925">
                  <a:moveTo>
                    <a:pt x="124222" y="17796"/>
                  </a:moveTo>
                  <a:lnTo>
                    <a:pt x="75215" y="17796"/>
                  </a:lnTo>
                  <a:lnTo>
                    <a:pt x="82779" y="18289"/>
                  </a:lnTo>
                  <a:lnTo>
                    <a:pt x="89941" y="19765"/>
                  </a:lnTo>
                  <a:lnTo>
                    <a:pt x="122068" y="47720"/>
                  </a:lnTo>
                  <a:lnTo>
                    <a:pt x="128375" y="81064"/>
                  </a:lnTo>
                  <a:lnTo>
                    <a:pt x="127442" y="95290"/>
                  </a:lnTo>
                  <a:lnTo>
                    <a:pt x="105174" y="134849"/>
                  </a:lnTo>
                  <a:lnTo>
                    <a:pt x="74765" y="144084"/>
                  </a:lnTo>
                  <a:lnTo>
                    <a:pt x="124292" y="144084"/>
                  </a:lnTo>
                  <a:lnTo>
                    <a:pt x="147380" y="103696"/>
                  </a:lnTo>
                  <a:lnTo>
                    <a:pt x="149769" y="81064"/>
                  </a:lnTo>
                  <a:lnTo>
                    <a:pt x="149221" y="69735"/>
                  </a:lnTo>
                  <a:lnTo>
                    <a:pt x="135660" y="30453"/>
                  </a:lnTo>
                  <a:lnTo>
                    <a:pt x="129501" y="22729"/>
                  </a:lnTo>
                  <a:lnTo>
                    <a:pt x="124222" y="1779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9974143" y="3309643"/>
              <a:ext cx="40640" cy="69850"/>
            </a:xfrm>
            <a:custGeom>
              <a:avLst/>
              <a:gdLst/>
              <a:ahLst/>
              <a:cxnLst/>
              <a:rect l="l" t="t" r="r" b="b"/>
              <a:pathLst>
                <a:path w="40640" h="69850">
                  <a:moveTo>
                    <a:pt x="0" y="0"/>
                  </a:moveTo>
                  <a:lnTo>
                    <a:pt x="40094" y="69342"/>
                  </a:lnTo>
                </a:path>
              </a:pathLst>
            </a:custGeom>
            <a:ln w="1351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9266020" y="3127400"/>
              <a:ext cx="122807" cy="156414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9418065" y="3214719"/>
              <a:ext cx="76968" cy="119830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9515982" y="3124700"/>
              <a:ext cx="138529" cy="161791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9692804" y="3198115"/>
              <a:ext cx="107950" cy="0"/>
            </a:xfrm>
            <a:custGeom>
              <a:avLst/>
              <a:gdLst/>
              <a:ahLst/>
              <a:cxnLst/>
              <a:rect l="l" t="t" r="r" b="b"/>
              <a:pathLst>
                <a:path w="107950">
                  <a:moveTo>
                    <a:pt x="107670" y="0"/>
                  </a:moveTo>
                  <a:lnTo>
                    <a:pt x="0" y="0"/>
                  </a:lnTo>
                </a:path>
              </a:pathLst>
            </a:custGeom>
            <a:ln w="134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10325311" y="3404387"/>
              <a:ext cx="234261" cy="207690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10588404" y="3407065"/>
              <a:ext cx="122987" cy="156369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10740449" y="3496409"/>
              <a:ext cx="77937" cy="117670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10184754" y="3477735"/>
              <a:ext cx="102235" cy="0"/>
            </a:xfrm>
            <a:custGeom>
              <a:avLst/>
              <a:gdLst/>
              <a:ahLst/>
              <a:cxnLst/>
              <a:rect l="l" t="t" r="r" b="b"/>
              <a:pathLst>
                <a:path w="102234">
                  <a:moveTo>
                    <a:pt x="0" y="0"/>
                  </a:moveTo>
                  <a:lnTo>
                    <a:pt x="101813" y="0"/>
                  </a:lnTo>
                </a:path>
              </a:pathLst>
            </a:custGeom>
            <a:ln w="134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9121496" y="2647009"/>
              <a:ext cx="1859914" cy="1266825"/>
            </a:xfrm>
            <a:custGeom>
              <a:avLst/>
              <a:gdLst/>
              <a:ahLst/>
              <a:cxnLst/>
              <a:rect l="l" t="t" r="r" b="b"/>
              <a:pathLst>
                <a:path w="1859915" h="1266825">
                  <a:moveTo>
                    <a:pt x="1859521" y="0"/>
                  </a:moveTo>
                  <a:lnTo>
                    <a:pt x="1805457" y="0"/>
                  </a:lnTo>
                  <a:lnTo>
                    <a:pt x="1805457" y="1212151"/>
                  </a:lnTo>
                  <a:lnTo>
                    <a:pt x="0" y="1212151"/>
                  </a:lnTo>
                  <a:lnTo>
                    <a:pt x="0" y="1266736"/>
                  </a:lnTo>
                  <a:lnTo>
                    <a:pt x="1859521" y="1266736"/>
                  </a:lnTo>
                  <a:lnTo>
                    <a:pt x="1859521" y="1212151"/>
                  </a:lnTo>
                  <a:lnTo>
                    <a:pt x="1859521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9067438" y="2592818"/>
              <a:ext cx="1859914" cy="1266825"/>
            </a:xfrm>
            <a:custGeom>
              <a:avLst/>
              <a:gdLst/>
              <a:ahLst/>
              <a:cxnLst/>
              <a:rect l="l" t="t" r="r" b="b"/>
              <a:pathLst>
                <a:path w="1859915" h="1266825">
                  <a:moveTo>
                    <a:pt x="1859519" y="1266773"/>
                  </a:moveTo>
                  <a:lnTo>
                    <a:pt x="1859519" y="534419"/>
                  </a:lnTo>
                  <a:lnTo>
                    <a:pt x="1859518" y="158346"/>
                  </a:lnTo>
                  <a:lnTo>
                    <a:pt x="1859518" y="19793"/>
                  </a:lnTo>
                  <a:lnTo>
                    <a:pt x="1859518" y="0"/>
                  </a:lnTo>
                  <a:lnTo>
                    <a:pt x="784484" y="0"/>
                  </a:lnTo>
                  <a:lnTo>
                    <a:pt x="232439" y="0"/>
                  </a:lnTo>
                  <a:lnTo>
                    <a:pt x="29054" y="0"/>
                  </a:lnTo>
                  <a:lnTo>
                    <a:pt x="0" y="0"/>
                  </a:lnTo>
                  <a:lnTo>
                    <a:pt x="0" y="732353"/>
                  </a:lnTo>
                  <a:lnTo>
                    <a:pt x="0" y="1108426"/>
                  </a:lnTo>
                  <a:lnTo>
                    <a:pt x="0" y="1246979"/>
                  </a:lnTo>
                  <a:lnTo>
                    <a:pt x="0" y="1266773"/>
                  </a:lnTo>
                  <a:lnTo>
                    <a:pt x="1075034" y="1266773"/>
                  </a:lnTo>
                  <a:lnTo>
                    <a:pt x="1627079" y="1266773"/>
                  </a:lnTo>
                  <a:lnTo>
                    <a:pt x="1830464" y="1266773"/>
                  </a:lnTo>
                  <a:lnTo>
                    <a:pt x="1859519" y="1266773"/>
                  </a:lnTo>
                  <a:close/>
                </a:path>
              </a:pathLst>
            </a:custGeom>
            <a:ln w="1350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5" name="object 95"/>
          <p:cNvGrpSpPr/>
          <p:nvPr/>
        </p:nvGrpSpPr>
        <p:grpSpPr>
          <a:xfrm>
            <a:off x="7253046" y="4307325"/>
            <a:ext cx="2596515" cy="1057910"/>
            <a:chOff x="7253046" y="4307325"/>
            <a:chExt cx="2596515" cy="1057910"/>
          </a:xfrm>
        </p:grpSpPr>
        <p:sp>
          <p:nvSpPr>
            <p:cNvPr id="96" name="object 96"/>
            <p:cNvSpPr/>
            <p:nvPr/>
          </p:nvSpPr>
          <p:spPr>
            <a:xfrm>
              <a:off x="7384271" y="4443671"/>
              <a:ext cx="370840" cy="159385"/>
            </a:xfrm>
            <a:custGeom>
              <a:avLst/>
              <a:gdLst/>
              <a:ahLst/>
              <a:cxnLst/>
              <a:rect l="l" t="t" r="r" b="b"/>
              <a:pathLst>
                <a:path w="370840" h="159385">
                  <a:moveTo>
                    <a:pt x="72280" y="18449"/>
                  </a:moveTo>
                  <a:lnTo>
                    <a:pt x="51580" y="18449"/>
                  </a:lnTo>
                  <a:lnTo>
                    <a:pt x="51580" y="156347"/>
                  </a:lnTo>
                  <a:lnTo>
                    <a:pt x="72281" y="156347"/>
                  </a:lnTo>
                  <a:lnTo>
                    <a:pt x="72280" y="18449"/>
                  </a:lnTo>
                  <a:close/>
                </a:path>
                <a:path w="370840" h="159385">
                  <a:moveTo>
                    <a:pt x="124088" y="0"/>
                  </a:moveTo>
                  <a:lnTo>
                    <a:pt x="0" y="0"/>
                  </a:lnTo>
                  <a:lnTo>
                    <a:pt x="0" y="18449"/>
                  </a:lnTo>
                  <a:lnTo>
                    <a:pt x="124088" y="18449"/>
                  </a:lnTo>
                  <a:lnTo>
                    <a:pt x="124088" y="0"/>
                  </a:lnTo>
                  <a:close/>
                </a:path>
                <a:path w="370840" h="159385">
                  <a:moveTo>
                    <a:pt x="166143" y="0"/>
                  </a:moveTo>
                  <a:lnTo>
                    <a:pt x="146929" y="0"/>
                  </a:lnTo>
                  <a:lnTo>
                    <a:pt x="146929" y="156347"/>
                  </a:lnTo>
                  <a:lnTo>
                    <a:pt x="166143" y="156347"/>
                  </a:lnTo>
                  <a:lnTo>
                    <a:pt x="166143" y="85497"/>
                  </a:lnTo>
                  <a:lnTo>
                    <a:pt x="167224" y="78522"/>
                  </a:lnTo>
                  <a:lnTo>
                    <a:pt x="169364" y="73482"/>
                  </a:lnTo>
                  <a:lnTo>
                    <a:pt x="171481" y="68420"/>
                  </a:lnTo>
                  <a:lnTo>
                    <a:pt x="175063" y="64437"/>
                  </a:lnTo>
                  <a:lnTo>
                    <a:pt x="185109" y="58520"/>
                  </a:lnTo>
                  <a:lnTo>
                    <a:pt x="190470" y="57058"/>
                  </a:lnTo>
                  <a:lnTo>
                    <a:pt x="234316" y="57058"/>
                  </a:lnTo>
                  <a:lnTo>
                    <a:pt x="233872" y="56090"/>
                  </a:lnTo>
                  <a:lnTo>
                    <a:pt x="166143" y="56090"/>
                  </a:lnTo>
                  <a:lnTo>
                    <a:pt x="166143" y="0"/>
                  </a:lnTo>
                  <a:close/>
                </a:path>
                <a:path w="370840" h="159385">
                  <a:moveTo>
                    <a:pt x="234316" y="57058"/>
                  </a:moveTo>
                  <a:lnTo>
                    <a:pt x="203782" y="57058"/>
                  </a:lnTo>
                  <a:lnTo>
                    <a:pt x="209661" y="59240"/>
                  </a:lnTo>
                  <a:lnTo>
                    <a:pt x="217996" y="67992"/>
                  </a:lnTo>
                  <a:lnTo>
                    <a:pt x="220068" y="74967"/>
                  </a:lnTo>
                  <a:lnTo>
                    <a:pt x="220068" y="156347"/>
                  </a:lnTo>
                  <a:lnTo>
                    <a:pt x="239305" y="156347"/>
                  </a:lnTo>
                  <a:lnTo>
                    <a:pt x="239304" y="84574"/>
                  </a:lnTo>
                  <a:lnTo>
                    <a:pt x="235295" y="59195"/>
                  </a:lnTo>
                  <a:lnTo>
                    <a:pt x="234316" y="57058"/>
                  </a:lnTo>
                  <a:close/>
                </a:path>
                <a:path w="370840" h="159385">
                  <a:moveTo>
                    <a:pt x="208513" y="40521"/>
                  </a:moveTo>
                  <a:lnTo>
                    <a:pt x="200111" y="40521"/>
                  </a:lnTo>
                  <a:lnTo>
                    <a:pt x="190299" y="41495"/>
                  </a:lnTo>
                  <a:lnTo>
                    <a:pt x="181370" y="44416"/>
                  </a:lnTo>
                  <a:lnTo>
                    <a:pt x="173319" y="49282"/>
                  </a:lnTo>
                  <a:lnTo>
                    <a:pt x="166143" y="56090"/>
                  </a:lnTo>
                  <a:lnTo>
                    <a:pt x="233872" y="56090"/>
                  </a:lnTo>
                  <a:lnTo>
                    <a:pt x="232615" y="53345"/>
                  </a:lnTo>
                  <a:lnTo>
                    <a:pt x="228200" y="48778"/>
                  </a:lnTo>
                  <a:lnTo>
                    <a:pt x="215811" y="42163"/>
                  </a:lnTo>
                  <a:lnTo>
                    <a:pt x="208513" y="40521"/>
                  </a:lnTo>
                  <a:close/>
                </a:path>
                <a:path w="370840" h="159385">
                  <a:moveTo>
                    <a:pt x="318751" y="40521"/>
                  </a:moveTo>
                  <a:lnTo>
                    <a:pt x="280526" y="56315"/>
                  </a:lnTo>
                  <a:lnTo>
                    <a:pt x="265851" y="99514"/>
                  </a:lnTo>
                  <a:lnTo>
                    <a:pt x="265888" y="102348"/>
                  </a:lnTo>
                  <a:lnTo>
                    <a:pt x="280368" y="143612"/>
                  </a:lnTo>
                  <a:lnTo>
                    <a:pt x="319809" y="158911"/>
                  </a:lnTo>
                  <a:lnTo>
                    <a:pt x="329249" y="158312"/>
                  </a:lnTo>
                  <a:lnTo>
                    <a:pt x="358824" y="143117"/>
                  </a:lnTo>
                  <a:lnTo>
                    <a:pt x="319922" y="143117"/>
                  </a:lnTo>
                  <a:lnTo>
                    <a:pt x="313118" y="142497"/>
                  </a:lnTo>
                  <a:lnTo>
                    <a:pt x="286703" y="113408"/>
                  </a:lnTo>
                  <a:lnTo>
                    <a:pt x="285639" y="104621"/>
                  </a:lnTo>
                  <a:lnTo>
                    <a:pt x="370221" y="104621"/>
                  </a:lnTo>
                  <a:lnTo>
                    <a:pt x="370311" y="99514"/>
                  </a:lnTo>
                  <a:lnTo>
                    <a:pt x="369585" y="88826"/>
                  </a:lnTo>
                  <a:lnTo>
                    <a:pt x="286720" y="88826"/>
                  </a:lnTo>
                  <a:lnTo>
                    <a:pt x="287699" y="81790"/>
                  </a:lnTo>
                  <a:lnTo>
                    <a:pt x="310124" y="56315"/>
                  </a:lnTo>
                  <a:lnTo>
                    <a:pt x="356144" y="56315"/>
                  </a:lnTo>
                  <a:lnTo>
                    <a:pt x="355895" y="55978"/>
                  </a:lnTo>
                  <a:lnTo>
                    <a:pt x="348175" y="49215"/>
                  </a:lnTo>
                  <a:lnTo>
                    <a:pt x="339409" y="44385"/>
                  </a:lnTo>
                  <a:lnTo>
                    <a:pt x="329600" y="41487"/>
                  </a:lnTo>
                  <a:lnTo>
                    <a:pt x="318751" y="40521"/>
                  </a:lnTo>
                  <a:close/>
                </a:path>
                <a:path w="370840" h="159385">
                  <a:moveTo>
                    <a:pt x="349813" y="119875"/>
                  </a:moveTo>
                  <a:lnTo>
                    <a:pt x="346907" y="127975"/>
                  </a:lnTo>
                  <a:lnTo>
                    <a:pt x="342943" y="133892"/>
                  </a:lnTo>
                  <a:lnTo>
                    <a:pt x="332987" y="141272"/>
                  </a:lnTo>
                  <a:lnTo>
                    <a:pt x="326972" y="143117"/>
                  </a:lnTo>
                  <a:lnTo>
                    <a:pt x="358824" y="143117"/>
                  </a:lnTo>
                  <a:lnTo>
                    <a:pt x="362976" y="137765"/>
                  </a:lnTo>
                  <a:lnTo>
                    <a:pt x="366830" y="130533"/>
                  </a:lnTo>
                  <a:lnTo>
                    <a:pt x="369680" y="122328"/>
                  </a:lnTo>
                  <a:lnTo>
                    <a:pt x="349813" y="119875"/>
                  </a:lnTo>
                  <a:close/>
                </a:path>
                <a:path w="370840" h="159385">
                  <a:moveTo>
                    <a:pt x="356144" y="56315"/>
                  </a:moveTo>
                  <a:lnTo>
                    <a:pt x="318953" y="56315"/>
                  </a:lnTo>
                  <a:lnTo>
                    <a:pt x="325930" y="57007"/>
                  </a:lnTo>
                  <a:lnTo>
                    <a:pt x="332226" y="59085"/>
                  </a:lnTo>
                  <a:lnTo>
                    <a:pt x="350038" y="88826"/>
                  </a:lnTo>
                  <a:lnTo>
                    <a:pt x="369585" y="88826"/>
                  </a:lnTo>
                  <a:lnTo>
                    <a:pt x="369411" y="86266"/>
                  </a:lnTo>
                  <a:lnTo>
                    <a:pt x="366710" y="74598"/>
                  </a:lnTo>
                  <a:lnTo>
                    <a:pt x="362205" y="64504"/>
                  </a:lnTo>
                  <a:lnTo>
                    <a:pt x="356144" y="56315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7"/>
            <p:cNvSpPr/>
            <p:nvPr/>
          </p:nvSpPr>
          <p:spPr>
            <a:xfrm>
              <a:off x="7843849" y="4443671"/>
              <a:ext cx="148953" cy="199770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8076309" y="4484192"/>
              <a:ext cx="336550" cy="118745"/>
            </a:xfrm>
            <a:custGeom>
              <a:avLst/>
              <a:gdLst/>
              <a:ahLst/>
              <a:cxnLst/>
              <a:rect l="l" t="t" r="r" b="b"/>
              <a:pathLst>
                <a:path w="336550" h="118745">
                  <a:moveTo>
                    <a:pt x="51695" y="0"/>
                  </a:moveTo>
                  <a:lnTo>
                    <a:pt x="13762" y="15479"/>
                  </a:lnTo>
                  <a:lnTo>
                    <a:pt x="0" y="59622"/>
                  </a:lnTo>
                  <a:lnTo>
                    <a:pt x="883" y="72987"/>
                  </a:lnTo>
                  <a:lnTo>
                    <a:pt x="21794" y="109838"/>
                  </a:lnTo>
                  <a:lnTo>
                    <a:pt x="51582" y="118390"/>
                  </a:lnTo>
                  <a:lnTo>
                    <a:pt x="60507" y="117699"/>
                  </a:lnTo>
                  <a:lnTo>
                    <a:pt x="68701" y="115626"/>
                  </a:lnTo>
                  <a:lnTo>
                    <a:pt x="76169" y="112173"/>
                  </a:lnTo>
                  <a:lnTo>
                    <a:pt x="82915" y="107343"/>
                  </a:lnTo>
                  <a:lnTo>
                    <a:pt x="87452" y="102596"/>
                  </a:lnTo>
                  <a:lnTo>
                    <a:pt x="41964" y="102596"/>
                  </a:lnTo>
                  <a:lnTo>
                    <a:pt x="34350" y="99154"/>
                  </a:lnTo>
                  <a:lnTo>
                    <a:pt x="19754" y="59082"/>
                  </a:lnTo>
                  <a:lnTo>
                    <a:pt x="20320" y="48586"/>
                  </a:lnTo>
                  <a:lnTo>
                    <a:pt x="45515" y="16444"/>
                  </a:lnTo>
                  <a:lnTo>
                    <a:pt x="52438" y="15794"/>
                  </a:lnTo>
                  <a:lnTo>
                    <a:pt x="88167" y="15794"/>
                  </a:lnTo>
                  <a:lnTo>
                    <a:pt x="87252" y="14487"/>
                  </a:lnTo>
                  <a:lnTo>
                    <a:pt x="81901" y="9337"/>
                  </a:lnTo>
                  <a:lnTo>
                    <a:pt x="75604" y="5248"/>
                  </a:lnTo>
                  <a:lnTo>
                    <a:pt x="68470" y="2331"/>
                  </a:lnTo>
                  <a:lnTo>
                    <a:pt x="60501" y="582"/>
                  </a:lnTo>
                  <a:lnTo>
                    <a:pt x="51695" y="0"/>
                  </a:lnTo>
                  <a:close/>
                </a:path>
                <a:path w="336550" h="118745">
                  <a:moveTo>
                    <a:pt x="79874" y="74337"/>
                  </a:moveTo>
                  <a:lnTo>
                    <a:pt x="78522" y="83944"/>
                  </a:lnTo>
                  <a:lnTo>
                    <a:pt x="75324" y="91054"/>
                  </a:lnTo>
                  <a:lnTo>
                    <a:pt x="65210" y="100301"/>
                  </a:lnTo>
                  <a:lnTo>
                    <a:pt x="58903" y="102596"/>
                  </a:lnTo>
                  <a:lnTo>
                    <a:pt x="87452" y="102596"/>
                  </a:lnTo>
                  <a:lnTo>
                    <a:pt x="88693" y="101297"/>
                  </a:lnTo>
                  <a:lnTo>
                    <a:pt x="93259" y="94192"/>
                  </a:lnTo>
                  <a:lnTo>
                    <a:pt x="96618" y="86025"/>
                  </a:lnTo>
                  <a:lnTo>
                    <a:pt x="98772" y="76789"/>
                  </a:lnTo>
                  <a:lnTo>
                    <a:pt x="79874" y="74337"/>
                  </a:lnTo>
                  <a:close/>
                </a:path>
                <a:path w="336550" h="118745">
                  <a:moveTo>
                    <a:pt x="88167" y="15794"/>
                  </a:moveTo>
                  <a:lnTo>
                    <a:pt x="58835" y="15794"/>
                  </a:lnTo>
                  <a:lnTo>
                    <a:pt x="64309" y="17706"/>
                  </a:lnTo>
                  <a:lnTo>
                    <a:pt x="68917" y="21641"/>
                  </a:lnTo>
                  <a:lnTo>
                    <a:pt x="73341" y="25379"/>
                  </a:lnTo>
                  <a:lnTo>
                    <a:pt x="76495" y="31116"/>
                  </a:lnTo>
                  <a:lnTo>
                    <a:pt x="78274" y="38721"/>
                  </a:lnTo>
                  <a:lnTo>
                    <a:pt x="96970" y="35841"/>
                  </a:lnTo>
                  <a:lnTo>
                    <a:pt x="94787" y="27741"/>
                  </a:lnTo>
                  <a:lnTo>
                    <a:pt x="91547" y="20623"/>
                  </a:lnTo>
                  <a:lnTo>
                    <a:pt x="88167" y="15794"/>
                  </a:lnTo>
                  <a:close/>
                </a:path>
                <a:path w="336550" h="118745">
                  <a:moveTo>
                    <a:pt x="206460" y="15884"/>
                  </a:moveTo>
                  <a:lnTo>
                    <a:pt x="173376" y="15884"/>
                  </a:lnTo>
                  <a:lnTo>
                    <a:pt x="180674" y="18066"/>
                  </a:lnTo>
                  <a:lnTo>
                    <a:pt x="189211" y="25604"/>
                  </a:lnTo>
                  <a:lnTo>
                    <a:pt x="191035" y="31116"/>
                  </a:lnTo>
                  <a:lnTo>
                    <a:pt x="190923" y="43940"/>
                  </a:lnTo>
                  <a:lnTo>
                    <a:pt x="184660" y="45797"/>
                  </a:lnTo>
                  <a:lnTo>
                    <a:pt x="176856" y="47518"/>
                  </a:lnTo>
                  <a:lnTo>
                    <a:pt x="167514" y="49104"/>
                  </a:lnTo>
                  <a:lnTo>
                    <a:pt x="156639" y="50555"/>
                  </a:lnTo>
                  <a:lnTo>
                    <a:pt x="149026" y="51478"/>
                  </a:lnTo>
                  <a:lnTo>
                    <a:pt x="143350" y="52445"/>
                  </a:lnTo>
                  <a:lnTo>
                    <a:pt x="112017" y="80412"/>
                  </a:lnTo>
                  <a:lnTo>
                    <a:pt x="112017" y="95419"/>
                  </a:lnTo>
                  <a:lnTo>
                    <a:pt x="150783" y="118390"/>
                  </a:lnTo>
                  <a:lnTo>
                    <a:pt x="158329" y="118390"/>
                  </a:lnTo>
                  <a:lnTo>
                    <a:pt x="165379" y="117153"/>
                  </a:lnTo>
                  <a:lnTo>
                    <a:pt x="178556" y="112158"/>
                  </a:lnTo>
                  <a:lnTo>
                    <a:pt x="185404" y="107906"/>
                  </a:lnTo>
                  <a:lnTo>
                    <a:pt x="190749" y="103361"/>
                  </a:lnTo>
                  <a:lnTo>
                    <a:pt x="147900" y="103361"/>
                  </a:lnTo>
                  <a:lnTo>
                    <a:pt x="142223" y="101651"/>
                  </a:lnTo>
                  <a:lnTo>
                    <a:pt x="134452" y="94811"/>
                  </a:lnTo>
                  <a:lnTo>
                    <a:pt x="132638" y="90829"/>
                  </a:lnTo>
                  <a:lnTo>
                    <a:pt x="132515" y="82099"/>
                  </a:lnTo>
                  <a:lnTo>
                    <a:pt x="133416" y="79062"/>
                  </a:lnTo>
                  <a:lnTo>
                    <a:pt x="159545" y="66237"/>
                  </a:lnTo>
                  <a:lnTo>
                    <a:pt x="169351" y="64659"/>
                  </a:lnTo>
                  <a:lnTo>
                    <a:pt x="177852" y="62927"/>
                  </a:lnTo>
                  <a:lnTo>
                    <a:pt x="185044" y="61039"/>
                  </a:lnTo>
                  <a:lnTo>
                    <a:pt x="190923" y="58992"/>
                  </a:lnTo>
                  <a:lnTo>
                    <a:pt x="210362" y="58992"/>
                  </a:lnTo>
                  <a:lnTo>
                    <a:pt x="210362" y="34243"/>
                  </a:lnTo>
                  <a:lnTo>
                    <a:pt x="210047" y="28326"/>
                  </a:lnTo>
                  <a:lnTo>
                    <a:pt x="209393" y="25064"/>
                  </a:lnTo>
                  <a:lnTo>
                    <a:pt x="208267" y="19799"/>
                  </a:lnTo>
                  <a:lnTo>
                    <a:pt x="206460" y="15884"/>
                  </a:lnTo>
                  <a:close/>
                </a:path>
                <a:path w="336550" h="118745">
                  <a:moveTo>
                    <a:pt x="211557" y="101853"/>
                  </a:moveTo>
                  <a:lnTo>
                    <a:pt x="192522" y="101853"/>
                  </a:lnTo>
                  <a:lnTo>
                    <a:pt x="193108" y="107186"/>
                  </a:lnTo>
                  <a:lnTo>
                    <a:pt x="194392" y="111843"/>
                  </a:lnTo>
                  <a:lnTo>
                    <a:pt x="196374" y="115825"/>
                  </a:lnTo>
                  <a:lnTo>
                    <a:pt x="216444" y="115825"/>
                  </a:lnTo>
                  <a:lnTo>
                    <a:pt x="214034" y="111483"/>
                  </a:lnTo>
                  <a:lnTo>
                    <a:pt x="212412" y="106961"/>
                  </a:lnTo>
                  <a:lnTo>
                    <a:pt x="211601" y="102236"/>
                  </a:lnTo>
                  <a:lnTo>
                    <a:pt x="211557" y="101853"/>
                  </a:lnTo>
                  <a:close/>
                </a:path>
                <a:path w="336550" h="118745">
                  <a:moveTo>
                    <a:pt x="210362" y="58992"/>
                  </a:moveTo>
                  <a:lnTo>
                    <a:pt x="190923" y="58992"/>
                  </a:lnTo>
                  <a:lnTo>
                    <a:pt x="190923" y="74472"/>
                  </a:lnTo>
                  <a:lnTo>
                    <a:pt x="189887" y="80884"/>
                  </a:lnTo>
                  <a:lnTo>
                    <a:pt x="162766" y="103361"/>
                  </a:lnTo>
                  <a:lnTo>
                    <a:pt x="190749" y="103361"/>
                  </a:lnTo>
                  <a:lnTo>
                    <a:pt x="192522" y="101853"/>
                  </a:lnTo>
                  <a:lnTo>
                    <a:pt x="211557" y="101853"/>
                  </a:lnTo>
                  <a:lnTo>
                    <a:pt x="211056" y="97461"/>
                  </a:lnTo>
                  <a:lnTo>
                    <a:pt x="210669" y="90224"/>
                  </a:lnTo>
                  <a:lnTo>
                    <a:pt x="210429" y="79062"/>
                  </a:lnTo>
                  <a:lnTo>
                    <a:pt x="210362" y="58992"/>
                  </a:lnTo>
                  <a:close/>
                </a:path>
                <a:path w="336550" h="118745">
                  <a:moveTo>
                    <a:pt x="176146" y="0"/>
                  </a:moveTo>
                  <a:lnTo>
                    <a:pt x="166483" y="0"/>
                  </a:lnTo>
                  <a:lnTo>
                    <a:pt x="159387" y="249"/>
                  </a:lnTo>
                  <a:lnTo>
                    <a:pt x="119856" y="20361"/>
                  </a:lnTo>
                  <a:lnTo>
                    <a:pt x="115328" y="34873"/>
                  </a:lnTo>
                  <a:lnTo>
                    <a:pt x="134114" y="37438"/>
                  </a:lnTo>
                  <a:lnTo>
                    <a:pt x="136187" y="29406"/>
                  </a:lnTo>
                  <a:lnTo>
                    <a:pt x="139363" y="23804"/>
                  </a:lnTo>
                  <a:lnTo>
                    <a:pt x="147990" y="17481"/>
                  </a:lnTo>
                  <a:lnTo>
                    <a:pt x="154657" y="15884"/>
                  </a:lnTo>
                  <a:lnTo>
                    <a:pt x="206460" y="15884"/>
                  </a:lnTo>
                  <a:lnTo>
                    <a:pt x="206262" y="15456"/>
                  </a:lnTo>
                  <a:lnTo>
                    <a:pt x="203424" y="11992"/>
                  </a:lnTo>
                  <a:lnTo>
                    <a:pt x="200563" y="8549"/>
                  </a:lnTo>
                  <a:lnTo>
                    <a:pt x="196126" y="5692"/>
                  </a:lnTo>
                  <a:lnTo>
                    <a:pt x="184030" y="1147"/>
                  </a:lnTo>
                  <a:lnTo>
                    <a:pt x="176146" y="0"/>
                  </a:lnTo>
                  <a:close/>
                </a:path>
                <a:path w="336550" h="118745">
                  <a:moveTo>
                    <a:pt x="261089" y="2564"/>
                  </a:moveTo>
                  <a:lnTo>
                    <a:pt x="243789" y="2564"/>
                  </a:lnTo>
                  <a:lnTo>
                    <a:pt x="243789" y="115825"/>
                  </a:lnTo>
                  <a:lnTo>
                    <a:pt x="263003" y="115825"/>
                  </a:lnTo>
                  <a:lnTo>
                    <a:pt x="263003" y="53975"/>
                  </a:lnTo>
                  <a:lnTo>
                    <a:pt x="263561" y="43965"/>
                  </a:lnTo>
                  <a:lnTo>
                    <a:pt x="279394" y="18674"/>
                  </a:lnTo>
                  <a:lnTo>
                    <a:pt x="261089" y="18674"/>
                  </a:lnTo>
                  <a:lnTo>
                    <a:pt x="261089" y="2564"/>
                  </a:lnTo>
                  <a:close/>
                </a:path>
                <a:path w="336550" h="118745">
                  <a:moveTo>
                    <a:pt x="331230" y="16626"/>
                  </a:moveTo>
                  <a:lnTo>
                    <a:pt x="298233" y="16626"/>
                  </a:lnTo>
                  <a:lnTo>
                    <a:pt x="302715" y="17796"/>
                  </a:lnTo>
                  <a:lnTo>
                    <a:pt x="310329" y="22409"/>
                  </a:lnTo>
                  <a:lnTo>
                    <a:pt x="312986" y="25514"/>
                  </a:lnTo>
                  <a:lnTo>
                    <a:pt x="315960" y="33253"/>
                  </a:lnTo>
                  <a:lnTo>
                    <a:pt x="316726" y="39103"/>
                  </a:lnTo>
                  <a:lnTo>
                    <a:pt x="316726" y="115825"/>
                  </a:lnTo>
                  <a:lnTo>
                    <a:pt x="335940" y="115825"/>
                  </a:lnTo>
                  <a:lnTo>
                    <a:pt x="335847" y="35703"/>
                  </a:lnTo>
                  <a:lnTo>
                    <a:pt x="331727" y="17324"/>
                  </a:lnTo>
                  <a:lnTo>
                    <a:pt x="331230" y="16626"/>
                  </a:lnTo>
                  <a:close/>
                </a:path>
                <a:path w="336550" h="118745">
                  <a:moveTo>
                    <a:pt x="303999" y="0"/>
                  </a:moveTo>
                  <a:lnTo>
                    <a:pt x="297174" y="0"/>
                  </a:lnTo>
                  <a:lnTo>
                    <a:pt x="286075" y="1165"/>
                  </a:lnTo>
                  <a:lnTo>
                    <a:pt x="276361" y="4662"/>
                  </a:lnTo>
                  <a:lnTo>
                    <a:pt x="268032" y="10497"/>
                  </a:lnTo>
                  <a:lnTo>
                    <a:pt x="261089" y="18674"/>
                  </a:lnTo>
                  <a:lnTo>
                    <a:pt x="279394" y="18674"/>
                  </a:lnTo>
                  <a:lnTo>
                    <a:pt x="284943" y="16626"/>
                  </a:lnTo>
                  <a:lnTo>
                    <a:pt x="331230" y="16626"/>
                  </a:lnTo>
                  <a:lnTo>
                    <a:pt x="326051" y="9359"/>
                  </a:lnTo>
                  <a:lnTo>
                    <a:pt x="321749" y="6142"/>
                  </a:lnTo>
                  <a:lnTo>
                    <a:pt x="310283" y="1214"/>
                  </a:lnTo>
                  <a:lnTo>
                    <a:pt x="303999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8507823" y="4443671"/>
              <a:ext cx="223494" cy="158911"/>
            </a:xfrm>
            <a:prstGeom prst="rect">
              <a:avLst/>
            </a:prstGeom>
            <a:blipFill>
              <a:blip r:embed="rId4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7381163" y="4443679"/>
              <a:ext cx="2282825" cy="477520"/>
            </a:xfrm>
            <a:custGeom>
              <a:avLst/>
              <a:gdLst/>
              <a:ahLst/>
              <a:cxnLst/>
              <a:rect l="l" t="t" r="r" b="b"/>
              <a:pathLst>
                <a:path w="2282825" h="477520">
                  <a:moveTo>
                    <a:pt x="66332" y="317601"/>
                  </a:moveTo>
                  <a:lnTo>
                    <a:pt x="59766" y="316318"/>
                  </a:lnTo>
                  <a:lnTo>
                    <a:pt x="53784" y="315683"/>
                  </a:lnTo>
                  <a:lnTo>
                    <a:pt x="39979" y="315683"/>
                  </a:lnTo>
                  <a:lnTo>
                    <a:pt x="16979" y="341782"/>
                  </a:lnTo>
                  <a:lnTo>
                    <a:pt x="16979" y="361454"/>
                  </a:lnTo>
                  <a:lnTo>
                    <a:pt x="0" y="361454"/>
                  </a:lnTo>
                  <a:lnTo>
                    <a:pt x="0" y="376364"/>
                  </a:lnTo>
                  <a:lnTo>
                    <a:pt x="16979" y="376364"/>
                  </a:lnTo>
                  <a:lnTo>
                    <a:pt x="16979" y="474713"/>
                  </a:lnTo>
                  <a:lnTo>
                    <a:pt x="36093" y="474713"/>
                  </a:lnTo>
                  <a:lnTo>
                    <a:pt x="36093" y="376364"/>
                  </a:lnTo>
                  <a:lnTo>
                    <a:pt x="58191" y="376364"/>
                  </a:lnTo>
                  <a:lnTo>
                    <a:pt x="58191" y="361454"/>
                  </a:lnTo>
                  <a:lnTo>
                    <a:pt x="36093" y="361454"/>
                  </a:lnTo>
                  <a:lnTo>
                    <a:pt x="36093" y="344170"/>
                  </a:lnTo>
                  <a:lnTo>
                    <a:pt x="37299" y="339509"/>
                  </a:lnTo>
                  <a:lnTo>
                    <a:pt x="42151" y="334543"/>
                  </a:lnTo>
                  <a:lnTo>
                    <a:pt x="46278" y="333273"/>
                  </a:lnTo>
                  <a:lnTo>
                    <a:pt x="55676" y="333273"/>
                  </a:lnTo>
                  <a:lnTo>
                    <a:pt x="59461" y="333641"/>
                  </a:lnTo>
                  <a:lnTo>
                    <a:pt x="63449" y="334365"/>
                  </a:lnTo>
                  <a:lnTo>
                    <a:pt x="63627" y="333273"/>
                  </a:lnTo>
                  <a:lnTo>
                    <a:pt x="66332" y="317601"/>
                  </a:lnTo>
                  <a:close/>
                </a:path>
                <a:path w="2282825" h="477520">
                  <a:moveTo>
                    <a:pt x="136359" y="365074"/>
                  </a:moveTo>
                  <a:lnTo>
                    <a:pt x="129667" y="360959"/>
                  </a:lnTo>
                  <a:lnTo>
                    <a:pt x="123088" y="358889"/>
                  </a:lnTo>
                  <a:lnTo>
                    <a:pt x="112115" y="358889"/>
                  </a:lnTo>
                  <a:lnTo>
                    <a:pt x="108026" y="360172"/>
                  </a:lnTo>
                  <a:lnTo>
                    <a:pt x="100545" y="365277"/>
                  </a:lnTo>
                  <a:lnTo>
                    <a:pt x="96469" y="370586"/>
                  </a:lnTo>
                  <a:lnTo>
                    <a:pt x="92049" y="378612"/>
                  </a:lnTo>
                  <a:lnTo>
                    <a:pt x="92049" y="361454"/>
                  </a:lnTo>
                  <a:lnTo>
                    <a:pt x="74752" y="361454"/>
                  </a:lnTo>
                  <a:lnTo>
                    <a:pt x="74752" y="474713"/>
                  </a:lnTo>
                  <a:lnTo>
                    <a:pt x="93967" y="474713"/>
                  </a:lnTo>
                  <a:lnTo>
                    <a:pt x="93967" y="407301"/>
                  </a:lnTo>
                  <a:lnTo>
                    <a:pt x="95046" y="399834"/>
                  </a:lnTo>
                  <a:lnTo>
                    <a:pt x="98602" y="388543"/>
                  </a:lnTo>
                  <a:lnTo>
                    <a:pt x="100990" y="385025"/>
                  </a:lnTo>
                  <a:lnTo>
                    <a:pt x="107683" y="379984"/>
                  </a:lnTo>
                  <a:lnTo>
                    <a:pt x="111442" y="378726"/>
                  </a:lnTo>
                  <a:lnTo>
                    <a:pt x="120345" y="378726"/>
                  </a:lnTo>
                  <a:lnTo>
                    <a:pt x="125044" y="380098"/>
                  </a:lnTo>
                  <a:lnTo>
                    <a:pt x="129730" y="382892"/>
                  </a:lnTo>
                  <a:lnTo>
                    <a:pt x="131279" y="378726"/>
                  </a:lnTo>
                  <a:lnTo>
                    <a:pt x="136359" y="365074"/>
                  </a:lnTo>
                  <a:close/>
                </a:path>
                <a:path w="2282825" h="477520">
                  <a:moveTo>
                    <a:pt x="249034" y="416483"/>
                  </a:moveTo>
                  <a:lnTo>
                    <a:pt x="248094" y="403720"/>
                  </a:lnTo>
                  <a:lnTo>
                    <a:pt x="245313" y="392417"/>
                  </a:lnTo>
                  <a:lnTo>
                    <a:pt x="240677" y="382574"/>
                  </a:lnTo>
                  <a:lnTo>
                    <a:pt x="234632" y="374764"/>
                  </a:lnTo>
                  <a:lnTo>
                    <a:pt x="234188" y="374180"/>
                  </a:lnTo>
                  <a:lnTo>
                    <a:pt x="229235" y="370027"/>
                  </a:lnTo>
                  <a:lnTo>
                    <a:pt x="229235" y="418084"/>
                  </a:lnTo>
                  <a:lnTo>
                    <a:pt x="228676" y="427875"/>
                  </a:lnTo>
                  <a:lnTo>
                    <a:pt x="202768" y="460806"/>
                  </a:lnTo>
                  <a:lnTo>
                    <a:pt x="195961" y="461479"/>
                  </a:lnTo>
                  <a:lnTo>
                    <a:pt x="189039" y="460806"/>
                  </a:lnTo>
                  <a:lnTo>
                    <a:pt x="163118" y="428282"/>
                  </a:lnTo>
                  <a:lnTo>
                    <a:pt x="162534" y="418084"/>
                  </a:lnTo>
                  <a:lnTo>
                    <a:pt x="163118" y="407885"/>
                  </a:lnTo>
                  <a:lnTo>
                    <a:pt x="189052" y="375437"/>
                  </a:lnTo>
                  <a:lnTo>
                    <a:pt x="195961" y="374764"/>
                  </a:lnTo>
                  <a:lnTo>
                    <a:pt x="202768" y="375450"/>
                  </a:lnTo>
                  <a:lnTo>
                    <a:pt x="228676" y="407568"/>
                  </a:lnTo>
                  <a:lnTo>
                    <a:pt x="229235" y="418084"/>
                  </a:lnTo>
                  <a:lnTo>
                    <a:pt x="229235" y="370027"/>
                  </a:lnTo>
                  <a:lnTo>
                    <a:pt x="226225" y="367487"/>
                  </a:lnTo>
                  <a:lnTo>
                    <a:pt x="217195" y="362712"/>
                  </a:lnTo>
                  <a:lnTo>
                    <a:pt x="207111" y="359841"/>
                  </a:lnTo>
                  <a:lnTo>
                    <a:pt x="195961" y="358889"/>
                  </a:lnTo>
                  <a:lnTo>
                    <a:pt x="185839" y="359664"/>
                  </a:lnTo>
                  <a:lnTo>
                    <a:pt x="152628" y="380060"/>
                  </a:lnTo>
                  <a:lnTo>
                    <a:pt x="142773" y="418084"/>
                  </a:lnTo>
                  <a:lnTo>
                    <a:pt x="143700" y="431584"/>
                  </a:lnTo>
                  <a:lnTo>
                    <a:pt x="165366" y="468693"/>
                  </a:lnTo>
                  <a:lnTo>
                    <a:pt x="195961" y="477278"/>
                  </a:lnTo>
                  <a:lnTo>
                    <a:pt x="203238" y="476834"/>
                  </a:lnTo>
                  <a:lnTo>
                    <a:pt x="238798" y="456793"/>
                  </a:lnTo>
                  <a:lnTo>
                    <a:pt x="248615" y="426834"/>
                  </a:lnTo>
                  <a:lnTo>
                    <a:pt x="249034" y="416483"/>
                  </a:lnTo>
                  <a:close/>
                </a:path>
                <a:path w="2282825" h="477520">
                  <a:moveTo>
                    <a:pt x="428840" y="474713"/>
                  </a:moveTo>
                  <a:lnTo>
                    <a:pt x="428764" y="395668"/>
                  </a:lnTo>
                  <a:lnTo>
                    <a:pt x="428282" y="387883"/>
                  </a:lnTo>
                  <a:lnTo>
                    <a:pt x="426567" y="380060"/>
                  </a:lnTo>
                  <a:lnTo>
                    <a:pt x="424599" y="375513"/>
                  </a:lnTo>
                  <a:lnTo>
                    <a:pt x="423735" y="373507"/>
                  </a:lnTo>
                  <a:lnTo>
                    <a:pt x="393814" y="358889"/>
                  </a:lnTo>
                  <a:lnTo>
                    <a:pt x="383540" y="360121"/>
                  </a:lnTo>
                  <a:lnTo>
                    <a:pt x="374269" y="363842"/>
                  </a:lnTo>
                  <a:lnTo>
                    <a:pt x="366026" y="370039"/>
                  </a:lnTo>
                  <a:lnTo>
                    <a:pt x="358787" y="378726"/>
                  </a:lnTo>
                  <a:lnTo>
                    <a:pt x="357657" y="375513"/>
                  </a:lnTo>
                  <a:lnTo>
                    <a:pt x="356590" y="372478"/>
                  </a:lnTo>
                  <a:lnTo>
                    <a:pt x="352806" y="367588"/>
                  </a:lnTo>
                  <a:lnTo>
                    <a:pt x="342061" y="360616"/>
                  </a:lnTo>
                  <a:lnTo>
                    <a:pt x="335165" y="358889"/>
                  </a:lnTo>
                  <a:lnTo>
                    <a:pt x="319214" y="358889"/>
                  </a:lnTo>
                  <a:lnTo>
                    <a:pt x="312483" y="360565"/>
                  </a:lnTo>
                  <a:lnTo>
                    <a:pt x="300685" y="367322"/>
                  </a:lnTo>
                  <a:lnTo>
                    <a:pt x="295922" y="371792"/>
                  </a:lnTo>
                  <a:lnTo>
                    <a:pt x="292366" y="377329"/>
                  </a:lnTo>
                  <a:lnTo>
                    <a:pt x="292366" y="361454"/>
                  </a:lnTo>
                  <a:lnTo>
                    <a:pt x="275183" y="361454"/>
                  </a:lnTo>
                  <a:lnTo>
                    <a:pt x="275183" y="474713"/>
                  </a:lnTo>
                  <a:lnTo>
                    <a:pt x="294398" y="474713"/>
                  </a:lnTo>
                  <a:lnTo>
                    <a:pt x="294398" y="405638"/>
                  </a:lnTo>
                  <a:lnTo>
                    <a:pt x="295427" y="397738"/>
                  </a:lnTo>
                  <a:lnTo>
                    <a:pt x="317080" y="375513"/>
                  </a:lnTo>
                  <a:lnTo>
                    <a:pt x="329603" y="375513"/>
                  </a:lnTo>
                  <a:lnTo>
                    <a:pt x="334733" y="377647"/>
                  </a:lnTo>
                  <a:lnTo>
                    <a:pt x="340995" y="386194"/>
                  </a:lnTo>
                  <a:lnTo>
                    <a:pt x="342557" y="392582"/>
                  </a:lnTo>
                  <a:lnTo>
                    <a:pt x="342557" y="474713"/>
                  </a:lnTo>
                  <a:lnTo>
                    <a:pt x="361784" y="474713"/>
                  </a:lnTo>
                  <a:lnTo>
                    <a:pt x="361784" y="408901"/>
                  </a:lnTo>
                  <a:lnTo>
                    <a:pt x="362280" y="400748"/>
                  </a:lnTo>
                  <a:lnTo>
                    <a:pt x="381571" y="375513"/>
                  </a:lnTo>
                  <a:lnTo>
                    <a:pt x="393954" y="375513"/>
                  </a:lnTo>
                  <a:lnTo>
                    <a:pt x="409727" y="395668"/>
                  </a:lnTo>
                  <a:lnTo>
                    <a:pt x="409727" y="474713"/>
                  </a:lnTo>
                  <a:lnTo>
                    <a:pt x="428840" y="474713"/>
                  </a:lnTo>
                  <a:close/>
                </a:path>
                <a:path w="2282825" h="477520">
                  <a:moveTo>
                    <a:pt x="570217" y="474510"/>
                  </a:moveTo>
                  <a:lnTo>
                    <a:pt x="567563" y="458279"/>
                  </a:lnTo>
                  <a:lnTo>
                    <a:pt x="567448" y="457542"/>
                  </a:lnTo>
                  <a:lnTo>
                    <a:pt x="563956" y="458038"/>
                  </a:lnTo>
                  <a:lnTo>
                    <a:pt x="561136" y="458279"/>
                  </a:lnTo>
                  <a:lnTo>
                    <a:pt x="556158" y="458279"/>
                  </a:lnTo>
                  <a:lnTo>
                    <a:pt x="548119" y="448094"/>
                  </a:lnTo>
                  <a:lnTo>
                    <a:pt x="548119" y="376364"/>
                  </a:lnTo>
                  <a:lnTo>
                    <a:pt x="567448" y="376364"/>
                  </a:lnTo>
                  <a:lnTo>
                    <a:pt x="567448" y="361454"/>
                  </a:lnTo>
                  <a:lnTo>
                    <a:pt x="548119" y="361454"/>
                  </a:lnTo>
                  <a:lnTo>
                    <a:pt x="548119" y="321868"/>
                  </a:lnTo>
                  <a:lnTo>
                    <a:pt x="528993" y="333387"/>
                  </a:lnTo>
                  <a:lnTo>
                    <a:pt x="528993" y="361454"/>
                  </a:lnTo>
                  <a:lnTo>
                    <a:pt x="514921" y="361454"/>
                  </a:lnTo>
                  <a:lnTo>
                    <a:pt x="514921" y="376364"/>
                  </a:lnTo>
                  <a:lnTo>
                    <a:pt x="528993" y="376364"/>
                  </a:lnTo>
                  <a:lnTo>
                    <a:pt x="528993" y="453059"/>
                  </a:lnTo>
                  <a:lnTo>
                    <a:pt x="529780" y="460629"/>
                  </a:lnTo>
                  <a:lnTo>
                    <a:pt x="531355" y="464197"/>
                  </a:lnTo>
                  <a:lnTo>
                    <a:pt x="532917" y="467804"/>
                  </a:lnTo>
                  <a:lnTo>
                    <a:pt x="535622" y="470700"/>
                  </a:lnTo>
                  <a:lnTo>
                    <a:pt x="543318" y="475119"/>
                  </a:lnTo>
                  <a:lnTo>
                    <a:pt x="548728" y="476211"/>
                  </a:lnTo>
                  <a:lnTo>
                    <a:pt x="559968" y="476211"/>
                  </a:lnTo>
                  <a:lnTo>
                    <a:pt x="564807" y="475627"/>
                  </a:lnTo>
                  <a:lnTo>
                    <a:pt x="570217" y="474510"/>
                  </a:lnTo>
                  <a:close/>
                </a:path>
                <a:path w="2282825" h="477520">
                  <a:moveTo>
                    <a:pt x="680402" y="402932"/>
                  </a:moveTo>
                  <a:lnTo>
                    <a:pt x="675436" y="375424"/>
                  </a:lnTo>
                  <a:lnTo>
                    <a:pt x="674992" y="374459"/>
                  </a:lnTo>
                  <a:lnTo>
                    <a:pt x="673735" y="371703"/>
                  </a:lnTo>
                  <a:lnTo>
                    <a:pt x="669302" y="367144"/>
                  </a:lnTo>
                  <a:lnTo>
                    <a:pt x="656932" y="360527"/>
                  </a:lnTo>
                  <a:lnTo>
                    <a:pt x="649643" y="358889"/>
                  </a:lnTo>
                  <a:lnTo>
                    <a:pt x="641235" y="358889"/>
                  </a:lnTo>
                  <a:lnTo>
                    <a:pt x="631418" y="359854"/>
                  </a:lnTo>
                  <a:lnTo>
                    <a:pt x="622490" y="362775"/>
                  </a:lnTo>
                  <a:lnTo>
                    <a:pt x="614438" y="367639"/>
                  </a:lnTo>
                  <a:lnTo>
                    <a:pt x="607263" y="374459"/>
                  </a:lnTo>
                  <a:lnTo>
                    <a:pt x="607263" y="318363"/>
                  </a:lnTo>
                  <a:lnTo>
                    <a:pt x="588060" y="318363"/>
                  </a:lnTo>
                  <a:lnTo>
                    <a:pt x="588060" y="474713"/>
                  </a:lnTo>
                  <a:lnTo>
                    <a:pt x="607263" y="474713"/>
                  </a:lnTo>
                  <a:lnTo>
                    <a:pt x="607263" y="403860"/>
                  </a:lnTo>
                  <a:lnTo>
                    <a:pt x="608355" y="396887"/>
                  </a:lnTo>
                  <a:lnTo>
                    <a:pt x="612609" y="386778"/>
                  </a:lnTo>
                  <a:lnTo>
                    <a:pt x="616191" y="382803"/>
                  </a:lnTo>
                  <a:lnTo>
                    <a:pt x="626237" y="376885"/>
                  </a:lnTo>
                  <a:lnTo>
                    <a:pt x="631571" y="375424"/>
                  </a:lnTo>
                  <a:lnTo>
                    <a:pt x="644880" y="375424"/>
                  </a:lnTo>
                  <a:lnTo>
                    <a:pt x="650786" y="377609"/>
                  </a:lnTo>
                  <a:lnTo>
                    <a:pt x="659117" y="386359"/>
                  </a:lnTo>
                  <a:lnTo>
                    <a:pt x="661200" y="393331"/>
                  </a:lnTo>
                  <a:lnTo>
                    <a:pt x="661200" y="474713"/>
                  </a:lnTo>
                  <a:lnTo>
                    <a:pt x="680402" y="474713"/>
                  </a:lnTo>
                  <a:lnTo>
                    <a:pt x="680402" y="402932"/>
                  </a:lnTo>
                  <a:close/>
                </a:path>
                <a:path w="2282825" h="477520">
                  <a:moveTo>
                    <a:pt x="811441" y="417880"/>
                  </a:moveTo>
                  <a:lnTo>
                    <a:pt x="797267" y="374675"/>
                  </a:lnTo>
                  <a:lnTo>
                    <a:pt x="797026" y="374345"/>
                  </a:lnTo>
                  <a:lnTo>
                    <a:pt x="791146" y="369201"/>
                  </a:lnTo>
                  <a:lnTo>
                    <a:pt x="791146" y="407187"/>
                  </a:lnTo>
                  <a:lnTo>
                    <a:pt x="727824" y="407187"/>
                  </a:lnTo>
                  <a:lnTo>
                    <a:pt x="751255" y="374675"/>
                  </a:lnTo>
                  <a:lnTo>
                    <a:pt x="760082" y="374675"/>
                  </a:lnTo>
                  <a:lnTo>
                    <a:pt x="791146" y="407187"/>
                  </a:lnTo>
                  <a:lnTo>
                    <a:pt x="791146" y="369201"/>
                  </a:lnTo>
                  <a:lnTo>
                    <a:pt x="789292" y="367576"/>
                  </a:lnTo>
                  <a:lnTo>
                    <a:pt x="780529" y="362750"/>
                  </a:lnTo>
                  <a:lnTo>
                    <a:pt x="770712" y="359854"/>
                  </a:lnTo>
                  <a:lnTo>
                    <a:pt x="759853" y="358889"/>
                  </a:lnTo>
                  <a:lnTo>
                    <a:pt x="748652" y="359867"/>
                  </a:lnTo>
                  <a:lnTo>
                    <a:pt x="715187" y="383362"/>
                  </a:lnTo>
                  <a:lnTo>
                    <a:pt x="706983" y="417880"/>
                  </a:lnTo>
                  <a:lnTo>
                    <a:pt x="707009" y="420712"/>
                  </a:lnTo>
                  <a:lnTo>
                    <a:pt x="721474" y="461975"/>
                  </a:lnTo>
                  <a:lnTo>
                    <a:pt x="760933" y="477278"/>
                  </a:lnTo>
                  <a:lnTo>
                    <a:pt x="770369" y="476669"/>
                  </a:lnTo>
                  <a:lnTo>
                    <a:pt x="799947" y="461479"/>
                  </a:lnTo>
                  <a:lnTo>
                    <a:pt x="804100" y="456133"/>
                  </a:lnTo>
                  <a:lnTo>
                    <a:pt x="807961" y="448894"/>
                  </a:lnTo>
                  <a:lnTo>
                    <a:pt x="810806" y="440690"/>
                  </a:lnTo>
                  <a:lnTo>
                    <a:pt x="790943" y="438238"/>
                  </a:lnTo>
                  <a:lnTo>
                    <a:pt x="788009" y="446341"/>
                  </a:lnTo>
                  <a:lnTo>
                    <a:pt x="784072" y="452259"/>
                  </a:lnTo>
                  <a:lnTo>
                    <a:pt x="774090" y="459638"/>
                  </a:lnTo>
                  <a:lnTo>
                    <a:pt x="768070" y="461479"/>
                  </a:lnTo>
                  <a:lnTo>
                    <a:pt x="761047" y="461479"/>
                  </a:lnTo>
                  <a:lnTo>
                    <a:pt x="729932" y="439470"/>
                  </a:lnTo>
                  <a:lnTo>
                    <a:pt x="726770" y="422986"/>
                  </a:lnTo>
                  <a:lnTo>
                    <a:pt x="811326" y="422986"/>
                  </a:lnTo>
                  <a:lnTo>
                    <a:pt x="811441" y="417880"/>
                  </a:lnTo>
                  <a:close/>
                </a:path>
                <a:path w="2282825" h="477520">
                  <a:moveTo>
                    <a:pt x="1047038" y="396633"/>
                  </a:moveTo>
                  <a:lnTo>
                    <a:pt x="1037932" y="354761"/>
                  </a:lnTo>
                  <a:lnTo>
                    <a:pt x="1025690" y="337350"/>
                  </a:lnTo>
                  <a:lnTo>
                    <a:pt x="1025690" y="396748"/>
                  </a:lnTo>
                  <a:lnTo>
                    <a:pt x="1024750" y="410870"/>
                  </a:lnTo>
                  <a:lnTo>
                    <a:pt x="1002512" y="450430"/>
                  </a:lnTo>
                  <a:lnTo>
                    <a:pt x="972083" y="459676"/>
                  </a:lnTo>
                  <a:lnTo>
                    <a:pt x="961059" y="458647"/>
                  </a:lnTo>
                  <a:lnTo>
                    <a:pt x="927265" y="434530"/>
                  </a:lnTo>
                  <a:lnTo>
                    <a:pt x="918705" y="398881"/>
                  </a:lnTo>
                  <a:lnTo>
                    <a:pt x="919695" y="382498"/>
                  </a:lnTo>
                  <a:lnTo>
                    <a:pt x="942873" y="341884"/>
                  </a:lnTo>
                  <a:lnTo>
                    <a:pt x="972426" y="333387"/>
                  </a:lnTo>
                  <a:lnTo>
                    <a:pt x="979970" y="333883"/>
                  </a:lnTo>
                  <a:lnTo>
                    <a:pt x="1015631" y="356590"/>
                  </a:lnTo>
                  <a:lnTo>
                    <a:pt x="1025690" y="396748"/>
                  </a:lnTo>
                  <a:lnTo>
                    <a:pt x="1025690" y="337350"/>
                  </a:lnTo>
                  <a:lnTo>
                    <a:pt x="982878" y="316217"/>
                  </a:lnTo>
                  <a:lnTo>
                    <a:pt x="972312" y="315569"/>
                  </a:lnTo>
                  <a:lnTo>
                    <a:pt x="956513" y="316953"/>
                  </a:lnTo>
                  <a:lnTo>
                    <a:pt x="918273" y="337604"/>
                  </a:lnTo>
                  <a:lnTo>
                    <a:pt x="898652" y="380149"/>
                  </a:lnTo>
                  <a:lnTo>
                    <a:pt x="897369" y="398881"/>
                  </a:lnTo>
                  <a:lnTo>
                    <a:pt x="897915" y="408711"/>
                  </a:lnTo>
                  <a:lnTo>
                    <a:pt x="911326" y="446341"/>
                  </a:lnTo>
                  <a:lnTo>
                    <a:pt x="941679" y="471385"/>
                  </a:lnTo>
                  <a:lnTo>
                    <a:pt x="972197" y="477393"/>
                  </a:lnTo>
                  <a:lnTo>
                    <a:pt x="982230" y="476783"/>
                  </a:lnTo>
                  <a:lnTo>
                    <a:pt x="1018527" y="462343"/>
                  </a:lnTo>
                  <a:lnTo>
                    <a:pt x="1021499" y="459676"/>
                  </a:lnTo>
                  <a:lnTo>
                    <a:pt x="1025829" y="455803"/>
                  </a:lnTo>
                  <a:lnTo>
                    <a:pt x="1044651" y="419277"/>
                  </a:lnTo>
                  <a:lnTo>
                    <a:pt x="1046454" y="408330"/>
                  </a:lnTo>
                  <a:lnTo>
                    <a:pt x="1047038" y="396633"/>
                  </a:lnTo>
                  <a:close/>
                </a:path>
                <a:path w="2282825" h="477520">
                  <a:moveTo>
                    <a:pt x="1128001" y="408470"/>
                  </a:moveTo>
                  <a:lnTo>
                    <a:pt x="1068946" y="408470"/>
                  </a:lnTo>
                  <a:lnTo>
                    <a:pt x="1068946" y="427774"/>
                  </a:lnTo>
                  <a:lnTo>
                    <a:pt x="1128001" y="427774"/>
                  </a:lnTo>
                  <a:lnTo>
                    <a:pt x="1128001" y="408470"/>
                  </a:lnTo>
                  <a:close/>
                </a:path>
                <a:path w="2282825" h="477520">
                  <a:moveTo>
                    <a:pt x="1277277" y="318363"/>
                  </a:moveTo>
                  <a:lnTo>
                    <a:pt x="1256550" y="318363"/>
                  </a:lnTo>
                  <a:lnTo>
                    <a:pt x="1256550" y="382549"/>
                  </a:lnTo>
                  <a:lnTo>
                    <a:pt x="1175194" y="382549"/>
                  </a:lnTo>
                  <a:lnTo>
                    <a:pt x="1175194" y="318363"/>
                  </a:lnTo>
                  <a:lnTo>
                    <a:pt x="1154468" y="318363"/>
                  </a:lnTo>
                  <a:lnTo>
                    <a:pt x="1154468" y="474713"/>
                  </a:lnTo>
                  <a:lnTo>
                    <a:pt x="1175194" y="474713"/>
                  </a:lnTo>
                  <a:lnTo>
                    <a:pt x="1175194" y="401002"/>
                  </a:lnTo>
                  <a:lnTo>
                    <a:pt x="1256550" y="401002"/>
                  </a:lnTo>
                  <a:lnTo>
                    <a:pt x="1256550" y="474713"/>
                  </a:lnTo>
                  <a:lnTo>
                    <a:pt x="1277277" y="474713"/>
                  </a:lnTo>
                  <a:lnTo>
                    <a:pt x="1277277" y="401002"/>
                  </a:lnTo>
                  <a:lnTo>
                    <a:pt x="1277277" y="382549"/>
                  </a:lnTo>
                  <a:lnTo>
                    <a:pt x="1277277" y="318363"/>
                  </a:lnTo>
                  <a:close/>
                </a:path>
                <a:path w="2282825" h="477520">
                  <a:moveTo>
                    <a:pt x="1474787" y="407492"/>
                  </a:moveTo>
                  <a:lnTo>
                    <a:pt x="1461401" y="374142"/>
                  </a:lnTo>
                  <a:lnTo>
                    <a:pt x="1457998" y="369836"/>
                  </a:lnTo>
                  <a:lnTo>
                    <a:pt x="1455254" y="367728"/>
                  </a:lnTo>
                  <a:lnTo>
                    <a:pt x="1455254" y="417969"/>
                  </a:lnTo>
                  <a:lnTo>
                    <a:pt x="1454670" y="428129"/>
                  </a:lnTo>
                  <a:lnTo>
                    <a:pt x="1432674" y="461479"/>
                  </a:lnTo>
                  <a:lnTo>
                    <a:pt x="1424279" y="461479"/>
                  </a:lnTo>
                  <a:lnTo>
                    <a:pt x="1395564" y="434771"/>
                  </a:lnTo>
                  <a:lnTo>
                    <a:pt x="1394193" y="417969"/>
                  </a:lnTo>
                  <a:lnTo>
                    <a:pt x="1394218" y="416369"/>
                  </a:lnTo>
                  <a:lnTo>
                    <a:pt x="1409484" y="378320"/>
                  </a:lnTo>
                  <a:lnTo>
                    <a:pt x="1416735" y="374675"/>
                  </a:lnTo>
                  <a:lnTo>
                    <a:pt x="1433474" y="374675"/>
                  </a:lnTo>
                  <a:lnTo>
                    <a:pt x="1454683" y="407492"/>
                  </a:lnTo>
                  <a:lnTo>
                    <a:pt x="1455254" y="417969"/>
                  </a:lnTo>
                  <a:lnTo>
                    <a:pt x="1455254" y="367728"/>
                  </a:lnTo>
                  <a:lnTo>
                    <a:pt x="1452880" y="365899"/>
                  </a:lnTo>
                  <a:lnTo>
                    <a:pt x="1440434" y="360273"/>
                  </a:lnTo>
                  <a:lnTo>
                    <a:pt x="1433830" y="358889"/>
                  </a:lnTo>
                  <a:lnTo>
                    <a:pt x="1426845" y="358889"/>
                  </a:lnTo>
                  <a:lnTo>
                    <a:pt x="1417815" y="359841"/>
                  </a:lnTo>
                  <a:lnTo>
                    <a:pt x="1409636" y="362699"/>
                  </a:lnTo>
                  <a:lnTo>
                    <a:pt x="1402283" y="367461"/>
                  </a:lnTo>
                  <a:lnTo>
                    <a:pt x="1395780" y="374142"/>
                  </a:lnTo>
                  <a:lnTo>
                    <a:pt x="1395780" y="318363"/>
                  </a:lnTo>
                  <a:lnTo>
                    <a:pt x="1376553" y="318363"/>
                  </a:lnTo>
                  <a:lnTo>
                    <a:pt x="1376553" y="474713"/>
                  </a:lnTo>
                  <a:lnTo>
                    <a:pt x="1394383" y="474713"/>
                  </a:lnTo>
                  <a:lnTo>
                    <a:pt x="1394383" y="460540"/>
                  </a:lnTo>
                  <a:lnTo>
                    <a:pt x="1400644" y="467855"/>
                  </a:lnTo>
                  <a:lnTo>
                    <a:pt x="1407972" y="473087"/>
                  </a:lnTo>
                  <a:lnTo>
                    <a:pt x="1416380" y="476224"/>
                  </a:lnTo>
                  <a:lnTo>
                    <a:pt x="1425879" y="477278"/>
                  </a:lnTo>
                  <a:lnTo>
                    <a:pt x="1435620" y="476288"/>
                  </a:lnTo>
                  <a:lnTo>
                    <a:pt x="1444625" y="473303"/>
                  </a:lnTo>
                  <a:lnTo>
                    <a:pt x="1452918" y="468337"/>
                  </a:lnTo>
                  <a:lnTo>
                    <a:pt x="1460373" y="461479"/>
                  </a:lnTo>
                  <a:lnTo>
                    <a:pt x="1466786" y="452615"/>
                  </a:lnTo>
                  <a:lnTo>
                    <a:pt x="1471295" y="442188"/>
                  </a:lnTo>
                  <a:lnTo>
                    <a:pt x="1473987" y="430110"/>
                  </a:lnTo>
                  <a:lnTo>
                    <a:pt x="1474787" y="417969"/>
                  </a:lnTo>
                  <a:lnTo>
                    <a:pt x="1474787" y="407492"/>
                  </a:lnTo>
                  <a:close/>
                </a:path>
                <a:path w="2282825" h="477520">
                  <a:moveTo>
                    <a:pt x="1501292" y="46710"/>
                  </a:moveTo>
                  <a:lnTo>
                    <a:pt x="1494599" y="42595"/>
                  </a:lnTo>
                  <a:lnTo>
                    <a:pt x="1488020" y="40525"/>
                  </a:lnTo>
                  <a:lnTo>
                    <a:pt x="1477060" y="40525"/>
                  </a:lnTo>
                  <a:lnTo>
                    <a:pt x="1472958" y="41808"/>
                  </a:lnTo>
                  <a:lnTo>
                    <a:pt x="1465478" y="46913"/>
                  </a:lnTo>
                  <a:lnTo>
                    <a:pt x="1461401" y="52222"/>
                  </a:lnTo>
                  <a:lnTo>
                    <a:pt x="1456982" y="60248"/>
                  </a:lnTo>
                  <a:lnTo>
                    <a:pt x="1456982" y="43091"/>
                  </a:lnTo>
                  <a:lnTo>
                    <a:pt x="1439684" y="43091"/>
                  </a:lnTo>
                  <a:lnTo>
                    <a:pt x="1439684" y="156349"/>
                  </a:lnTo>
                  <a:lnTo>
                    <a:pt x="1458899" y="156349"/>
                  </a:lnTo>
                  <a:lnTo>
                    <a:pt x="1458899" y="88938"/>
                  </a:lnTo>
                  <a:lnTo>
                    <a:pt x="1459979" y="81470"/>
                  </a:lnTo>
                  <a:lnTo>
                    <a:pt x="1463535" y="70167"/>
                  </a:lnTo>
                  <a:lnTo>
                    <a:pt x="1465922" y="66662"/>
                  </a:lnTo>
                  <a:lnTo>
                    <a:pt x="1472615" y="61620"/>
                  </a:lnTo>
                  <a:lnTo>
                    <a:pt x="1476375" y="60363"/>
                  </a:lnTo>
                  <a:lnTo>
                    <a:pt x="1485277" y="60363"/>
                  </a:lnTo>
                  <a:lnTo>
                    <a:pt x="1489989" y="61734"/>
                  </a:lnTo>
                  <a:lnTo>
                    <a:pt x="1494675" y="64528"/>
                  </a:lnTo>
                  <a:lnTo>
                    <a:pt x="1496212" y="60363"/>
                  </a:lnTo>
                  <a:lnTo>
                    <a:pt x="1501292" y="46710"/>
                  </a:lnTo>
                  <a:close/>
                </a:path>
                <a:path w="2282825" h="477520">
                  <a:moveTo>
                    <a:pt x="1601012" y="416483"/>
                  </a:moveTo>
                  <a:lnTo>
                    <a:pt x="1586623" y="374764"/>
                  </a:lnTo>
                  <a:lnTo>
                    <a:pt x="1581226" y="370027"/>
                  </a:lnTo>
                  <a:lnTo>
                    <a:pt x="1581226" y="418084"/>
                  </a:lnTo>
                  <a:lnTo>
                    <a:pt x="1580667" y="427875"/>
                  </a:lnTo>
                  <a:lnTo>
                    <a:pt x="1554746" y="460806"/>
                  </a:lnTo>
                  <a:lnTo>
                    <a:pt x="1547939" y="461479"/>
                  </a:lnTo>
                  <a:lnTo>
                    <a:pt x="1541030" y="460806"/>
                  </a:lnTo>
                  <a:lnTo>
                    <a:pt x="1515110" y="428282"/>
                  </a:lnTo>
                  <a:lnTo>
                    <a:pt x="1514513" y="418084"/>
                  </a:lnTo>
                  <a:lnTo>
                    <a:pt x="1515110" y="407885"/>
                  </a:lnTo>
                  <a:lnTo>
                    <a:pt x="1541030" y="375437"/>
                  </a:lnTo>
                  <a:lnTo>
                    <a:pt x="1547939" y="374764"/>
                  </a:lnTo>
                  <a:lnTo>
                    <a:pt x="1554746" y="375450"/>
                  </a:lnTo>
                  <a:lnTo>
                    <a:pt x="1580654" y="407568"/>
                  </a:lnTo>
                  <a:lnTo>
                    <a:pt x="1581226" y="418084"/>
                  </a:lnTo>
                  <a:lnTo>
                    <a:pt x="1581226" y="370027"/>
                  </a:lnTo>
                  <a:lnTo>
                    <a:pt x="1578216" y="367487"/>
                  </a:lnTo>
                  <a:lnTo>
                    <a:pt x="1569186" y="362712"/>
                  </a:lnTo>
                  <a:lnTo>
                    <a:pt x="1559102" y="359841"/>
                  </a:lnTo>
                  <a:lnTo>
                    <a:pt x="1547939" y="358889"/>
                  </a:lnTo>
                  <a:lnTo>
                    <a:pt x="1537817" y="359664"/>
                  </a:lnTo>
                  <a:lnTo>
                    <a:pt x="1504607" y="380060"/>
                  </a:lnTo>
                  <a:lnTo>
                    <a:pt x="1494764" y="418084"/>
                  </a:lnTo>
                  <a:lnTo>
                    <a:pt x="1495679" y="431584"/>
                  </a:lnTo>
                  <a:lnTo>
                    <a:pt x="1517357" y="468693"/>
                  </a:lnTo>
                  <a:lnTo>
                    <a:pt x="1547939" y="477278"/>
                  </a:lnTo>
                  <a:lnTo>
                    <a:pt x="1555216" y="476834"/>
                  </a:lnTo>
                  <a:lnTo>
                    <a:pt x="1590776" y="456793"/>
                  </a:lnTo>
                  <a:lnTo>
                    <a:pt x="1600606" y="426834"/>
                  </a:lnTo>
                  <a:lnTo>
                    <a:pt x="1601012" y="416483"/>
                  </a:lnTo>
                  <a:close/>
                </a:path>
                <a:path w="2282825" h="477520">
                  <a:moveTo>
                    <a:pt x="1612988" y="99517"/>
                  </a:moveTo>
                  <a:lnTo>
                    <a:pt x="1612265" y="88823"/>
                  </a:lnTo>
                  <a:lnTo>
                    <a:pt x="1612099" y="86271"/>
                  </a:lnTo>
                  <a:lnTo>
                    <a:pt x="1609394" y="74599"/>
                  </a:lnTo>
                  <a:lnTo>
                    <a:pt x="1604886" y="64503"/>
                  </a:lnTo>
                  <a:lnTo>
                    <a:pt x="1598828" y="56311"/>
                  </a:lnTo>
                  <a:lnTo>
                    <a:pt x="1598574" y="55981"/>
                  </a:lnTo>
                  <a:lnTo>
                    <a:pt x="1592694" y="50838"/>
                  </a:lnTo>
                  <a:lnTo>
                    <a:pt x="1592694" y="88823"/>
                  </a:lnTo>
                  <a:lnTo>
                    <a:pt x="1529384" y="88823"/>
                  </a:lnTo>
                  <a:lnTo>
                    <a:pt x="1552803" y="56311"/>
                  </a:lnTo>
                  <a:lnTo>
                    <a:pt x="1561642" y="56311"/>
                  </a:lnTo>
                  <a:lnTo>
                    <a:pt x="1592694" y="88823"/>
                  </a:lnTo>
                  <a:lnTo>
                    <a:pt x="1592694" y="50838"/>
                  </a:lnTo>
                  <a:lnTo>
                    <a:pt x="1590852" y="49212"/>
                  </a:lnTo>
                  <a:lnTo>
                    <a:pt x="1582077" y="44386"/>
                  </a:lnTo>
                  <a:lnTo>
                    <a:pt x="1572272" y="41490"/>
                  </a:lnTo>
                  <a:lnTo>
                    <a:pt x="1561414" y="40525"/>
                  </a:lnTo>
                  <a:lnTo>
                    <a:pt x="1550212" y="41503"/>
                  </a:lnTo>
                  <a:lnTo>
                    <a:pt x="1516735" y="64998"/>
                  </a:lnTo>
                  <a:lnTo>
                    <a:pt x="1508455" y="100685"/>
                  </a:lnTo>
                  <a:lnTo>
                    <a:pt x="1509369" y="113715"/>
                  </a:lnTo>
                  <a:lnTo>
                    <a:pt x="1530959" y="150304"/>
                  </a:lnTo>
                  <a:lnTo>
                    <a:pt x="1562493" y="158915"/>
                  </a:lnTo>
                  <a:lnTo>
                    <a:pt x="1571917" y="158305"/>
                  </a:lnTo>
                  <a:lnTo>
                    <a:pt x="1601508" y="143116"/>
                  </a:lnTo>
                  <a:lnTo>
                    <a:pt x="1605661" y="137769"/>
                  </a:lnTo>
                  <a:lnTo>
                    <a:pt x="1609509" y="130530"/>
                  </a:lnTo>
                  <a:lnTo>
                    <a:pt x="1612366" y="122326"/>
                  </a:lnTo>
                  <a:lnTo>
                    <a:pt x="1592491" y="119875"/>
                  </a:lnTo>
                  <a:lnTo>
                    <a:pt x="1589570" y="127977"/>
                  </a:lnTo>
                  <a:lnTo>
                    <a:pt x="1585620" y="133896"/>
                  </a:lnTo>
                  <a:lnTo>
                    <a:pt x="1575650" y="141274"/>
                  </a:lnTo>
                  <a:lnTo>
                    <a:pt x="1569631" y="143116"/>
                  </a:lnTo>
                  <a:lnTo>
                    <a:pt x="1562582" y="143116"/>
                  </a:lnTo>
                  <a:lnTo>
                    <a:pt x="1529372" y="113411"/>
                  </a:lnTo>
                  <a:lnTo>
                    <a:pt x="1528318" y="104622"/>
                  </a:lnTo>
                  <a:lnTo>
                    <a:pt x="1612887" y="104622"/>
                  </a:lnTo>
                  <a:lnTo>
                    <a:pt x="1612988" y="99517"/>
                  </a:lnTo>
                  <a:close/>
                </a:path>
                <a:path w="2282825" h="477520">
                  <a:moveTo>
                    <a:pt x="1719313" y="474713"/>
                  </a:moveTo>
                  <a:lnTo>
                    <a:pt x="1719224" y="394589"/>
                  </a:lnTo>
                  <a:lnTo>
                    <a:pt x="1693684" y="360095"/>
                  </a:lnTo>
                  <a:lnTo>
                    <a:pt x="1687398" y="358889"/>
                  </a:lnTo>
                  <a:lnTo>
                    <a:pt x="1680565" y="358889"/>
                  </a:lnTo>
                  <a:lnTo>
                    <a:pt x="1669453" y="360045"/>
                  </a:lnTo>
                  <a:lnTo>
                    <a:pt x="1659737" y="363550"/>
                  </a:lnTo>
                  <a:lnTo>
                    <a:pt x="1651406" y="369379"/>
                  </a:lnTo>
                  <a:lnTo>
                    <a:pt x="1644459" y="377558"/>
                  </a:lnTo>
                  <a:lnTo>
                    <a:pt x="1644459" y="361454"/>
                  </a:lnTo>
                  <a:lnTo>
                    <a:pt x="1627162" y="361454"/>
                  </a:lnTo>
                  <a:lnTo>
                    <a:pt x="1627162" y="474713"/>
                  </a:lnTo>
                  <a:lnTo>
                    <a:pt x="1646402" y="474713"/>
                  </a:lnTo>
                  <a:lnTo>
                    <a:pt x="1646402" y="412864"/>
                  </a:lnTo>
                  <a:lnTo>
                    <a:pt x="1646961" y="402844"/>
                  </a:lnTo>
                  <a:lnTo>
                    <a:pt x="1662772" y="377558"/>
                  </a:lnTo>
                  <a:lnTo>
                    <a:pt x="1668310" y="375513"/>
                  </a:lnTo>
                  <a:lnTo>
                    <a:pt x="1681632" y="375513"/>
                  </a:lnTo>
                  <a:lnTo>
                    <a:pt x="1686090" y="376682"/>
                  </a:lnTo>
                  <a:lnTo>
                    <a:pt x="1693722" y="381292"/>
                  </a:lnTo>
                  <a:lnTo>
                    <a:pt x="1696364" y="384403"/>
                  </a:lnTo>
                  <a:lnTo>
                    <a:pt x="1699361" y="392137"/>
                  </a:lnTo>
                  <a:lnTo>
                    <a:pt x="1700098" y="397992"/>
                  </a:lnTo>
                  <a:lnTo>
                    <a:pt x="1700098" y="474713"/>
                  </a:lnTo>
                  <a:lnTo>
                    <a:pt x="1719313" y="474713"/>
                  </a:lnTo>
                  <a:close/>
                </a:path>
                <a:path w="2282825" h="477520">
                  <a:moveTo>
                    <a:pt x="1732699" y="43091"/>
                  </a:moveTo>
                  <a:lnTo>
                    <a:pt x="1714969" y="43091"/>
                  </a:lnTo>
                  <a:lnTo>
                    <a:pt x="1714969" y="56743"/>
                  </a:lnTo>
                  <a:lnTo>
                    <a:pt x="1714728" y="56502"/>
                  </a:lnTo>
                  <a:lnTo>
                    <a:pt x="1714728" y="97688"/>
                  </a:lnTo>
                  <a:lnTo>
                    <a:pt x="1714715" y="99085"/>
                  </a:lnTo>
                  <a:lnTo>
                    <a:pt x="1699806" y="137058"/>
                  </a:lnTo>
                  <a:lnTo>
                    <a:pt x="1692389" y="140462"/>
                  </a:lnTo>
                  <a:lnTo>
                    <a:pt x="1674685" y="140462"/>
                  </a:lnTo>
                  <a:lnTo>
                    <a:pt x="1653057" y="108077"/>
                  </a:lnTo>
                  <a:lnTo>
                    <a:pt x="1652498" y="97688"/>
                  </a:lnTo>
                  <a:lnTo>
                    <a:pt x="1653070" y="88074"/>
                  </a:lnTo>
                  <a:lnTo>
                    <a:pt x="1674710" y="56400"/>
                  </a:lnTo>
                  <a:lnTo>
                    <a:pt x="1691944" y="56400"/>
                  </a:lnTo>
                  <a:lnTo>
                    <a:pt x="1714182" y="88557"/>
                  </a:lnTo>
                  <a:lnTo>
                    <a:pt x="1714728" y="97688"/>
                  </a:lnTo>
                  <a:lnTo>
                    <a:pt x="1714728" y="56502"/>
                  </a:lnTo>
                  <a:lnTo>
                    <a:pt x="1681873" y="40525"/>
                  </a:lnTo>
                  <a:lnTo>
                    <a:pt x="1674583" y="40982"/>
                  </a:lnTo>
                  <a:lnTo>
                    <a:pt x="1641894" y="62699"/>
                  </a:lnTo>
                  <a:lnTo>
                    <a:pt x="1632750" y="99085"/>
                  </a:lnTo>
                  <a:lnTo>
                    <a:pt x="1633550" y="110451"/>
                  </a:lnTo>
                  <a:lnTo>
                    <a:pt x="1652625" y="146875"/>
                  </a:lnTo>
                  <a:lnTo>
                    <a:pt x="1681759" y="156349"/>
                  </a:lnTo>
                  <a:lnTo>
                    <a:pt x="1690776" y="155422"/>
                  </a:lnTo>
                  <a:lnTo>
                    <a:pt x="1699006" y="152641"/>
                  </a:lnTo>
                  <a:lnTo>
                    <a:pt x="1706473" y="148005"/>
                  </a:lnTo>
                  <a:lnTo>
                    <a:pt x="1713166" y="141516"/>
                  </a:lnTo>
                  <a:lnTo>
                    <a:pt x="1713153" y="155295"/>
                  </a:lnTo>
                  <a:lnTo>
                    <a:pt x="1690230" y="186423"/>
                  </a:lnTo>
                  <a:lnTo>
                    <a:pt x="1673072" y="186423"/>
                  </a:lnTo>
                  <a:lnTo>
                    <a:pt x="1666557" y="184645"/>
                  </a:lnTo>
                  <a:lnTo>
                    <a:pt x="1658226" y="178460"/>
                  </a:lnTo>
                  <a:lnTo>
                    <a:pt x="1656067" y="174282"/>
                  </a:lnTo>
                  <a:lnTo>
                    <a:pt x="1655279" y="168516"/>
                  </a:lnTo>
                  <a:lnTo>
                    <a:pt x="1636598" y="165722"/>
                  </a:lnTo>
                  <a:lnTo>
                    <a:pt x="1663103" y="200037"/>
                  </a:lnTo>
                  <a:lnTo>
                    <a:pt x="1681454" y="202311"/>
                  </a:lnTo>
                  <a:lnTo>
                    <a:pt x="1689646" y="201917"/>
                  </a:lnTo>
                  <a:lnTo>
                    <a:pt x="1727314" y="178460"/>
                  </a:lnTo>
                  <a:lnTo>
                    <a:pt x="1732699" y="140462"/>
                  </a:lnTo>
                  <a:lnTo>
                    <a:pt x="1732699" y="56743"/>
                  </a:lnTo>
                  <a:lnTo>
                    <a:pt x="1732699" y="43091"/>
                  </a:lnTo>
                  <a:close/>
                </a:path>
                <a:path w="2282825" h="477520">
                  <a:moveTo>
                    <a:pt x="1843836" y="318363"/>
                  </a:moveTo>
                  <a:lnTo>
                    <a:pt x="1826310" y="318363"/>
                  </a:lnTo>
                  <a:lnTo>
                    <a:pt x="1826310" y="419785"/>
                  </a:lnTo>
                  <a:lnTo>
                    <a:pt x="1825752" y="429679"/>
                  </a:lnTo>
                  <a:lnTo>
                    <a:pt x="1804504" y="461479"/>
                  </a:lnTo>
                  <a:lnTo>
                    <a:pt x="1787766" y="461479"/>
                  </a:lnTo>
                  <a:lnTo>
                    <a:pt x="1765820" y="428371"/>
                  </a:lnTo>
                  <a:lnTo>
                    <a:pt x="1765236" y="418185"/>
                  </a:lnTo>
                  <a:lnTo>
                    <a:pt x="1765782" y="407695"/>
                  </a:lnTo>
                  <a:lnTo>
                    <a:pt x="1786712" y="374764"/>
                  </a:lnTo>
                  <a:lnTo>
                    <a:pt x="1804009" y="374764"/>
                  </a:lnTo>
                  <a:lnTo>
                    <a:pt x="1825752" y="408940"/>
                  </a:lnTo>
                  <a:lnTo>
                    <a:pt x="1826310" y="419785"/>
                  </a:lnTo>
                  <a:lnTo>
                    <a:pt x="1826310" y="318363"/>
                  </a:lnTo>
                  <a:lnTo>
                    <a:pt x="1824710" y="318363"/>
                  </a:lnTo>
                  <a:lnTo>
                    <a:pt x="1824710" y="374459"/>
                  </a:lnTo>
                  <a:lnTo>
                    <a:pt x="1821370" y="369836"/>
                  </a:lnTo>
                  <a:lnTo>
                    <a:pt x="1817027" y="366077"/>
                  </a:lnTo>
                  <a:lnTo>
                    <a:pt x="1806346" y="360324"/>
                  </a:lnTo>
                  <a:lnTo>
                    <a:pt x="1800263" y="358889"/>
                  </a:lnTo>
                  <a:lnTo>
                    <a:pt x="1793417" y="358889"/>
                  </a:lnTo>
                  <a:lnTo>
                    <a:pt x="1758226" y="375221"/>
                  </a:lnTo>
                  <a:lnTo>
                    <a:pt x="1745488" y="418185"/>
                  </a:lnTo>
                  <a:lnTo>
                    <a:pt x="1745881" y="426631"/>
                  </a:lnTo>
                  <a:lnTo>
                    <a:pt x="1763979" y="465709"/>
                  </a:lnTo>
                  <a:lnTo>
                    <a:pt x="1794281" y="477278"/>
                  </a:lnTo>
                  <a:lnTo>
                    <a:pt x="1804111" y="476224"/>
                  </a:lnTo>
                  <a:lnTo>
                    <a:pt x="1812671" y="473062"/>
                  </a:lnTo>
                  <a:lnTo>
                    <a:pt x="1819973" y="467791"/>
                  </a:lnTo>
                  <a:lnTo>
                    <a:pt x="1825129" y="461479"/>
                  </a:lnTo>
                  <a:lnTo>
                    <a:pt x="1825993" y="460425"/>
                  </a:lnTo>
                  <a:lnTo>
                    <a:pt x="1825993" y="474713"/>
                  </a:lnTo>
                  <a:lnTo>
                    <a:pt x="1843836" y="474713"/>
                  </a:lnTo>
                  <a:lnTo>
                    <a:pt x="1843836" y="460425"/>
                  </a:lnTo>
                  <a:lnTo>
                    <a:pt x="1843836" y="374764"/>
                  </a:lnTo>
                  <a:lnTo>
                    <a:pt x="1843836" y="374459"/>
                  </a:lnTo>
                  <a:lnTo>
                    <a:pt x="1843836" y="318363"/>
                  </a:lnTo>
                  <a:close/>
                </a:path>
                <a:path w="2282825" h="477520">
                  <a:moveTo>
                    <a:pt x="1863293" y="156349"/>
                  </a:moveTo>
                  <a:lnTo>
                    <a:pt x="1860867" y="152006"/>
                  </a:lnTo>
                  <a:lnTo>
                    <a:pt x="1859267" y="147485"/>
                  </a:lnTo>
                  <a:lnTo>
                    <a:pt x="1858429" y="142760"/>
                  </a:lnTo>
                  <a:lnTo>
                    <a:pt x="1858391" y="142379"/>
                  </a:lnTo>
                  <a:lnTo>
                    <a:pt x="1857895" y="137985"/>
                  </a:lnTo>
                  <a:lnTo>
                    <a:pt x="1857514" y="130746"/>
                  </a:lnTo>
                  <a:lnTo>
                    <a:pt x="1857324" y="122618"/>
                  </a:lnTo>
                  <a:lnTo>
                    <a:pt x="1857209" y="99517"/>
                  </a:lnTo>
                  <a:lnTo>
                    <a:pt x="1857209" y="74764"/>
                  </a:lnTo>
                  <a:lnTo>
                    <a:pt x="1856892" y="68846"/>
                  </a:lnTo>
                  <a:lnTo>
                    <a:pt x="1822996" y="40525"/>
                  </a:lnTo>
                  <a:lnTo>
                    <a:pt x="1813306" y="40525"/>
                  </a:lnTo>
                  <a:lnTo>
                    <a:pt x="1774520" y="50977"/>
                  </a:lnTo>
                  <a:lnTo>
                    <a:pt x="1762175" y="75399"/>
                  </a:lnTo>
                  <a:lnTo>
                    <a:pt x="1780959" y="77952"/>
                  </a:lnTo>
                  <a:lnTo>
                    <a:pt x="1783041" y="69926"/>
                  </a:lnTo>
                  <a:lnTo>
                    <a:pt x="1786216" y="64325"/>
                  </a:lnTo>
                  <a:lnTo>
                    <a:pt x="1794814" y="58000"/>
                  </a:lnTo>
                  <a:lnTo>
                    <a:pt x="1801507" y="56400"/>
                  </a:lnTo>
                  <a:lnTo>
                    <a:pt x="1820227" y="56400"/>
                  </a:lnTo>
                  <a:lnTo>
                    <a:pt x="1827530" y="58585"/>
                  </a:lnTo>
                  <a:lnTo>
                    <a:pt x="1836064" y="66128"/>
                  </a:lnTo>
                  <a:lnTo>
                    <a:pt x="1837880" y="71640"/>
                  </a:lnTo>
                  <a:lnTo>
                    <a:pt x="1837778" y="84455"/>
                  </a:lnTo>
                  <a:lnTo>
                    <a:pt x="1837778" y="99517"/>
                  </a:lnTo>
                  <a:lnTo>
                    <a:pt x="1837778" y="114998"/>
                  </a:lnTo>
                  <a:lnTo>
                    <a:pt x="1836737" y="121399"/>
                  </a:lnTo>
                  <a:lnTo>
                    <a:pt x="1831962" y="131343"/>
                  </a:lnTo>
                  <a:lnTo>
                    <a:pt x="1827720" y="135775"/>
                  </a:lnTo>
                  <a:lnTo>
                    <a:pt x="1816188" y="142265"/>
                  </a:lnTo>
                  <a:lnTo>
                    <a:pt x="1809610" y="143878"/>
                  </a:lnTo>
                  <a:lnTo>
                    <a:pt x="1794751" y="143878"/>
                  </a:lnTo>
                  <a:lnTo>
                    <a:pt x="1789049" y="142176"/>
                  </a:lnTo>
                  <a:lnTo>
                    <a:pt x="1781302" y="135331"/>
                  </a:lnTo>
                  <a:lnTo>
                    <a:pt x="1779485" y="131343"/>
                  </a:lnTo>
                  <a:lnTo>
                    <a:pt x="1779358" y="122618"/>
                  </a:lnTo>
                  <a:lnTo>
                    <a:pt x="1780247" y="119583"/>
                  </a:lnTo>
                  <a:lnTo>
                    <a:pt x="1806371" y="106756"/>
                  </a:lnTo>
                  <a:lnTo>
                    <a:pt x="1816188" y="105181"/>
                  </a:lnTo>
                  <a:lnTo>
                    <a:pt x="1824685" y="103441"/>
                  </a:lnTo>
                  <a:lnTo>
                    <a:pt x="1831886" y="101561"/>
                  </a:lnTo>
                  <a:lnTo>
                    <a:pt x="1837778" y="99517"/>
                  </a:lnTo>
                  <a:lnTo>
                    <a:pt x="1837778" y="84455"/>
                  </a:lnTo>
                  <a:lnTo>
                    <a:pt x="1831505" y="86321"/>
                  </a:lnTo>
                  <a:lnTo>
                    <a:pt x="1823694" y="88036"/>
                  </a:lnTo>
                  <a:lnTo>
                    <a:pt x="1814360" y="89623"/>
                  </a:lnTo>
                  <a:lnTo>
                    <a:pt x="1803488" y="91071"/>
                  </a:lnTo>
                  <a:lnTo>
                    <a:pt x="1795881" y="91998"/>
                  </a:lnTo>
                  <a:lnTo>
                    <a:pt x="1790179" y="92964"/>
                  </a:lnTo>
                  <a:lnTo>
                    <a:pt x="1758861" y="120929"/>
                  </a:lnTo>
                  <a:lnTo>
                    <a:pt x="1758861" y="135940"/>
                  </a:lnTo>
                  <a:lnTo>
                    <a:pt x="1797608" y="158915"/>
                  </a:lnTo>
                  <a:lnTo>
                    <a:pt x="1805178" y="158915"/>
                  </a:lnTo>
                  <a:lnTo>
                    <a:pt x="1812226" y="157670"/>
                  </a:lnTo>
                  <a:lnTo>
                    <a:pt x="1825409" y="152679"/>
                  </a:lnTo>
                  <a:lnTo>
                    <a:pt x="1832254" y="148424"/>
                  </a:lnTo>
                  <a:lnTo>
                    <a:pt x="1837601" y="143878"/>
                  </a:lnTo>
                  <a:lnTo>
                    <a:pt x="1839366" y="142379"/>
                  </a:lnTo>
                  <a:lnTo>
                    <a:pt x="1839937" y="147701"/>
                  </a:lnTo>
                  <a:lnTo>
                    <a:pt x="1841220" y="152361"/>
                  </a:lnTo>
                  <a:lnTo>
                    <a:pt x="1843227" y="156349"/>
                  </a:lnTo>
                  <a:lnTo>
                    <a:pt x="1863293" y="156349"/>
                  </a:lnTo>
                  <a:close/>
                </a:path>
                <a:path w="2282825" h="477520">
                  <a:moveTo>
                    <a:pt x="1909965" y="43091"/>
                  </a:moveTo>
                  <a:lnTo>
                    <a:pt x="1890725" y="43091"/>
                  </a:lnTo>
                  <a:lnTo>
                    <a:pt x="1890725" y="156349"/>
                  </a:lnTo>
                  <a:lnTo>
                    <a:pt x="1909965" y="156349"/>
                  </a:lnTo>
                  <a:lnTo>
                    <a:pt x="1909965" y="43091"/>
                  </a:lnTo>
                  <a:close/>
                </a:path>
                <a:path w="2282825" h="477520">
                  <a:moveTo>
                    <a:pt x="1909965" y="0"/>
                  </a:moveTo>
                  <a:lnTo>
                    <a:pt x="1890725" y="0"/>
                  </a:lnTo>
                  <a:lnTo>
                    <a:pt x="1890725" y="22072"/>
                  </a:lnTo>
                  <a:lnTo>
                    <a:pt x="1909965" y="22072"/>
                  </a:lnTo>
                  <a:lnTo>
                    <a:pt x="1909965" y="0"/>
                  </a:lnTo>
                  <a:close/>
                </a:path>
                <a:path w="2282825" h="477520">
                  <a:moveTo>
                    <a:pt x="2032863" y="156349"/>
                  </a:moveTo>
                  <a:lnTo>
                    <a:pt x="2032774" y="76225"/>
                  </a:lnTo>
                  <a:lnTo>
                    <a:pt x="2007209" y="41732"/>
                  </a:lnTo>
                  <a:lnTo>
                    <a:pt x="2000948" y="40525"/>
                  </a:lnTo>
                  <a:lnTo>
                    <a:pt x="1994103" y="40525"/>
                  </a:lnTo>
                  <a:lnTo>
                    <a:pt x="1983003" y="41681"/>
                  </a:lnTo>
                  <a:lnTo>
                    <a:pt x="1973287" y="45186"/>
                  </a:lnTo>
                  <a:lnTo>
                    <a:pt x="1964956" y="51015"/>
                  </a:lnTo>
                  <a:lnTo>
                    <a:pt x="1958009" y="59194"/>
                  </a:lnTo>
                  <a:lnTo>
                    <a:pt x="1958009" y="43091"/>
                  </a:lnTo>
                  <a:lnTo>
                    <a:pt x="1940712" y="43091"/>
                  </a:lnTo>
                  <a:lnTo>
                    <a:pt x="1940712" y="156349"/>
                  </a:lnTo>
                  <a:lnTo>
                    <a:pt x="1959927" y="156349"/>
                  </a:lnTo>
                  <a:lnTo>
                    <a:pt x="1959927" y="94500"/>
                  </a:lnTo>
                  <a:lnTo>
                    <a:pt x="1960486" y="84480"/>
                  </a:lnTo>
                  <a:lnTo>
                    <a:pt x="1976323" y="59194"/>
                  </a:lnTo>
                  <a:lnTo>
                    <a:pt x="1981860" y="57150"/>
                  </a:lnTo>
                  <a:lnTo>
                    <a:pt x="1995182" y="57150"/>
                  </a:lnTo>
                  <a:lnTo>
                    <a:pt x="1999640" y="58318"/>
                  </a:lnTo>
                  <a:lnTo>
                    <a:pt x="2007247" y="62928"/>
                  </a:lnTo>
                  <a:lnTo>
                    <a:pt x="2009914" y="66040"/>
                  </a:lnTo>
                  <a:lnTo>
                    <a:pt x="2012886" y="73774"/>
                  </a:lnTo>
                  <a:lnTo>
                    <a:pt x="2013648" y="79629"/>
                  </a:lnTo>
                  <a:lnTo>
                    <a:pt x="2013648" y="156349"/>
                  </a:lnTo>
                  <a:lnTo>
                    <a:pt x="2032863" y="156349"/>
                  </a:lnTo>
                  <a:close/>
                </a:path>
                <a:path w="2282825" h="477520">
                  <a:moveTo>
                    <a:pt x="2164092" y="99517"/>
                  </a:moveTo>
                  <a:lnTo>
                    <a:pt x="2149932" y="56311"/>
                  </a:lnTo>
                  <a:lnTo>
                    <a:pt x="2143823" y="50888"/>
                  </a:lnTo>
                  <a:lnTo>
                    <a:pt x="2143823" y="88823"/>
                  </a:lnTo>
                  <a:lnTo>
                    <a:pt x="2080526" y="88823"/>
                  </a:lnTo>
                  <a:lnTo>
                    <a:pt x="2103958" y="56311"/>
                  </a:lnTo>
                  <a:lnTo>
                    <a:pt x="2112734" y="56311"/>
                  </a:lnTo>
                  <a:lnTo>
                    <a:pt x="2143823" y="88823"/>
                  </a:lnTo>
                  <a:lnTo>
                    <a:pt x="2143823" y="50888"/>
                  </a:lnTo>
                  <a:lnTo>
                    <a:pt x="2141905" y="49212"/>
                  </a:lnTo>
                  <a:lnTo>
                    <a:pt x="2133117" y="44386"/>
                  </a:lnTo>
                  <a:lnTo>
                    <a:pt x="2123325" y="41490"/>
                  </a:lnTo>
                  <a:lnTo>
                    <a:pt x="2112518" y="40525"/>
                  </a:lnTo>
                  <a:lnTo>
                    <a:pt x="2101367" y="41503"/>
                  </a:lnTo>
                  <a:lnTo>
                    <a:pt x="2067814" y="64998"/>
                  </a:lnTo>
                  <a:lnTo>
                    <a:pt x="2059559" y="100685"/>
                  </a:lnTo>
                  <a:lnTo>
                    <a:pt x="2060473" y="113715"/>
                  </a:lnTo>
                  <a:lnTo>
                    <a:pt x="2082126" y="150304"/>
                  </a:lnTo>
                  <a:lnTo>
                    <a:pt x="2113635" y="158915"/>
                  </a:lnTo>
                  <a:lnTo>
                    <a:pt x="2123008" y="158305"/>
                  </a:lnTo>
                  <a:lnTo>
                    <a:pt x="2156777" y="137769"/>
                  </a:lnTo>
                  <a:lnTo>
                    <a:pt x="2163419" y="122326"/>
                  </a:lnTo>
                  <a:lnTo>
                    <a:pt x="2143595" y="119875"/>
                  </a:lnTo>
                  <a:lnTo>
                    <a:pt x="2140674" y="127977"/>
                  </a:lnTo>
                  <a:lnTo>
                    <a:pt x="2136610" y="133896"/>
                  </a:lnTo>
                  <a:lnTo>
                    <a:pt x="2126704" y="141274"/>
                  </a:lnTo>
                  <a:lnTo>
                    <a:pt x="2120849" y="143116"/>
                  </a:lnTo>
                  <a:lnTo>
                    <a:pt x="2113635" y="143116"/>
                  </a:lnTo>
                  <a:lnTo>
                    <a:pt x="2080450" y="113411"/>
                  </a:lnTo>
                  <a:lnTo>
                    <a:pt x="2079396" y="104622"/>
                  </a:lnTo>
                  <a:lnTo>
                    <a:pt x="2164092" y="104622"/>
                  </a:lnTo>
                  <a:lnTo>
                    <a:pt x="2164092" y="99517"/>
                  </a:lnTo>
                  <a:close/>
                </a:path>
                <a:path w="2282825" h="477520">
                  <a:moveTo>
                    <a:pt x="2282571" y="0"/>
                  </a:moveTo>
                  <a:lnTo>
                    <a:pt x="2265007" y="0"/>
                  </a:lnTo>
                  <a:lnTo>
                    <a:pt x="2265007" y="101422"/>
                  </a:lnTo>
                  <a:lnTo>
                    <a:pt x="2264460" y="111315"/>
                  </a:lnTo>
                  <a:lnTo>
                    <a:pt x="2243378" y="143116"/>
                  </a:lnTo>
                  <a:lnTo>
                    <a:pt x="2226487" y="143116"/>
                  </a:lnTo>
                  <a:lnTo>
                    <a:pt x="2204555" y="110007"/>
                  </a:lnTo>
                  <a:lnTo>
                    <a:pt x="2203958" y="99822"/>
                  </a:lnTo>
                  <a:lnTo>
                    <a:pt x="2204504" y="89331"/>
                  </a:lnTo>
                  <a:lnTo>
                    <a:pt x="2225586" y="56400"/>
                  </a:lnTo>
                  <a:lnTo>
                    <a:pt x="2242705" y="56400"/>
                  </a:lnTo>
                  <a:lnTo>
                    <a:pt x="2264460" y="90576"/>
                  </a:lnTo>
                  <a:lnTo>
                    <a:pt x="2265007" y="101422"/>
                  </a:lnTo>
                  <a:lnTo>
                    <a:pt x="2265007" y="0"/>
                  </a:lnTo>
                  <a:lnTo>
                    <a:pt x="2263432" y="0"/>
                  </a:lnTo>
                  <a:lnTo>
                    <a:pt x="2263432" y="56083"/>
                  </a:lnTo>
                  <a:lnTo>
                    <a:pt x="2260282" y="51473"/>
                  </a:lnTo>
                  <a:lnTo>
                    <a:pt x="2255774" y="47713"/>
                  </a:lnTo>
                  <a:lnTo>
                    <a:pt x="2250592" y="44843"/>
                  </a:lnTo>
                  <a:lnTo>
                    <a:pt x="2245182" y="41960"/>
                  </a:lnTo>
                  <a:lnTo>
                    <a:pt x="2239099" y="40525"/>
                  </a:lnTo>
                  <a:lnTo>
                    <a:pt x="2232126" y="40525"/>
                  </a:lnTo>
                  <a:lnTo>
                    <a:pt x="2197011" y="56845"/>
                  </a:lnTo>
                  <a:lnTo>
                    <a:pt x="2184362" y="99822"/>
                  </a:lnTo>
                  <a:lnTo>
                    <a:pt x="2184743" y="108267"/>
                  </a:lnTo>
                  <a:lnTo>
                    <a:pt x="2202840" y="147345"/>
                  </a:lnTo>
                  <a:lnTo>
                    <a:pt x="2233015" y="158915"/>
                  </a:lnTo>
                  <a:lnTo>
                    <a:pt x="2242858" y="157861"/>
                  </a:lnTo>
                  <a:lnTo>
                    <a:pt x="2251430" y="154698"/>
                  </a:lnTo>
                  <a:lnTo>
                    <a:pt x="2258745" y="149428"/>
                  </a:lnTo>
                  <a:lnTo>
                    <a:pt x="2263914" y="143116"/>
                  </a:lnTo>
                  <a:lnTo>
                    <a:pt x="2264778" y="142062"/>
                  </a:lnTo>
                  <a:lnTo>
                    <a:pt x="2264778" y="156349"/>
                  </a:lnTo>
                  <a:lnTo>
                    <a:pt x="2282571" y="156349"/>
                  </a:lnTo>
                  <a:lnTo>
                    <a:pt x="2282571" y="142062"/>
                  </a:lnTo>
                  <a:lnTo>
                    <a:pt x="2282571" y="56400"/>
                  </a:lnTo>
                  <a:lnTo>
                    <a:pt x="2282571" y="56083"/>
                  </a:lnTo>
                  <a:lnTo>
                    <a:pt x="2282571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101"/>
            <p:cNvSpPr/>
            <p:nvPr/>
          </p:nvSpPr>
          <p:spPr>
            <a:xfrm>
              <a:off x="9321409" y="4762035"/>
              <a:ext cx="218448" cy="202312"/>
            </a:xfrm>
            <a:prstGeom prst="rect">
              <a:avLst/>
            </a:prstGeom>
            <a:blipFill>
              <a:blip r:embed="rId4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102"/>
            <p:cNvSpPr/>
            <p:nvPr/>
          </p:nvSpPr>
          <p:spPr>
            <a:xfrm>
              <a:off x="7387234" y="5080399"/>
              <a:ext cx="862965" cy="202565"/>
            </a:xfrm>
            <a:custGeom>
              <a:avLst/>
              <a:gdLst/>
              <a:ahLst/>
              <a:cxnLst/>
              <a:rect l="l" t="t" r="r" b="b"/>
              <a:pathLst>
                <a:path w="862965" h="202564">
                  <a:moveTo>
                    <a:pt x="52874" y="40521"/>
                  </a:moveTo>
                  <a:lnTo>
                    <a:pt x="14656" y="56315"/>
                  </a:lnTo>
                  <a:lnTo>
                    <a:pt x="0" y="99514"/>
                  </a:lnTo>
                  <a:lnTo>
                    <a:pt x="36" y="102348"/>
                  </a:lnTo>
                  <a:lnTo>
                    <a:pt x="14496" y="143605"/>
                  </a:lnTo>
                  <a:lnTo>
                    <a:pt x="53955" y="158911"/>
                  </a:lnTo>
                  <a:lnTo>
                    <a:pt x="63386" y="158312"/>
                  </a:lnTo>
                  <a:lnTo>
                    <a:pt x="92965" y="143126"/>
                  </a:lnTo>
                  <a:lnTo>
                    <a:pt x="54068" y="143126"/>
                  </a:lnTo>
                  <a:lnTo>
                    <a:pt x="47253" y="142506"/>
                  </a:lnTo>
                  <a:lnTo>
                    <a:pt x="20842" y="113407"/>
                  </a:lnTo>
                  <a:lnTo>
                    <a:pt x="19782" y="104621"/>
                  </a:lnTo>
                  <a:lnTo>
                    <a:pt x="104344" y="104621"/>
                  </a:lnTo>
                  <a:lnTo>
                    <a:pt x="104457" y="99514"/>
                  </a:lnTo>
                  <a:lnTo>
                    <a:pt x="103731" y="88826"/>
                  </a:lnTo>
                  <a:lnTo>
                    <a:pt x="20848" y="88826"/>
                  </a:lnTo>
                  <a:lnTo>
                    <a:pt x="21833" y="81790"/>
                  </a:lnTo>
                  <a:lnTo>
                    <a:pt x="44269" y="56315"/>
                  </a:lnTo>
                  <a:lnTo>
                    <a:pt x="90290" y="56315"/>
                  </a:lnTo>
                  <a:lnTo>
                    <a:pt x="90041" y="55978"/>
                  </a:lnTo>
                  <a:lnTo>
                    <a:pt x="82320" y="49215"/>
                  </a:lnTo>
                  <a:lnTo>
                    <a:pt x="73552" y="44385"/>
                  </a:lnTo>
                  <a:lnTo>
                    <a:pt x="63737" y="41487"/>
                  </a:lnTo>
                  <a:lnTo>
                    <a:pt x="52874" y="40521"/>
                  </a:lnTo>
                  <a:close/>
                </a:path>
                <a:path w="862965" h="202564">
                  <a:moveTo>
                    <a:pt x="83959" y="119875"/>
                  </a:moveTo>
                  <a:lnTo>
                    <a:pt x="81030" y="127980"/>
                  </a:lnTo>
                  <a:lnTo>
                    <a:pt x="77089" y="133883"/>
                  </a:lnTo>
                  <a:lnTo>
                    <a:pt x="67110" y="141277"/>
                  </a:lnTo>
                  <a:lnTo>
                    <a:pt x="61096" y="143126"/>
                  </a:lnTo>
                  <a:lnTo>
                    <a:pt x="92965" y="143126"/>
                  </a:lnTo>
                  <a:lnTo>
                    <a:pt x="97122" y="137766"/>
                  </a:lnTo>
                  <a:lnTo>
                    <a:pt x="100975" y="130533"/>
                  </a:lnTo>
                  <a:lnTo>
                    <a:pt x="103826" y="122328"/>
                  </a:lnTo>
                  <a:lnTo>
                    <a:pt x="83959" y="119875"/>
                  </a:lnTo>
                  <a:close/>
                </a:path>
                <a:path w="862965" h="202564">
                  <a:moveTo>
                    <a:pt x="90290" y="56315"/>
                  </a:moveTo>
                  <a:lnTo>
                    <a:pt x="53099" y="56315"/>
                  </a:lnTo>
                  <a:lnTo>
                    <a:pt x="60073" y="57007"/>
                  </a:lnTo>
                  <a:lnTo>
                    <a:pt x="66364" y="59085"/>
                  </a:lnTo>
                  <a:lnTo>
                    <a:pt x="84161" y="88826"/>
                  </a:lnTo>
                  <a:lnTo>
                    <a:pt x="103731" y="88826"/>
                  </a:lnTo>
                  <a:lnTo>
                    <a:pt x="103557" y="86266"/>
                  </a:lnTo>
                  <a:lnTo>
                    <a:pt x="100855" y="74598"/>
                  </a:lnTo>
                  <a:lnTo>
                    <a:pt x="96351" y="64504"/>
                  </a:lnTo>
                  <a:lnTo>
                    <a:pt x="90290" y="56315"/>
                  </a:lnTo>
                  <a:close/>
                </a:path>
                <a:path w="862965" h="202564">
                  <a:moveTo>
                    <a:pt x="145880" y="43085"/>
                  </a:moveTo>
                  <a:lnTo>
                    <a:pt x="121869" y="43085"/>
                  </a:lnTo>
                  <a:lnTo>
                    <a:pt x="160206" y="97466"/>
                  </a:lnTo>
                  <a:lnTo>
                    <a:pt x="118760" y="156351"/>
                  </a:lnTo>
                  <a:lnTo>
                    <a:pt x="142051" y="156351"/>
                  </a:lnTo>
                  <a:lnTo>
                    <a:pt x="171829" y="111663"/>
                  </a:lnTo>
                  <a:lnTo>
                    <a:pt x="193462" y="111663"/>
                  </a:lnTo>
                  <a:lnTo>
                    <a:pt x="182732" y="96409"/>
                  </a:lnTo>
                  <a:lnTo>
                    <a:pt x="193084" y="82324"/>
                  </a:lnTo>
                  <a:lnTo>
                    <a:pt x="171199" y="82324"/>
                  </a:lnTo>
                  <a:lnTo>
                    <a:pt x="169194" y="78927"/>
                  </a:lnTo>
                  <a:lnTo>
                    <a:pt x="166581" y="74697"/>
                  </a:lnTo>
                  <a:lnTo>
                    <a:pt x="163292" y="69635"/>
                  </a:lnTo>
                  <a:lnTo>
                    <a:pt x="145880" y="43085"/>
                  </a:lnTo>
                  <a:close/>
                </a:path>
                <a:path w="862965" h="202564">
                  <a:moveTo>
                    <a:pt x="193462" y="111663"/>
                  </a:moveTo>
                  <a:lnTo>
                    <a:pt x="171829" y="111663"/>
                  </a:lnTo>
                  <a:lnTo>
                    <a:pt x="178024" y="121153"/>
                  </a:lnTo>
                  <a:lnTo>
                    <a:pt x="201315" y="156351"/>
                  </a:lnTo>
                  <a:lnTo>
                    <a:pt x="224899" y="156351"/>
                  </a:lnTo>
                  <a:lnTo>
                    <a:pt x="193462" y="111663"/>
                  </a:lnTo>
                  <a:close/>
                </a:path>
                <a:path w="862965" h="202564">
                  <a:moveTo>
                    <a:pt x="221925" y="43085"/>
                  </a:moveTo>
                  <a:lnTo>
                    <a:pt x="198972" y="43085"/>
                  </a:lnTo>
                  <a:lnTo>
                    <a:pt x="179848" y="69860"/>
                  </a:lnTo>
                  <a:lnTo>
                    <a:pt x="177213" y="73482"/>
                  </a:lnTo>
                  <a:lnTo>
                    <a:pt x="174330" y="77644"/>
                  </a:lnTo>
                  <a:lnTo>
                    <a:pt x="171199" y="82324"/>
                  </a:lnTo>
                  <a:lnTo>
                    <a:pt x="193084" y="82324"/>
                  </a:lnTo>
                  <a:lnTo>
                    <a:pt x="221925" y="43085"/>
                  </a:lnTo>
                  <a:close/>
                </a:path>
                <a:path w="862965" h="202564">
                  <a:moveTo>
                    <a:pt x="261750" y="43085"/>
                  </a:moveTo>
                  <a:lnTo>
                    <a:pt x="244248" y="43085"/>
                  </a:lnTo>
                  <a:lnTo>
                    <a:pt x="244248" y="199763"/>
                  </a:lnTo>
                  <a:lnTo>
                    <a:pt x="263462" y="199763"/>
                  </a:lnTo>
                  <a:lnTo>
                    <a:pt x="263462" y="144620"/>
                  </a:lnTo>
                  <a:lnTo>
                    <a:pt x="326630" y="144620"/>
                  </a:lnTo>
                  <a:lnTo>
                    <a:pt x="328114" y="143126"/>
                  </a:lnTo>
                  <a:lnTo>
                    <a:pt x="283577" y="143126"/>
                  </a:lnTo>
                  <a:lnTo>
                    <a:pt x="276414" y="139641"/>
                  </a:lnTo>
                  <a:lnTo>
                    <a:pt x="261637" y="100346"/>
                  </a:lnTo>
                  <a:lnTo>
                    <a:pt x="262228" y="90074"/>
                  </a:lnTo>
                  <a:lnTo>
                    <a:pt x="280369" y="57800"/>
                  </a:lnTo>
                  <a:lnTo>
                    <a:pt x="261750" y="57800"/>
                  </a:lnTo>
                  <a:lnTo>
                    <a:pt x="261750" y="43085"/>
                  </a:lnTo>
                  <a:close/>
                </a:path>
                <a:path w="862965" h="202564">
                  <a:moveTo>
                    <a:pt x="326630" y="144620"/>
                  </a:moveTo>
                  <a:lnTo>
                    <a:pt x="263462" y="144620"/>
                  </a:lnTo>
                  <a:lnTo>
                    <a:pt x="266728" y="148744"/>
                  </a:lnTo>
                  <a:lnTo>
                    <a:pt x="270918" y="152157"/>
                  </a:lnTo>
                  <a:lnTo>
                    <a:pt x="281099" y="157561"/>
                  </a:lnTo>
                  <a:lnTo>
                    <a:pt x="286843" y="158911"/>
                  </a:lnTo>
                  <a:lnTo>
                    <a:pt x="293240" y="158911"/>
                  </a:lnTo>
                  <a:lnTo>
                    <a:pt x="326630" y="144620"/>
                  </a:lnTo>
                  <a:close/>
                </a:path>
                <a:path w="862965" h="202564">
                  <a:moveTo>
                    <a:pt x="328686" y="55550"/>
                  </a:moveTo>
                  <a:lnTo>
                    <a:pt x="301079" y="55550"/>
                  </a:lnTo>
                  <a:lnTo>
                    <a:pt x="308174" y="59150"/>
                  </a:lnTo>
                  <a:lnTo>
                    <a:pt x="314121" y="66327"/>
                  </a:lnTo>
                  <a:lnTo>
                    <a:pt x="318023" y="72393"/>
                  </a:lnTo>
                  <a:lnTo>
                    <a:pt x="320811" y="79821"/>
                  </a:lnTo>
                  <a:lnTo>
                    <a:pt x="322483" y="88608"/>
                  </a:lnTo>
                  <a:lnTo>
                    <a:pt x="323041" y="98749"/>
                  </a:lnTo>
                  <a:lnTo>
                    <a:pt x="322471" y="109369"/>
                  </a:lnTo>
                  <a:lnTo>
                    <a:pt x="300516" y="143126"/>
                  </a:lnTo>
                  <a:lnTo>
                    <a:pt x="328114" y="143126"/>
                  </a:lnTo>
                  <a:lnTo>
                    <a:pt x="342294" y="107336"/>
                  </a:lnTo>
                  <a:lnTo>
                    <a:pt x="342678" y="98749"/>
                  </a:lnTo>
                  <a:lnTo>
                    <a:pt x="342331" y="90922"/>
                  </a:lnTo>
                  <a:lnTo>
                    <a:pt x="330018" y="56984"/>
                  </a:lnTo>
                  <a:lnTo>
                    <a:pt x="328686" y="55550"/>
                  </a:lnTo>
                  <a:close/>
                </a:path>
                <a:path w="862965" h="202564">
                  <a:moveTo>
                    <a:pt x="294636" y="40521"/>
                  </a:moveTo>
                  <a:lnTo>
                    <a:pt x="287226" y="40521"/>
                  </a:lnTo>
                  <a:lnTo>
                    <a:pt x="280941" y="41961"/>
                  </a:lnTo>
                  <a:lnTo>
                    <a:pt x="270535" y="47720"/>
                  </a:lnTo>
                  <a:lnTo>
                    <a:pt x="265872" y="52040"/>
                  </a:lnTo>
                  <a:lnTo>
                    <a:pt x="261750" y="57800"/>
                  </a:lnTo>
                  <a:lnTo>
                    <a:pt x="280369" y="57800"/>
                  </a:lnTo>
                  <a:lnTo>
                    <a:pt x="284635" y="55550"/>
                  </a:lnTo>
                  <a:lnTo>
                    <a:pt x="328686" y="55550"/>
                  </a:lnTo>
                  <a:lnTo>
                    <a:pt x="301686" y="40988"/>
                  </a:lnTo>
                  <a:lnTo>
                    <a:pt x="294636" y="40521"/>
                  </a:lnTo>
                  <a:close/>
                </a:path>
                <a:path w="862965" h="202564">
                  <a:moveTo>
                    <a:pt x="416047" y="40521"/>
                  </a:moveTo>
                  <a:lnTo>
                    <a:pt x="377822" y="56315"/>
                  </a:lnTo>
                  <a:lnTo>
                    <a:pt x="363090" y="100683"/>
                  </a:lnTo>
                  <a:lnTo>
                    <a:pt x="363999" y="113721"/>
                  </a:lnTo>
                  <a:lnTo>
                    <a:pt x="385592" y="150301"/>
                  </a:lnTo>
                  <a:lnTo>
                    <a:pt x="417128" y="158911"/>
                  </a:lnTo>
                  <a:lnTo>
                    <a:pt x="426559" y="158312"/>
                  </a:lnTo>
                  <a:lnTo>
                    <a:pt x="456133" y="143126"/>
                  </a:lnTo>
                  <a:lnTo>
                    <a:pt x="417218" y="143126"/>
                  </a:lnTo>
                  <a:lnTo>
                    <a:pt x="410415" y="142506"/>
                  </a:lnTo>
                  <a:lnTo>
                    <a:pt x="384013" y="113407"/>
                  </a:lnTo>
                  <a:lnTo>
                    <a:pt x="382958" y="104621"/>
                  </a:lnTo>
                  <a:lnTo>
                    <a:pt x="467517" y="104621"/>
                  </a:lnTo>
                  <a:lnTo>
                    <a:pt x="467630" y="99514"/>
                  </a:lnTo>
                  <a:lnTo>
                    <a:pt x="466901" y="88826"/>
                  </a:lnTo>
                  <a:lnTo>
                    <a:pt x="384016" y="88826"/>
                  </a:lnTo>
                  <a:lnTo>
                    <a:pt x="384996" y="81790"/>
                  </a:lnTo>
                  <a:lnTo>
                    <a:pt x="407442" y="56315"/>
                  </a:lnTo>
                  <a:lnTo>
                    <a:pt x="453463" y="56315"/>
                  </a:lnTo>
                  <a:lnTo>
                    <a:pt x="453214" y="55978"/>
                  </a:lnTo>
                  <a:lnTo>
                    <a:pt x="445480" y="49215"/>
                  </a:lnTo>
                  <a:lnTo>
                    <a:pt x="436708" y="44385"/>
                  </a:lnTo>
                  <a:lnTo>
                    <a:pt x="426897" y="41487"/>
                  </a:lnTo>
                  <a:lnTo>
                    <a:pt x="416047" y="40521"/>
                  </a:lnTo>
                  <a:close/>
                </a:path>
                <a:path w="862965" h="202564">
                  <a:moveTo>
                    <a:pt x="447132" y="119875"/>
                  </a:moveTo>
                  <a:lnTo>
                    <a:pt x="444204" y="127980"/>
                  </a:lnTo>
                  <a:lnTo>
                    <a:pt x="440262" y="133883"/>
                  </a:lnTo>
                  <a:lnTo>
                    <a:pt x="430283" y="141277"/>
                  </a:lnTo>
                  <a:lnTo>
                    <a:pt x="424269" y="143126"/>
                  </a:lnTo>
                  <a:lnTo>
                    <a:pt x="456133" y="143126"/>
                  </a:lnTo>
                  <a:lnTo>
                    <a:pt x="460284" y="137766"/>
                  </a:lnTo>
                  <a:lnTo>
                    <a:pt x="464129" y="130533"/>
                  </a:lnTo>
                  <a:lnTo>
                    <a:pt x="466976" y="122328"/>
                  </a:lnTo>
                  <a:lnTo>
                    <a:pt x="447132" y="119875"/>
                  </a:lnTo>
                  <a:close/>
                </a:path>
                <a:path w="862965" h="202564">
                  <a:moveTo>
                    <a:pt x="453463" y="56315"/>
                  </a:moveTo>
                  <a:lnTo>
                    <a:pt x="416272" y="56315"/>
                  </a:lnTo>
                  <a:lnTo>
                    <a:pt x="423246" y="57007"/>
                  </a:lnTo>
                  <a:lnTo>
                    <a:pt x="429537" y="59085"/>
                  </a:lnTo>
                  <a:lnTo>
                    <a:pt x="447335" y="88826"/>
                  </a:lnTo>
                  <a:lnTo>
                    <a:pt x="466901" y="88826"/>
                  </a:lnTo>
                  <a:lnTo>
                    <a:pt x="466727" y="86266"/>
                  </a:lnTo>
                  <a:lnTo>
                    <a:pt x="464020" y="74598"/>
                  </a:lnTo>
                  <a:lnTo>
                    <a:pt x="459514" y="64504"/>
                  </a:lnTo>
                  <a:lnTo>
                    <a:pt x="453463" y="56315"/>
                  </a:lnTo>
                  <a:close/>
                </a:path>
                <a:path w="862965" h="202564">
                  <a:moveTo>
                    <a:pt x="513536" y="0"/>
                  </a:moveTo>
                  <a:lnTo>
                    <a:pt x="494322" y="0"/>
                  </a:lnTo>
                  <a:lnTo>
                    <a:pt x="494322" y="156351"/>
                  </a:lnTo>
                  <a:lnTo>
                    <a:pt x="513536" y="156351"/>
                  </a:lnTo>
                  <a:lnTo>
                    <a:pt x="513536" y="0"/>
                  </a:lnTo>
                  <a:close/>
                </a:path>
                <a:path w="862965" h="202564">
                  <a:moveTo>
                    <a:pt x="563632" y="0"/>
                  </a:moveTo>
                  <a:lnTo>
                    <a:pt x="544395" y="0"/>
                  </a:lnTo>
                  <a:lnTo>
                    <a:pt x="544395" y="156351"/>
                  </a:lnTo>
                  <a:lnTo>
                    <a:pt x="563632" y="156351"/>
                  </a:lnTo>
                  <a:lnTo>
                    <a:pt x="563632" y="0"/>
                  </a:lnTo>
                  <a:close/>
                </a:path>
                <a:path w="862965" h="202564">
                  <a:moveTo>
                    <a:pt x="614246" y="0"/>
                  </a:moveTo>
                  <a:lnTo>
                    <a:pt x="595009" y="0"/>
                  </a:lnTo>
                  <a:lnTo>
                    <a:pt x="595009" y="22071"/>
                  </a:lnTo>
                  <a:lnTo>
                    <a:pt x="614246" y="22071"/>
                  </a:lnTo>
                  <a:lnTo>
                    <a:pt x="614246" y="0"/>
                  </a:lnTo>
                  <a:close/>
                </a:path>
                <a:path w="862965" h="202564">
                  <a:moveTo>
                    <a:pt x="614246" y="43085"/>
                  </a:moveTo>
                  <a:lnTo>
                    <a:pt x="595009" y="43085"/>
                  </a:lnTo>
                  <a:lnTo>
                    <a:pt x="595009" y="156351"/>
                  </a:lnTo>
                  <a:lnTo>
                    <a:pt x="614246" y="156351"/>
                  </a:lnTo>
                  <a:lnTo>
                    <a:pt x="614246" y="43085"/>
                  </a:lnTo>
                  <a:close/>
                </a:path>
                <a:path w="862965" h="202564">
                  <a:moveTo>
                    <a:pt x="662292" y="43085"/>
                  </a:moveTo>
                  <a:lnTo>
                    <a:pt x="644993" y="43085"/>
                  </a:lnTo>
                  <a:lnTo>
                    <a:pt x="644993" y="156351"/>
                  </a:lnTo>
                  <a:lnTo>
                    <a:pt x="664207" y="156351"/>
                  </a:lnTo>
                  <a:lnTo>
                    <a:pt x="664207" y="94496"/>
                  </a:lnTo>
                  <a:lnTo>
                    <a:pt x="664764" y="84486"/>
                  </a:lnTo>
                  <a:lnTo>
                    <a:pt x="680598" y="59195"/>
                  </a:lnTo>
                  <a:lnTo>
                    <a:pt x="662292" y="59195"/>
                  </a:lnTo>
                  <a:lnTo>
                    <a:pt x="662292" y="43085"/>
                  </a:lnTo>
                  <a:close/>
                </a:path>
                <a:path w="862965" h="202564">
                  <a:moveTo>
                    <a:pt x="732454" y="57148"/>
                  </a:moveTo>
                  <a:lnTo>
                    <a:pt x="699459" y="57148"/>
                  </a:lnTo>
                  <a:lnTo>
                    <a:pt x="703919" y="58317"/>
                  </a:lnTo>
                  <a:lnTo>
                    <a:pt x="711532" y="62930"/>
                  </a:lnTo>
                  <a:lnTo>
                    <a:pt x="714190" y="66035"/>
                  </a:lnTo>
                  <a:lnTo>
                    <a:pt x="717163" y="73774"/>
                  </a:lnTo>
                  <a:lnTo>
                    <a:pt x="717929" y="79624"/>
                  </a:lnTo>
                  <a:lnTo>
                    <a:pt x="717929" y="156351"/>
                  </a:lnTo>
                  <a:lnTo>
                    <a:pt x="737143" y="156351"/>
                  </a:lnTo>
                  <a:lnTo>
                    <a:pt x="737051" y="76224"/>
                  </a:lnTo>
                  <a:lnTo>
                    <a:pt x="732953" y="57845"/>
                  </a:lnTo>
                  <a:lnTo>
                    <a:pt x="732454" y="57148"/>
                  </a:lnTo>
                  <a:close/>
                </a:path>
                <a:path w="862965" h="202564">
                  <a:moveTo>
                    <a:pt x="705225" y="40521"/>
                  </a:moveTo>
                  <a:lnTo>
                    <a:pt x="698377" y="40521"/>
                  </a:lnTo>
                  <a:lnTo>
                    <a:pt x="687278" y="41686"/>
                  </a:lnTo>
                  <a:lnTo>
                    <a:pt x="677564" y="45184"/>
                  </a:lnTo>
                  <a:lnTo>
                    <a:pt x="669235" y="51019"/>
                  </a:lnTo>
                  <a:lnTo>
                    <a:pt x="662292" y="59195"/>
                  </a:lnTo>
                  <a:lnTo>
                    <a:pt x="680598" y="59195"/>
                  </a:lnTo>
                  <a:lnTo>
                    <a:pt x="686146" y="57148"/>
                  </a:lnTo>
                  <a:lnTo>
                    <a:pt x="732454" y="57148"/>
                  </a:lnTo>
                  <a:lnTo>
                    <a:pt x="727255" y="49880"/>
                  </a:lnTo>
                  <a:lnTo>
                    <a:pt x="722952" y="46663"/>
                  </a:lnTo>
                  <a:lnTo>
                    <a:pt x="711487" y="41736"/>
                  </a:lnTo>
                  <a:lnTo>
                    <a:pt x="705225" y="40521"/>
                  </a:lnTo>
                  <a:close/>
                </a:path>
                <a:path w="862965" h="202564">
                  <a:moveTo>
                    <a:pt x="766719" y="165738"/>
                  </a:moveTo>
                  <a:lnTo>
                    <a:pt x="793236" y="200043"/>
                  </a:lnTo>
                  <a:lnTo>
                    <a:pt x="811566" y="202324"/>
                  </a:lnTo>
                  <a:lnTo>
                    <a:pt x="819777" y="201923"/>
                  </a:lnTo>
                  <a:lnTo>
                    <a:pt x="853270" y="186430"/>
                  </a:lnTo>
                  <a:lnTo>
                    <a:pt x="803209" y="186430"/>
                  </a:lnTo>
                  <a:lnTo>
                    <a:pt x="796700" y="184653"/>
                  </a:lnTo>
                  <a:lnTo>
                    <a:pt x="788365" y="178466"/>
                  </a:lnTo>
                  <a:lnTo>
                    <a:pt x="786180" y="174272"/>
                  </a:lnTo>
                  <a:lnTo>
                    <a:pt x="785415" y="168510"/>
                  </a:lnTo>
                  <a:lnTo>
                    <a:pt x="766719" y="165738"/>
                  </a:lnTo>
                  <a:close/>
                </a:path>
                <a:path w="862965" h="202564">
                  <a:moveTo>
                    <a:pt x="862819" y="141526"/>
                  </a:moveTo>
                  <a:lnTo>
                    <a:pt x="843282" y="141526"/>
                  </a:lnTo>
                  <a:lnTo>
                    <a:pt x="843222" y="156351"/>
                  </a:lnTo>
                  <a:lnTo>
                    <a:pt x="842899" y="162253"/>
                  </a:lnTo>
                  <a:lnTo>
                    <a:pt x="840196" y="172564"/>
                  </a:lnTo>
                  <a:lnTo>
                    <a:pt x="836907" y="177541"/>
                  </a:lnTo>
                  <a:lnTo>
                    <a:pt x="827221" y="184653"/>
                  </a:lnTo>
                  <a:lnTo>
                    <a:pt x="820351" y="186430"/>
                  </a:lnTo>
                  <a:lnTo>
                    <a:pt x="853270" y="186430"/>
                  </a:lnTo>
                  <a:lnTo>
                    <a:pt x="862526" y="152138"/>
                  </a:lnTo>
                  <a:lnTo>
                    <a:pt x="862819" y="141526"/>
                  </a:lnTo>
                  <a:close/>
                </a:path>
                <a:path w="862965" h="202564">
                  <a:moveTo>
                    <a:pt x="811994" y="40521"/>
                  </a:moveTo>
                  <a:lnTo>
                    <a:pt x="775943" y="57015"/>
                  </a:lnTo>
                  <a:lnTo>
                    <a:pt x="762867" y="99086"/>
                  </a:lnTo>
                  <a:lnTo>
                    <a:pt x="763669" y="110446"/>
                  </a:lnTo>
                  <a:lnTo>
                    <a:pt x="782759" y="146872"/>
                  </a:lnTo>
                  <a:lnTo>
                    <a:pt x="811882" y="156351"/>
                  </a:lnTo>
                  <a:lnTo>
                    <a:pt x="820899" y="155425"/>
                  </a:lnTo>
                  <a:lnTo>
                    <a:pt x="829136" y="152645"/>
                  </a:lnTo>
                  <a:lnTo>
                    <a:pt x="836595" y="148012"/>
                  </a:lnTo>
                  <a:lnTo>
                    <a:pt x="843282" y="141526"/>
                  </a:lnTo>
                  <a:lnTo>
                    <a:pt x="862819" y="141526"/>
                  </a:lnTo>
                  <a:lnTo>
                    <a:pt x="862833" y="140460"/>
                  </a:lnTo>
                  <a:lnTo>
                    <a:pt x="804809" y="140460"/>
                  </a:lnTo>
                  <a:lnTo>
                    <a:pt x="797398" y="137047"/>
                  </a:lnTo>
                  <a:lnTo>
                    <a:pt x="782621" y="97691"/>
                  </a:lnTo>
                  <a:lnTo>
                    <a:pt x="783183" y="88081"/>
                  </a:lnTo>
                  <a:lnTo>
                    <a:pt x="804831" y="56405"/>
                  </a:lnTo>
                  <a:lnTo>
                    <a:pt x="844775" y="56405"/>
                  </a:lnTo>
                  <a:lnTo>
                    <a:pt x="838146" y="49642"/>
                  </a:lnTo>
                  <a:lnTo>
                    <a:pt x="830307" y="44573"/>
                  </a:lnTo>
                  <a:lnTo>
                    <a:pt x="821590" y="41533"/>
                  </a:lnTo>
                  <a:lnTo>
                    <a:pt x="811994" y="40521"/>
                  </a:lnTo>
                  <a:close/>
                </a:path>
                <a:path w="862965" h="202564">
                  <a:moveTo>
                    <a:pt x="844775" y="56405"/>
                  </a:moveTo>
                  <a:lnTo>
                    <a:pt x="822063" y="56405"/>
                  </a:lnTo>
                  <a:lnTo>
                    <a:pt x="829496" y="59937"/>
                  </a:lnTo>
                  <a:lnTo>
                    <a:pt x="835646" y="66980"/>
                  </a:lnTo>
                  <a:lnTo>
                    <a:pt x="839692" y="72889"/>
                  </a:lnTo>
                  <a:lnTo>
                    <a:pt x="842578" y="80085"/>
                  </a:lnTo>
                  <a:lnTo>
                    <a:pt x="844306" y="88564"/>
                  </a:lnTo>
                  <a:lnTo>
                    <a:pt x="844844" y="97691"/>
                  </a:lnTo>
                  <a:lnTo>
                    <a:pt x="844839" y="99086"/>
                  </a:lnTo>
                  <a:lnTo>
                    <a:pt x="829924" y="137065"/>
                  </a:lnTo>
                  <a:lnTo>
                    <a:pt x="822536" y="140460"/>
                  </a:lnTo>
                  <a:lnTo>
                    <a:pt x="862833" y="140460"/>
                  </a:lnTo>
                  <a:lnTo>
                    <a:pt x="862833" y="56743"/>
                  </a:lnTo>
                  <a:lnTo>
                    <a:pt x="845106" y="56743"/>
                  </a:lnTo>
                  <a:lnTo>
                    <a:pt x="844775" y="56405"/>
                  </a:lnTo>
                  <a:close/>
                </a:path>
                <a:path w="862965" h="202564">
                  <a:moveTo>
                    <a:pt x="862833" y="43085"/>
                  </a:moveTo>
                  <a:lnTo>
                    <a:pt x="845106" y="43085"/>
                  </a:lnTo>
                  <a:lnTo>
                    <a:pt x="845106" y="56743"/>
                  </a:lnTo>
                  <a:lnTo>
                    <a:pt x="862833" y="56743"/>
                  </a:lnTo>
                  <a:lnTo>
                    <a:pt x="862833" y="43085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103"/>
            <p:cNvSpPr/>
            <p:nvPr/>
          </p:nvSpPr>
          <p:spPr>
            <a:xfrm>
              <a:off x="8348368" y="5080399"/>
              <a:ext cx="122807" cy="156351"/>
            </a:xfrm>
            <a:prstGeom prst="rect">
              <a:avLst/>
            </a:prstGeom>
            <a:blipFill>
              <a:blip r:embed="rId4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8502665" y="5051690"/>
              <a:ext cx="77531" cy="77509"/>
            </a:xfrm>
            <a:prstGeom prst="rect">
              <a:avLst/>
            </a:prstGeom>
            <a:blipFill>
              <a:blip r:embed="rId4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7313857" y="4368074"/>
              <a:ext cx="2535555" cy="996950"/>
            </a:xfrm>
            <a:custGeom>
              <a:avLst/>
              <a:gdLst/>
              <a:ahLst/>
              <a:cxnLst/>
              <a:rect l="l" t="t" r="r" b="b"/>
              <a:pathLst>
                <a:path w="2535554" h="996950">
                  <a:moveTo>
                    <a:pt x="0" y="915722"/>
                  </a:moveTo>
                  <a:lnTo>
                    <a:pt x="6376" y="947239"/>
                  </a:lnTo>
                  <a:lnTo>
                    <a:pt x="23760" y="972986"/>
                  </a:lnTo>
                  <a:lnTo>
                    <a:pt x="49536" y="990350"/>
                  </a:lnTo>
                  <a:lnTo>
                    <a:pt x="81088" y="996719"/>
                  </a:lnTo>
                  <a:lnTo>
                    <a:pt x="2454180" y="996719"/>
                  </a:lnTo>
                  <a:lnTo>
                    <a:pt x="2485666" y="990350"/>
                  </a:lnTo>
                  <a:lnTo>
                    <a:pt x="2511450" y="972986"/>
                  </a:lnTo>
                  <a:lnTo>
                    <a:pt x="2528872" y="947239"/>
                  </a:lnTo>
                  <a:lnTo>
                    <a:pt x="2529789" y="942721"/>
                  </a:lnTo>
                  <a:lnTo>
                    <a:pt x="27030" y="942721"/>
                  </a:lnTo>
                  <a:lnTo>
                    <a:pt x="0" y="915722"/>
                  </a:lnTo>
                  <a:close/>
                </a:path>
                <a:path w="2535554" h="996950">
                  <a:moveTo>
                    <a:pt x="2454180" y="0"/>
                  </a:moveTo>
                  <a:lnTo>
                    <a:pt x="2481210" y="26999"/>
                  </a:lnTo>
                  <a:lnTo>
                    <a:pt x="2481210" y="861724"/>
                  </a:lnTo>
                  <a:lnTo>
                    <a:pt x="2474812" y="893241"/>
                  </a:lnTo>
                  <a:lnTo>
                    <a:pt x="2457390" y="918988"/>
                  </a:lnTo>
                  <a:lnTo>
                    <a:pt x="2431606" y="936352"/>
                  </a:lnTo>
                  <a:lnTo>
                    <a:pt x="2400120" y="942721"/>
                  </a:lnTo>
                  <a:lnTo>
                    <a:pt x="2529789" y="942721"/>
                  </a:lnTo>
                  <a:lnTo>
                    <a:pt x="2535271" y="915722"/>
                  </a:lnTo>
                  <a:lnTo>
                    <a:pt x="2535271" y="80997"/>
                  </a:lnTo>
                  <a:lnTo>
                    <a:pt x="2528872" y="49481"/>
                  </a:lnTo>
                  <a:lnTo>
                    <a:pt x="2511450" y="23733"/>
                  </a:lnTo>
                  <a:lnTo>
                    <a:pt x="2485666" y="6369"/>
                  </a:lnTo>
                  <a:lnTo>
                    <a:pt x="2454180" y="0"/>
                  </a:lnTo>
                  <a:close/>
                </a:path>
              </a:pathLst>
            </a:custGeom>
            <a:solidFill>
              <a:srgbClr val="FF00FF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7259797" y="4314076"/>
              <a:ext cx="2535555" cy="996950"/>
            </a:xfrm>
            <a:custGeom>
              <a:avLst/>
              <a:gdLst/>
              <a:ahLst/>
              <a:cxnLst/>
              <a:rect l="l" t="t" r="r" b="b"/>
              <a:pathLst>
                <a:path w="2535554" h="996950">
                  <a:moveTo>
                    <a:pt x="0" y="915722"/>
                  </a:moveTo>
                  <a:lnTo>
                    <a:pt x="0" y="433146"/>
                  </a:lnTo>
                  <a:lnTo>
                    <a:pt x="0" y="185337"/>
                  </a:lnTo>
                  <a:lnTo>
                    <a:pt x="0" y="94039"/>
                  </a:lnTo>
                  <a:lnTo>
                    <a:pt x="6376" y="49481"/>
                  </a:lnTo>
                  <a:lnTo>
                    <a:pt x="49537" y="6369"/>
                  </a:lnTo>
                  <a:lnTo>
                    <a:pt x="81090" y="0"/>
                  </a:lnTo>
                  <a:lnTo>
                    <a:pt x="1453033" y="0"/>
                  </a:lnTo>
                  <a:lnTo>
                    <a:pt x="2157544" y="0"/>
                  </a:lnTo>
                  <a:lnTo>
                    <a:pt x="2417101" y="0"/>
                  </a:lnTo>
                  <a:lnTo>
                    <a:pt x="2454180" y="0"/>
                  </a:lnTo>
                  <a:lnTo>
                    <a:pt x="2485666" y="6369"/>
                  </a:lnTo>
                  <a:lnTo>
                    <a:pt x="2511450" y="23733"/>
                  </a:lnTo>
                  <a:lnTo>
                    <a:pt x="2528872" y="49481"/>
                  </a:lnTo>
                  <a:lnTo>
                    <a:pt x="2535271" y="80997"/>
                  </a:lnTo>
                  <a:lnTo>
                    <a:pt x="2535271" y="563572"/>
                  </a:lnTo>
                  <a:lnTo>
                    <a:pt x="2535271" y="811381"/>
                  </a:lnTo>
                  <a:lnTo>
                    <a:pt x="2535271" y="902679"/>
                  </a:lnTo>
                  <a:lnTo>
                    <a:pt x="2535271" y="915722"/>
                  </a:lnTo>
                  <a:lnTo>
                    <a:pt x="2528872" y="947239"/>
                  </a:lnTo>
                  <a:lnTo>
                    <a:pt x="2511451" y="972986"/>
                  </a:lnTo>
                  <a:lnTo>
                    <a:pt x="2485666" y="990350"/>
                  </a:lnTo>
                  <a:lnTo>
                    <a:pt x="2454180" y="996719"/>
                  </a:lnTo>
                  <a:lnTo>
                    <a:pt x="1082238" y="996719"/>
                  </a:lnTo>
                  <a:lnTo>
                    <a:pt x="377727" y="996719"/>
                  </a:lnTo>
                  <a:lnTo>
                    <a:pt x="118170" y="996719"/>
                  </a:lnTo>
                  <a:lnTo>
                    <a:pt x="81090" y="996719"/>
                  </a:lnTo>
                  <a:lnTo>
                    <a:pt x="49537" y="990350"/>
                  </a:lnTo>
                  <a:lnTo>
                    <a:pt x="23760" y="972986"/>
                  </a:lnTo>
                  <a:lnTo>
                    <a:pt x="6376" y="947239"/>
                  </a:lnTo>
                  <a:lnTo>
                    <a:pt x="0" y="915722"/>
                  </a:lnTo>
                  <a:close/>
                </a:path>
              </a:pathLst>
            </a:custGeom>
            <a:ln w="13501">
              <a:solidFill>
                <a:srgbClr val="FF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7" name="object 107"/>
          <p:cNvGrpSpPr/>
          <p:nvPr/>
        </p:nvGrpSpPr>
        <p:grpSpPr>
          <a:xfrm>
            <a:off x="7627518" y="3872483"/>
            <a:ext cx="214629" cy="365125"/>
            <a:chOff x="7627518" y="3872483"/>
            <a:chExt cx="214629" cy="365125"/>
          </a:xfrm>
        </p:grpSpPr>
        <p:sp>
          <p:nvSpPr>
            <p:cNvPr id="108" name="object 108"/>
            <p:cNvSpPr/>
            <p:nvPr/>
          </p:nvSpPr>
          <p:spPr>
            <a:xfrm>
              <a:off x="7686872" y="3974023"/>
              <a:ext cx="148590" cy="257175"/>
            </a:xfrm>
            <a:custGeom>
              <a:avLst/>
              <a:gdLst/>
              <a:ahLst/>
              <a:cxnLst/>
              <a:rect l="l" t="t" r="r" b="b"/>
              <a:pathLst>
                <a:path w="148590" h="257175">
                  <a:moveTo>
                    <a:pt x="0" y="0"/>
                  </a:moveTo>
                  <a:lnTo>
                    <a:pt x="148440" y="256806"/>
                  </a:lnTo>
                </a:path>
              </a:pathLst>
            </a:custGeom>
            <a:ln w="13511">
              <a:solidFill>
                <a:srgbClr val="FF00FF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7627518" y="3872483"/>
              <a:ext cx="100460" cy="137405"/>
            </a:xfrm>
            <a:prstGeom prst="rect">
              <a:avLst/>
            </a:prstGeom>
            <a:blipFill>
              <a:blip r:embed="rId4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0" name="object 1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22</a:t>
            </a:fld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340563"/>
            <a:ext cx="593471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spc="-280" dirty="0"/>
              <a:t>Acid-catalysed</a:t>
            </a:r>
            <a:r>
              <a:rPr sz="4400" spc="-480" dirty="0"/>
              <a:t> </a:t>
            </a:r>
            <a:r>
              <a:rPr sz="4400" spc="-220" dirty="0"/>
              <a:t>substitution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622198" y="4619371"/>
            <a:ext cx="9422765" cy="168338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241300" marR="195580" indent="-228600">
              <a:lnSpc>
                <a:spcPts val="2160"/>
              </a:lnSpc>
              <a:spcBef>
                <a:spcPts val="375"/>
              </a:spcBef>
              <a:buFont typeface="Arial"/>
              <a:buChar char="•"/>
              <a:tabLst>
                <a:tab pos="240665" algn="l"/>
                <a:tab pos="241300" algn="l"/>
              </a:tabLst>
            </a:pPr>
            <a:r>
              <a:rPr sz="2000" spc="-5" dirty="0">
                <a:latin typeface="Carlito"/>
                <a:cs typeface="Carlito"/>
              </a:rPr>
              <a:t>The C=O can be </a:t>
            </a:r>
            <a:r>
              <a:rPr sz="2000" spc="-10" dirty="0">
                <a:latin typeface="Carlito"/>
                <a:cs typeface="Carlito"/>
              </a:rPr>
              <a:t>activated </a:t>
            </a:r>
            <a:r>
              <a:rPr sz="2000" spc="-15" dirty="0">
                <a:latin typeface="Carlito"/>
                <a:cs typeface="Carlito"/>
              </a:rPr>
              <a:t>towards </a:t>
            </a:r>
            <a:r>
              <a:rPr sz="2000" spc="-5" dirty="0">
                <a:latin typeface="Carlito"/>
                <a:cs typeface="Carlito"/>
              </a:rPr>
              <a:t>weak </a:t>
            </a:r>
            <a:r>
              <a:rPr sz="2000" dirty="0">
                <a:latin typeface="Carlito"/>
                <a:cs typeface="Carlito"/>
              </a:rPr>
              <a:t>nucleophiles </a:t>
            </a:r>
            <a:r>
              <a:rPr sz="2000" spc="-5" dirty="0">
                <a:latin typeface="Carlito"/>
                <a:cs typeface="Carlito"/>
              </a:rPr>
              <a:t>by </a:t>
            </a:r>
            <a:r>
              <a:rPr sz="2000" spc="-10" dirty="0">
                <a:latin typeface="Carlito"/>
                <a:cs typeface="Carlito"/>
              </a:rPr>
              <a:t>pre-protonation </a:t>
            </a:r>
            <a:r>
              <a:rPr sz="2000" spc="-5" dirty="0">
                <a:latin typeface="Carlito"/>
                <a:cs typeface="Carlito"/>
              </a:rPr>
              <a:t>by </a:t>
            </a:r>
            <a:r>
              <a:rPr sz="2000" spc="-15" dirty="0">
                <a:latin typeface="Carlito"/>
                <a:cs typeface="Carlito"/>
              </a:rPr>
              <a:t>strong </a:t>
            </a:r>
            <a:r>
              <a:rPr sz="2000" dirty="0">
                <a:latin typeface="Carlito"/>
                <a:cs typeface="Carlito"/>
              </a:rPr>
              <a:t>acid  which enhances the </a:t>
            </a:r>
            <a:r>
              <a:rPr sz="2000" spc="-5" dirty="0">
                <a:latin typeface="Carlito"/>
                <a:cs typeface="Carlito"/>
              </a:rPr>
              <a:t>polarity of </a:t>
            </a:r>
            <a:r>
              <a:rPr sz="2000" dirty="0">
                <a:latin typeface="Carlito"/>
                <a:cs typeface="Carlito"/>
              </a:rPr>
              <a:t>the</a:t>
            </a:r>
            <a:r>
              <a:rPr sz="2000" spc="-30" dirty="0">
                <a:latin typeface="Carlito"/>
                <a:cs typeface="Carlito"/>
              </a:rPr>
              <a:t> </a:t>
            </a:r>
            <a:r>
              <a:rPr sz="2000" spc="-5" dirty="0">
                <a:latin typeface="Carlito"/>
                <a:cs typeface="Carlito"/>
              </a:rPr>
              <a:t>C=O</a:t>
            </a:r>
            <a:endParaRPr sz="2000">
              <a:latin typeface="Carlito"/>
              <a:cs typeface="Carlito"/>
            </a:endParaRPr>
          </a:p>
          <a:p>
            <a:pPr marL="241300" indent="-228600">
              <a:lnSpc>
                <a:spcPct val="100000"/>
              </a:lnSpc>
              <a:spcBef>
                <a:spcPts val="725"/>
              </a:spcBef>
              <a:buFont typeface="Arial"/>
              <a:buChar char="•"/>
              <a:tabLst>
                <a:tab pos="240665" algn="l"/>
                <a:tab pos="241300" algn="l"/>
              </a:tabLst>
            </a:pPr>
            <a:r>
              <a:rPr sz="2000" spc="-15" dirty="0">
                <a:latin typeface="Carlito"/>
                <a:cs typeface="Carlito"/>
              </a:rPr>
              <a:t>Cleavage </a:t>
            </a:r>
            <a:r>
              <a:rPr sz="2000" spc="-5" dirty="0">
                <a:latin typeface="Carlito"/>
                <a:cs typeface="Carlito"/>
              </a:rPr>
              <a:t>of </a:t>
            </a:r>
            <a:r>
              <a:rPr sz="2000" dirty="0">
                <a:latin typeface="Carlito"/>
                <a:cs typeface="Carlito"/>
              </a:rPr>
              <a:t>an </a:t>
            </a:r>
            <a:r>
              <a:rPr sz="2000" spc="-15" dirty="0">
                <a:latin typeface="Carlito"/>
                <a:cs typeface="Carlito"/>
              </a:rPr>
              <a:t>ester </a:t>
            </a:r>
            <a:r>
              <a:rPr sz="2000" spc="-5" dirty="0">
                <a:latin typeface="Carlito"/>
                <a:cs typeface="Carlito"/>
              </a:rPr>
              <a:t>by </a:t>
            </a:r>
            <a:r>
              <a:rPr sz="2000" spc="-15" dirty="0">
                <a:latin typeface="Carlito"/>
                <a:cs typeface="Carlito"/>
              </a:rPr>
              <a:t>water </a:t>
            </a:r>
            <a:r>
              <a:rPr sz="2000" dirty="0">
                <a:latin typeface="Carlito"/>
                <a:cs typeface="Carlito"/>
              </a:rPr>
              <a:t>is </a:t>
            </a:r>
            <a:r>
              <a:rPr sz="2000" spc="-5" dirty="0">
                <a:latin typeface="Carlito"/>
                <a:cs typeface="Carlito"/>
              </a:rPr>
              <a:t>called</a:t>
            </a:r>
            <a:r>
              <a:rPr sz="2000" spc="60" dirty="0">
                <a:latin typeface="Carlito"/>
                <a:cs typeface="Carlito"/>
              </a:rPr>
              <a:t> </a:t>
            </a:r>
            <a:r>
              <a:rPr sz="2000" b="1" spc="-10" dirty="0">
                <a:latin typeface="Carlito"/>
                <a:cs typeface="Carlito"/>
              </a:rPr>
              <a:t>hydrolysis</a:t>
            </a:r>
            <a:endParaRPr sz="2000">
              <a:latin typeface="Carlito"/>
              <a:cs typeface="Carlito"/>
            </a:endParaRPr>
          </a:p>
          <a:p>
            <a:pPr marL="241300" indent="-228600">
              <a:lnSpc>
                <a:spcPts val="2280"/>
              </a:lnSpc>
              <a:spcBef>
                <a:spcPts val="765"/>
              </a:spcBef>
              <a:buFont typeface="Arial"/>
              <a:buChar char="•"/>
              <a:tabLst>
                <a:tab pos="240665" algn="l"/>
                <a:tab pos="241300" algn="l"/>
              </a:tabLst>
            </a:pPr>
            <a:r>
              <a:rPr sz="2000" spc="-5" dirty="0">
                <a:latin typeface="Carlito"/>
                <a:cs typeface="Carlito"/>
              </a:rPr>
              <a:t>The reaction </a:t>
            </a:r>
            <a:r>
              <a:rPr sz="2000" dirty="0">
                <a:latin typeface="Carlito"/>
                <a:cs typeface="Carlito"/>
              </a:rPr>
              <a:t>is </a:t>
            </a:r>
            <a:r>
              <a:rPr sz="2000" i="1" spc="-5" dirty="0">
                <a:latin typeface="Carlito"/>
                <a:cs typeface="Carlito"/>
              </a:rPr>
              <a:t>reversible</a:t>
            </a:r>
            <a:r>
              <a:rPr sz="2000" spc="-5" dirty="0">
                <a:latin typeface="Carlito"/>
                <a:cs typeface="Carlito"/>
              </a:rPr>
              <a:t>, </a:t>
            </a:r>
            <a:r>
              <a:rPr sz="2000" spc="-10" dirty="0">
                <a:latin typeface="Carlito"/>
                <a:cs typeface="Carlito"/>
              </a:rPr>
              <a:t>ester </a:t>
            </a:r>
            <a:r>
              <a:rPr sz="2000" dirty="0">
                <a:latin typeface="Carlito"/>
                <a:cs typeface="Carlito"/>
              </a:rPr>
              <a:t>in acidic </a:t>
            </a:r>
            <a:r>
              <a:rPr sz="2000" spc="-15" dirty="0">
                <a:latin typeface="Carlito"/>
                <a:cs typeface="Carlito"/>
              </a:rPr>
              <a:t>water </a:t>
            </a:r>
            <a:r>
              <a:rPr sz="2000" spc="-10" dirty="0">
                <a:latin typeface="Carlito"/>
                <a:cs typeface="Carlito"/>
              </a:rPr>
              <a:t>solvent </a:t>
            </a:r>
            <a:r>
              <a:rPr sz="2000" spc="-5" dirty="0">
                <a:latin typeface="Carlito"/>
                <a:cs typeface="Carlito"/>
              </a:rPr>
              <a:t>reacts </a:t>
            </a:r>
            <a:r>
              <a:rPr sz="2000" spc="-10" dirty="0">
                <a:latin typeface="Carlito"/>
                <a:cs typeface="Carlito"/>
              </a:rPr>
              <a:t>to </a:t>
            </a:r>
            <a:r>
              <a:rPr sz="2000" spc="-5" dirty="0">
                <a:latin typeface="Carlito"/>
                <a:cs typeface="Carlito"/>
              </a:rPr>
              <a:t>carboxylic </a:t>
            </a:r>
            <a:r>
              <a:rPr sz="2000" dirty="0">
                <a:latin typeface="Carlito"/>
                <a:cs typeface="Carlito"/>
              </a:rPr>
              <a:t>acid, while</a:t>
            </a:r>
            <a:r>
              <a:rPr sz="2000" spc="65" dirty="0">
                <a:latin typeface="Carlito"/>
                <a:cs typeface="Carlito"/>
              </a:rPr>
              <a:t> </a:t>
            </a:r>
            <a:r>
              <a:rPr sz="2000" dirty="0">
                <a:latin typeface="Carlito"/>
                <a:cs typeface="Carlito"/>
              </a:rPr>
              <a:t>the</a:t>
            </a:r>
            <a:endParaRPr sz="2000">
              <a:latin typeface="Carlito"/>
              <a:cs typeface="Carlito"/>
            </a:endParaRPr>
          </a:p>
          <a:p>
            <a:pPr marL="241300">
              <a:lnSpc>
                <a:spcPts val="2280"/>
              </a:lnSpc>
            </a:pPr>
            <a:r>
              <a:rPr sz="2000" dirty="0">
                <a:latin typeface="Carlito"/>
                <a:cs typeface="Carlito"/>
              </a:rPr>
              <a:t>acid in acidic </a:t>
            </a:r>
            <a:r>
              <a:rPr sz="2000" spc="-5" dirty="0">
                <a:latin typeface="Carlito"/>
                <a:cs typeface="Carlito"/>
              </a:rPr>
              <a:t>alcohol reacts </a:t>
            </a:r>
            <a:r>
              <a:rPr sz="2000" spc="-15" dirty="0">
                <a:latin typeface="Carlito"/>
                <a:cs typeface="Carlito"/>
              </a:rPr>
              <a:t>to </a:t>
            </a:r>
            <a:r>
              <a:rPr sz="2000" spc="-10" dirty="0">
                <a:latin typeface="Carlito"/>
                <a:cs typeface="Carlito"/>
              </a:rPr>
              <a:t>give</a:t>
            </a:r>
            <a:r>
              <a:rPr sz="2000" spc="-5" dirty="0">
                <a:latin typeface="Carlito"/>
                <a:cs typeface="Carlito"/>
              </a:rPr>
              <a:t> </a:t>
            </a:r>
            <a:r>
              <a:rPr sz="2000" spc="-10" dirty="0">
                <a:latin typeface="Carlito"/>
                <a:cs typeface="Carlito"/>
              </a:rPr>
              <a:t>ester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257936" y="1300088"/>
            <a:ext cx="2037055" cy="90560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3178838" y="1261050"/>
            <a:ext cx="2212975" cy="1450340"/>
            <a:chOff x="3178838" y="1261050"/>
            <a:chExt cx="2212975" cy="1450340"/>
          </a:xfrm>
        </p:grpSpPr>
        <p:sp>
          <p:nvSpPr>
            <p:cNvPr id="6" name="object 6"/>
            <p:cNvSpPr/>
            <p:nvPr/>
          </p:nvSpPr>
          <p:spPr>
            <a:xfrm>
              <a:off x="3414241" y="1261050"/>
              <a:ext cx="1976959" cy="1330543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178838" y="2510982"/>
              <a:ext cx="119855" cy="151584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323507" y="2597269"/>
              <a:ext cx="75453" cy="113550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419894" y="2508298"/>
              <a:ext cx="146108" cy="156853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5544747" y="1563778"/>
            <a:ext cx="1508760" cy="998219"/>
            <a:chOff x="5544747" y="1563778"/>
            <a:chExt cx="1508760" cy="998219"/>
          </a:xfrm>
        </p:grpSpPr>
        <p:sp>
          <p:nvSpPr>
            <p:cNvPr id="11" name="object 11"/>
            <p:cNvSpPr/>
            <p:nvPr/>
          </p:nvSpPr>
          <p:spPr>
            <a:xfrm>
              <a:off x="5953913" y="1941802"/>
              <a:ext cx="118110" cy="13335"/>
            </a:xfrm>
            <a:custGeom>
              <a:avLst/>
              <a:gdLst/>
              <a:ahLst/>
              <a:cxnLst/>
              <a:rect l="l" t="t" r="r" b="b"/>
              <a:pathLst>
                <a:path w="118110" h="13335">
                  <a:moveTo>
                    <a:pt x="115159" y="0"/>
                  </a:moveTo>
                  <a:lnTo>
                    <a:pt x="2835" y="0"/>
                  </a:lnTo>
                  <a:lnTo>
                    <a:pt x="0" y="2899"/>
                  </a:lnTo>
                  <a:lnTo>
                    <a:pt x="0" y="10083"/>
                  </a:lnTo>
                  <a:lnTo>
                    <a:pt x="2835" y="12983"/>
                  </a:lnTo>
                  <a:lnTo>
                    <a:pt x="115159" y="12983"/>
                  </a:lnTo>
                  <a:lnTo>
                    <a:pt x="117995" y="10083"/>
                  </a:lnTo>
                  <a:lnTo>
                    <a:pt x="117995" y="28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544747" y="1563778"/>
              <a:ext cx="1508417" cy="99778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8099259" y="1527129"/>
            <a:ext cx="3606800" cy="2720340"/>
            <a:chOff x="8099259" y="1527129"/>
            <a:chExt cx="3606800" cy="2720340"/>
          </a:xfrm>
        </p:grpSpPr>
        <p:sp>
          <p:nvSpPr>
            <p:cNvPr id="14" name="object 14"/>
            <p:cNvSpPr/>
            <p:nvPr/>
          </p:nvSpPr>
          <p:spPr>
            <a:xfrm>
              <a:off x="8692274" y="2413939"/>
              <a:ext cx="113030" cy="785495"/>
            </a:xfrm>
            <a:custGeom>
              <a:avLst/>
              <a:gdLst/>
              <a:ahLst/>
              <a:cxnLst/>
              <a:rect l="l" t="t" r="r" b="b"/>
              <a:pathLst>
                <a:path w="113029" h="785494">
                  <a:moveTo>
                    <a:pt x="44767" y="1689"/>
                  </a:moveTo>
                  <a:lnTo>
                    <a:pt x="44691" y="1879"/>
                  </a:lnTo>
                  <a:lnTo>
                    <a:pt x="44640" y="635"/>
                  </a:lnTo>
                  <a:lnTo>
                    <a:pt x="44551" y="457"/>
                  </a:lnTo>
                  <a:lnTo>
                    <a:pt x="44424" y="406"/>
                  </a:lnTo>
                  <a:lnTo>
                    <a:pt x="44183" y="177"/>
                  </a:lnTo>
                  <a:lnTo>
                    <a:pt x="43713" y="177"/>
                  </a:lnTo>
                  <a:lnTo>
                    <a:pt x="43180" y="0"/>
                  </a:lnTo>
                  <a:lnTo>
                    <a:pt x="42837" y="177"/>
                  </a:lnTo>
                  <a:lnTo>
                    <a:pt x="42621" y="279"/>
                  </a:lnTo>
                  <a:lnTo>
                    <a:pt x="42443" y="368"/>
                  </a:lnTo>
                  <a:lnTo>
                    <a:pt x="42392" y="520"/>
                  </a:lnTo>
                  <a:lnTo>
                    <a:pt x="42164" y="1219"/>
                  </a:lnTo>
                  <a:lnTo>
                    <a:pt x="42252" y="914"/>
                  </a:lnTo>
                  <a:lnTo>
                    <a:pt x="42214" y="4927"/>
                  </a:lnTo>
                  <a:lnTo>
                    <a:pt x="42164" y="5105"/>
                  </a:lnTo>
                  <a:lnTo>
                    <a:pt x="42164" y="1219"/>
                  </a:lnTo>
                  <a:lnTo>
                    <a:pt x="40424" y="6616"/>
                  </a:lnTo>
                  <a:lnTo>
                    <a:pt x="38315" y="13144"/>
                  </a:lnTo>
                  <a:lnTo>
                    <a:pt x="35687" y="21488"/>
                  </a:lnTo>
                  <a:lnTo>
                    <a:pt x="21031" y="66382"/>
                  </a:lnTo>
                  <a:lnTo>
                    <a:pt x="13360" y="90398"/>
                  </a:lnTo>
                  <a:lnTo>
                    <a:pt x="6273" y="112102"/>
                  </a:lnTo>
                  <a:lnTo>
                    <a:pt x="3911" y="119608"/>
                  </a:lnTo>
                  <a:lnTo>
                    <a:pt x="3860" y="119761"/>
                  </a:lnTo>
                  <a:lnTo>
                    <a:pt x="3086" y="122174"/>
                  </a:lnTo>
                  <a:lnTo>
                    <a:pt x="3086" y="130708"/>
                  </a:lnTo>
                  <a:lnTo>
                    <a:pt x="2984" y="131038"/>
                  </a:lnTo>
                  <a:lnTo>
                    <a:pt x="2476" y="132524"/>
                  </a:lnTo>
                  <a:lnTo>
                    <a:pt x="3073" y="130708"/>
                  </a:lnTo>
                  <a:lnTo>
                    <a:pt x="3086" y="122174"/>
                  </a:lnTo>
                  <a:lnTo>
                    <a:pt x="1803" y="126136"/>
                  </a:lnTo>
                  <a:lnTo>
                    <a:pt x="482" y="130238"/>
                  </a:lnTo>
                  <a:lnTo>
                    <a:pt x="0" y="131699"/>
                  </a:lnTo>
                  <a:lnTo>
                    <a:pt x="1955" y="133197"/>
                  </a:lnTo>
                  <a:lnTo>
                    <a:pt x="2984" y="132524"/>
                  </a:lnTo>
                  <a:lnTo>
                    <a:pt x="5397" y="130581"/>
                  </a:lnTo>
                  <a:lnTo>
                    <a:pt x="9448" y="127965"/>
                  </a:lnTo>
                  <a:lnTo>
                    <a:pt x="14757" y="125069"/>
                  </a:lnTo>
                  <a:lnTo>
                    <a:pt x="20777" y="122224"/>
                  </a:lnTo>
                  <a:lnTo>
                    <a:pt x="27800" y="119659"/>
                  </a:lnTo>
                  <a:lnTo>
                    <a:pt x="30289" y="119037"/>
                  </a:lnTo>
                  <a:lnTo>
                    <a:pt x="30289" y="785253"/>
                  </a:lnTo>
                  <a:lnTo>
                    <a:pt x="43332" y="785253"/>
                  </a:lnTo>
                  <a:lnTo>
                    <a:pt x="43332" y="117106"/>
                  </a:lnTo>
                  <a:lnTo>
                    <a:pt x="43548" y="117081"/>
                  </a:lnTo>
                  <a:lnTo>
                    <a:pt x="44767" y="115773"/>
                  </a:lnTo>
                  <a:lnTo>
                    <a:pt x="44767" y="114477"/>
                  </a:lnTo>
                  <a:lnTo>
                    <a:pt x="44767" y="1689"/>
                  </a:lnTo>
                  <a:close/>
                </a:path>
                <a:path w="113029" h="785494">
                  <a:moveTo>
                    <a:pt x="44767" y="762"/>
                  </a:moveTo>
                  <a:lnTo>
                    <a:pt x="44640" y="635"/>
                  </a:lnTo>
                  <a:lnTo>
                    <a:pt x="44767" y="889"/>
                  </a:lnTo>
                  <a:lnTo>
                    <a:pt x="44767" y="762"/>
                  </a:lnTo>
                  <a:close/>
                </a:path>
                <a:path w="113029" h="785494">
                  <a:moveTo>
                    <a:pt x="44919" y="1193"/>
                  </a:moveTo>
                  <a:lnTo>
                    <a:pt x="44767" y="889"/>
                  </a:lnTo>
                  <a:lnTo>
                    <a:pt x="44767" y="1689"/>
                  </a:lnTo>
                  <a:lnTo>
                    <a:pt x="44919" y="1193"/>
                  </a:lnTo>
                  <a:close/>
                </a:path>
                <a:path w="113029" h="785494">
                  <a:moveTo>
                    <a:pt x="68237" y="561975"/>
                  </a:moveTo>
                  <a:lnTo>
                    <a:pt x="68135" y="562610"/>
                  </a:lnTo>
                  <a:lnTo>
                    <a:pt x="68237" y="562813"/>
                  </a:lnTo>
                  <a:lnTo>
                    <a:pt x="68237" y="561975"/>
                  </a:lnTo>
                  <a:close/>
                </a:path>
                <a:path w="113029" h="785494">
                  <a:moveTo>
                    <a:pt x="112979" y="431990"/>
                  </a:moveTo>
                  <a:lnTo>
                    <a:pt x="112077" y="431152"/>
                  </a:lnTo>
                  <a:lnTo>
                    <a:pt x="111213" y="430377"/>
                  </a:lnTo>
                  <a:lnTo>
                    <a:pt x="109740" y="431025"/>
                  </a:lnTo>
                  <a:lnTo>
                    <a:pt x="105803" y="433006"/>
                  </a:lnTo>
                  <a:lnTo>
                    <a:pt x="100266" y="435622"/>
                  </a:lnTo>
                  <a:lnTo>
                    <a:pt x="93611" y="438543"/>
                  </a:lnTo>
                  <a:lnTo>
                    <a:pt x="82448" y="442925"/>
                  </a:lnTo>
                  <a:lnTo>
                    <a:pt x="82448" y="224637"/>
                  </a:lnTo>
                  <a:lnTo>
                    <a:pt x="69405" y="224637"/>
                  </a:lnTo>
                  <a:lnTo>
                    <a:pt x="69405" y="446595"/>
                  </a:lnTo>
                  <a:lnTo>
                    <a:pt x="69405" y="558368"/>
                  </a:lnTo>
                  <a:lnTo>
                    <a:pt x="68770" y="560324"/>
                  </a:lnTo>
                  <a:lnTo>
                    <a:pt x="69405" y="558368"/>
                  </a:lnTo>
                  <a:lnTo>
                    <a:pt x="69405" y="446595"/>
                  </a:lnTo>
                  <a:lnTo>
                    <a:pt x="68237" y="447903"/>
                  </a:lnTo>
                  <a:lnTo>
                    <a:pt x="68237" y="561975"/>
                  </a:lnTo>
                  <a:lnTo>
                    <a:pt x="68300" y="561784"/>
                  </a:lnTo>
                  <a:lnTo>
                    <a:pt x="68351" y="563041"/>
                  </a:lnTo>
                  <a:lnTo>
                    <a:pt x="68427" y="563194"/>
                  </a:lnTo>
                  <a:lnTo>
                    <a:pt x="68795" y="563511"/>
                  </a:lnTo>
                  <a:lnTo>
                    <a:pt x="69342" y="563511"/>
                  </a:lnTo>
                  <a:lnTo>
                    <a:pt x="69799" y="563664"/>
                  </a:lnTo>
                  <a:lnTo>
                    <a:pt x="70104" y="563511"/>
                  </a:lnTo>
                  <a:lnTo>
                    <a:pt x="70256" y="563511"/>
                  </a:lnTo>
                  <a:lnTo>
                    <a:pt x="70408" y="563359"/>
                  </a:lnTo>
                  <a:lnTo>
                    <a:pt x="70535" y="563283"/>
                  </a:lnTo>
                  <a:lnTo>
                    <a:pt x="70624" y="563041"/>
                  </a:lnTo>
                  <a:lnTo>
                    <a:pt x="70573" y="563194"/>
                  </a:lnTo>
                  <a:lnTo>
                    <a:pt x="70726" y="563041"/>
                  </a:lnTo>
                  <a:lnTo>
                    <a:pt x="70827" y="562457"/>
                  </a:lnTo>
                  <a:lnTo>
                    <a:pt x="70827" y="557669"/>
                  </a:lnTo>
                  <a:lnTo>
                    <a:pt x="70840" y="562406"/>
                  </a:lnTo>
                  <a:lnTo>
                    <a:pt x="72555" y="557034"/>
                  </a:lnTo>
                  <a:lnTo>
                    <a:pt x="74942" y="549706"/>
                  </a:lnTo>
                  <a:lnTo>
                    <a:pt x="77292" y="542188"/>
                  </a:lnTo>
                  <a:lnTo>
                    <a:pt x="84137" y="521296"/>
                  </a:lnTo>
                  <a:lnTo>
                    <a:pt x="91795" y="497281"/>
                  </a:lnTo>
                  <a:lnTo>
                    <a:pt x="106464" y="452361"/>
                  </a:lnTo>
                  <a:lnTo>
                    <a:pt x="109067" y="444042"/>
                  </a:lnTo>
                  <a:lnTo>
                    <a:pt x="111442" y="436714"/>
                  </a:lnTo>
                  <a:lnTo>
                    <a:pt x="112979" y="4319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649320" y="1527129"/>
              <a:ext cx="962501" cy="1083266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99259" y="1840474"/>
              <a:ext cx="120287" cy="151117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246448" y="1926485"/>
              <a:ext cx="74796" cy="115220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341366" y="1837885"/>
              <a:ext cx="135378" cy="156294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509546" y="1904034"/>
              <a:ext cx="123825" cy="1951989"/>
            </a:xfrm>
            <a:custGeom>
              <a:avLst/>
              <a:gdLst/>
              <a:ahLst/>
              <a:cxnLst/>
              <a:rect l="l" t="t" r="r" b="b"/>
              <a:pathLst>
                <a:path w="123825" h="1951989">
                  <a:moveTo>
                    <a:pt x="118529" y="2895"/>
                  </a:moveTo>
                  <a:lnTo>
                    <a:pt x="115468" y="0"/>
                  </a:lnTo>
                  <a:lnTo>
                    <a:pt x="2844" y="0"/>
                  </a:lnTo>
                  <a:lnTo>
                    <a:pt x="0" y="2895"/>
                  </a:lnTo>
                  <a:lnTo>
                    <a:pt x="0" y="10033"/>
                  </a:lnTo>
                  <a:lnTo>
                    <a:pt x="2844" y="12941"/>
                  </a:lnTo>
                  <a:lnTo>
                    <a:pt x="115468" y="12941"/>
                  </a:lnTo>
                  <a:lnTo>
                    <a:pt x="118529" y="10033"/>
                  </a:lnTo>
                  <a:lnTo>
                    <a:pt x="118529" y="2895"/>
                  </a:lnTo>
                  <a:close/>
                </a:path>
                <a:path w="123825" h="1951989">
                  <a:moveTo>
                    <a:pt x="123520" y="1941410"/>
                  </a:moveTo>
                  <a:lnTo>
                    <a:pt x="120586" y="1938502"/>
                  </a:lnTo>
                  <a:lnTo>
                    <a:pt x="8763" y="1938502"/>
                  </a:lnTo>
                  <a:lnTo>
                    <a:pt x="5842" y="1941410"/>
                  </a:lnTo>
                  <a:lnTo>
                    <a:pt x="5842" y="1948624"/>
                  </a:lnTo>
                  <a:lnTo>
                    <a:pt x="8763" y="1951558"/>
                  </a:lnTo>
                  <a:lnTo>
                    <a:pt x="120586" y="1951558"/>
                  </a:lnTo>
                  <a:lnTo>
                    <a:pt x="123520" y="1948624"/>
                  </a:lnTo>
                  <a:lnTo>
                    <a:pt x="123520" y="194141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107768" y="3308126"/>
              <a:ext cx="1562510" cy="938880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414813" y="2865673"/>
              <a:ext cx="18415" cy="41275"/>
            </a:xfrm>
            <a:custGeom>
              <a:avLst/>
              <a:gdLst/>
              <a:ahLst/>
              <a:cxnLst/>
              <a:rect l="l" t="t" r="r" b="b"/>
              <a:pathLst>
                <a:path w="18415" h="41275">
                  <a:moveTo>
                    <a:pt x="17949" y="0"/>
                  </a:moveTo>
                  <a:lnTo>
                    <a:pt x="871" y="0"/>
                  </a:lnTo>
                  <a:lnTo>
                    <a:pt x="871" y="16981"/>
                  </a:lnTo>
                  <a:lnTo>
                    <a:pt x="9410" y="16981"/>
                  </a:lnTo>
                  <a:lnTo>
                    <a:pt x="9236" y="22006"/>
                  </a:lnTo>
                  <a:lnTo>
                    <a:pt x="8364" y="25853"/>
                  </a:lnTo>
                  <a:lnTo>
                    <a:pt x="5402" y="31208"/>
                  </a:lnTo>
                  <a:lnTo>
                    <a:pt x="3136" y="33235"/>
                  </a:lnTo>
                  <a:lnTo>
                    <a:pt x="0" y="34621"/>
                  </a:lnTo>
                  <a:lnTo>
                    <a:pt x="4182" y="40998"/>
                  </a:lnTo>
                  <a:lnTo>
                    <a:pt x="8887" y="38902"/>
                  </a:lnTo>
                  <a:lnTo>
                    <a:pt x="12547" y="35921"/>
                  </a:lnTo>
                  <a:lnTo>
                    <a:pt x="16904" y="28262"/>
                  </a:lnTo>
                  <a:lnTo>
                    <a:pt x="17949" y="23219"/>
                  </a:lnTo>
                  <a:lnTo>
                    <a:pt x="17949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9689915" y="2759104"/>
              <a:ext cx="1907531" cy="708112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9613515" y="2652898"/>
              <a:ext cx="2092325" cy="936625"/>
            </a:xfrm>
            <a:custGeom>
              <a:avLst/>
              <a:gdLst/>
              <a:ahLst/>
              <a:cxnLst/>
              <a:rect l="l" t="t" r="r" b="b"/>
              <a:pathLst>
                <a:path w="2092325" h="936625">
                  <a:moveTo>
                    <a:pt x="0" y="874206"/>
                  </a:moveTo>
                  <a:lnTo>
                    <a:pt x="4932" y="898478"/>
                  </a:lnTo>
                  <a:lnTo>
                    <a:pt x="18382" y="918308"/>
                  </a:lnTo>
                  <a:lnTo>
                    <a:pt x="38325" y="931681"/>
                  </a:lnTo>
                  <a:lnTo>
                    <a:pt x="62736" y="936586"/>
                  </a:lnTo>
                  <a:lnTo>
                    <a:pt x="2029416" y="936586"/>
                  </a:lnTo>
                  <a:lnTo>
                    <a:pt x="2053775" y="931681"/>
                  </a:lnTo>
                  <a:lnTo>
                    <a:pt x="2073723" y="918308"/>
                  </a:lnTo>
                  <a:lnTo>
                    <a:pt x="2087202" y="898478"/>
                  </a:lnTo>
                  <a:lnTo>
                    <a:pt x="2087911" y="895000"/>
                  </a:lnTo>
                  <a:lnTo>
                    <a:pt x="20911" y="895000"/>
                  </a:lnTo>
                  <a:lnTo>
                    <a:pt x="0" y="874206"/>
                  </a:lnTo>
                  <a:close/>
                </a:path>
                <a:path w="2092325" h="936625">
                  <a:moveTo>
                    <a:pt x="2029415" y="0"/>
                  </a:moveTo>
                  <a:lnTo>
                    <a:pt x="2050327" y="20776"/>
                  </a:lnTo>
                  <a:lnTo>
                    <a:pt x="2050327" y="832618"/>
                  </a:lnTo>
                  <a:lnTo>
                    <a:pt x="2045377" y="856891"/>
                  </a:lnTo>
                  <a:lnTo>
                    <a:pt x="2031899" y="876721"/>
                  </a:lnTo>
                  <a:lnTo>
                    <a:pt x="2011950" y="890095"/>
                  </a:lnTo>
                  <a:lnTo>
                    <a:pt x="1987591" y="895000"/>
                  </a:lnTo>
                  <a:lnTo>
                    <a:pt x="2087911" y="895000"/>
                  </a:lnTo>
                  <a:lnTo>
                    <a:pt x="2092152" y="874206"/>
                  </a:lnTo>
                  <a:lnTo>
                    <a:pt x="2092151" y="62364"/>
                  </a:lnTo>
                  <a:lnTo>
                    <a:pt x="2087201" y="38094"/>
                  </a:lnTo>
                  <a:lnTo>
                    <a:pt x="2073722" y="18270"/>
                  </a:lnTo>
                  <a:lnTo>
                    <a:pt x="2053774" y="4902"/>
                  </a:lnTo>
                  <a:lnTo>
                    <a:pt x="2029415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9571691" y="2611310"/>
              <a:ext cx="2092325" cy="936625"/>
            </a:xfrm>
            <a:custGeom>
              <a:avLst/>
              <a:gdLst/>
              <a:ahLst/>
              <a:cxnLst/>
              <a:rect l="l" t="t" r="r" b="b"/>
              <a:pathLst>
                <a:path w="2092325" h="936625">
                  <a:moveTo>
                    <a:pt x="0" y="874206"/>
                  </a:moveTo>
                  <a:lnTo>
                    <a:pt x="0" y="404860"/>
                  </a:lnTo>
                  <a:lnTo>
                    <a:pt x="0" y="163844"/>
                  </a:lnTo>
                  <a:lnTo>
                    <a:pt x="0" y="75049"/>
                  </a:lnTo>
                  <a:lnTo>
                    <a:pt x="0" y="62364"/>
                  </a:lnTo>
                  <a:lnTo>
                    <a:pt x="4932" y="38094"/>
                  </a:lnTo>
                  <a:lnTo>
                    <a:pt x="18382" y="18270"/>
                  </a:lnTo>
                  <a:lnTo>
                    <a:pt x="38324" y="4902"/>
                  </a:lnTo>
                  <a:lnTo>
                    <a:pt x="62734" y="0"/>
                  </a:lnTo>
                  <a:lnTo>
                    <a:pt x="1199721" y="0"/>
                  </a:lnTo>
                  <a:lnTo>
                    <a:pt x="1783579" y="0"/>
                  </a:lnTo>
                  <a:lnTo>
                    <a:pt x="1998685" y="0"/>
                  </a:lnTo>
                  <a:lnTo>
                    <a:pt x="2029414" y="0"/>
                  </a:lnTo>
                  <a:lnTo>
                    <a:pt x="2053774" y="4902"/>
                  </a:lnTo>
                  <a:lnTo>
                    <a:pt x="2073722" y="18270"/>
                  </a:lnTo>
                  <a:lnTo>
                    <a:pt x="2087200" y="38094"/>
                  </a:lnTo>
                  <a:lnTo>
                    <a:pt x="2092151" y="62364"/>
                  </a:lnTo>
                  <a:lnTo>
                    <a:pt x="2092151" y="531710"/>
                  </a:lnTo>
                  <a:lnTo>
                    <a:pt x="2092151" y="772726"/>
                  </a:lnTo>
                  <a:lnTo>
                    <a:pt x="2092151" y="861521"/>
                  </a:lnTo>
                  <a:lnTo>
                    <a:pt x="2092151" y="874206"/>
                  </a:lnTo>
                  <a:lnTo>
                    <a:pt x="2087201" y="898479"/>
                  </a:lnTo>
                  <a:lnTo>
                    <a:pt x="2073722" y="918309"/>
                  </a:lnTo>
                  <a:lnTo>
                    <a:pt x="2053774" y="931683"/>
                  </a:lnTo>
                  <a:lnTo>
                    <a:pt x="2029415" y="936588"/>
                  </a:lnTo>
                  <a:lnTo>
                    <a:pt x="892428" y="936588"/>
                  </a:lnTo>
                  <a:lnTo>
                    <a:pt x="308570" y="936588"/>
                  </a:lnTo>
                  <a:lnTo>
                    <a:pt x="93464" y="936588"/>
                  </a:lnTo>
                  <a:lnTo>
                    <a:pt x="62735" y="936588"/>
                  </a:lnTo>
                  <a:lnTo>
                    <a:pt x="38324" y="931683"/>
                  </a:lnTo>
                  <a:lnTo>
                    <a:pt x="4933" y="898479"/>
                  </a:lnTo>
                  <a:lnTo>
                    <a:pt x="0" y="404860"/>
                  </a:lnTo>
                  <a:lnTo>
                    <a:pt x="0" y="163844"/>
                  </a:lnTo>
                  <a:lnTo>
                    <a:pt x="0" y="75049"/>
                  </a:lnTo>
                  <a:lnTo>
                    <a:pt x="0" y="62364"/>
                  </a:lnTo>
                </a:path>
              </a:pathLst>
            </a:custGeom>
            <a:ln w="10406">
              <a:solidFill>
                <a:srgbClr val="FF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8896047" y="2675362"/>
            <a:ext cx="223520" cy="178435"/>
            <a:chOff x="8896047" y="2675362"/>
            <a:chExt cx="223520" cy="178435"/>
          </a:xfrm>
        </p:grpSpPr>
        <p:sp>
          <p:nvSpPr>
            <p:cNvPr id="26" name="object 26"/>
            <p:cNvSpPr/>
            <p:nvPr/>
          </p:nvSpPr>
          <p:spPr>
            <a:xfrm>
              <a:off x="8896047" y="2700703"/>
              <a:ext cx="119408" cy="152508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9044313" y="2675362"/>
              <a:ext cx="74969" cy="75198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/>
          <p:nvPr/>
        </p:nvSpPr>
        <p:spPr>
          <a:xfrm>
            <a:off x="7312635" y="1873998"/>
            <a:ext cx="600075" cy="112395"/>
          </a:xfrm>
          <a:custGeom>
            <a:avLst/>
            <a:gdLst/>
            <a:ahLst/>
            <a:cxnLst/>
            <a:rect l="l" t="t" r="r" b="b"/>
            <a:pathLst>
              <a:path w="600075" h="112394">
                <a:moveTo>
                  <a:pt x="152" y="68668"/>
                </a:moveTo>
                <a:lnTo>
                  <a:pt x="0" y="69126"/>
                </a:lnTo>
                <a:lnTo>
                  <a:pt x="152" y="69430"/>
                </a:lnTo>
                <a:lnTo>
                  <a:pt x="152" y="68668"/>
                </a:lnTo>
                <a:close/>
              </a:path>
              <a:path w="600075" h="112394">
                <a:moveTo>
                  <a:pt x="578739" y="68872"/>
                </a:moveTo>
                <a:lnTo>
                  <a:pt x="117602" y="68872"/>
                </a:lnTo>
                <a:lnTo>
                  <a:pt x="117576" y="68668"/>
                </a:lnTo>
                <a:lnTo>
                  <a:pt x="116293" y="67576"/>
                </a:lnTo>
                <a:lnTo>
                  <a:pt x="1701" y="67576"/>
                </a:lnTo>
                <a:lnTo>
                  <a:pt x="1206" y="67398"/>
                </a:lnTo>
                <a:lnTo>
                  <a:pt x="850" y="67576"/>
                </a:lnTo>
                <a:lnTo>
                  <a:pt x="635" y="67678"/>
                </a:lnTo>
                <a:lnTo>
                  <a:pt x="457" y="67767"/>
                </a:lnTo>
                <a:lnTo>
                  <a:pt x="419" y="67894"/>
                </a:lnTo>
                <a:lnTo>
                  <a:pt x="203" y="68110"/>
                </a:lnTo>
                <a:lnTo>
                  <a:pt x="152" y="68668"/>
                </a:lnTo>
                <a:lnTo>
                  <a:pt x="330" y="68122"/>
                </a:lnTo>
                <a:lnTo>
                  <a:pt x="228" y="69583"/>
                </a:lnTo>
                <a:lnTo>
                  <a:pt x="152" y="69430"/>
                </a:lnTo>
                <a:lnTo>
                  <a:pt x="152" y="69583"/>
                </a:lnTo>
                <a:lnTo>
                  <a:pt x="304" y="69723"/>
                </a:lnTo>
                <a:lnTo>
                  <a:pt x="381" y="69862"/>
                </a:lnTo>
                <a:lnTo>
                  <a:pt x="749" y="70154"/>
                </a:lnTo>
                <a:lnTo>
                  <a:pt x="1244" y="70154"/>
                </a:lnTo>
                <a:lnTo>
                  <a:pt x="6629" y="71869"/>
                </a:lnTo>
                <a:lnTo>
                  <a:pt x="13208" y="73977"/>
                </a:lnTo>
                <a:lnTo>
                  <a:pt x="21564" y="76568"/>
                </a:lnTo>
                <a:lnTo>
                  <a:pt x="28321" y="78752"/>
                </a:lnTo>
                <a:lnTo>
                  <a:pt x="66662" y="90957"/>
                </a:lnTo>
                <a:lnTo>
                  <a:pt x="111785" y="105524"/>
                </a:lnTo>
                <a:lnTo>
                  <a:pt x="120154" y="108127"/>
                </a:lnTo>
                <a:lnTo>
                  <a:pt x="132270" y="111988"/>
                </a:lnTo>
                <a:lnTo>
                  <a:pt x="132918" y="111302"/>
                </a:lnTo>
                <a:lnTo>
                  <a:pt x="133896" y="110248"/>
                </a:lnTo>
                <a:lnTo>
                  <a:pt x="133159" y="108610"/>
                </a:lnTo>
                <a:lnTo>
                  <a:pt x="131483" y="105333"/>
                </a:lnTo>
                <a:lnTo>
                  <a:pt x="131483" y="111302"/>
                </a:lnTo>
                <a:lnTo>
                  <a:pt x="130987" y="110210"/>
                </a:lnTo>
                <a:lnTo>
                  <a:pt x="131483" y="111302"/>
                </a:lnTo>
                <a:lnTo>
                  <a:pt x="131483" y="105333"/>
                </a:lnTo>
                <a:lnTo>
                  <a:pt x="131241" y="104851"/>
                </a:lnTo>
                <a:lnTo>
                  <a:pt x="128625" y="99364"/>
                </a:lnTo>
                <a:lnTo>
                  <a:pt x="125717" y="92811"/>
                </a:lnTo>
                <a:lnTo>
                  <a:pt x="121348" y="81813"/>
                </a:lnTo>
                <a:lnTo>
                  <a:pt x="578739" y="81813"/>
                </a:lnTo>
                <a:lnTo>
                  <a:pt x="578739" y="68872"/>
                </a:lnTo>
                <a:close/>
              </a:path>
              <a:path w="600075" h="112394">
                <a:moveTo>
                  <a:pt x="599490" y="41922"/>
                </a:moveTo>
                <a:lnTo>
                  <a:pt x="599249" y="41681"/>
                </a:lnTo>
                <a:lnTo>
                  <a:pt x="598779" y="41681"/>
                </a:lnTo>
                <a:lnTo>
                  <a:pt x="599490" y="41922"/>
                </a:lnTo>
                <a:close/>
              </a:path>
              <a:path w="600075" h="112394">
                <a:moveTo>
                  <a:pt x="599846" y="42265"/>
                </a:moveTo>
                <a:lnTo>
                  <a:pt x="599719" y="42138"/>
                </a:lnTo>
                <a:lnTo>
                  <a:pt x="599630" y="41960"/>
                </a:lnTo>
                <a:lnTo>
                  <a:pt x="599490" y="41922"/>
                </a:lnTo>
                <a:lnTo>
                  <a:pt x="597458" y="41249"/>
                </a:lnTo>
                <a:lnTo>
                  <a:pt x="593344" y="39954"/>
                </a:lnTo>
                <a:lnTo>
                  <a:pt x="578434" y="35280"/>
                </a:lnTo>
                <a:lnTo>
                  <a:pt x="554634" y="27597"/>
                </a:lnTo>
                <a:lnTo>
                  <a:pt x="512940" y="14452"/>
                </a:lnTo>
                <a:lnTo>
                  <a:pt x="488213" y="6477"/>
                </a:lnTo>
                <a:lnTo>
                  <a:pt x="479844" y="3886"/>
                </a:lnTo>
                <a:lnTo>
                  <a:pt x="469252" y="508"/>
                </a:lnTo>
                <a:lnTo>
                  <a:pt x="467728" y="0"/>
                </a:lnTo>
                <a:lnTo>
                  <a:pt x="466217" y="1943"/>
                </a:lnTo>
                <a:lnTo>
                  <a:pt x="466877" y="2921"/>
                </a:lnTo>
                <a:lnTo>
                  <a:pt x="468909" y="5448"/>
                </a:lnTo>
                <a:lnTo>
                  <a:pt x="471462" y="9372"/>
                </a:lnTo>
                <a:lnTo>
                  <a:pt x="474357" y="14452"/>
                </a:lnTo>
                <a:lnTo>
                  <a:pt x="477240" y="20612"/>
                </a:lnTo>
                <a:lnTo>
                  <a:pt x="479831" y="27635"/>
                </a:lnTo>
                <a:lnTo>
                  <a:pt x="480441" y="30035"/>
                </a:lnTo>
                <a:lnTo>
                  <a:pt x="21043" y="30035"/>
                </a:lnTo>
                <a:lnTo>
                  <a:pt x="21043" y="42976"/>
                </a:lnTo>
                <a:lnTo>
                  <a:pt x="482422" y="42976"/>
                </a:lnTo>
                <a:lnTo>
                  <a:pt x="482498" y="43180"/>
                </a:lnTo>
                <a:lnTo>
                  <a:pt x="483717" y="44272"/>
                </a:lnTo>
                <a:lnTo>
                  <a:pt x="598284" y="44272"/>
                </a:lnTo>
                <a:lnTo>
                  <a:pt x="598817" y="44424"/>
                </a:lnTo>
                <a:lnTo>
                  <a:pt x="599122" y="44272"/>
                </a:lnTo>
                <a:lnTo>
                  <a:pt x="599249" y="44272"/>
                </a:lnTo>
                <a:lnTo>
                  <a:pt x="599389" y="44145"/>
                </a:lnTo>
                <a:lnTo>
                  <a:pt x="599567" y="44056"/>
                </a:lnTo>
                <a:lnTo>
                  <a:pt x="599605" y="43929"/>
                </a:lnTo>
                <a:lnTo>
                  <a:pt x="599821" y="43713"/>
                </a:lnTo>
                <a:lnTo>
                  <a:pt x="599846" y="43180"/>
                </a:lnTo>
                <a:lnTo>
                  <a:pt x="599782" y="42265"/>
                </a:lnTo>
                <a:lnTo>
                  <a:pt x="599846" y="42392"/>
                </a:lnTo>
                <a:lnTo>
                  <a:pt x="599846" y="42265"/>
                </a:lnTo>
                <a:close/>
              </a:path>
              <a:path w="600075" h="112394">
                <a:moveTo>
                  <a:pt x="599998" y="42697"/>
                </a:moveTo>
                <a:lnTo>
                  <a:pt x="599846" y="42392"/>
                </a:lnTo>
                <a:lnTo>
                  <a:pt x="599846" y="43180"/>
                </a:lnTo>
                <a:lnTo>
                  <a:pt x="599998" y="4269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7042785" y="3851452"/>
            <a:ext cx="843915" cy="106680"/>
          </a:xfrm>
          <a:custGeom>
            <a:avLst/>
            <a:gdLst/>
            <a:ahLst/>
            <a:cxnLst/>
            <a:rect l="l" t="t" r="r" b="b"/>
            <a:pathLst>
              <a:path w="843915" h="106679">
                <a:moveTo>
                  <a:pt x="152" y="65735"/>
                </a:moveTo>
                <a:lnTo>
                  <a:pt x="63" y="66027"/>
                </a:lnTo>
                <a:lnTo>
                  <a:pt x="0" y="66522"/>
                </a:lnTo>
                <a:lnTo>
                  <a:pt x="152" y="66776"/>
                </a:lnTo>
                <a:lnTo>
                  <a:pt x="152" y="65735"/>
                </a:lnTo>
                <a:close/>
              </a:path>
              <a:path w="843915" h="106679">
                <a:moveTo>
                  <a:pt x="330" y="65201"/>
                </a:moveTo>
                <a:lnTo>
                  <a:pt x="190" y="65379"/>
                </a:lnTo>
                <a:lnTo>
                  <a:pt x="152" y="65735"/>
                </a:lnTo>
                <a:lnTo>
                  <a:pt x="330" y="65201"/>
                </a:lnTo>
                <a:close/>
              </a:path>
              <a:path w="843915" h="106679">
                <a:moveTo>
                  <a:pt x="822718" y="66154"/>
                </a:moveTo>
                <a:lnTo>
                  <a:pt x="117297" y="66154"/>
                </a:lnTo>
                <a:lnTo>
                  <a:pt x="117297" y="66027"/>
                </a:lnTo>
                <a:lnTo>
                  <a:pt x="116560" y="65379"/>
                </a:lnTo>
                <a:lnTo>
                  <a:pt x="115989" y="64858"/>
                </a:lnTo>
                <a:lnTo>
                  <a:pt x="1727" y="64858"/>
                </a:lnTo>
                <a:lnTo>
                  <a:pt x="3149" y="65379"/>
                </a:lnTo>
                <a:lnTo>
                  <a:pt x="1244" y="64693"/>
                </a:lnTo>
                <a:lnTo>
                  <a:pt x="838" y="64858"/>
                </a:lnTo>
                <a:lnTo>
                  <a:pt x="596" y="64858"/>
                </a:lnTo>
                <a:lnTo>
                  <a:pt x="469" y="65011"/>
                </a:lnTo>
                <a:lnTo>
                  <a:pt x="330" y="65201"/>
                </a:lnTo>
                <a:lnTo>
                  <a:pt x="203" y="66865"/>
                </a:lnTo>
                <a:lnTo>
                  <a:pt x="596" y="67449"/>
                </a:lnTo>
                <a:lnTo>
                  <a:pt x="1295" y="67449"/>
                </a:lnTo>
                <a:lnTo>
                  <a:pt x="2552" y="67856"/>
                </a:lnTo>
                <a:lnTo>
                  <a:pt x="6705" y="68999"/>
                </a:lnTo>
                <a:lnTo>
                  <a:pt x="13246" y="70929"/>
                </a:lnTo>
                <a:lnTo>
                  <a:pt x="13030" y="70929"/>
                </a:lnTo>
                <a:lnTo>
                  <a:pt x="21539" y="73520"/>
                </a:lnTo>
                <a:lnTo>
                  <a:pt x="31572" y="76428"/>
                </a:lnTo>
                <a:lnTo>
                  <a:pt x="31343" y="76428"/>
                </a:lnTo>
                <a:lnTo>
                  <a:pt x="42468" y="79806"/>
                </a:lnTo>
                <a:lnTo>
                  <a:pt x="66471" y="86931"/>
                </a:lnTo>
                <a:lnTo>
                  <a:pt x="90462" y="94183"/>
                </a:lnTo>
                <a:lnTo>
                  <a:pt x="101371" y="97574"/>
                </a:lnTo>
                <a:lnTo>
                  <a:pt x="101587" y="97586"/>
                </a:lnTo>
                <a:lnTo>
                  <a:pt x="111404" y="100495"/>
                </a:lnTo>
                <a:lnTo>
                  <a:pt x="119697" y="103060"/>
                </a:lnTo>
                <a:lnTo>
                  <a:pt x="119913" y="103085"/>
                </a:lnTo>
                <a:lnTo>
                  <a:pt x="126453" y="105016"/>
                </a:lnTo>
                <a:lnTo>
                  <a:pt x="130378" y="106133"/>
                </a:lnTo>
                <a:lnTo>
                  <a:pt x="131902" y="106616"/>
                </a:lnTo>
                <a:lnTo>
                  <a:pt x="132168" y="106197"/>
                </a:lnTo>
                <a:lnTo>
                  <a:pt x="133210" y="104584"/>
                </a:lnTo>
                <a:lnTo>
                  <a:pt x="130594" y="101358"/>
                </a:lnTo>
                <a:lnTo>
                  <a:pt x="130810" y="101422"/>
                </a:lnTo>
                <a:lnTo>
                  <a:pt x="128257" y="97777"/>
                </a:lnTo>
                <a:lnTo>
                  <a:pt x="125145" y="92938"/>
                </a:lnTo>
                <a:lnTo>
                  <a:pt x="125361" y="93027"/>
                </a:lnTo>
                <a:lnTo>
                  <a:pt x="122364" y="87312"/>
                </a:lnTo>
                <a:lnTo>
                  <a:pt x="119697" y="80530"/>
                </a:lnTo>
                <a:lnTo>
                  <a:pt x="119913" y="80670"/>
                </a:lnTo>
                <a:lnTo>
                  <a:pt x="119875" y="80530"/>
                </a:lnTo>
                <a:lnTo>
                  <a:pt x="119468" y="79070"/>
                </a:lnTo>
                <a:lnTo>
                  <a:pt x="822718" y="79070"/>
                </a:lnTo>
                <a:lnTo>
                  <a:pt x="822718" y="66154"/>
                </a:lnTo>
                <a:close/>
              </a:path>
              <a:path w="843915" h="106679">
                <a:moveTo>
                  <a:pt x="843661" y="40030"/>
                </a:moveTo>
                <a:lnTo>
                  <a:pt x="843483" y="39420"/>
                </a:lnTo>
                <a:lnTo>
                  <a:pt x="843267" y="39243"/>
                </a:lnTo>
                <a:lnTo>
                  <a:pt x="843000" y="39027"/>
                </a:lnTo>
                <a:lnTo>
                  <a:pt x="842594" y="39027"/>
                </a:lnTo>
                <a:lnTo>
                  <a:pt x="841260" y="38595"/>
                </a:lnTo>
                <a:lnTo>
                  <a:pt x="837120" y="37452"/>
                </a:lnTo>
                <a:lnTo>
                  <a:pt x="830567" y="35509"/>
                </a:lnTo>
                <a:lnTo>
                  <a:pt x="822286" y="32931"/>
                </a:lnTo>
                <a:lnTo>
                  <a:pt x="812253" y="30022"/>
                </a:lnTo>
                <a:lnTo>
                  <a:pt x="809269" y="29095"/>
                </a:lnTo>
                <a:lnTo>
                  <a:pt x="801344" y="26644"/>
                </a:lnTo>
                <a:lnTo>
                  <a:pt x="753135" y="12433"/>
                </a:lnTo>
                <a:lnTo>
                  <a:pt x="742226" y="9029"/>
                </a:lnTo>
                <a:lnTo>
                  <a:pt x="732193" y="6121"/>
                </a:lnTo>
                <a:lnTo>
                  <a:pt x="723912" y="3530"/>
                </a:lnTo>
                <a:lnTo>
                  <a:pt x="718451" y="1917"/>
                </a:lnTo>
                <a:lnTo>
                  <a:pt x="717359" y="1600"/>
                </a:lnTo>
                <a:lnTo>
                  <a:pt x="713917" y="647"/>
                </a:lnTo>
                <a:lnTo>
                  <a:pt x="713295" y="482"/>
                </a:lnTo>
                <a:lnTo>
                  <a:pt x="713155" y="457"/>
                </a:lnTo>
                <a:lnTo>
                  <a:pt x="711911" y="0"/>
                </a:lnTo>
                <a:lnTo>
                  <a:pt x="710361" y="1600"/>
                </a:lnTo>
                <a:lnTo>
                  <a:pt x="710247" y="1943"/>
                </a:lnTo>
                <a:lnTo>
                  <a:pt x="711047" y="3530"/>
                </a:lnTo>
                <a:lnTo>
                  <a:pt x="712787" y="6832"/>
                </a:lnTo>
                <a:lnTo>
                  <a:pt x="715403" y="12128"/>
                </a:lnTo>
                <a:lnTo>
                  <a:pt x="718451" y="18389"/>
                </a:lnTo>
                <a:lnTo>
                  <a:pt x="722210" y="27393"/>
                </a:lnTo>
                <a:lnTo>
                  <a:pt x="21094" y="27393"/>
                </a:lnTo>
                <a:lnTo>
                  <a:pt x="21094" y="40309"/>
                </a:lnTo>
                <a:lnTo>
                  <a:pt x="726490" y="40309"/>
                </a:lnTo>
                <a:lnTo>
                  <a:pt x="726528" y="40513"/>
                </a:lnTo>
                <a:lnTo>
                  <a:pt x="727837" y="41605"/>
                </a:lnTo>
                <a:lnTo>
                  <a:pt x="842149" y="41605"/>
                </a:lnTo>
                <a:lnTo>
                  <a:pt x="840460" y="41071"/>
                </a:lnTo>
                <a:lnTo>
                  <a:pt x="841921" y="41516"/>
                </a:lnTo>
                <a:lnTo>
                  <a:pt x="842149" y="41605"/>
                </a:lnTo>
                <a:lnTo>
                  <a:pt x="842568" y="41757"/>
                </a:lnTo>
                <a:lnTo>
                  <a:pt x="842835" y="41605"/>
                </a:lnTo>
                <a:lnTo>
                  <a:pt x="843000" y="41605"/>
                </a:lnTo>
                <a:lnTo>
                  <a:pt x="843610" y="41071"/>
                </a:lnTo>
                <a:lnTo>
                  <a:pt x="843661" y="40030"/>
                </a:lnTo>
                <a:close/>
              </a:path>
              <a:path w="843915" h="106679">
                <a:moveTo>
                  <a:pt x="843661" y="39585"/>
                </a:moveTo>
                <a:lnTo>
                  <a:pt x="843483" y="39420"/>
                </a:lnTo>
                <a:lnTo>
                  <a:pt x="843661" y="40030"/>
                </a:lnTo>
                <a:lnTo>
                  <a:pt x="843661" y="3958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0" name="object 30"/>
          <p:cNvGrpSpPr/>
          <p:nvPr/>
        </p:nvGrpSpPr>
        <p:grpSpPr>
          <a:xfrm>
            <a:off x="4641998" y="3569759"/>
            <a:ext cx="1078865" cy="733425"/>
            <a:chOff x="4641998" y="3569759"/>
            <a:chExt cx="1078865" cy="733425"/>
          </a:xfrm>
        </p:grpSpPr>
        <p:sp>
          <p:nvSpPr>
            <p:cNvPr id="31" name="object 31"/>
            <p:cNvSpPr/>
            <p:nvPr/>
          </p:nvSpPr>
          <p:spPr>
            <a:xfrm>
              <a:off x="5105768" y="3879916"/>
              <a:ext cx="135255" cy="156210"/>
            </a:xfrm>
            <a:custGeom>
              <a:avLst/>
              <a:gdLst/>
              <a:ahLst/>
              <a:cxnLst/>
              <a:rect l="l" t="t" r="r" b="b"/>
              <a:pathLst>
                <a:path w="135254" h="156210">
                  <a:moveTo>
                    <a:pt x="72113" y="0"/>
                  </a:moveTo>
                  <a:lnTo>
                    <a:pt x="35075" y="9108"/>
                  </a:lnTo>
                  <a:lnTo>
                    <a:pt x="5125" y="44910"/>
                  </a:lnTo>
                  <a:lnTo>
                    <a:pt x="0" y="76871"/>
                  </a:lnTo>
                  <a:lnTo>
                    <a:pt x="503" y="87502"/>
                  </a:lnTo>
                  <a:lnTo>
                    <a:pt x="12573" y="126167"/>
                  </a:lnTo>
                  <a:lnTo>
                    <a:pt x="49411" y="153517"/>
                  </a:lnTo>
                  <a:lnTo>
                    <a:pt x="71808" y="156004"/>
                  </a:lnTo>
                  <a:lnTo>
                    <a:pt x="83288" y="155196"/>
                  </a:lnTo>
                  <a:lnTo>
                    <a:pt x="119829" y="135894"/>
                  </a:lnTo>
                  <a:lnTo>
                    <a:pt x="135087" y="105574"/>
                  </a:lnTo>
                  <a:lnTo>
                    <a:pt x="114866" y="100536"/>
                  </a:lnTo>
                  <a:lnTo>
                    <a:pt x="112301" y="109466"/>
                  </a:lnTo>
                  <a:lnTo>
                    <a:pt x="108791" y="117229"/>
                  </a:lnTo>
                  <a:lnTo>
                    <a:pt x="70150" y="138907"/>
                  </a:lnTo>
                  <a:lnTo>
                    <a:pt x="63287" y="138463"/>
                  </a:lnTo>
                  <a:lnTo>
                    <a:pt x="29754" y="117085"/>
                  </a:lnTo>
                  <a:lnTo>
                    <a:pt x="20831" y="76763"/>
                  </a:lnTo>
                  <a:lnTo>
                    <a:pt x="21133" y="69359"/>
                  </a:lnTo>
                  <a:lnTo>
                    <a:pt x="36783" y="29952"/>
                  </a:lnTo>
                  <a:lnTo>
                    <a:pt x="71698" y="17096"/>
                  </a:lnTo>
                  <a:lnTo>
                    <a:pt x="79040" y="17565"/>
                  </a:lnTo>
                  <a:lnTo>
                    <a:pt x="109611" y="40902"/>
                  </a:lnTo>
                  <a:lnTo>
                    <a:pt x="112576" y="48577"/>
                  </a:lnTo>
                  <a:lnTo>
                    <a:pt x="132469" y="43948"/>
                  </a:lnTo>
                  <a:lnTo>
                    <a:pt x="110700" y="11519"/>
                  </a:lnTo>
                  <a:lnTo>
                    <a:pt x="83127" y="722"/>
                  </a:lnTo>
                  <a:lnTo>
                    <a:pt x="7211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098653" y="3569759"/>
              <a:ext cx="146101" cy="156090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138737" y="3755808"/>
              <a:ext cx="69850" cy="96520"/>
            </a:xfrm>
            <a:custGeom>
              <a:avLst/>
              <a:gdLst/>
              <a:ahLst/>
              <a:cxnLst/>
              <a:rect l="l" t="t" r="r" b="b"/>
              <a:pathLst>
                <a:path w="69850" h="96520">
                  <a:moveTo>
                    <a:pt x="13093" y="2882"/>
                  </a:moveTo>
                  <a:lnTo>
                    <a:pt x="10147" y="0"/>
                  </a:lnTo>
                  <a:lnTo>
                    <a:pt x="2933" y="0"/>
                  </a:lnTo>
                  <a:lnTo>
                    <a:pt x="0" y="2882"/>
                  </a:lnTo>
                  <a:lnTo>
                    <a:pt x="0" y="93560"/>
                  </a:lnTo>
                  <a:lnTo>
                    <a:pt x="2933" y="96469"/>
                  </a:lnTo>
                  <a:lnTo>
                    <a:pt x="10147" y="96469"/>
                  </a:lnTo>
                  <a:lnTo>
                    <a:pt x="13093" y="93560"/>
                  </a:lnTo>
                  <a:lnTo>
                    <a:pt x="13093" y="2882"/>
                  </a:lnTo>
                  <a:close/>
                </a:path>
                <a:path w="69850" h="96520">
                  <a:moveTo>
                    <a:pt x="69634" y="2882"/>
                  </a:moveTo>
                  <a:lnTo>
                    <a:pt x="66687" y="0"/>
                  </a:lnTo>
                  <a:lnTo>
                    <a:pt x="59461" y="0"/>
                  </a:lnTo>
                  <a:lnTo>
                    <a:pt x="56540" y="2882"/>
                  </a:lnTo>
                  <a:lnTo>
                    <a:pt x="56540" y="93560"/>
                  </a:lnTo>
                  <a:lnTo>
                    <a:pt x="59461" y="96469"/>
                  </a:lnTo>
                  <a:lnTo>
                    <a:pt x="66687" y="96469"/>
                  </a:lnTo>
                  <a:lnTo>
                    <a:pt x="69634" y="93560"/>
                  </a:lnTo>
                  <a:lnTo>
                    <a:pt x="69634" y="288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4641998" y="4101745"/>
              <a:ext cx="119868" cy="150844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788652" y="4187613"/>
              <a:ext cx="74643" cy="114990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4883378" y="4027855"/>
              <a:ext cx="583565" cy="227329"/>
            </a:xfrm>
            <a:custGeom>
              <a:avLst/>
              <a:gdLst/>
              <a:ahLst/>
              <a:cxnLst/>
              <a:rect l="l" t="t" r="r" b="b"/>
              <a:pathLst>
                <a:path w="583564" h="227329">
                  <a:moveTo>
                    <a:pt x="135089" y="176898"/>
                  </a:moveTo>
                  <a:lnTo>
                    <a:pt x="114871" y="171856"/>
                  </a:lnTo>
                  <a:lnTo>
                    <a:pt x="112306" y="180784"/>
                  </a:lnTo>
                  <a:lnTo>
                    <a:pt x="108788" y="188544"/>
                  </a:lnTo>
                  <a:lnTo>
                    <a:pt x="70154" y="210235"/>
                  </a:lnTo>
                  <a:lnTo>
                    <a:pt x="63284" y="209791"/>
                  </a:lnTo>
                  <a:lnTo>
                    <a:pt x="29768" y="188404"/>
                  </a:lnTo>
                  <a:lnTo>
                    <a:pt x="20853" y="148082"/>
                  </a:lnTo>
                  <a:lnTo>
                    <a:pt x="21158" y="140677"/>
                  </a:lnTo>
                  <a:lnTo>
                    <a:pt x="36791" y="101269"/>
                  </a:lnTo>
                  <a:lnTo>
                    <a:pt x="71716" y="88404"/>
                  </a:lnTo>
                  <a:lnTo>
                    <a:pt x="79057" y="88874"/>
                  </a:lnTo>
                  <a:lnTo>
                    <a:pt x="109613" y="112217"/>
                  </a:lnTo>
                  <a:lnTo>
                    <a:pt x="112572" y="119888"/>
                  </a:lnTo>
                  <a:lnTo>
                    <a:pt x="132473" y="115265"/>
                  </a:lnTo>
                  <a:lnTo>
                    <a:pt x="110705" y="82854"/>
                  </a:lnTo>
                  <a:lnTo>
                    <a:pt x="72136" y="71335"/>
                  </a:lnTo>
                  <a:lnTo>
                    <a:pt x="62230" y="71907"/>
                  </a:lnTo>
                  <a:lnTo>
                    <a:pt x="20167" y="91643"/>
                  </a:lnTo>
                  <a:lnTo>
                    <a:pt x="2273" y="126123"/>
                  </a:lnTo>
                  <a:lnTo>
                    <a:pt x="0" y="148183"/>
                  </a:lnTo>
                  <a:lnTo>
                    <a:pt x="508" y="158813"/>
                  </a:lnTo>
                  <a:lnTo>
                    <a:pt x="12573" y="197485"/>
                  </a:lnTo>
                  <a:lnTo>
                    <a:pt x="49415" y="224828"/>
                  </a:lnTo>
                  <a:lnTo>
                    <a:pt x="71805" y="227317"/>
                  </a:lnTo>
                  <a:lnTo>
                    <a:pt x="83286" y="226504"/>
                  </a:lnTo>
                  <a:lnTo>
                    <a:pt x="119837" y="207213"/>
                  </a:lnTo>
                  <a:lnTo>
                    <a:pt x="135089" y="176898"/>
                  </a:lnTo>
                  <a:close/>
                </a:path>
                <a:path w="583564" h="227329">
                  <a:moveTo>
                    <a:pt x="213741" y="5029"/>
                  </a:moveTo>
                  <a:lnTo>
                    <a:pt x="208622" y="0"/>
                  </a:lnTo>
                  <a:lnTo>
                    <a:pt x="204495" y="0"/>
                  </a:lnTo>
                  <a:lnTo>
                    <a:pt x="139446" y="64185"/>
                  </a:lnTo>
                  <a:lnTo>
                    <a:pt x="139446" y="68275"/>
                  </a:lnTo>
                  <a:lnTo>
                    <a:pt x="144551" y="73317"/>
                  </a:lnTo>
                  <a:lnTo>
                    <a:pt x="148704" y="73317"/>
                  </a:lnTo>
                  <a:lnTo>
                    <a:pt x="213741" y="9131"/>
                  </a:lnTo>
                  <a:lnTo>
                    <a:pt x="213741" y="5029"/>
                  </a:lnTo>
                  <a:close/>
                </a:path>
                <a:path w="583564" h="227329">
                  <a:moveTo>
                    <a:pt x="583488" y="149428"/>
                  </a:moveTo>
                  <a:lnTo>
                    <a:pt x="574573" y="109029"/>
                  </a:lnTo>
                  <a:lnTo>
                    <a:pt x="562648" y="92214"/>
                  </a:lnTo>
                  <a:lnTo>
                    <a:pt x="562648" y="149428"/>
                  </a:lnTo>
                  <a:lnTo>
                    <a:pt x="561721" y="163156"/>
                  </a:lnTo>
                  <a:lnTo>
                    <a:pt x="540016" y="201320"/>
                  </a:lnTo>
                  <a:lnTo>
                    <a:pt x="510311" y="210235"/>
                  </a:lnTo>
                  <a:lnTo>
                    <a:pt x="499554" y="209245"/>
                  </a:lnTo>
                  <a:lnTo>
                    <a:pt x="466559" y="185978"/>
                  </a:lnTo>
                  <a:lnTo>
                    <a:pt x="458203" y="151587"/>
                  </a:lnTo>
                  <a:lnTo>
                    <a:pt x="459168" y="135775"/>
                  </a:lnTo>
                  <a:lnTo>
                    <a:pt x="481799" y="96596"/>
                  </a:lnTo>
                  <a:lnTo>
                    <a:pt x="510641" y="88404"/>
                  </a:lnTo>
                  <a:lnTo>
                    <a:pt x="518007" y="88887"/>
                  </a:lnTo>
                  <a:lnTo>
                    <a:pt x="552818" y="110782"/>
                  </a:lnTo>
                  <a:lnTo>
                    <a:pt x="562648" y="149428"/>
                  </a:lnTo>
                  <a:lnTo>
                    <a:pt x="562648" y="92214"/>
                  </a:lnTo>
                  <a:lnTo>
                    <a:pt x="520839" y="71843"/>
                  </a:lnTo>
                  <a:lnTo>
                    <a:pt x="510527" y="71221"/>
                  </a:lnTo>
                  <a:lnTo>
                    <a:pt x="495109" y="72555"/>
                  </a:lnTo>
                  <a:lnTo>
                    <a:pt x="457784" y="92481"/>
                  </a:lnTo>
                  <a:lnTo>
                    <a:pt x="438619" y="133515"/>
                  </a:lnTo>
                  <a:lnTo>
                    <a:pt x="437362" y="151587"/>
                  </a:lnTo>
                  <a:lnTo>
                    <a:pt x="437896" y="161074"/>
                  </a:lnTo>
                  <a:lnTo>
                    <a:pt x="451002" y="197358"/>
                  </a:lnTo>
                  <a:lnTo>
                    <a:pt x="480631" y="221526"/>
                  </a:lnTo>
                  <a:lnTo>
                    <a:pt x="510425" y="227317"/>
                  </a:lnTo>
                  <a:lnTo>
                    <a:pt x="520204" y="226733"/>
                  </a:lnTo>
                  <a:lnTo>
                    <a:pt x="558546" y="210235"/>
                  </a:lnTo>
                  <a:lnTo>
                    <a:pt x="581139" y="171259"/>
                  </a:lnTo>
                  <a:lnTo>
                    <a:pt x="582904" y="160693"/>
                  </a:lnTo>
                  <a:lnTo>
                    <a:pt x="583488" y="1494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5496567" y="4101745"/>
              <a:ext cx="119861" cy="150844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641252" y="4187613"/>
              <a:ext cx="75450" cy="112994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252732" y="3582466"/>
              <a:ext cx="73660" cy="520065"/>
            </a:xfrm>
            <a:custGeom>
              <a:avLst/>
              <a:gdLst/>
              <a:ahLst/>
              <a:cxnLst/>
              <a:rect l="l" t="t" r="r" b="b"/>
              <a:pathLst>
                <a:path w="73660" h="520064">
                  <a:moveTo>
                    <a:pt x="69570" y="17957"/>
                  </a:moveTo>
                  <a:lnTo>
                    <a:pt x="68135" y="10972"/>
                  </a:lnTo>
                  <a:lnTo>
                    <a:pt x="64249" y="5257"/>
                  </a:lnTo>
                  <a:lnTo>
                    <a:pt x="58470" y="1409"/>
                  </a:lnTo>
                  <a:lnTo>
                    <a:pt x="51396" y="0"/>
                  </a:lnTo>
                  <a:lnTo>
                    <a:pt x="44310" y="1409"/>
                  </a:lnTo>
                  <a:lnTo>
                    <a:pt x="38531" y="5257"/>
                  </a:lnTo>
                  <a:lnTo>
                    <a:pt x="34632" y="10972"/>
                  </a:lnTo>
                  <a:lnTo>
                    <a:pt x="33197" y="17957"/>
                  </a:lnTo>
                  <a:lnTo>
                    <a:pt x="34632" y="24942"/>
                  </a:lnTo>
                  <a:lnTo>
                    <a:pt x="38531" y="30645"/>
                  </a:lnTo>
                  <a:lnTo>
                    <a:pt x="44310" y="34493"/>
                  </a:lnTo>
                  <a:lnTo>
                    <a:pt x="51396" y="35902"/>
                  </a:lnTo>
                  <a:lnTo>
                    <a:pt x="58470" y="34493"/>
                  </a:lnTo>
                  <a:lnTo>
                    <a:pt x="64249" y="30645"/>
                  </a:lnTo>
                  <a:lnTo>
                    <a:pt x="68135" y="24942"/>
                  </a:lnTo>
                  <a:lnTo>
                    <a:pt x="69570" y="17957"/>
                  </a:lnTo>
                  <a:close/>
                </a:path>
                <a:path w="73660" h="520064">
                  <a:moveTo>
                    <a:pt x="72466" y="510501"/>
                  </a:moveTo>
                  <a:lnTo>
                    <a:pt x="9258" y="448094"/>
                  </a:lnTo>
                  <a:lnTo>
                    <a:pt x="5105" y="448094"/>
                  </a:lnTo>
                  <a:lnTo>
                    <a:pt x="0" y="453136"/>
                  </a:lnTo>
                  <a:lnTo>
                    <a:pt x="0" y="457225"/>
                  </a:lnTo>
                  <a:lnTo>
                    <a:pt x="63220" y="519633"/>
                  </a:lnTo>
                  <a:lnTo>
                    <a:pt x="67360" y="519633"/>
                  </a:lnTo>
                  <a:lnTo>
                    <a:pt x="72466" y="514591"/>
                  </a:lnTo>
                  <a:lnTo>
                    <a:pt x="72466" y="510501"/>
                  </a:lnTo>
                  <a:close/>
                </a:path>
                <a:path w="73660" h="520064">
                  <a:moveTo>
                    <a:pt x="73279" y="98628"/>
                  </a:moveTo>
                  <a:lnTo>
                    <a:pt x="71843" y="91630"/>
                  </a:lnTo>
                  <a:lnTo>
                    <a:pt x="67957" y="85915"/>
                  </a:lnTo>
                  <a:lnTo>
                    <a:pt x="62179" y="82080"/>
                  </a:lnTo>
                  <a:lnTo>
                    <a:pt x="55105" y="80670"/>
                  </a:lnTo>
                  <a:lnTo>
                    <a:pt x="48031" y="82080"/>
                  </a:lnTo>
                  <a:lnTo>
                    <a:pt x="42252" y="85915"/>
                  </a:lnTo>
                  <a:lnTo>
                    <a:pt x="38366" y="91630"/>
                  </a:lnTo>
                  <a:lnTo>
                    <a:pt x="36931" y="98628"/>
                  </a:lnTo>
                  <a:lnTo>
                    <a:pt x="38366" y="105600"/>
                  </a:lnTo>
                  <a:lnTo>
                    <a:pt x="42252" y="111302"/>
                  </a:lnTo>
                  <a:lnTo>
                    <a:pt x="48031" y="115150"/>
                  </a:lnTo>
                  <a:lnTo>
                    <a:pt x="55105" y="116560"/>
                  </a:lnTo>
                  <a:lnTo>
                    <a:pt x="62179" y="115150"/>
                  </a:lnTo>
                  <a:lnTo>
                    <a:pt x="67957" y="111302"/>
                  </a:lnTo>
                  <a:lnTo>
                    <a:pt x="71843" y="105600"/>
                  </a:lnTo>
                  <a:lnTo>
                    <a:pt x="73279" y="98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5619679" y="3874446"/>
              <a:ext cx="100884" cy="99696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1" name="object 41"/>
          <p:cNvGrpSpPr/>
          <p:nvPr/>
        </p:nvGrpSpPr>
        <p:grpSpPr>
          <a:xfrm>
            <a:off x="5935726" y="3828862"/>
            <a:ext cx="947419" cy="203835"/>
            <a:chOff x="5935726" y="3828862"/>
            <a:chExt cx="947419" cy="203835"/>
          </a:xfrm>
        </p:grpSpPr>
        <p:sp>
          <p:nvSpPr>
            <p:cNvPr id="42" name="object 42"/>
            <p:cNvSpPr/>
            <p:nvPr/>
          </p:nvSpPr>
          <p:spPr>
            <a:xfrm>
              <a:off x="5935726" y="3831554"/>
              <a:ext cx="119861" cy="150836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086012" y="3828862"/>
              <a:ext cx="146102" cy="156090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6406557" y="3828970"/>
              <a:ext cx="226592" cy="20143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6660852" y="3831554"/>
              <a:ext cx="119905" cy="150836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6807369" y="3919407"/>
              <a:ext cx="75690" cy="112917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6263508" y="3894773"/>
              <a:ext cx="114935" cy="19685"/>
            </a:xfrm>
            <a:custGeom>
              <a:avLst/>
              <a:gdLst/>
              <a:ahLst/>
              <a:cxnLst/>
              <a:rect l="l" t="t" r="r" b="b"/>
              <a:pathLst>
                <a:path w="114935" h="19685">
                  <a:moveTo>
                    <a:pt x="111267" y="0"/>
                  </a:moveTo>
                  <a:lnTo>
                    <a:pt x="2748" y="6352"/>
                  </a:lnTo>
                  <a:lnTo>
                    <a:pt x="0" y="9409"/>
                  </a:lnTo>
                  <a:lnTo>
                    <a:pt x="414" y="16537"/>
                  </a:lnTo>
                  <a:lnTo>
                    <a:pt x="3511" y="19250"/>
                  </a:lnTo>
                  <a:lnTo>
                    <a:pt x="112030" y="12898"/>
                  </a:lnTo>
                  <a:lnTo>
                    <a:pt x="114801" y="9840"/>
                  </a:lnTo>
                  <a:lnTo>
                    <a:pt x="114364" y="27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8" name="object 48"/>
          <p:cNvGrpSpPr/>
          <p:nvPr/>
        </p:nvGrpSpPr>
        <p:grpSpPr>
          <a:xfrm>
            <a:off x="1136147" y="2838127"/>
            <a:ext cx="2520315" cy="824865"/>
            <a:chOff x="1136147" y="2838127"/>
            <a:chExt cx="2520315" cy="824865"/>
          </a:xfrm>
        </p:grpSpPr>
        <p:sp>
          <p:nvSpPr>
            <p:cNvPr id="49" name="object 49"/>
            <p:cNvSpPr/>
            <p:nvPr/>
          </p:nvSpPr>
          <p:spPr>
            <a:xfrm>
              <a:off x="1273577" y="2979800"/>
              <a:ext cx="95837" cy="120981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1389262" y="2977659"/>
              <a:ext cx="193676" cy="161631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1262904" y="3181839"/>
              <a:ext cx="128294" cy="122138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1410968" y="3213199"/>
              <a:ext cx="81526" cy="91590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1557915" y="3179784"/>
              <a:ext cx="207249" cy="125091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1784416" y="3179698"/>
              <a:ext cx="116818" cy="125177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1652323" y="2979800"/>
              <a:ext cx="105796" cy="122950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1820697" y="3011160"/>
              <a:ext cx="81501" cy="91590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3075559" y="2979800"/>
              <a:ext cx="153670" cy="123189"/>
            </a:xfrm>
            <a:custGeom>
              <a:avLst/>
              <a:gdLst/>
              <a:ahLst/>
              <a:cxnLst/>
              <a:rect l="l" t="t" r="r" b="b"/>
              <a:pathLst>
                <a:path w="153669" h="123189">
                  <a:moveTo>
                    <a:pt x="14998" y="33350"/>
                  </a:moveTo>
                  <a:lnTo>
                    <a:pt x="0" y="33350"/>
                  </a:lnTo>
                  <a:lnTo>
                    <a:pt x="0" y="120992"/>
                  </a:lnTo>
                  <a:lnTo>
                    <a:pt x="14998" y="120992"/>
                  </a:lnTo>
                  <a:lnTo>
                    <a:pt x="14998" y="33350"/>
                  </a:lnTo>
                  <a:close/>
                </a:path>
                <a:path w="153669" h="123189">
                  <a:moveTo>
                    <a:pt x="14998" y="0"/>
                  </a:moveTo>
                  <a:lnTo>
                    <a:pt x="0" y="0"/>
                  </a:lnTo>
                  <a:lnTo>
                    <a:pt x="0" y="17081"/>
                  </a:lnTo>
                  <a:lnTo>
                    <a:pt x="14998" y="17081"/>
                  </a:lnTo>
                  <a:lnTo>
                    <a:pt x="14998" y="0"/>
                  </a:lnTo>
                  <a:close/>
                </a:path>
                <a:path w="153669" h="123189">
                  <a:moveTo>
                    <a:pt x="52844" y="12"/>
                  </a:moveTo>
                  <a:lnTo>
                    <a:pt x="37846" y="12"/>
                  </a:lnTo>
                  <a:lnTo>
                    <a:pt x="37846" y="120992"/>
                  </a:lnTo>
                  <a:lnTo>
                    <a:pt x="52844" y="120992"/>
                  </a:lnTo>
                  <a:lnTo>
                    <a:pt x="52844" y="12"/>
                  </a:lnTo>
                  <a:close/>
                </a:path>
                <a:path w="153669" h="123189">
                  <a:moveTo>
                    <a:pt x="153136" y="77000"/>
                  </a:moveTo>
                  <a:lnTo>
                    <a:pt x="142151" y="43573"/>
                  </a:lnTo>
                  <a:lnTo>
                    <a:pt x="141973" y="43332"/>
                  </a:lnTo>
                  <a:lnTo>
                    <a:pt x="137261" y="39255"/>
                  </a:lnTo>
                  <a:lnTo>
                    <a:pt x="137261" y="68745"/>
                  </a:lnTo>
                  <a:lnTo>
                    <a:pt x="87896" y="68745"/>
                  </a:lnTo>
                  <a:lnTo>
                    <a:pt x="88430" y="61099"/>
                  </a:lnTo>
                  <a:lnTo>
                    <a:pt x="91046" y="54991"/>
                  </a:lnTo>
                  <a:lnTo>
                    <a:pt x="100457" y="45872"/>
                  </a:lnTo>
                  <a:lnTo>
                    <a:pt x="106210" y="43573"/>
                  </a:lnTo>
                  <a:lnTo>
                    <a:pt x="120688" y="43573"/>
                  </a:lnTo>
                  <a:lnTo>
                    <a:pt x="126974" y="46443"/>
                  </a:lnTo>
                  <a:lnTo>
                    <a:pt x="131673" y="52158"/>
                  </a:lnTo>
                  <a:lnTo>
                    <a:pt x="134823" y="55854"/>
                  </a:lnTo>
                  <a:lnTo>
                    <a:pt x="136740" y="61379"/>
                  </a:lnTo>
                  <a:lnTo>
                    <a:pt x="137261" y="68745"/>
                  </a:lnTo>
                  <a:lnTo>
                    <a:pt x="137261" y="39255"/>
                  </a:lnTo>
                  <a:lnTo>
                    <a:pt x="135928" y="38100"/>
                  </a:lnTo>
                  <a:lnTo>
                    <a:pt x="129044" y="34353"/>
                  </a:lnTo>
                  <a:lnTo>
                    <a:pt x="121348" y="32118"/>
                  </a:lnTo>
                  <a:lnTo>
                    <a:pt x="112839" y="31369"/>
                  </a:lnTo>
                  <a:lnTo>
                    <a:pt x="104114" y="32131"/>
                  </a:lnTo>
                  <a:lnTo>
                    <a:pt x="74383" y="58267"/>
                  </a:lnTo>
                  <a:lnTo>
                    <a:pt x="71513" y="77901"/>
                  </a:lnTo>
                  <a:lnTo>
                    <a:pt x="72224" y="87998"/>
                  </a:lnTo>
                  <a:lnTo>
                    <a:pt x="96342" y="120002"/>
                  </a:lnTo>
                  <a:lnTo>
                    <a:pt x="113715" y="122961"/>
                  </a:lnTo>
                  <a:lnTo>
                    <a:pt x="121094" y="122491"/>
                  </a:lnTo>
                  <a:lnTo>
                    <a:pt x="152603" y="94653"/>
                  </a:lnTo>
                  <a:lnTo>
                    <a:pt x="137083" y="92748"/>
                  </a:lnTo>
                  <a:lnTo>
                    <a:pt x="134823" y="99034"/>
                  </a:lnTo>
                  <a:lnTo>
                    <a:pt x="131851" y="103593"/>
                  </a:lnTo>
                  <a:lnTo>
                    <a:pt x="127838" y="106464"/>
                  </a:lnTo>
                  <a:lnTo>
                    <a:pt x="124002" y="109308"/>
                  </a:lnTo>
                  <a:lnTo>
                    <a:pt x="119291" y="110744"/>
                  </a:lnTo>
                  <a:lnTo>
                    <a:pt x="106387" y="110744"/>
                  </a:lnTo>
                  <a:lnTo>
                    <a:pt x="100291" y="108191"/>
                  </a:lnTo>
                  <a:lnTo>
                    <a:pt x="95402" y="103085"/>
                  </a:lnTo>
                  <a:lnTo>
                    <a:pt x="90347" y="97955"/>
                  </a:lnTo>
                  <a:lnTo>
                    <a:pt x="87553" y="90601"/>
                  </a:lnTo>
                  <a:lnTo>
                    <a:pt x="87033" y="80962"/>
                  </a:lnTo>
                  <a:lnTo>
                    <a:pt x="153136" y="80962"/>
                  </a:lnTo>
                  <a:lnTo>
                    <a:pt x="153136" y="7700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3338922" y="3011160"/>
              <a:ext cx="170571" cy="91590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1970531" y="2979800"/>
              <a:ext cx="1458037" cy="324989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1271153" y="3415238"/>
              <a:ext cx="174129" cy="123200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1464411" y="3383902"/>
              <a:ext cx="115570" cy="123189"/>
            </a:xfrm>
            <a:custGeom>
              <a:avLst/>
              <a:gdLst/>
              <a:ahLst/>
              <a:cxnLst/>
              <a:rect l="l" t="t" r="r" b="b"/>
              <a:pathLst>
                <a:path w="115569" h="123189">
                  <a:moveTo>
                    <a:pt x="14998" y="0"/>
                  </a:moveTo>
                  <a:lnTo>
                    <a:pt x="0" y="0"/>
                  </a:lnTo>
                  <a:lnTo>
                    <a:pt x="0" y="120967"/>
                  </a:lnTo>
                  <a:lnTo>
                    <a:pt x="14998" y="120967"/>
                  </a:lnTo>
                  <a:lnTo>
                    <a:pt x="14998" y="0"/>
                  </a:lnTo>
                  <a:close/>
                </a:path>
                <a:path w="115569" h="123189">
                  <a:moveTo>
                    <a:pt x="115125" y="120967"/>
                  </a:moveTo>
                  <a:lnTo>
                    <a:pt x="110375" y="76987"/>
                  </a:lnTo>
                  <a:lnTo>
                    <a:pt x="110375" y="57835"/>
                  </a:lnTo>
                  <a:lnTo>
                    <a:pt x="110121" y="53276"/>
                  </a:lnTo>
                  <a:lnTo>
                    <a:pt x="109626" y="50736"/>
                  </a:lnTo>
                  <a:lnTo>
                    <a:pt x="108737" y="46659"/>
                  </a:lnTo>
                  <a:lnTo>
                    <a:pt x="107327" y="43637"/>
                  </a:lnTo>
                  <a:lnTo>
                    <a:pt x="107175" y="43294"/>
                  </a:lnTo>
                  <a:lnTo>
                    <a:pt x="102743" y="37960"/>
                  </a:lnTo>
                  <a:lnTo>
                    <a:pt x="99250" y="35750"/>
                  </a:lnTo>
                  <a:lnTo>
                    <a:pt x="89814" y="32219"/>
                  </a:lnTo>
                  <a:lnTo>
                    <a:pt x="83680" y="31343"/>
                  </a:lnTo>
                  <a:lnTo>
                    <a:pt x="68503" y="31343"/>
                  </a:lnTo>
                  <a:lnTo>
                    <a:pt x="36207" y="58331"/>
                  </a:lnTo>
                  <a:lnTo>
                    <a:pt x="50876" y="60299"/>
                  </a:lnTo>
                  <a:lnTo>
                    <a:pt x="52476" y="54089"/>
                  </a:lnTo>
                  <a:lnTo>
                    <a:pt x="54965" y="49771"/>
                  </a:lnTo>
                  <a:lnTo>
                    <a:pt x="61683" y="44869"/>
                  </a:lnTo>
                  <a:lnTo>
                    <a:pt x="66903" y="43637"/>
                  </a:lnTo>
                  <a:lnTo>
                    <a:pt x="81521" y="43637"/>
                  </a:lnTo>
                  <a:lnTo>
                    <a:pt x="87198" y="45313"/>
                  </a:lnTo>
                  <a:lnTo>
                    <a:pt x="93865" y="51142"/>
                  </a:lnTo>
                  <a:lnTo>
                    <a:pt x="95288" y="55410"/>
                  </a:lnTo>
                  <a:lnTo>
                    <a:pt x="95211" y="65341"/>
                  </a:lnTo>
                  <a:lnTo>
                    <a:pt x="95211" y="76987"/>
                  </a:lnTo>
                  <a:lnTo>
                    <a:pt x="73228" y="111315"/>
                  </a:lnTo>
                  <a:lnTo>
                    <a:pt x="61620" y="111315"/>
                  </a:lnTo>
                  <a:lnTo>
                    <a:pt x="57188" y="109982"/>
                  </a:lnTo>
                  <a:lnTo>
                    <a:pt x="51130" y="104698"/>
                  </a:lnTo>
                  <a:lnTo>
                    <a:pt x="49720" y="101625"/>
                  </a:lnTo>
                  <a:lnTo>
                    <a:pt x="49618" y="94856"/>
                  </a:lnTo>
                  <a:lnTo>
                    <a:pt x="50317" y="92506"/>
                  </a:lnTo>
                  <a:lnTo>
                    <a:pt x="81584" y="81038"/>
                  </a:lnTo>
                  <a:lnTo>
                    <a:pt x="89763" y="79171"/>
                  </a:lnTo>
                  <a:lnTo>
                    <a:pt x="95211" y="76987"/>
                  </a:lnTo>
                  <a:lnTo>
                    <a:pt x="95211" y="65341"/>
                  </a:lnTo>
                  <a:lnTo>
                    <a:pt x="90309" y="66776"/>
                  </a:lnTo>
                  <a:lnTo>
                    <a:pt x="84226" y="68110"/>
                  </a:lnTo>
                  <a:lnTo>
                    <a:pt x="76936" y="69329"/>
                  </a:lnTo>
                  <a:lnTo>
                    <a:pt x="68453" y="70459"/>
                  </a:lnTo>
                  <a:lnTo>
                    <a:pt x="62509" y="71183"/>
                  </a:lnTo>
                  <a:lnTo>
                    <a:pt x="58064" y="71920"/>
                  </a:lnTo>
                  <a:lnTo>
                    <a:pt x="33629" y="93560"/>
                  </a:lnTo>
                  <a:lnTo>
                    <a:pt x="33629" y="105168"/>
                  </a:lnTo>
                  <a:lnTo>
                    <a:pt x="36220" y="111175"/>
                  </a:lnTo>
                  <a:lnTo>
                    <a:pt x="46672" y="120586"/>
                  </a:lnTo>
                  <a:lnTo>
                    <a:pt x="54152" y="122936"/>
                  </a:lnTo>
                  <a:lnTo>
                    <a:pt x="69761" y="122936"/>
                  </a:lnTo>
                  <a:lnTo>
                    <a:pt x="75272" y="121983"/>
                  </a:lnTo>
                  <a:lnTo>
                    <a:pt x="85547" y="118135"/>
                  </a:lnTo>
                  <a:lnTo>
                    <a:pt x="90893" y="114820"/>
                  </a:lnTo>
                  <a:lnTo>
                    <a:pt x="95084" y="111315"/>
                  </a:lnTo>
                  <a:lnTo>
                    <a:pt x="96469" y="110159"/>
                  </a:lnTo>
                  <a:lnTo>
                    <a:pt x="96901" y="114287"/>
                  </a:lnTo>
                  <a:lnTo>
                    <a:pt x="97891" y="117868"/>
                  </a:lnTo>
                  <a:lnTo>
                    <a:pt x="99466" y="120967"/>
                  </a:lnTo>
                  <a:lnTo>
                    <a:pt x="115125" y="120967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1599739" y="3383878"/>
              <a:ext cx="354049" cy="122950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2027127" y="3383878"/>
              <a:ext cx="169472" cy="156540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2259177" y="3415238"/>
              <a:ext cx="76844" cy="123200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2355799" y="3415245"/>
              <a:ext cx="137160" cy="92075"/>
            </a:xfrm>
            <a:custGeom>
              <a:avLst/>
              <a:gdLst/>
              <a:ahLst/>
              <a:cxnLst/>
              <a:rect l="l" t="t" r="r" b="b"/>
              <a:pathLst>
                <a:path w="137160" h="92075">
                  <a:moveTo>
                    <a:pt x="48094" y="4787"/>
                  </a:moveTo>
                  <a:lnTo>
                    <a:pt x="42862" y="1600"/>
                  </a:lnTo>
                  <a:lnTo>
                    <a:pt x="37731" y="0"/>
                  </a:lnTo>
                  <a:lnTo>
                    <a:pt x="29171" y="0"/>
                  </a:lnTo>
                  <a:lnTo>
                    <a:pt x="25958" y="1003"/>
                  </a:lnTo>
                  <a:lnTo>
                    <a:pt x="20116" y="4953"/>
                  </a:lnTo>
                  <a:lnTo>
                    <a:pt x="16941" y="9042"/>
                  </a:lnTo>
                  <a:lnTo>
                    <a:pt x="13512" y="15265"/>
                  </a:lnTo>
                  <a:lnTo>
                    <a:pt x="13512" y="1981"/>
                  </a:lnTo>
                  <a:lnTo>
                    <a:pt x="0" y="1981"/>
                  </a:lnTo>
                  <a:lnTo>
                    <a:pt x="0" y="89623"/>
                  </a:lnTo>
                  <a:lnTo>
                    <a:pt x="15011" y="89623"/>
                  </a:lnTo>
                  <a:lnTo>
                    <a:pt x="15011" y="37465"/>
                  </a:lnTo>
                  <a:lnTo>
                    <a:pt x="15836" y="31686"/>
                  </a:lnTo>
                  <a:lnTo>
                    <a:pt x="18618" y="22948"/>
                  </a:lnTo>
                  <a:lnTo>
                    <a:pt x="20472" y="20231"/>
                  </a:lnTo>
                  <a:lnTo>
                    <a:pt x="25704" y="16332"/>
                  </a:lnTo>
                  <a:lnTo>
                    <a:pt x="28651" y="15354"/>
                  </a:lnTo>
                  <a:lnTo>
                    <a:pt x="35585" y="15354"/>
                  </a:lnTo>
                  <a:lnTo>
                    <a:pt x="39255" y="16421"/>
                  </a:lnTo>
                  <a:lnTo>
                    <a:pt x="42913" y="18567"/>
                  </a:lnTo>
                  <a:lnTo>
                    <a:pt x="48094" y="4787"/>
                  </a:lnTo>
                  <a:close/>
                </a:path>
                <a:path w="137160" h="92075">
                  <a:moveTo>
                    <a:pt x="136918" y="45643"/>
                  </a:moveTo>
                  <a:lnTo>
                    <a:pt x="125857" y="12204"/>
                  </a:lnTo>
                  <a:lnTo>
                    <a:pt x="125679" y="11963"/>
                  </a:lnTo>
                  <a:lnTo>
                    <a:pt x="121107" y="8001"/>
                  </a:lnTo>
                  <a:lnTo>
                    <a:pt x="121107" y="37388"/>
                  </a:lnTo>
                  <a:lnTo>
                    <a:pt x="71678" y="37388"/>
                  </a:lnTo>
                  <a:lnTo>
                    <a:pt x="72186" y="29730"/>
                  </a:lnTo>
                  <a:lnTo>
                    <a:pt x="74764" y="23622"/>
                  </a:lnTo>
                  <a:lnTo>
                    <a:pt x="84162" y="14503"/>
                  </a:lnTo>
                  <a:lnTo>
                    <a:pt x="89954" y="12204"/>
                  </a:lnTo>
                  <a:lnTo>
                    <a:pt x="104444" y="12204"/>
                  </a:lnTo>
                  <a:lnTo>
                    <a:pt x="110655" y="15074"/>
                  </a:lnTo>
                  <a:lnTo>
                    <a:pt x="118541" y="24485"/>
                  </a:lnTo>
                  <a:lnTo>
                    <a:pt x="120421" y="30010"/>
                  </a:lnTo>
                  <a:lnTo>
                    <a:pt x="121107" y="37388"/>
                  </a:lnTo>
                  <a:lnTo>
                    <a:pt x="121107" y="8001"/>
                  </a:lnTo>
                  <a:lnTo>
                    <a:pt x="119646" y="6731"/>
                  </a:lnTo>
                  <a:lnTo>
                    <a:pt x="112801" y="2984"/>
                  </a:lnTo>
                  <a:lnTo>
                    <a:pt x="105143" y="749"/>
                  </a:lnTo>
                  <a:lnTo>
                    <a:pt x="96672" y="0"/>
                  </a:lnTo>
                  <a:lnTo>
                    <a:pt x="87934" y="762"/>
                  </a:lnTo>
                  <a:lnTo>
                    <a:pt x="58216" y="26898"/>
                  </a:lnTo>
                  <a:lnTo>
                    <a:pt x="55397" y="45643"/>
                  </a:lnTo>
                  <a:lnTo>
                    <a:pt x="55422" y="47828"/>
                  </a:lnTo>
                  <a:lnTo>
                    <a:pt x="72910" y="84937"/>
                  </a:lnTo>
                  <a:lnTo>
                    <a:pt x="97510" y="91592"/>
                  </a:lnTo>
                  <a:lnTo>
                    <a:pt x="104876" y="91122"/>
                  </a:lnTo>
                  <a:lnTo>
                    <a:pt x="111556" y="89738"/>
                  </a:lnTo>
                  <a:lnTo>
                    <a:pt x="117551" y="87414"/>
                  </a:lnTo>
                  <a:lnTo>
                    <a:pt x="122847" y="84162"/>
                  </a:lnTo>
                  <a:lnTo>
                    <a:pt x="129247" y="79375"/>
                  </a:lnTo>
                  <a:lnTo>
                    <a:pt x="129463" y="79222"/>
                  </a:lnTo>
                  <a:lnTo>
                    <a:pt x="133997" y="72237"/>
                  </a:lnTo>
                  <a:lnTo>
                    <a:pt x="136436" y="63284"/>
                  </a:lnTo>
                  <a:lnTo>
                    <a:pt x="120929" y="61391"/>
                  </a:lnTo>
                  <a:lnTo>
                    <a:pt x="118643" y="67678"/>
                  </a:lnTo>
                  <a:lnTo>
                    <a:pt x="115570" y="72237"/>
                  </a:lnTo>
                  <a:lnTo>
                    <a:pt x="107797" y="77952"/>
                  </a:lnTo>
                  <a:lnTo>
                    <a:pt x="103085" y="79375"/>
                  </a:lnTo>
                  <a:lnTo>
                    <a:pt x="90195" y="79375"/>
                  </a:lnTo>
                  <a:lnTo>
                    <a:pt x="84035" y="76822"/>
                  </a:lnTo>
                  <a:lnTo>
                    <a:pt x="74155" y="66586"/>
                  </a:lnTo>
                  <a:lnTo>
                    <a:pt x="71399" y="59232"/>
                  </a:lnTo>
                  <a:lnTo>
                    <a:pt x="70840" y="49593"/>
                  </a:lnTo>
                  <a:lnTo>
                    <a:pt x="136855" y="49593"/>
                  </a:lnTo>
                  <a:lnTo>
                    <a:pt x="136918" y="45643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2507116" y="3383878"/>
              <a:ext cx="910464" cy="154559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1183190" y="2889332"/>
              <a:ext cx="2473325" cy="773430"/>
            </a:xfrm>
            <a:custGeom>
              <a:avLst/>
              <a:gdLst/>
              <a:ahLst/>
              <a:cxnLst/>
              <a:rect l="l" t="t" r="r" b="b"/>
              <a:pathLst>
                <a:path w="2473325" h="773429">
                  <a:moveTo>
                    <a:pt x="0" y="711199"/>
                  </a:moveTo>
                  <a:lnTo>
                    <a:pt x="4936" y="735387"/>
                  </a:lnTo>
                  <a:lnTo>
                    <a:pt x="18396" y="755148"/>
                  </a:lnTo>
                  <a:lnTo>
                    <a:pt x="38354" y="768475"/>
                  </a:lnTo>
                  <a:lnTo>
                    <a:pt x="62785" y="773363"/>
                  </a:lnTo>
                  <a:lnTo>
                    <a:pt x="2410368" y="773363"/>
                  </a:lnTo>
                  <a:lnTo>
                    <a:pt x="2434747" y="768475"/>
                  </a:lnTo>
                  <a:lnTo>
                    <a:pt x="2454712" y="755148"/>
                  </a:lnTo>
                  <a:lnTo>
                    <a:pt x="2468201" y="735387"/>
                  </a:lnTo>
                  <a:lnTo>
                    <a:pt x="2468911" y="731921"/>
                  </a:lnTo>
                  <a:lnTo>
                    <a:pt x="20927" y="731921"/>
                  </a:lnTo>
                  <a:lnTo>
                    <a:pt x="0" y="711199"/>
                  </a:lnTo>
                  <a:close/>
                </a:path>
                <a:path w="2473325" h="773429">
                  <a:moveTo>
                    <a:pt x="2431297" y="16207"/>
                  </a:moveTo>
                  <a:lnTo>
                    <a:pt x="2431297" y="669755"/>
                  </a:lnTo>
                  <a:lnTo>
                    <a:pt x="2412854" y="713706"/>
                  </a:lnTo>
                  <a:lnTo>
                    <a:pt x="2368510" y="731921"/>
                  </a:lnTo>
                  <a:lnTo>
                    <a:pt x="2468911" y="731921"/>
                  </a:lnTo>
                  <a:lnTo>
                    <a:pt x="2473155" y="711199"/>
                  </a:lnTo>
                  <a:lnTo>
                    <a:pt x="2473155" y="57589"/>
                  </a:lnTo>
                  <a:lnTo>
                    <a:pt x="2431297" y="16207"/>
                  </a:lnTo>
                  <a:close/>
                </a:path>
                <a:path w="2473325" h="773429">
                  <a:moveTo>
                    <a:pt x="2414903" y="0"/>
                  </a:moveTo>
                  <a:lnTo>
                    <a:pt x="2431297" y="16207"/>
                  </a:lnTo>
                  <a:lnTo>
                    <a:pt x="2414903" y="0"/>
                  </a:lnTo>
                  <a:close/>
                </a:path>
              </a:pathLst>
            </a:custGeom>
            <a:solidFill>
              <a:srgbClr val="FF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1141332" y="2843312"/>
              <a:ext cx="2473325" cy="778510"/>
            </a:xfrm>
            <a:custGeom>
              <a:avLst/>
              <a:gdLst/>
              <a:ahLst/>
              <a:cxnLst/>
              <a:rect l="l" t="t" r="r" b="b"/>
              <a:pathLst>
                <a:path w="2473325" h="778510">
                  <a:moveTo>
                    <a:pt x="0" y="715775"/>
                  </a:moveTo>
                  <a:lnTo>
                    <a:pt x="0" y="337907"/>
                  </a:lnTo>
                  <a:lnTo>
                    <a:pt x="0" y="143867"/>
                  </a:lnTo>
                  <a:lnTo>
                    <a:pt x="0" y="72378"/>
                  </a:lnTo>
                  <a:lnTo>
                    <a:pt x="0" y="62165"/>
                  </a:lnTo>
                  <a:lnTo>
                    <a:pt x="4936" y="37977"/>
                  </a:lnTo>
                  <a:lnTo>
                    <a:pt x="18397" y="18215"/>
                  </a:lnTo>
                  <a:lnTo>
                    <a:pt x="38355" y="4888"/>
                  </a:lnTo>
                  <a:lnTo>
                    <a:pt x="62785" y="0"/>
                  </a:lnTo>
                  <a:lnTo>
                    <a:pt x="1419981" y="0"/>
                  </a:lnTo>
                  <a:lnTo>
                    <a:pt x="2116920" y="0"/>
                  </a:lnTo>
                  <a:lnTo>
                    <a:pt x="2373687" y="0"/>
                  </a:lnTo>
                  <a:lnTo>
                    <a:pt x="2410368" y="0"/>
                  </a:lnTo>
                  <a:lnTo>
                    <a:pt x="2434747" y="4888"/>
                  </a:lnTo>
                  <a:lnTo>
                    <a:pt x="2468201" y="37977"/>
                  </a:lnTo>
                  <a:lnTo>
                    <a:pt x="2473155" y="440033"/>
                  </a:lnTo>
                  <a:lnTo>
                    <a:pt x="2473155" y="634074"/>
                  </a:lnTo>
                  <a:lnTo>
                    <a:pt x="2473155" y="705562"/>
                  </a:lnTo>
                  <a:lnTo>
                    <a:pt x="2454712" y="759726"/>
                  </a:lnTo>
                  <a:lnTo>
                    <a:pt x="2410368" y="777941"/>
                  </a:lnTo>
                  <a:lnTo>
                    <a:pt x="1053172" y="777941"/>
                  </a:lnTo>
                  <a:lnTo>
                    <a:pt x="356233" y="777941"/>
                  </a:lnTo>
                  <a:lnTo>
                    <a:pt x="99466" y="777941"/>
                  </a:lnTo>
                  <a:lnTo>
                    <a:pt x="62785" y="777941"/>
                  </a:lnTo>
                  <a:lnTo>
                    <a:pt x="38355" y="773053"/>
                  </a:lnTo>
                  <a:lnTo>
                    <a:pt x="4936" y="739965"/>
                  </a:lnTo>
                  <a:lnTo>
                    <a:pt x="0" y="337907"/>
                  </a:lnTo>
                  <a:lnTo>
                    <a:pt x="0" y="143867"/>
                  </a:lnTo>
                  <a:lnTo>
                    <a:pt x="0" y="72378"/>
                  </a:lnTo>
                  <a:lnTo>
                    <a:pt x="0" y="62165"/>
                  </a:lnTo>
                </a:path>
              </a:pathLst>
            </a:custGeom>
            <a:ln w="10370">
              <a:solidFill>
                <a:srgbClr val="FF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9" name="object 6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23</a:t>
            </a:fld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93139" y="163830"/>
            <a:ext cx="744474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215" dirty="0"/>
              <a:t>Scope </a:t>
            </a:r>
            <a:r>
              <a:rPr sz="4400" spc="-200" dirty="0"/>
              <a:t>of </a:t>
            </a:r>
            <a:r>
              <a:rPr sz="4400" spc="-254" dirty="0"/>
              <a:t>nucleophilic</a:t>
            </a:r>
            <a:r>
              <a:rPr sz="4400" spc="-869" dirty="0"/>
              <a:t> </a:t>
            </a:r>
            <a:r>
              <a:rPr sz="4400" spc="-220" dirty="0"/>
              <a:t>substitution</a:t>
            </a:r>
            <a:endParaRPr sz="4400"/>
          </a:p>
        </p:txBody>
      </p:sp>
      <p:sp>
        <p:nvSpPr>
          <p:cNvPr id="45" name="object 45"/>
          <p:cNvSpPr txBox="1"/>
          <p:nvPr/>
        </p:nvSpPr>
        <p:spPr>
          <a:xfrm>
            <a:off x="261620" y="5418531"/>
            <a:ext cx="11327765" cy="779145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241300" marR="5080" indent="-228600">
              <a:lnSpc>
                <a:spcPts val="2810"/>
              </a:lnSpc>
              <a:spcBef>
                <a:spcPts val="455"/>
              </a:spcBef>
              <a:buFont typeface="Arial"/>
              <a:buChar char="•"/>
              <a:tabLst>
                <a:tab pos="241300" algn="l"/>
              </a:tabLst>
            </a:pPr>
            <a:r>
              <a:rPr sz="2600" dirty="0">
                <a:latin typeface="Carlito"/>
                <a:cs typeface="Carlito"/>
              </a:rPr>
              <a:t>A wide </a:t>
            </a:r>
            <a:r>
              <a:rPr sz="2600" spc="-15" dirty="0">
                <a:latin typeface="Carlito"/>
                <a:cs typeface="Carlito"/>
              </a:rPr>
              <a:t>range </a:t>
            </a:r>
            <a:r>
              <a:rPr sz="2600" spc="-5" dirty="0">
                <a:latin typeface="Carlito"/>
                <a:cs typeface="Carlito"/>
              </a:rPr>
              <a:t>of nucleophiles </a:t>
            </a:r>
            <a:r>
              <a:rPr sz="2600" spc="-10" dirty="0">
                <a:latin typeface="Carlito"/>
                <a:cs typeface="Carlito"/>
              </a:rPr>
              <a:t>can </a:t>
            </a:r>
            <a:r>
              <a:rPr sz="2600" spc="-5" dirty="0">
                <a:latin typeface="Carlito"/>
                <a:cs typeface="Carlito"/>
              </a:rPr>
              <a:t>be used </a:t>
            </a:r>
            <a:r>
              <a:rPr sz="2600" spc="-15" dirty="0">
                <a:latin typeface="Carlito"/>
                <a:cs typeface="Carlito"/>
              </a:rPr>
              <a:t>to </a:t>
            </a:r>
            <a:r>
              <a:rPr sz="2600" spc="-10" dirty="0">
                <a:latin typeface="Carlito"/>
                <a:cs typeface="Carlito"/>
              </a:rPr>
              <a:t>provide </a:t>
            </a:r>
            <a:r>
              <a:rPr sz="2600" dirty="0">
                <a:latin typeface="Carlito"/>
                <a:cs typeface="Carlito"/>
              </a:rPr>
              <a:t>a </a:t>
            </a:r>
            <a:r>
              <a:rPr sz="2600" spc="-15" dirty="0">
                <a:latin typeface="Carlito"/>
                <a:cs typeface="Carlito"/>
              </a:rPr>
              <a:t>range </a:t>
            </a:r>
            <a:r>
              <a:rPr sz="2600" spc="-5" dirty="0">
                <a:latin typeface="Carlito"/>
                <a:cs typeface="Carlito"/>
              </a:rPr>
              <a:t>of </a:t>
            </a:r>
            <a:r>
              <a:rPr sz="2600" spc="-10" dirty="0">
                <a:latin typeface="Carlito"/>
                <a:cs typeface="Carlito"/>
              </a:rPr>
              <a:t>products; examples  are </a:t>
            </a:r>
            <a:r>
              <a:rPr sz="2600" spc="-5" dirty="0">
                <a:latin typeface="Carlito"/>
                <a:cs typeface="Carlito"/>
              </a:rPr>
              <a:t>shown </a:t>
            </a:r>
            <a:r>
              <a:rPr sz="2600" spc="-25" dirty="0">
                <a:latin typeface="Carlito"/>
                <a:cs typeface="Carlito"/>
              </a:rPr>
              <a:t>for </a:t>
            </a:r>
            <a:r>
              <a:rPr sz="2600" dirty="0">
                <a:latin typeface="Carlito"/>
                <a:cs typeface="Carlito"/>
              </a:rPr>
              <a:t>the</a:t>
            </a:r>
            <a:r>
              <a:rPr sz="2600" spc="5" dirty="0">
                <a:latin typeface="Carlito"/>
                <a:cs typeface="Carlito"/>
              </a:rPr>
              <a:t> </a:t>
            </a:r>
            <a:r>
              <a:rPr sz="2600" spc="-10" dirty="0">
                <a:latin typeface="Carlito"/>
                <a:cs typeface="Carlito"/>
              </a:rPr>
              <a:t>ester</a:t>
            </a:r>
            <a:endParaRPr sz="2600">
              <a:latin typeface="Carlito"/>
              <a:cs typeface="Carlito"/>
            </a:endParaRPr>
          </a:p>
        </p:txBody>
      </p:sp>
      <p:sp>
        <p:nvSpPr>
          <p:cNvPr id="46" name="object 4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50"/>
              </a:lnSpc>
            </a:pPr>
            <a:fld id="{81D60167-4931-47E6-BA6A-407CBD079E47}" type="slidenum">
              <a:rPr dirty="0"/>
              <a:t>24</a:t>
            </a:fld>
            <a:endParaRPr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3B60926-1620-7649-5421-9F832FD51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859" y="1524000"/>
            <a:ext cx="9273285" cy="35590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356963" y="185881"/>
            <a:ext cx="3527589" cy="35816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0"/>
              </a:spcBef>
            </a:pPr>
            <a:r>
              <a:rPr spc="-160" dirty="0"/>
              <a:t>Formation </a:t>
            </a:r>
            <a:r>
              <a:rPr spc="-140" dirty="0"/>
              <a:t>of</a:t>
            </a:r>
            <a:r>
              <a:rPr spc="-475" dirty="0"/>
              <a:t> </a:t>
            </a:r>
            <a:r>
              <a:rPr spc="-180" dirty="0"/>
              <a:t>Polyesters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973164" y="3216741"/>
            <a:ext cx="1458595" cy="989965"/>
            <a:chOff x="1973164" y="3216741"/>
            <a:chExt cx="1458595" cy="989965"/>
          </a:xfrm>
        </p:grpSpPr>
        <p:sp>
          <p:nvSpPr>
            <p:cNvPr id="5" name="object 5"/>
            <p:cNvSpPr/>
            <p:nvPr/>
          </p:nvSpPr>
          <p:spPr>
            <a:xfrm>
              <a:off x="2502560" y="3480701"/>
              <a:ext cx="929005" cy="462280"/>
            </a:xfrm>
            <a:custGeom>
              <a:avLst/>
              <a:gdLst/>
              <a:ahLst/>
              <a:cxnLst/>
              <a:rect l="l" t="t" r="r" b="b"/>
              <a:pathLst>
                <a:path w="929004" h="462279">
                  <a:moveTo>
                    <a:pt x="64173" y="141376"/>
                  </a:moveTo>
                  <a:lnTo>
                    <a:pt x="60071" y="137274"/>
                  </a:lnTo>
                  <a:lnTo>
                    <a:pt x="49923" y="137274"/>
                  </a:lnTo>
                  <a:lnTo>
                    <a:pt x="45796" y="141376"/>
                  </a:lnTo>
                  <a:lnTo>
                    <a:pt x="45796" y="320687"/>
                  </a:lnTo>
                  <a:lnTo>
                    <a:pt x="49923" y="324815"/>
                  </a:lnTo>
                  <a:lnTo>
                    <a:pt x="60071" y="324815"/>
                  </a:lnTo>
                  <a:lnTo>
                    <a:pt x="64173" y="320687"/>
                  </a:lnTo>
                  <a:lnTo>
                    <a:pt x="64173" y="141376"/>
                  </a:lnTo>
                  <a:close/>
                </a:path>
                <a:path w="929004" h="462279">
                  <a:moveTo>
                    <a:pt x="358444" y="315417"/>
                  </a:moveTo>
                  <a:lnTo>
                    <a:pt x="353377" y="306628"/>
                  </a:lnTo>
                  <a:lnTo>
                    <a:pt x="347751" y="305117"/>
                  </a:lnTo>
                  <a:lnTo>
                    <a:pt x="192493" y="394779"/>
                  </a:lnTo>
                  <a:lnTo>
                    <a:pt x="190969" y="400392"/>
                  </a:lnTo>
                  <a:lnTo>
                    <a:pt x="196062" y="409181"/>
                  </a:lnTo>
                  <a:lnTo>
                    <a:pt x="201676" y="410705"/>
                  </a:lnTo>
                  <a:lnTo>
                    <a:pt x="356946" y="321043"/>
                  </a:lnTo>
                  <a:lnTo>
                    <a:pt x="358444" y="315417"/>
                  </a:lnTo>
                  <a:close/>
                </a:path>
                <a:path w="929004" h="462279">
                  <a:moveTo>
                    <a:pt x="358444" y="146659"/>
                  </a:moveTo>
                  <a:lnTo>
                    <a:pt x="356946" y="141033"/>
                  </a:lnTo>
                  <a:lnTo>
                    <a:pt x="201676" y="51384"/>
                  </a:lnTo>
                  <a:lnTo>
                    <a:pt x="196062" y="52882"/>
                  </a:lnTo>
                  <a:lnTo>
                    <a:pt x="190969" y="61671"/>
                  </a:lnTo>
                  <a:lnTo>
                    <a:pt x="192493" y="67297"/>
                  </a:lnTo>
                  <a:lnTo>
                    <a:pt x="347751" y="156946"/>
                  </a:lnTo>
                  <a:lnTo>
                    <a:pt x="353377" y="155448"/>
                  </a:lnTo>
                  <a:lnTo>
                    <a:pt x="358444" y="146659"/>
                  </a:lnTo>
                  <a:close/>
                </a:path>
                <a:path w="929004" h="462279">
                  <a:moveTo>
                    <a:pt x="714540" y="81114"/>
                  </a:moveTo>
                  <a:lnTo>
                    <a:pt x="713028" y="75488"/>
                  </a:lnTo>
                  <a:lnTo>
                    <a:pt x="589483" y="4152"/>
                  </a:lnTo>
                  <a:lnTo>
                    <a:pt x="588175" y="1879"/>
                  </a:lnTo>
                  <a:lnTo>
                    <a:pt x="583285" y="584"/>
                  </a:lnTo>
                  <a:lnTo>
                    <a:pt x="582955" y="381"/>
                  </a:lnTo>
                  <a:lnTo>
                    <a:pt x="582752" y="444"/>
                  </a:lnTo>
                  <a:lnTo>
                    <a:pt x="582561" y="381"/>
                  </a:lnTo>
                  <a:lnTo>
                    <a:pt x="582218" y="584"/>
                  </a:lnTo>
                  <a:lnTo>
                    <a:pt x="577329" y="1879"/>
                  </a:lnTo>
                  <a:lnTo>
                    <a:pt x="575995" y="4165"/>
                  </a:lnTo>
                  <a:lnTo>
                    <a:pt x="392430" y="110159"/>
                  </a:lnTo>
                  <a:lnTo>
                    <a:pt x="383247" y="104863"/>
                  </a:lnTo>
                  <a:lnTo>
                    <a:pt x="383247" y="126085"/>
                  </a:lnTo>
                  <a:lnTo>
                    <a:pt x="383247" y="336003"/>
                  </a:lnTo>
                  <a:lnTo>
                    <a:pt x="201460" y="440982"/>
                  </a:lnTo>
                  <a:lnTo>
                    <a:pt x="19685" y="336003"/>
                  </a:lnTo>
                  <a:lnTo>
                    <a:pt x="19685" y="126085"/>
                  </a:lnTo>
                  <a:lnTo>
                    <a:pt x="201460" y="21107"/>
                  </a:lnTo>
                  <a:lnTo>
                    <a:pt x="383247" y="126085"/>
                  </a:lnTo>
                  <a:lnTo>
                    <a:pt x="383247" y="104863"/>
                  </a:lnTo>
                  <a:lnTo>
                    <a:pt x="208191" y="3771"/>
                  </a:lnTo>
                  <a:lnTo>
                    <a:pt x="206883" y="1498"/>
                  </a:lnTo>
                  <a:lnTo>
                    <a:pt x="202031" y="215"/>
                  </a:lnTo>
                  <a:lnTo>
                    <a:pt x="201676" y="0"/>
                  </a:lnTo>
                  <a:lnTo>
                    <a:pt x="201460" y="63"/>
                  </a:lnTo>
                  <a:lnTo>
                    <a:pt x="201256" y="0"/>
                  </a:lnTo>
                  <a:lnTo>
                    <a:pt x="200888" y="215"/>
                  </a:lnTo>
                  <a:lnTo>
                    <a:pt x="196062" y="1498"/>
                  </a:lnTo>
                  <a:lnTo>
                    <a:pt x="194754" y="3759"/>
                  </a:lnTo>
                  <a:lnTo>
                    <a:pt x="8039" y="111569"/>
                  </a:lnTo>
                  <a:lnTo>
                    <a:pt x="5422" y="111569"/>
                  </a:lnTo>
                  <a:lnTo>
                    <a:pt x="1866" y="115138"/>
                  </a:lnTo>
                  <a:lnTo>
                    <a:pt x="1511" y="115341"/>
                  </a:lnTo>
                  <a:lnTo>
                    <a:pt x="1447" y="115557"/>
                  </a:lnTo>
                  <a:lnTo>
                    <a:pt x="1308" y="115697"/>
                  </a:lnTo>
                  <a:lnTo>
                    <a:pt x="1308" y="116103"/>
                  </a:lnTo>
                  <a:lnTo>
                    <a:pt x="0" y="120954"/>
                  </a:lnTo>
                  <a:lnTo>
                    <a:pt x="1308" y="123228"/>
                  </a:lnTo>
                  <a:lnTo>
                    <a:pt x="1308" y="338848"/>
                  </a:lnTo>
                  <a:lnTo>
                    <a:pt x="0" y="341109"/>
                  </a:lnTo>
                  <a:lnTo>
                    <a:pt x="1308" y="345973"/>
                  </a:lnTo>
                  <a:lnTo>
                    <a:pt x="1308" y="346392"/>
                  </a:lnTo>
                  <a:lnTo>
                    <a:pt x="1460" y="346557"/>
                  </a:lnTo>
                  <a:lnTo>
                    <a:pt x="1511" y="346722"/>
                  </a:lnTo>
                  <a:lnTo>
                    <a:pt x="1803" y="346900"/>
                  </a:lnTo>
                  <a:lnTo>
                    <a:pt x="5422" y="350494"/>
                  </a:lnTo>
                  <a:lnTo>
                    <a:pt x="8039" y="350494"/>
                  </a:lnTo>
                  <a:lnTo>
                    <a:pt x="194767" y="458355"/>
                  </a:lnTo>
                  <a:lnTo>
                    <a:pt x="196062" y="460565"/>
                  </a:lnTo>
                  <a:lnTo>
                    <a:pt x="200875" y="461886"/>
                  </a:lnTo>
                  <a:lnTo>
                    <a:pt x="201256" y="462089"/>
                  </a:lnTo>
                  <a:lnTo>
                    <a:pt x="201460" y="462038"/>
                  </a:lnTo>
                  <a:lnTo>
                    <a:pt x="201676" y="462089"/>
                  </a:lnTo>
                  <a:lnTo>
                    <a:pt x="202044" y="461886"/>
                  </a:lnTo>
                  <a:lnTo>
                    <a:pt x="206883" y="460565"/>
                  </a:lnTo>
                  <a:lnTo>
                    <a:pt x="208165" y="458343"/>
                  </a:lnTo>
                  <a:lnTo>
                    <a:pt x="394881" y="350494"/>
                  </a:lnTo>
                  <a:lnTo>
                    <a:pt x="397522" y="350494"/>
                  </a:lnTo>
                  <a:lnTo>
                    <a:pt x="401116" y="346900"/>
                  </a:lnTo>
                  <a:lnTo>
                    <a:pt x="401421" y="346722"/>
                  </a:lnTo>
                  <a:lnTo>
                    <a:pt x="401459" y="346557"/>
                  </a:lnTo>
                  <a:lnTo>
                    <a:pt x="401624" y="346392"/>
                  </a:lnTo>
                  <a:lnTo>
                    <a:pt x="401624" y="345986"/>
                  </a:lnTo>
                  <a:lnTo>
                    <a:pt x="402945" y="341109"/>
                  </a:lnTo>
                  <a:lnTo>
                    <a:pt x="401624" y="338836"/>
                  </a:lnTo>
                  <a:lnTo>
                    <a:pt x="401624" y="126085"/>
                  </a:lnTo>
                  <a:lnTo>
                    <a:pt x="582739" y="21488"/>
                  </a:lnTo>
                  <a:lnTo>
                    <a:pt x="703834" y="91414"/>
                  </a:lnTo>
                  <a:lnTo>
                    <a:pt x="709460" y="89903"/>
                  </a:lnTo>
                  <a:lnTo>
                    <a:pt x="714540" y="81114"/>
                  </a:lnTo>
                  <a:close/>
                </a:path>
                <a:path w="929004" h="462279">
                  <a:moveTo>
                    <a:pt x="823125" y="120396"/>
                  </a:moveTo>
                  <a:lnTo>
                    <a:pt x="809040" y="80314"/>
                  </a:lnTo>
                  <a:lnTo>
                    <a:pt x="800963" y="73710"/>
                  </a:lnTo>
                  <a:lnTo>
                    <a:pt x="800963" y="120396"/>
                  </a:lnTo>
                  <a:lnTo>
                    <a:pt x="800442" y="129070"/>
                  </a:lnTo>
                  <a:lnTo>
                    <a:pt x="780186" y="157416"/>
                  </a:lnTo>
                  <a:lnTo>
                    <a:pt x="763054" y="157416"/>
                  </a:lnTo>
                  <a:lnTo>
                    <a:pt x="742124" y="121399"/>
                  </a:lnTo>
                  <a:lnTo>
                    <a:pt x="742099" y="120396"/>
                  </a:lnTo>
                  <a:lnTo>
                    <a:pt x="742581" y="112077"/>
                  </a:lnTo>
                  <a:lnTo>
                    <a:pt x="762762" y="84074"/>
                  </a:lnTo>
                  <a:lnTo>
                    <a:pt x="780478" y="84074"/>
                  </a:lnTo>
                  <a:lnTo>
                    <a:pt x="800963" y="120396"/>
                  </a:lnTo>
                  <a:lnTo>
                    <a:pt x="800963" y="73710"/>
                  </a:lnTo>
                  <a:lnTo>
                    <a:pt x="792581" y="69367"/>
                  </a:lnTo>
                  <a:lnTo>
                    <a:pt x="782574" y="66624"/>
                  </a:lnTo>
                  <a:lnTo>
                    <a:pt x="771398" y="65722"/>
                  </a:lnTo>
                  <a:lnTo>
                    <a:pt x="762749" y="65722"/>
                  </a:lnTo>
                  <a:lnTo>
                    <a:pt x="727227" y="88684"/>
                  </a:lnTo>
                  <a:lnTo>
                    <a:pt x="719937" y="121399"/>
                  </a:lnTo>
                  <a:lnTo>
                    <a:pt x="720813" y="133426"/>
                  </a:lnTo>
                  <a:lnTo>
                    <a:pt x="741565" y="167640"/>
                  </a:lnTo>
                  <a:lnTo>
                    <a:pt x="771690" y="175793"/>
                  </a:lnTo>
                  <a:lnTo>
                    <a:pt x="782828" y="174879"/>
                  </a:lnTo>
                  <a:lnTo>
                    <a:pt x="792784" y="172148"/>
                  </a:lnTo>
                  <a:lnTo>
                    <a:pt x="801573" y="167601"/>
                  </a:lnTo>
                  <a:lnTo>
                    <a:pt x="809167" y="161226"/>
                  </a:lnTo>
                  <a:lnTo>
                    <a:pt x="812088" y="157416"/>
                  </a:lnTo>
                  <a:lnTo>
                    <a:pt x="815289" y="153250"/>
                  </a:lnTo>
                  <a:lnTo>
                    <a:pt x="819658" y="143865"/>
                  </a:lnTo>
                  <a:lnTo>
                    <a:pt x="822286" y="133083"/>
                  </a:lnTo>
                  <a:lnTo>
                    <a:pt x="823125" y="121399"/>
                  </a:lnTo>
                  <a:lnTo>
                    <a:pt x="823125" y="120396"/>
                  </a:lnTo>
                  <a:close/>
                </a:path>
                <a:path w="929004" h="462279">
                  <a:moveTo>
                    <a:pt x="928585" y="67538"/>
                  </a:moveTo>
                  <a:lnTo>
                    <a:pt x="907097" y="67538"/>
                  </a:lnTo>
                  <a:lnTo>
                    <a:pt x="907097" y="109423"/>
                  </a:lnTo>
                  <a:lnTo>
                    <a:pt x="864984" y="109423"/>
                  </a:lnTo>
                  <a:lnTo>
                    <a:pt x="864984" y="67538"/>
                  </a:lnTo>
                  <a:lnTo>
                    <a:pt x="843495" y="67538"/>
                  </a:lnTo>
                  <a:lnTo>
                    <a:pt x="843495" y="173964"/>
                  </a:lnTo>
                  <a:lnTo>
                    <a:pt x="864984" y="173964"/>
                  </a:lnTo>
                  <a:lnTo>
                    <a:pt x="864984" y="127444"/>
                  </a:lnTo>
                  <a:lnTo>
                    <a:pt x="907097" y="127444"/>
                  </a:lnTo>
                  <a:lnTo>
                    <a:pt x="907097" y="173964"/>
                  </a:lnTo>
                  <a:lnTo>
                    <a:pt x="928585" y="173964"/>
                  </a:lnTo>
                  <a:lnTo>
                    <a:pt x="928585" y="127444"/>
                  </a:lnTo>
                  <a:lnTo>
                    <a:pt x="928585" y="109423"/>
                  </a:lnTo>
                  <a:lnTo>
                    <a:pt x="928585" y="6753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032198" y="3216741"/>
              <a:ext cx="103192" cy="110073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73161" y="3347084"/>
              <a:ext cx="1143635" cy="859790"/>
            </a:xfrm>
            <a:custGeom>
              <a:avLst/>
              <a:gdLst/>
              <a:ahLst/>
              <a:cxnLst/>
              <a:rect l="l" t="t" r="r" b="b"/>
              <a:pathLst>
                <a:path w="1143635" h="859789">
                  <a:moveTo>
                    <a:pt x="85077" y="421703"/>
                  </a:moveTo>
                  <a:lnTo>
                    <a:pt x="63588" y="421703"/>
                  </a:lnTo>
                  <a:lnTo>
                    <a:pt x="63588" y="463588"/>
                  </a:lnTo>
                  <a:lnTo>
                    <a:pt x="21488" y="463588"/>
                  </a:lnTo>
                  <a:lnTo>
                    <a:pt x="21488" y="421703"/>
                  </a:lnTo>
                  <a:lnTo>
                    <a:pt x="0" y="421703"/>
                  </a:lnTo>
                  <a:lnTo>
                    <a:pt x="0" y="528129"/>
                  </a:lnTo>
                  <a:lnTo>
                    <a:pt x="21488" y="528129"/>
                  </a:lnTo>
                  <a:lnTo>
                    <a:pt x="21488" y="481596"/>
                  </a:lnTo>
                  <a:lnTo>
                    <a:pt x="63588" y="481596"/>
                  </a:lnTo>
                  <a:lnTo>
                    <a:pt x="63588" y="528129"/>
                  </a:lnTo>
                  <a:lnTo>
                    <a:pt x="85077" y="528129"/>
                  </a:lnTo>
                  <a:lnTo>
                    <a:pt x="85077" y="481596"/>
                  </a:lnTo>
                  <a:lnTo>
                    <a:pt x="85077" y="463588"/>
                  </a:lnTo>
                  <a:lnTo>
                    <a:pt x="85077" y="421703"/>
                  </a:lnTo>
                  <a:close/>
                </a:path>
                <a:path w="1143635" h="859789">
                  <a:moveTo>
                    <a:pt x="209321" y="474560"/>
                  </a:moveTo>
                  <a:lnTo>
                    <a:pt x="195237" y="434479"/>
                  </a:lnTo>
                  <a:lnTo>
                    <a:pt x="187147" y="427863"/>
                  </a:lnTo>
                  <a:lnTo>
                    <a:pt x="187147" y="474560"/>
                  </a:lnTo>
                  <a:lnTo>
                    <a:pt x="186639" y="483235"/>
                  </a:lnTo>
                  <a:lnTo>
                    <a:pt x="166382" y="511568"/>
                  </a:lnTo>
                  <a:lnTo>
                    <a:pt x="149250" y="511568"/>
                  </a:lnTo>
                  <a:lnTo>
                    <a:pt x="128320" y="475564"/>
                  </a:lnTo>
                  <a:lnTo>
                    <a:pt x="128295" y="474560"/>
                  </a:lnTo>
                  <a:lnTo>
                    <a:pt x="128778" y="466242"/>
                  </a:lnTo>
                  <a:lnTo>
                    <a:pt x="148958" y="438238"/>
                  </a:lnTo>
                  <a:lnTo>
                    <a:pt x="166674" y="438238"/>
                  </a:lnTo>
                  <a:lnTo>
                    <a:pt x="187147" y="474560"/>
                  </a:lnTo>
                  <a:lnTo>
                    <a:pt x="187147" y="427863"/>
                  </a:lnTo>
                  <a:lnTo>
                    <a:pt x="178777" y="423532"/>
                  </a:lnTo>
                  <a:lnTo>
                    <a:pt x="168770" y="420789"/>
                  </a:lnTo>
                  <a:lnTo>
                    <a:pt x="157594" y="419874"/>
                  </a:lnTo>
                  <a:lnTo>
                    <a:pt x="148945" y="419874"/>
                  </a:lnTo>
                  <a:lnTo>
                    <a:pt x="113423" y="442849"/>
                  </a:lnTo>
                  <a:lnTo>
                    <a:pt x="106133" y="475564"/>
                  </a:lnTo>
                  <a:lnTo>
                    <a:pt x="107010" y="487591"/>
                  </a:lnTo>
                  <a:lnTo>
                    <a:pt x="127749" y="521804"/>
                  </a:lnTo>
                  <a:lnTo>
                    <a:pt x="157886" y="529958"/>
                  </a:lnTo>
                  <a:lnTo>
                    <a:pt x="169024" y="529043"/>
                  </a:lnTo>
                  <a:lnTo>
                    <a:pt x="178981" y="526313"/>
                  </a:lnTo>
                  <a:lnTo>
                    <a:pt x="187756" y="521754"/>
                  </a:lnTo>
                  <a:lnTo>
                    <a:pt x="195351" y="515391"/>
                  </a:lnTo>
                  <a:lnTo>
                    <a:pt x="198272" y="511568"/>
                  </a:lnTo>
                  <a:lnTo>
                    <a:pt x="201472" y="507415"/>
                  </a:lnTo>
                  <a:lnTo>
                    <a:pt x="205854" y="498030"/>
                  </a:lnTo>
                  <a:lnTo>
                    <a:pt x="208483" y="487248"/>
                  </a:lnTo>
                  <a:lnTo>
                    <a:pt x="209321" y="475564"/>
                  </a:lnTo>
                  <a:lnTo>
                    <a:pt x="209321" y="474560"/>
                  </a:lnTo>
                  <a:close/>
                </a:path>
                <a:path w="1143635" h="859789">
                  <a:moveTo>
                    <a:pt x="399669" y="804227"/>
                  </a:moveTo>
                  <a:lnTo>
                    <a:pt x="398818" y="792441"/>
                  </a:lnTo>
                  <a:lnTo>
                    <a:pt x="396176" y="781583"/>
                  </a:lnTo>
                  <a:lnTo>
                    <a:pt x="391756" y="772147"/>
                  </a:lnTo>
                  <a:lnTo>
                    <a:pt x="388480" y="767918"/>
                  </a:lnTo>
                  <a:lnTo>
                    <a:pt x="385572" y="764146"/>
                  </a:lnTo>
                  <a:lnTo>
                    <a:pt x="377926" y="757758"/>
                  </a:lnTo>
                  <a:lnTo>
                    <a:pt x="377482" y="757529"/>
                  </a:lnTo>
                  <a:lnTo>
                    <a:pt x="377482" y="804227"/>
                  </a:lnTo>
                  <a:lnTo>
                    <a:pt x="376974" y="812901"/>
                  </a:lnTo>
                  <a:lnTo>
                    <a:pt x="356717" y="841248"/>
                  </a:lnTo>
                  <a:lnTo>
                    <a:pt x="339585" y="841248"/>
                  </a:lnTo>
                  <a:lnTo>
                    <a:pt x="318655" y="805243"/>
                  </a:lnTo>
                  <a:lnTo>
                    <a:pt x="318617" y="804227"/>
                  </a:lnTo>
                  <a:lnTo>
                    <a:pt x="319112" y="795909"/>
                  </a:lnTo>
                  <a:lnTo>
                    <a:pt x="339293" y="767918"/>
                  </a:lnTo>
                  <a:lnTo>
                    <a:pt x="357009" y="767918"/>
                  </a:lnTo>
                  <a:lnTo>
                    <a:pt x="377482" y="804227"/>
                  </a:lnTo>
                  <a:lnTo>
                    <a:pt x="377482" y="757529"/>
                  </a:lnTo>
                  <a:lnTo>
                    <a:pt x="369100" y="753198"/>
                  </a:lnTo>
                  <a:lnTo>
                    <a:pt x="359105" y="750455"/>
                  </a:lnTo>
                  <a:lnTo>
                    <a:pt x="347929" y="749554"/>
                  </a:lnTo>
                  <a:lnTo>
                    <a:pt x="339280" y="749554"/>
                  </a:lnTo>
                  <a:lnTo>
                    <a:pt x="303745" y="772515"/>
                  </a:lnTo>
                  <a:lnTo>
                    <a:pt x="296456" y="805243"/>
                  </a:lnTo>
                  <a:lnTo>
                    <a:pt x="297332" y="817257"/>
                  </a:lnTo>
                  <a:lnTo>
                    <a:pt x="318084" y="851471"/>
                  </a:lnTo>
                  <a:lnTo>
                    <a:pt x="348221" y="859624"/>
                  </a:lnTo>
                  <a:lnTo>
                    <a:pt x="359359" y="858710"/>
                  </a:lnTo>
                  <a:lnTo>
                    <a:pt x="369316" y="855980"/>
                  </a:lnTo>
                  <a:lnTo>
                    <a:pt x="378091" y="851433"/>
                  </a:lnTo>
                  <a:lnTo>
                    <a:pt x="385699" y="845058"/>
                  </a:lnTo>
                  <a:lnTo>
                    <a:pt x="388620" y="841248"/>
                  </a:lnTo>
                  <a:lnTo>
                    <a:pt x="391820" y="837082"/>
                  </a:lnTo>
                  <a:lnTo>
                    <a:pt x="396201" y="827697"/>
                  </a:lnTo>
                  <a:lnTo>
                    <a:pt x="398830" y="816914"/>
                  </a:lnTo>
                  <a:lnTo>
                    <a:pt x="399669" y="805243"/>
                  </a:lnTo>
                  <a:lnTo>
                    <a:pt x="399669" y="804227"/>
                  </a:lnTo>
                  <a:close/>
                </a:path>
                <a:path w="1143635" h="859789">
                  <a:moveTo>
                    <a:pt x="550392" y="474726"/>
                  </a:moveTo>
                  <a:lnTo>
                    <a:pt x="545325" y="465937"/>
                  </a:lnTo>
                  <a:lnTo>
                    <a:pt x="539699" y="464426"/>
                  </a:lnTo>
                  <a:lnTo>
                    <a:pt x="369366" y="562775"/>
                  </a:lnTo>
                  <a:lnTo>
                    <a:pt x="366763" y="562775"/>
                  </a:lnTo>
                  <a:lnTo>
                    <a:pt x="363181" y="566356"/>
                  </a:lnTo>
                  <a:lnTo>
                    <a:pt x="349580" y="574205"/>
                  </a:lnTo>
                  <a:lnTo>
                    <a:pt x="335991" y="566369"/>
                  </a:lnTo>
                  <a:lnTo>
                    <a:pt x="332422" y="562775"/>
                  </a:lnTo>
                  <a:lnTo>
                    <a:pt x="329780" y="562775"/>
                  </a:lnTo>
                  <a:lnTo>
                    <a:pt x="230454" y="505421"/>
                  </a:lnTo>
                  <a:lnTo>
                    <a:pt x="224840" y="506920"/>
                  </a:lnTo>
                  <a:lnTo>
                    <a:pt x="219773" y="515708"/>
                  </a:lnTo>
                  <a:lnTo>
                    <a:pt x="221272" y="521335"/>
                  </a:lnTo>
                  <a:lnTo>
                    <a:pt x="318147" y="577291"/>
                  </a:lnTo>
                  <a:lnTo>
                    <a:pt x="318147" y="733425"/>
                  </a:lnTo>
                  <a:lnTo>
                    <a:pt x="322262" y="737527"/>
                  </a:lnTo>
                  <a:lnTo>
                    <a:pt x="332422" y="737527"/>
                  </a:lnTo>
                  <a:lnTo>
                    <a:pt x="336524" y="733425"/>
                  </a:lnTo>
                  <a:lnTo>
                    <a:pt x="336524" y="587908"/>
                  </a:lnTo>
                  <a:lnTo>
                    <a:pt x="342861" y="591566"/>
                  </a:lnTo>
                  <a:lnTo>
                    <a:pt x="344157" y="593801"/>
                  </a:lnTo>
                  <a:lnTo>
                    <a:pt x="349034" y="595134"/>
                  </a:lnTo>
                  <a:lnTo>
                    <a:pt x="349389" y="595325"/>
                  </a:lnTo>
                  <a:lnTo>
                    <a:pt x="349580" y="595274"/>
                  </a:lnTo>
                  <a:lnTo>
                    <a:pt x="349783" y="595325"/>
                  </a:lnTo>
                  <a:lnTo>
                    <a:pt x="350126" y="595134"/>
                  </a:lnTo>
                  <a:lnTo>
                    <a:pt x="355003" y="593801"/>
                  </a:lnTo>
                  <a:lnTo>
                    <a:pt x="356298" y="591566"/>
                  </a:lnTo>
                  <a:lnTo>
                    <a:pt x="362648" y="587908"/>
                  </a:lnTo>
                  <a:lnTo>
                    <a:pt x="362648" y="733425"/>
                  </a:lnTo>
                  <a:lnTo>
                    <a:pt x="366763" y="737527"/>
                  </a:lnTo>
                  <a:lnTo>
                    <a:pt x="376897" y="737527"/>
                  </a:lnTo>
                  <a:lnTo>
                    <a:pt x="381025" y="733425"/>
                  </a:lnTo>
                  <a:lnTo>
                    <a:pt x="381025" y="577291"/>
                  </a:lnTo>
                  <a:lnTo>
                    <a:pt x="548894" y="480339"/>
                  </a:lnTo>
                  <a:lnTo>
                    <a:pt x="550392" y="474726"/>
                  </a:lnTo>
                  <a:close/>
                </a:path>
                <a:path w="1143635" h="859789">
                  <a:moveTo>
                    <a:pt x="1099096" y="4114"/>
                  </a:moveTo>
                  <a:lnTo>
                    <a:pt x="1094968" y="0"/>
                  </a:lnTo>
                  <a:lnTo>
                    <a:pt x="1084834" y="0"/>
                  </a:lnTo>
                  <a:lnTo>
                    <a:pt x="1080719" y="4114"/>
                  </a:lnTo>
                  <a:lnTo>
                    <a:pt x="1080719" y="162407"/>
                  </a:lnTo>
                  <a:lnTo>
                    <a:pt x="1084834" y="166522"/>
                  </a:lnTo>
                  <a:lnTo>
                    <a:pt x="1094968" y="166522"/>
                  </a:lnTo>
                  <a:lnTo>
                    <a:pt x="1099096" y="162407"/>
                  </a:lnTo>
                  <a:lnTo>
                    <a:pt x="1099096" y="4114"/>
                  </a:lnTo>
                  <a:close/>
                </a:path>
                <a:path w="1143635" h="859789">
                  <a:moveTo>
                    <a:pt x="1143571" y="4114"/>
                  </a:moveTo>
                  <a:lnTo>
                    <a:pt x="1139469" y="0"/>
                  </a:lnTo>
                  <a:lnTo>
                    <a:pt x="1129322" y="0"/>
                  </a:lnTo>
                  <a:lnTo>
                    <a:pt x="1125207" y="4114"/>
                  </a:lnTo>
                  <a:lnTo>
                    <a:pt x="1125207" y="162407"/>
                  </a:lnTo>
                  <a:lnTo>
                    <a:pt x="1129322" y="166522"/>
                  </a:lnTo>
                  <a:lnTo>
                    <a:pt x="1139469" y="166522"/>
                  </a:lnTo>
                  <a:lnTo>
                    <a:pt x="1143571" y="162407"/>
                  </a:lnTo>
                  <a:lnTo>
                    <a:pt x="1143571" y="41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7737093" y="1252473"/>
            <a:ext cx="4204335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Classical Fischer</a:t>
            </a:r>
            <a:r>
              <a:rPr sz="1800" b="1" spc="1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esterification</a:t>
            </a:r>
            <a:endParaRPr sz="18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</a:pP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(Fischer esterification: RCOOH,</a:t>
            </a:r>
            <a:r>
              <a:rPr sz="1800" b="1" spc="-1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R’OH,</a:t>
            </a:r>
            <a:endParaRPr sz="18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</a:pP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H</a:t>
            </a:r>
            <a:r>
              <a:rPr sz="1800" b="1" spc="-7" baseline="-20833" dirty="0">
                <a:solidFill>
                  <a:srgbClr val="0000FF"/>
                </a:solidFill>
                <a:latin typeface="Arial"/>
                <a:cs typeface="Arial"/>
              </a:rPr>
              <a:t>2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SO</a:t>
            </a:r>
            <a:r>
              <a:rPr sz="1800" b="1" spc="-7" baseline="-20833" dirty="0">
                <a:solidFill>
                  <a:srgbClr val="0000FF"/>
                </a:solidFill>
                <a:latin typeface="Arial"/>
                <a:cs typeface="Arial"/>
              </a:rPr>
              <a:t>4</a:t>
            </a:r>
            <a:r>
              <a:rPr sz="1800" b="1" spc="217" baseline="-20833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catalyst)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605468" y="2776470"/>
            <a:ext cx="3018155" cy="1520190"/>
            <a:chOff x="3605468" y="2776470"/>
            <a:chExt cx="3018155" cy="1520190"/>
          </a:xfrm>
        </p:grpSpPr>
        <p:sp>
          <p:nvSpPr>
            <p:cNvPr id="10" name="object 10"/>
            <p:cNvSpPr/>
            <p:nvPr/>
          </p:nvSpPr>
          <p:spPr>
            <a:xfrm>
              <a:off x="3949979" y="3540226"/>
              <a:ext cx="518795" cy="72390"/>
            </a:xfrm>
            <a:custGeom>
              <a:avLst/>
              <a:gdLst/>
              <a:ahLst/>
              <a:cxnLst/>
              <a:rect l="l" t="t" r="r" b="b"/>
              <a:pathLst>
                <a:path w="518795" h="72389">
                  <a:moveTo>
                    <a:pt x="390664" y="0"/>
                  </a:moveTo>
                  <a:lnTo>
                    <a:pt x="0" y="0"/>
                  </a:lnTo>
                  <a:lnTo>
                    <a:pt x="0" y="18427"/>
                  </a:lnTo>
                  <a:lnTo>
                    <a:pt x="390664" y="18427"/>
                  </a:lnTo>
                  <a:lnTo>
                    <a:pt x="390664" y="0"/>
                  </a:lnTo>
                  <a:close/>
                </a:path>
                <a:path w="518795" h="72389">
                  <a:moveTo>
                    <a:pt x="518185" y="53555"/>
                  </a:moveTo>
                  <a:lnTo>
                    <a:pt x="127533" y="53555"/>
                  </a:lnTo>
                  <a:lnTo>
                    <a:pt x="127533" y="71983"/>
                  </a:lnTo>
                  <a:lnTo>
                    <a:pt x="518185" y="71983"/>
                  </a:lnTo>
                  <a:lnTo>
                    <a:pt x="518185" y="5355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316511" y="3502647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178441" y="56000"/>
                  </a:moveTo>
                  <a:lnTo>
                    <a:pt x="88177" y="56000"/>
                  </a:lnTo>
                  <a:lnTo>
                    <a:pt x="41825" y="56000"/>
                  </a:lnTo>
                  <a:lnTo>
                    <a:pt x="24748" y="56000"/>
                  </a:lnTo>
                  <a:lnTo>
                    <a:pt x="22309" y="56000"/>
                  </a:lnTo>
                  <a:lnTo>
                    <a:pt x="18823" y="34724"/>
                  </a:lnTo>
                  <a:lnTo>
                    <a:pt x="11154" y="16866"/>
                  </a:lnTo>
                  <a:lnTo>
                    <a:pt x="3485" y="4574"/>
                  </a:lnTo>
                  <a:lnTo>
                    <a:pt x="0" y="0"/>
                  </a:lnTo>
                  <a:lnTo>
                    <a:pt x="103161" y="32375"/>
                  </a:lnTo>
                  <a:lnTo>
                    <a:pt x="156136" y="49000"/>
                  </a:lnTo>
                  <a:lnTo>
                    <a:pt x="175653" y="55125"/>
                  </a:lnTo>
                  <a:lnTo>
                    <a:pt x="178441" y="5600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316511" y="3502647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0" y="0"/>
                  </a:moveTo>
                  <a:lnTo>
                    <a:pt x="3485" y="4574"/>
                  </a:lnTo>
                  <a:lnTo>
                    <a:pt x="11154" y="16866"/>
                  </a:lnTo>
                  <a:lnTo>
                    <a:pt x="18823" y="34724"/>
                  </a:lnTo>
                  <a:lnTo>
                    <a:pt x="22309" y="56000"/>
                  </a:lnTo>
                  <a:lnTo>
                    <a:pt x="178441" y="56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923224" y="3593774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0" y="0"/>
                  </a:moveTo>
                  <a:lnTo>
                    <a:pt x="103161" y="32375"/>
                  </a:lnTo>
                  <a:lnTo>
                    <a:pt x="156136" y="49000"/>
                  </a:lnTo>
                  <a:lnTo>
                    <a:pt x="175653" y="55125"/>
                  </a:lnTo>
                  <a:lnTo>
                    <a:pt x="178441" y="56000"/>
                  </a:lnTo>
                  <a:lnTo>
                    <a:pt x="165544" y="29949"/>
                  </a:lnTo>
                  <a:lnTo>
                    <a:pt x="158921" y="15432"/>
                  </a:lnTo>
                  <a:lnTo>
                    <a:pt x="156481" y="7199"/>
                  </a:lnTo>
                  <a:lnTo>
                    <a:pt x="156132" y="0"/>
                  </a:lnTo>
                  <a:lnTo>
                    <a:pt x="65868" y="0"/>
                  </a:lnTo>
                  <a:lnTo>
                    <a:pt x="19516" y="0"/>
                  </a:lnTo>
                  <a:lnTo>
                    <a:pt x="2439" y="0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923224" y="3593774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156132" y="0"/>
                  </a:moveTo>
                  <a:lnTo>
                    <a:pt x="0" y="0"/>
                  </a:lnTo>
                  <a:lnTo>
                    <a:pt x="178441" y="56000"/>
                  </a:lnTo>
                  <a:lnTo>
                    <a:pt x="165544" y="29949"/>
                  </a:lnTo>
                  <a:lnTo>
                    <a:pt x="158921" y="15432"/>
                  </a:lnTo>
                  <a:lnTo>
                    <a:pt x="156481" y="7199"/>
                  </a:lnTo>
                  <a:lnTo>
                    <a:pt x="1561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144871" y="3258142"/>
              <a:ext cx="222830" cy="230881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067096" y="3831645"/>
              <a:ext cx="103505" cy="110489"/>
            </a:xfrm>
            <a:custGeom>
              <a:avLst/>
              <a:gdLst/>
              <a:ahLst/>
              <a:cxnLst/>
              <a:rect l="l" t="t" r="r" b="b"/>
              <a:pathLst>
                <a:path w="103504" h="110489">
                  <a:moveTo>
                    <a:pt x="51604" y="0"/>
                  </a:moveTo>
                  <a:lnTo>
                    <a:pt x="10624" y="18154"/>
                  </a:lnTo>
                  <a:lnTo>
                    <a:pt x="0" y="55846"/>
                  </a:lnTo>
                  <a:lnTo>
                    <a:pt x="878" y="67904"/>
                  </a:lnTo>
                  <a:lnTo>
                    <a:pt x="21683" y="102217"/>
                  </a:lnTo>
                  <a:lnTo>
                    <a:pt x="51911" y="110388"/>
                  </a:lnTo>
                  <a:lnTo>
                    <a:pt x="63078" y="109475"/>
                  </a:lnTo>
                  <a:lnTo>
                    <a:pt x="73080" y="106736"/>
                  </a:lnTo>
                  <a:lnTo>
                    <a:pt x="81901" y="102171"/>
                  </a:lnTo>
                  <a:lnTo>
                    <a:pt x="89527" y="95781"/>
                  </a:lnTo>
                  <a:lnTo>
                    <a:pt x="92461" y="91956"/>
                  </a:lnTo>
                  <a:lnTo>
                    <a:pt x="43313" y="91956"/>
                  </a:lnTo>
                  <a:lnTo>
                    <a:pt x="36158" y="88838"/>
                  </a:lnTo>
                  <a:lnTo>
                    <a:pt x="22218" y="54833"/>
                  </a:lnTo>
                  <a:lnTo>
                    <a:pt x="22711" y="46490"/>
                  </a:lnTo>
                  <a:lnTo>
                    <a:pt x="43005" y="18415"/>
                  </a:lnTo>
                  <a:lnTo>
                    <a:pt x="92271" y="18415"/>
                  </a:lnTo>
                  <a:lnTo>
                    <a:pt x="89374" y="14637"/>
                  </a:lnTo>
                  <a:lnTo>
                    <a:pt x="81659" y="8235"/>
                  </a:lnTo>
                  <a:lnTo>
                    <a:pt x="72792" y="3661"/>
                  </a:lnTo>
                  <a:lnTo>
                    <a:pt x="62773" y="915"/>
                  </a:lnTo>
                  <a:lnTo>
                    <a:pt x="51604" y="0"/>
                  </a:lnTo>
                  <a:close/>
                </a:path>
                <a:path w="103504" h="110489">
                  <a:moveTo>
                    <a:pt x="92271" y="18415"/>
                  </a:moveTo>
                  <a:lnTo>
                    <a:pt x="60662" y="18415"/>
                  </a:lnTo>
                  <a:lnTo>
                    <a:pt x="67879" y="21426"/>
                  </a:lnTo>
                  <a:lnTo>
                    <a:pt x="73252" y="27447"/>
                  </a:lnTo>
                  <a:lnTo>
                    <a:pt x="76767" y="32544"/>
                  </a:lnTo>
                  <a:lnTo>
                    <a:pt x="79260" y="38807"/>
                  </a:lnTo>
                  <a:lnTo>
                    <a:pt x="80745" y="46236"/>
                  </a:lnTo>
                  <a:lnTo>
                    <a:pt x="81236" y="54833"/>
                  </a:lnTo>
                  <a:lnTo>
                    <a:pt x="80718" y="63536"/>
                  </a:lnTo>
                  <a:lnTo>
                    <a:pt x="60355" y="91956"/>
                  </a:lnTo>
                  <a:lnTo>
                    <a:pt x="92461" y="91956"/>
                  </a:lnTo>
                  <a:lnTo>
                    <a:pt x="95662" y="87784"/>
                  </a:lnTo>
                  <a:lnTo>
                    <a:pt x="100026" y="78377"/>
                  </a:lnTo>
                  <a:lnTo>
                    <a:pt x="102633" y="67561"/>
                  </a:lnTo>
                  <a:lnTo>
                    <a:pt x="103463" y="55846"/>
                  </a:lnTo>
                  <a:lnTo>
                    <a:pt x="103463" y="54833"/>
                  </a:lnTo>
                  <a:lnTo>
                    <a:pt x="102609" y="43023"/>
                  </a:lnTo>
                  <a:lnTo>
                    <a:pt x="99949" y="32131"/>
                  </a:lnTo>
                  <a:lnTo>
                    <a:pt x="95532" y="22669"/>
                  </a:lnTo>
                  <a:lnTo>
                    <a:pt x="92271" y="1841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605468" y="2776470"/>
              <a:ext cx="3017749" cy="1309941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849683" y="4097134"/>
              <a:ext cx="85725" cy="199390"/>
            </a:xfrm>
            <a:custGeom>
              <a:avLst/>
              <a:gdLst/>
              <a:ahLst/>
              <a:cxnLst/>
              <a:rect l="l" t="t" r="r" b="b"/>
              <a:pathLst>
                <a:path w="85725" h="199389">
                  <a:moveTo>
                    <a:pt x="53746" y="4140"/>
                  </a:moveTo>
                  <a:lnTo>
                    <a:pt x="49593" y="0"/>
                  </a:lnTo>
                  <a:lnTo>
                    <a:pt x="39458" y="0"/>
                  </a:lnTo>
                  <a:lnTo>
                    <a:pt x="35318" y="4140"/>
                  </a:lnTo>
                  <a:lnTo>
                    <a:pt x="35318" y="76987"/>
                  </a:lnTo>
                  <a:lnTo>
                    <a:pt x="39458" y="81102"/>
                  </a:lnTo>
                  <a:lnTo>
                    <a:pt x="49593" y="81102"/>
                  </a:lnTo>
                  <a:lnTo>
                    <a:pt x="53746" y="76987"/>
                  </a:lnTo>
                  <a:lnTo>
                    <a:pt x="53746" y="4140"/>
                  </a:lnTo>
                  <a:close/>
                </a:path>
                <a:path w="85725" h="199389">
                  <a:moveTo>
                    <a:pt x="85217" y="92290"/>
                  </a:moveTo>
                  <a:lnTo>
                    <a:pt x="63728" y="92290"/>
                  </a:lnTo>
                  <a:lnTo>
                    <a:pt x="63728" y="134302"/>
                  </a:lnTo>
                  <a:lnTo>
                    <a:pt x="21501" y="134302"/>
                  </a:lnTo>
                  <a:lnTo>
                    <a:pt x="21501" y="92290"/>
                  </a:lnTo>
                  <a:lnTo>
                    <a:pt x="0" y="92290"/>
                  </a:lnTo>
                  <a:lnTo>
                    <a:pt x="0" y="199034"/>
                  </a:lnTo>
                  <a:lnTo>
                    <a:pt x="21501" y="199034"/>
                  </a:lnTo>
                  <a:lnTo>
                    <a:pt x="21501" y="152361"/>
                  </a:lnTo>
                  <a:lnTo>
                    <a:pt x="63728" y="152361"/>
                  </a:lnTo>
                  <a:lnTo>
                    <a:pt x="63728" y="199034"/>
                  </a:lnTo>
                  <a:lnTo>
                    <a:pt x="85217" y="199034"/>
                  </a:lnTo>
                  <a:lnTo>
                    <a:pt x="85217" y="922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9" name="object 19"/>
          <p:cNvGrpSpPr/>
          <p:nvPr/>
        </p:nvGrpSpPr>
        <p:grpSpPr>
          <a:xfrm>
            <a:off x="8119815" y="2880203"/>
            <a:ext cx="2127250" cy="1941195"/>
            <a:chOff x="8119815" y="2880203"/>
            <a:chExt cx="2127250" cy="1941195"/>
          </a:xfrm>
        </p:grpSpPr>
        <p:sp>
          <p:nvSpPr>
            <p:cNvPr id="20" name="object 20"/>
            <p:cNvSpPr/>
            <p:nvPr/>
          </p:nvSpPr>
          <p:spPr>
            <a:xfrm>
              <a:off x="8417086" y="3888625"/>
              <a:ext cx="103505" cy="110489"/>
            </a:xfrm>
            <a:custGeom>
              <a:avLst/>
              <a:gdLst/>
              <a:ahLst/>
              <a:cxnLst/>
              <a:rect l="l" t="t" r="r" b="b"/>
              <a:pathLst>
                <a:path w="103504" h="110489">
                  <a:moveTo>
                    <a:pt x="51597" y="0"/>
                  </a:moveTo>
                  <a:lnTo>
                    <a:pt x="42998" y="0"/>
                  </a:lnTo>
                  <a:lnTo>
                    <a:pt x="35319" y="1395"/>
                  </a:lnTo>
                  <a:lnTo>
                    <a:pt x="28716" y="4217"/>
                  </a:lnTo>
                  <a:lnTo>
                    <a:pt x="23648" y="6303"/>
                  </a:lnTo>
                  <a:lnTo>
                    <a:pt x="19042" y="9494"/>
                  </a:lnTo>
                  <a:lnTo>
                    <a:pt x="14895" y="13803"/>
                  </a:lnTo>
                  <a:lnTo>
                    <a:pt x="10595" y="18129"/>
                  </a:lnTo>
                  <a:lnTo>
                    <a:pt x="0" y="55767"/>
                  </a:lnTo>
                  <a:lnTo>
                    <a:pt x="890" y="67806"/>
                  </a:lnTo>
                  <a:lnTo>
                    <a:pt x="21758" y="102063"/>
                  </a:lnTo>
                  <a:lnTo>
                    <a:pt x="51904" y="110216"/>
                  </a:lnTo>
                  <a:lnTo>
                    <a:pt x="63074" y="109307"/>
                  </a:lnTo>
                  <a:lnTo>
                    <a:pt x="73077" y="106577"/>
                  </a:lnTo>
                  <a:lnTo>
                    <a:pt x="81900" y="102024"/>
                  </a:lnTo>
                  <a:lnTo>
                    <a:pt x="89528" y="95645"/>
                  </a:lnTo>
                  <a:lnTo>
                    <a:pt x="92460" y="91826"/>
                  </a:lnTo>
                  <a:lnTo>
                    <a:pt x="43305" y="91826"/>
                  </a:lnTo>
                  <a:lnTo>
                    <a:pt x="36241" y="88713"/>
                  </a:lnTo>
                  <a:lnTo>
                    <a:pt x="22283" y="54740"/>
                  </a:lnTo>
                  <a:lnTo>
                    <a:pt x="22761" y="46418"/>
                  </a:lnTo>
                  <a:lnTo>
                    <a:pt x="42998" y="18389"/>
                  </a:lnTo>
                  <a:lnTo>
                    <a:pt x="92303" y="18389"/>
                  </a:lnTo>
                  <a:lnTo>
                    <a:pt x="89374" y="14616"/>
                  </a:lnTo>
                  <a:lnTo>
                    <a:pt x="81744" y="8217"/>
                  </a:lnTo>
                  <a:lnTo>
                    <a:pt x="72904" y="3650"/>
                  </a:lnTo>
                  <a:lnTo>
                    <a:pt x="62856" y="912"/>
                  </a:lnTo>
                  <a:lnTo>
                    <a:pt x="51597" y="0"/>
                  </a:lnTo>
                  <a:close/>
                </a:path>
                <a:path w="103504" h="110489">
                  <a:moveTo>
                    <a:pt x="92303" y="18389"/>
                  </a:moveTo>
                  <a:lnTo>
                    <a:pt x="60811" y="18389"/>
                  </a:lnTo>
                  <a:lnTo>
                    <a:pt x="67875" y="21396"/>
                  </a:lnTo>
                  <a:lnTo>
                    <a:pt x="73250" y="27408"/>
                  </a:lnTo>
                  <a:lnTo>
                    <a:pt x="76765" y="32498"/>
                  </a:lnTo>
                  <a:lnTo>
                    <a:pt x="79258" y="38750"/>
                  </a:lnTo>
                  <a:lnTo>
                    <a:pt x="80743" y="46164"/>
                  </a:lnTo>
                  <a:lnTo>
                    <a:pt x="81235" y="54740"/>
                  </a:lnTo>
                  <a:lnTo>
                    <a:pt x="80717" y="63433"/>
                  </a:lnTo>
                  <a:lnTo>
                    <a:pt x="60504" y="91826"/>
                  </a:lnTo>
                  <a:lnTo>
                    <a:pt x="92460" y="91826"/>
                  </a:lnTo>
                  <a:lnTo>
                    <a:pt x="95663" y="87653"/>
                  </a:lnTo>
                  <a:lnTo>
                    <a:pt x="100028" y="78260"/>
                  </a:lnTo>
                  <a:lnTo>
                    <a:pt x="102636" y="67464"/>
                  </a:lnTo>
                  <a:lnTo>
                    <a:pt x="103466" y="55767"/>
                  </a:lnTo>
                  <a:lnTo>
                    <a:pt x="103465" y="54740"/>
                  </a:lnTo>
                  <a:lnTo>
                    <a:pt x="102634" y="42955"/>
                  </a:lnTo>
                  <a:lnTo>
                    <a:pt x="100009" y="32080"/>
                  </a:lnTo>
                  <a:lnTo>
                    <a:pt x="95598" y="22634"/>
                  </a:lnTo>
                  <a:lnTo>
                    <a:pt x="92303" y="1838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119815" y="2880203"/>
              <a:ext cx="2127077" cy="1940719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6895731" y="3516824"/>
            <a:ext cx="885190" cy="149225"/>
            <a:chOff x="6895731" y="3516824"/>
            <a:chExt cx="885190" cy="149225"/>
          </a:xfrm>
        </p:grpSpPr>
        <p:sp>
          <p:nvSpPr>
            <p:cNvPr id="23" name="object 23"/>
            <p:cNvSpPr/>
            <p:nvPr/>
          </p:nvSpPr>
          <p:spPr>
            <a:xfrm>
              <a:off x="6923570" y="3555441"/>
              <a:ext cx="829310" cy="72390"/>
            </a:xfrm>
            <a:custGeom>
              <a:avLst/>
              <a:gdLst/>
              <a:ahLst/>
              <a:cxnLst/>
              <a:rect l="l" t="t" r="r" b="b"/>
              <a:pathLst>
                <a:path w="829309" h="72389">
                  <a:moveTo>
                    <a:pt x="701700" y="0"/>
                  </a:moveTo>
                  <a:lnTo>
                    <a:pt x="0" y="0"/>
                  </a:lnTo>
                  <a:lnTo>
                    <a:pt x="0" y="18402"/>
                  </a:lnTo>
                  <a:lnTo>
                    <a:pt x="701700" y="18402"/>
                  </a:lnTo>
                  <a:lnTo>
                    <a:pt x="701700" y="0"/>
                  </a:lnTo>
                  <a:close/>
                </a:path>
                <a:path w="829309" h="72389">
                  <a:moveTo>
                    <a:pt x="829246" y="53467"/>
                  </a:moveTo>
                  <a:lnTo>
                    <a:pt x="127546" y="53467"/>
                  </a:lnTo>
                  <a:lnTo>
                    <a:pt x="127546" y="71869"/>
                  </a:lnTo>
                  <a:lnTo>
                    <a:pt x="829246" y="71869"/>
                  </a:lnTo>
                  <a:lnTo>
                    <a:pt x="829246" y="5346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601118" y="3517898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178473" y="55936"/>
                  </a:moveTo>
                  <a:lnTo>
                    <a:pt x="88193" y="55936"/>
                  </a:lnTo>
                  <a:lnTo>
                    <a:pt x="41833" y="55936"/>
                  </a:lnTo>
                  <a:lnTo>
                    <a:pt x="24753" y="55936"/>
                  </a:lnTo>
                  <a:lnTo>
                    <a:pt x="22313" y="55936"/>
                  </a:lnTo>
                  <a:lnTo>
                    <a:pt x="18826" y="34688"/>
                  </a:lnTo>
                  <a:lnTo>
                    <a:pt x="11156" y="16850"/>
                  </a:lnTo>
                  <a:lnTo>
                    <a:pt x="3486" y="4570"/>
                  </a:lnTo>
                  <a:lnTo>
                    <a:pt x="0" y="0"/>
                  </a:lnTo>
                  <a:lnTo>
                    <a:pt x="103179" y="32338"/>
                  </a:lnTo>
                  <a:lnTo>
                    <a:pt x="156164" y="48944"/>
                  </a:lnTo>
                  <a:lnTo>
                    <a:pt x="175684" y="55062"/>
                  </a:lnTo>
                  <a:lnTo>
                    <a:pt x="178473" y="5593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601118" y="3517898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0" y="0"/>
                  </a:moveTo>
                  <a:lnTo>
                    <a:pt x="3486" y="4570"/>
                  </a:lnTo>
                  <a:lnTo>
                    <a:pt x="11156" y="16850"/>
                  </a:lnTo>
                  <a:lnTo>
                    <a:pt x="18826" y="34688"/>
                  </a:lnTo>
                  <a:lnTo>
                    <a:pt x="22313" y="55936"/>
                  </a:lnTo>
                  <a:lnTo>
                    <a:pt x="178473" y="559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896805" y="3608896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0" y="0"/>
                  </a:moveTo>
                  <a:lnTo>
                    <a:pt x="103181" y="32338"/>
                  </a:lnTo>
                  <a:lnTo>
                    <a:pt x="156166" y="48944"/>
                  </a:lnTo>
                  <a:lnTo>
                    <a:pt x="175687" y="55062"/>
                  </a:lnTo>
                  <a:lnTo>
                    <a:pt x="178476" y="55936"/>
                  </a:lnTo>
                  <a:lnTo>
                    <a:pt x="165576" y="29922"/>
                  </a:lnTo>
                  <a:lnTo>
                    <a:pt x="158952" y="15423"/>
                  </a:lnTo>
                  <a:lnTo>
                    <a:pt x="156511" y="7197"/>
                  </a:lnTo>
                  <a:lnTo>
                    <a:pt x="156163" y="0"/>
                  </a:lnTo>
                  <a:lnTo>
                    <a:pt x="65881" y="0"/>
                  </a:lnTo>
                  <a:lnTo>
                    <a:pt x="19520" y="0"/>
                  </a:lnTo>
                  <a:lnTo>
                    <a:pt x="2440" y="0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6896805" y="3608896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156163" y="0"/>
                  </a:moveTo>
                  <a:lnTo>
                    <a:pt x="0" y="0"/>
                  </a:lnTo>
                  <a:lnTo>
                    <a:pt x="178476" y="55936"/>
                  </a:lnTo>
                  <a:lnTo>
                    <a:pt x="165576" y="29922"/>
                  </a:lnTo>
                  <a:lnTo>
                    <a:pt x="158952" y="15423"/>
                  </a:lnTo>
                  <a:lnTo>
                    <a:pt x="156511" y="7197"/>
                  </a:lnTo>
                  <a:lnTo>
                    <a:pt x="15616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/>
          <p:nvPr/>
        </p:nvSpPr>
        <p:spPr>
          <a:xfrm>
            <a:off x="7123639" y="3887091"/>
            <a:ext cx="694055" cy="110489"/>
          </a:xfrm>
          <a:custGeom>
            <a:avLst/>
            <a:gdLst/>
            <a:ahLst/>
            <a:cxnLst/>
            <a:rect l="l" t="t" r="r" b="b"/>
            <a:pathLst>
              <a:path w="694054" h="110489">
                <a:moveTo>
                  <a:pt x="31818" y="47255"/>
                </a:moveTo>
                <a:lnTo>
                  <a:pt x="11348" y="47255"/>
                </a:lnTo>
                <a:lnTo>
                  <a:pt x="11348" y="108406"/>
                </a:lnTo>
                <a:lnTo>
                  <a:pt x="31818" y="108406"/>
                </a:lnTo>
                <a:lnTo>
                  <a:pt x="31818" y="47255"/>
                </a:lnTo>
                <a:close/>
              </a:path>
              <a:path w="694054" h="110489">
                <a:moveTo>
                  <a:pt x="47098" y="31181"/>
                </a:moveTo>
                <a:lnTo>
                  <a:pt x="0" y="31181"/>
                </a:lnTo>
                <a:lnTo>
                  <a:pt x="0" y="47255"/>
                </a:lnTo>
                <a:lnTo>
                  <a:pt x="47098" y="47255"/>
                </a:lnTo>
                <a:lnTo>
                  <a:pt x="47098" y="31181"/>
                </a:lnTo>
                <a:close/>
              </a:path>
              <a:path w="694054" h="110489">
                <a:moveTo>
                  <a:pt x="40986" y="0"/>
                </a:moveTo>
                <a:lnTo>
                  <a:pt x="29484" y="0"/>
                </a:lnTo>
                <a:lnTo>
                  <a:pt x="24785" y="996"/>
                </a:lnTo>
                <a:lnTo>
                  <a:pt x="17352" y="5030"/>
                </a:lnTo>
                <a:lnTo>
                  <a:pt x="14819" y="7638"/>
                </a:lnTo>
                <a:lnTo>
                  <a:pt x="12039" y="14033"/>
                </a:lnTo>
                <a:lnTo>
                  <a:pt x="11348" y="18880"/>
                </a:lnTo>
                <a:lnTo>
                  <a:pt x="11348" y="31181"/>
                </a:lnTo>
                <a:lnTo>
                  <a:pt x="31818" y="31181"/>
                </a:lnTo>
                <a:lnTo>
                  <a:pt x="31818" y="21810"/>
                </a:lnTo>
                <a:lnTo>
                  <a:pt x="32448" y="19156"/>
                </a:lnTo>
                <a:lnTo>
                  <a:pt x="35028" y="16395"/>
                </a:lnTo>
                <a:lnTo>
                  <a:pt x="37147" y="15705"/>
                </a:lnTo>
                <a:lnTo>
                  <a:pt x="49721" y="15705"/>
                </a:lnTo>
                <a:lnTo>
                  <a:pt x="52273" y="2607"/>
                </a:lnTo>
                <a:lnTo>
                  <a:pt x="46683" y="874"/>
                </a:lnTo>
                <a:lnTo>
                  <a:pt x="40986" y="0"/>
                </a:lnTo>
                <a:close/>
              </a:path>
              <a:path w="694054" h="110489">
                <a:moveTo>
                  <a:pt x="49721" y="15705"/>
                </a:moveTo>
                <a:lnTo>
                  <a:pt x="43121" y="15705"/>
                </a:lnTo>
                <a:lnTo>
                  <a:pt x="46253" y="16089"/>
                </a:lnTo>
                <a:lnTo>
                  <a:pt x="49493" y="16871"/>
                </a:lnTo>
                <a:lnTo>
                  <a:pt x="49721" y="15705"/>
                </a:lnTo>
                <a:close/>
              </a:path>
              <a:path w="694054" h="110489">
                <a:moveTo>
                  <a:pt x="95148" y="29448"/>
                </a:moveTo>
                <a:lnTo>
                  <a:pt x="87578" y="29448"/>
                </a:lnTo>
                <a:lnTo>
                  <a:pt x="80713" y="31120"/>
                </a:lnTo>
                <a:lnTo>
                  <a:pt x="55495" y="61267"/>
                </a:lnTo>
                <a:lnTo>
                  <a:pt x="55415" y="77967"/>
                </a:lnTo>
                <a:lnTo>
                  <a:pt x="57003" y="85108"/>
                </a:lnTo>
                <a:lnTo>
                  <a:pt x="63698" y="97470"/>
                </a:lnTo>
                <a:lnTo>
                  <a:pt x="68582" y="102148"/>
                </a:lnTo>
                <a:lnTo>
                  <a:pt x="81450" y="108544"/>
                </a:lnTo>
                <a:lnTo>
                  <a:pt x="88207" y="110155"/>
                </a:lnTo>
                <a:lnTo>
                  <a:pt x="95287" y="110155"/>
                </a:lnTo>
                <a:lnTo>
                  <a:pt x="127925" y="93498"/>
                </a:lnTo>
                <a:lnTo>
                  <a:pt x="89881" y="93498"/>
                </a:lnTo>
                <a:lnTo>
                  <a:pt x="85397" y="91458"/>
                </a:lnTo>
                <a:lnTo>
                  <a:pt x="78103" y="83314"/>
                </a:lnTo>
                <a:lnTo>
                  <a:pt x="76329" y="77577"/>
                </a:lnTo>
                <a:lnTo>
                  <a:pt x="76357" y="61918"/>
                </a:lnTo>
                <a:lnTo>
                  <a:pt x="78103" y="56273"/>
                </a:lnTo>
                <a:lnTo>
                  <a:pt x="85397" y="48129"/>
                </a:lnTo>
                <a:lnTo>
                  <a:pt x="89881" y="46089"/>
                </a:lnTo>
                <a:lnTo>
                  <a:pt x="128156" y="46089"/>
                </a:lnTo>
                <a:lnTo>
                  <a:pt x="123896" y="40828"/>
                </a:lnTo>
                <a:lnTo>
                  <a:pt x="117899" y="35847"/>
                </a:lnTo>
                <a:lnTo>
                  <a:pt x="111106" y="32291"/>
                </a:lnTo>
                <a:lnTo>
                  <a:pt x="103521" y="30158"/>
                </a:lnTo>
                <a:lnTo>
                  <a:pt x="95148" y="29448"/>
                </a:lnTo>
                <a:close/>
              </a:path>
              <a:path w="694054" h="110489">
                <a:moveTo>
                  <a:pt x="128156" y="46089"/>
                </a:moveTo>
                <a:lnTo>
                  <a:pt x="100554" y="46089"/>
                </a:lnTo>
                <a:lnTo>
                  <a:pt x="105038" y="48129"/>
                </a:lnTo>
                <a:lnTo>
                  <a:pt x="112271" y="56273"/>
                </a:lnTo>
                <a:lnTo>
                  <a:pt x="114015" y="61918"/>
                </a:lnTo>
                <a:lnTo>
                  <a:pt x="114016" y="77577"/>
                </a:lnTo>
                <a:lnTo>
                  <a:pt x="112271" y="83314"/>
                </a:lnTo>
                <a:lnTo>
                  <a:pt x="105038" y="91458"/>
                </a:lnTo>
                <a:lnTo>
                  <a:pt x="100554" y="93498"/>
                </a:lnTo>
                <a:lnTo>
                  <a:pt x="127925" y="93498"/>
                </a:lnTo>
                <a:lnTo>
                  <a:pt x="128744" y="92484"/>
                </a:lnTo>
                <a:lnTo>
                  <a:pt x="132280" y="85599"/>
                </a:lnTo>
                <a:lnTo>
                  <a:pt x="134400" y="77967"/>
                </a:lnTo>
                <a:lnTo>
                  <a:pt x="135088" y="69801"/>
                </a:lnTo>
                <a:lnTo>
                  <a:pt x="135032" y="68712"/>
                </a:lnTo>
                <a:lnTo>
                  <a:pt x="134406" y="61267"/>
                </a:lnTo>
                <a:lnTo>
                  <a:pt x="132305" y="53701"/>
                </a:lnTo>
                <a:lnTo>
                  <a:pt x="128802" y="46888"/>
                </a:lnTo>
                <a:lnTo>
                  <a:pt x="128156" y="46089"/>
                </a:lnTo>
                <a:close/>
              </a:path>
              <a:path w="694054" h="110489">
                <a:moveTo>
                  <a:pt x="172023" y="31181"/>
                </a:moveTo>
                <a:lnTo>
                  <a:pt x="153027" y="31181"/>
                </a:lnTo>
                <a:lnTo>
                  <a:pt x="153027" y="108406"/>
                </a:lnTo>
                <a:lnTo>
                  <a:pt x="173482" y="108406"/>
                </a:lnTo>
                <a:lnTo>
                  <a:pt x="173588" y="75552"/>
                </a:lnTo>
                <a:lnTo>
                  <a:pt x="173908" y="68235"/>
                </a:lnTo>
                <a:lnTo>
                  <a:pt x="184293" y="47761"/>
                </a:lnTo>
                <a:lnTo>
                  <a:pt x="197966" y="47761"/>
                </a:lnTo>
                <a:lnTo>
                  <a:pt x="199955" y="42163"/>
                </a:lnTo>
                <a:lnTo>
                  <a:pt x="172023" y="42163"/>
                </a:lnTo>
                <a:lnTo>
                  <a:pt x="172023" y="31181"/>
                </a:lnTo>
                <a:close/>
              </a:path>
              <a:path w="694054" h="110489">
                <a:moveTo>
                  <a:pt x="197966" y="47761"/>
                </a:moveTo>
                <a:lnTo>
                  <a:pt x="190128" y="47761"/>
                </a:lnTo>
                <a:lnTo>
                  <a:pt x="193322" y="48881"/>
                </a:lnTo>
                <a:lnTo>
                  <a:pt x="196778" y="51105"/>
                </a:lnTo>
                <a:lnTo>
                  <a:pt x="197966" y="47761"/>
                </a:lnTo>
                <a:close/>
              </a:path>
              <a:path w="694054" h="110489">
                <a:moveTo>
                  <a:pt x="194290" y="29448"/>
                </a:moveTo>
                <a:lnTo>
                  <a:pt x="186335" y="29448"/>
                </a:lnTo>
                <a:lnTo>
                  <a:pt x="183387" y="30261"/>
                </a:lnTo>
                <a:lnTo>
                  <a:pt x="178196" y="33558"/>
                </a:lnTo>
                <a:lnTo>
                  <a:pt x="175279" y="36979"/>
                </a:lnTo>
                <a:lnTo>
                  <a:pt x="172023" y="42163"/>
                </a:lnTo>
                <a:lnTo>
                  <a:pt x="199955" y="42163"/>
                </a:lnTo>
                <a:lnTo>
                  <a:pt x="203105" y="33298"/>
                </a:lnTo>
                <a:lnTo>
                  <a:pt x="198789" y="30721"/>
                </a:lnTo>
                <a:lnTo>
                  <a:pt x="194290" y="29448"/>
                </a:lnTo>
                <a:close/>
              </a:path>
              <a:path w="694054" h="110489">
                <a:moveTo>
                  <a:pt x="230992" y="31181"/>
                </a:moveTo>
                <a:lnTo>
                  <a:pt x="212134" y="31181"/>
                </a:lnTo>
                <a:lnTo>
                  <a:pt x="212134" y="108406"/>
                </a:lnTo>
                <a:lnTo>
                  <a:pt x="232589" y="108406"/>
                </a:lnTo>
                <a:lnTo>
                  <a:pt x="232589" y="63467"/>
                </a:lnTo>
                <a:lnTo>
                  <a:pt x="233142" y="58160"/>
                </a:lnTo>
                <a:lnTo>
                  <a:pt x="235322" y="51764"/>
                </a:lnTo>
                <a:lnTo>
                  <a:pt x="237119" y="49310"/>
                </a:lnTo>
                <a:lnTo>
                  <a:pt x="242171" y="45920"/>
                </a:lnTo>
                <a:lnTo>
                  <a:pt x="245012" y="45077"/>
                </a:lnTo>
                <a:lnTo>
                  <a:pt x="324600" y="45077"/>
                </a:lnTo>
                <a:lnTo>
                  <a:pt x="323158" y="41733"/>
                </a:lnTo>
                <a:lnTo>
                  <a:pt x="230992" y="41733"/>
                </a:lnTo>
                <a:lnTo>
                  <a:pt x="230992" y="31181"/>
                </a:lnTo>
                <a:close/>
              </a:path>
              <a:path w="694054" h="110489">
                <a:moveTo>
                  <a:pt x="291681" y="45077"/>
                </a:moveTo>
                <a:lnTo>
                  <a:pt x="250786" y="45077"/>
                </a:lnTo>
                <a:lnTo>
                  <a:pt x="252860" y="45614"/>
                </a:lnTo>
                <a:lnTo>
                  <a:pt x="255916" y="47746"/>
                </a:lnTo>
                <a:lnTo>
                  <a:pt x="258864" y="108406"/>
                </a:lnTo>
                <a:lnTo>
                  <a:pt x="279319" y="108406"/>
                </a:lnTo>
                <a:lnTo>
                  <a:pt x="279381" y="63467"/>
                </a:lnTo>
                <a:lnTo>
                  <a:pt x="288978" y="45951"/>
                </a:lnTo>
                <a:lnTo>
                  <a:pt x="291681" y="45077"/>
                </a:lnTo>
                <a:close/>
              </a:path>
              <a:path w="694054" h="110489">
                <a:moveTo>
                  <a:pt x="324600" y="45077"/>
                </a:moveTo>
                <a:lnTo>
                  <a:pt x="298468" y="45077"/>
                </a:lnTo>
                <a:lnTo>
                  <a:pt x="301386" y="46534"/>
                </a:lnTo>
                <a:lnTo>
                  <a:pt x="303275" y="49433"/>
                </a:lnTo>
                <a:lnTo>
                  <a:pt x="304688" y="51672"/>
                </a:lnTo>
                <a:lnTo>
                  <a:pt x="305394" y="56611"/>
                </a:lnTo>
                <a:lnTo>
                  <a:pt x="305394" y="108406"/>
                </a:lnTo>
                <a:lnTo>
                  <a:pt x="325849" y="108406"/>
                </a:lnTo>
                <a:lnTo>
                  <a:pt x="325849" y="51672"/>
                </a:lnTo>
                <a:lnTo>
                  <a:pt x="325143" y="46335"/>
                </a:lnTo>
                <a:lnTo>
                  <a:pt x="324600" y="45077"/>
                </a:lnTo>
                <a:close/>
              </a:path>
              <a:path w="694054" h="110489">
                <a:moveTo>
                  <a:pt x="260031" y="29448"/>
                </a:moveTo>
                <a:lnTo>
                  <a:pt x="255086" y="29448"/>
                </a:lnTo>
                <a:lnTo>
                  <a:pt x="248337" y="30216"/>
                </a:lnTo>
                <a:lnTo>
                  <a:pt x="242072" y="32519"/>
                </a:lnTo>
                <a:lnTo>
                  <a:pt x="236290" y="36358"/>
                </a:lnTo>
                <a:lnTo>
                  <a:pt x="230992" y="41733"/>
                </a:lnTo>
                <a:lnTo>
                  <a:pt x="276923" y="41733"/>
                </a:lnTo>
                <a:lnTo>
                  <a:pt x="274589" y="37607"/>
                </a:lnTo>
                <a:lnTo>
                  <a:pt x="271610" y="34540"/>
                </a:lnTo>
                <a:lnTo>
                  <a:pt x="264331" y="30460"/>
                </a:lnTo>
                <a:lnTo>
                  <a:pt x="260031" y="29448"/>
                </a:lnTo>
                <a:close/>
              </a:path>
              <a:path w="694054" h="110489">
                <a:moveTo>
                  <a:pt x="306193" y="29448"/>
                </a:moveTo>
                <a:lnTo>
                  <a:pt x="296042" y="29448"/>
                </a:lnTo>
                <a:lnTo>
                  <a:pt x="291850" y="30460"/>
                </a:lnTo>
                <a:lnTo>
                  <a:pt x="283987" y="34540"/>
                </a:lnTo>
                <a:lnTo>
                  <a:pt x="280317" y="37607"/>
                </a:lnTo>
                <a:lnTo>
                  <a:pt x="276923" y="41733"/>
                </a:lnTo>
                <a:lnTo>
                  <a:pt x="323158" y="41733"/>
                </a:lnTo>
                <a:lnTo>
                  <a:pt x="321795" y="38574"/>
                </a:lnTo>
                <a:lnTo>
                  <a:pt x="318862" y="35199"/>
                </a:lnTo>
                <a:lnTo>
                  <a:pt x="310999" y="30598"/>
                </a:lnTo>
                <a:lnTo>
                  <a:pt x="306193" y="29448"/>
                </a:lnTo>
                <a:close/>
              </a:path>
              <a:path w="694054" h="110489">
                <a:moveTo>
                  <a:pt x="412204" y="45077"/>
                </a:moveTo>
                <a:lnTo>
                  <a:pt x="384373" y="45077"/>
                </a:lnTo>
                <a:lnTo>
                  <a:pt x="388043" y="45905"/>
                </a:lnTo>
                <a:lnTo>
                  <a:pt x="391928" y="49264"/>
                </a:lnTo>
                <a:lnTo>
                  <a:pt x="392895" y="52056"/>
                </a:lnTo>
                <a:lnTo>
                  <a:pt x="392895" y="58022"/>
                </a:lnTo>
                <a:lnTo>
                  <a:pt x="389210" y="59571"/>
                </a:lnTo>
                <a:lnTo>
                  <a:pt x="382576" y="61243"/>
                </a:lnTo>
                <a:lnTo>
                  <a:pt x="365929" y="64387"/>
                </a:lnTo>
                <a:lnTo>
                  <a:pt x="360509" y="65982"/>
                </a:lnTo>
                <a:lnTo>
                  <a:pt x="352984" y="69617"/>
                </a:lnTo>
                <a:lnTo>
                  <a:pt x="350066" y="72240"/>
                </a:lnTo>
                <a:lnTo>
                  <a:pt x="345889" y="79065"/>
                </a:lnTo>
                <a:lnTo>
                  <a:pt x="344845" y="82961"/>
                </a:lnTo>
                <a:lnTo>
                  <a:pt x="344845" y="93912"/>
                </a:lnTo>
                <a:lnTo>
                  <a:pt x="347133" y="99372"/>
                </a:lnTo>
                <a:lnTo>
                  <a:pt x="356316" y="107992"/>
                </a:lnTo>
                <a:lnTo>
                  <a:pt x="362582" y="110155"/>
                </a:lnTo>
                <a:lnTo>
                  <a:pt x="375051" y="110155"/>
                </a:lnTo>
                <a:lnTo>
                  <a:pt x="379305" y="109296"/>
                </a:lnTo>
                <a:lnTo>
                  <a:pt x="387260" y="105906"/>
                </a:lnTo>
                <a:lnTo>
                  <a:pt x="391007" y="103360"/>
                </a:lnTo>
                <a:lnTo>
                  <a:pt x="394493" y="99970"/>
                </a:lnTo>
                <a:lnTo>
                  <a:pt x="414143" y="99970"/>
                </a:lnTo>
                <a:lnTo>
                  <a:pt x="413281" y="95753"/>
                </a:lnTo>
                <a:lnTo>
                  <a:pt x="373362" y="95753"/>
                </a:lnTo>
                <a:lnTo>
                  <a:pt x="370644" y="94710"/>
                </a:lnTo>
                <a:lnTo>
                  <a:pt x="366375" y="90538"/>
                </a:lnTo>
                <a:lnTo>
                  <a:pt x="365300" y="88068"/>
                </a:lnTo>
                <a:lnTo>
                  <a:pt x="365300" y="82301"/>
                </a:lnTo>
                <a:lnTo>
                  <a:pt x="366636" y="79909"/>
                </a:lnTo>
                <a:lnTo>
                  <a:pt x="369308" y="78007"/>
                </a:lnTo>
                <a:lnTo>
                  <a:pt x="371059" y="76857"/>
                </a:lnTo>
                <a:lnTo>
                  <a:pt x="374759" y="75660"/>
                </a:lnTo>
                <a:lnTo>
                  <a:pt x="386123" y="73237"/>
                </a:lnTo>
                <a:lnTo>
                  <a:pt x="390270" y="72194"/>
                </a:lnTo>
                <a:lnTo>
                  <a:pt x="392895" y="71320"/>
                </a:lnTo>
                <a:lnTo>
                  <a:pt x="412872" y="71320"/>
                </a:lnTo>
                <a:lnTo>
                  <a:pt x="412982" y="50307"/>
                </a:lnTo>
                <a:lnTo>
                  <a:pt x="412204" y="45077"/>
                </a:lnTo>
                <a:close/>
              </a:path>
              <a:path w="694054" h="110489">
                <a:moveTo>
                  <a:pt x="414143" y="99970"/>
                </a:moveTo>
                <a:lnTo>
                  <a:pt x="394493" y="99970"/>
                </a:lnTo>
                <a:lnTo>
                  <a:pt x="394646" y="100354"/>
                </a:lnTo>
                <a:lnTo>
                  <a:pt x="395214" y="102378"/>
                </a:lnTo>
                <a:lnTo>
                  <a:pt x="395998" y="105032"/>
                </a:lnTo>
                <a:lnTo>
                  <a:pt x="396658" y="107041"/>
                </a:lnTo>
                <a:lnTo>
                  <a:pt x="397180" y="108406"/>
                </a:lnTo>
                <a:lnTo>
                  <a:pt x="417420" y="108406"/>
                </a:lnTo>
                <a:lnTo>
                  <a:pt x="415623" y="104725"/>
                </a:lnTo>
                <a:lnTo>
                  <a:pt x="414410" y="101274"/>
                </a:lnTo>
                <a:lnTo>
                  <a:pt x="414143" y="99970"/>
                </a:lnTo>
                <a:close/>
              </a:path>
              <a:path w="694054" h="110489">
                <a:moveTo>
                  <a:pt x="412872" y="71320"/>
                </a:moveTo>
                <a:lnTo>
                  <a:pt x="392895" y="71320"/>
                </a:lnTo>
                <a:lnTo>
                  <a:pt x="392895" y="80292"/>
                </a:lnTo>
                <a:lnTo>
                  <a:pt x="392619" y="83605"/>
                </a:lnTo>
                <a:lnTo>
                  <a:pt x="380349" y="95753"/>
                </a:lnTo>
                <a:lnTo>
                  <a:pt x="413281" y="95753"/>
                </a:lnTo>
                <a:lnTo>
                  <a:pt x="413089" y="94817"/>
                </a:lnTo>
                <a:lnTo>
                  <a:pt x="412796" y="90277"/>
                </a:lnTo>
                <a:lnTo>
                  <a:pt x="412872" y="71320"/>
                </a:lnTo>
                <a:close/>
              </a:path>
              <a:path w="694054" h="110489">
                <a:moveTo>
                  <a:pt x="389563" y="29448"/>
                </a:moveTo>
                <a:lnTo>
                  <a:pt x="370398" y="29448"/>
                </a:lnTo>
                <a:lnTo>
                  <a:pt x="362827" y="31242"/>
                </a:lnTo>
                <a:lnTo>
                  <a:pt x="352631" y="38405"/>
                </a:lnTo>
                <a:lnTo>
                  <a:pt x="349037" y="43942"/>
                </a:lnTo>
                <a:lnTo>
                  <a:pt x="346949" y="51396"/>
                </a:lnTo>
                <a:lnTo>
                  <a:pt x="365515" y="54740"/>
                </a:lnTo>
                <a:lnTo>
                  <a:pt x="366774" y="51166"/>
                </a:lnTo>
                <a:lnTo>
                  <a:pt x="368433" y="48651"/>
                </a:lnTo>
                <a:lnTo>
                  <a:pt x="372502" y="45798"/>
                </a:lnTo>
                <a:lnTo>
                  <a:pt x="375343" y="45077"/>
                </a:lnTo>
                <a:lnTo>
                  <a:pt x="412204" y="45077"/>
                </a:lnTo>
                <a:lnTo>
                  <a:pt x="412076" y="44218"/>
                </a:lnTo>
                <a:lnTo>
                  <a:pt x="408436" y="37577"/>
                </a:lnTo>
                <a:lnTo>
                  <a:pt x="405288" y="34831"/>
                </a:lnTo>
                <a:lnTo>
                  <a:pt x="396366" y="30521"/>
                </a:lnTo>
                <a:lnTo>
                  <a:pt x="389563" y="29448"/>
                </a:lnTo>
                <a:close/>
              </a:path>
              <a:path w="694054" h="110489">
                <a:moveTo>
                  <a:pt x="457101" y="47470"/>
                </a:moveTo>
                <a:lnTo>
                  <a:pt x="436569" y="47470"/>
                </a:lnTo>
                <a:lnTo>
                  <a:pt x="436672" y="90645"/>
                </a:lnTo>
                <a:lnTo>
                  <a:pt x="436793" y="93207"/>
                </a:lnTo>
                <a:lnTo>
                  <a:pt x="437230" y="95538"/>
                </a:lnTo>
                <a:lnTo>
                  <a:pt x="437767" y="98881"/>
                </a:lnTo>
                <a:lnTo>
                  <a:pt x="452909" y="110155"/>
                </a:lnTo>
                <a:lnTo>
                  <a:pt x="462614" y="110155"/>
                </a:lnTo>
                <a:lnTo>
                  <a:pt x="467989" y="109127"/>
                </a:lnTo>
                <a:lnTo>
                  <a:pt x="472749" y="107102"/>
                </a:lnTo>
                <a:lnTo>
                  <a:pt x="471215" y="93207"/>
                </a:lnTo>
                <a:lnTo>
                  <a:pt x="461416" y="93207"/>
                </a:lnTo>
                <a:lnTo>
                  <a:pt x="460264" y="92869"/>
                </a:lnTo>
                <a:lnTo>
                  <a:pt x="458376" y="91519"/>
                </a:lnTo>
                <a:lnTo>
                  <a:pt x="457761" y="90645"/>
                </a:lnTo>
                <a:lnTo>
                  <a:pt x="457239" y="88575"/>
                </a:lnTo>
                <a:lnTo>
                  <a:pt x="457101" y="84894"/>
                </a:lnTo>
                <a:lnTo>
                  <a:pt x="457101" y="47470"/>
                </a:lnTo>
                <a:close/>
              </a:path>
              <a:path w="694054" h="110489">
                <a:moveTo>
                  <a:pt x="470999" y="91243"/>
                </a:moveTo>
                <a:lnTo>
                  <a:pt x="467421" y="92562"/>
                </a:lnTo>
                <a:lnTo>
                  <a:pt x="464672" y="93207"/>
                </a:lnTo>
                <a:lnTo>
                  <a:pt x="471215" y="93207"/>
                </a:lnTo>
                <a:lnTo>
                  <a:pt x="470999" y="91243"/>
                </a:lnTo>
                <a:close/>
              </a:path>
              <a:path w="694054" h="110489">
                <a:moveTo>
                  <a:pt x="471075" y="31181"/>
                </a:moveTo>
                <a:lnTo>
                  <a:pt x="427187" y="31181"/>
                </a:lnTo>
                <a:lnTo>
                  <a:pt x="427187" y="47470"/>
                </a:lnTo>
                <a:lnTo>
                  <a:pt x="471075" y="47470"/>
                </a:lnTo>
                <a:lnTo>
                  <a:pt x="471075" y="31181"/>
                </a:lnTo>
                <a:close/>
              </a:path>
              <a:path w="694054" h="110489">
                <a:moveTo>
                  <a:pt x="457101" y="3926"/>
                </a:moveTo>
                <a:lnTo>
                  <a:pt x="436569" y="15843"/>
                </a:lnTo>
                <a:lnTo>
                  <a:pt x="436569" y="31181"/>
                </a:lnTo>
                <a:lnTo>
                  <a:pt x="457101" y="31181"/>
                </a:lnTo>
                <a:lnTo>
                  <a:pt x="457101" y="3926"/>
                </a:lnTo>
                <a:close/>
              </a:path>
              <a:path w="694054" h="110489">
                <a:moveTo>
                  <a:pt x="507178" y="1809"/>
                </a:moveTo>
                <a:lnTo>
                  <a:pt x="486724" y="1809"/>
                </a:lnTo>
                <a:lnTo>
                  <a:pt x="486724" y="20721"/>
                </a:lnTo>
                <a:lnTo>
                  <a:pt x="507178" y="20721"/>
                </a:lnTo>
                <a:lnTo>
                  <a:pt x="507178" y="1809"/>
                </a:lnTo>
                <a:close/>
              </a:path>
              <a:path w="694054" h="110489">
                <a:moveTo>
                  <a:pt x="507179" y="31181"/>
                </a:moveTo>
                <a:lnTo>
                  <a:pt x="486724" y="31181"/>
                </a:lnTo>
                <a:lnTo>
                  <a:pt x="486724" y="108406"/>
                </a:lnTo>
                <a:lnTo>
                  <a:pt x="507179" y="108406"/>
                </a:lnTo>
                <a:lnTo>
                  <a:pt x="507179" y="31181"/>
                </a:lnTo>
                <a:close/>
              </a:path>
              <a:path w="694054" h="110489">
                <a:moveTo>
                  <a:pt x="564474" y="29448"/>
                </a:moveTo>
                <a:lnTo>
                  <a:pt x="556903" y="29448"/>
                </a:lnTo>
                <a:lnTo>
                  <a:pt x="550054" y="31120"/>
                </a:lnTo>
                <a:lnTo>
                  <a:pt x="524820" y="61267"/>
                </a:lnTo>
                <a:lnTo>
                  <a:pt x="524741" y="77967"/>
                </a:lnTo>
                <a:lnTo>
                  <a:pt x="526328" y="85108"/>
                </a:lnTo>
                <a:lnTo>
                  <a:pt x="533024" y="97470"/>
                </a:lnTo>
                <a:lnTo>
                  <a:pt x="537922" y="102148"/>
                </a:lnTo>
                <a:lnTo>
                  <a:pt x="550776" y="108544"/>
                </a:lnTo>
                <a:lnTo>
                  <a:pt x="557532" y="110155"/>
                </a:lnTo>
                <a:lnTo>
                  <a:pt x="564627" y="110155"/>
                </a:lnTo>
                <a:lnTo>
                  <a:pt x="597260" y="93498"/>
                </a:lnTo>
                <a:lnTo>
                  <a:pt x="559206" y="93498"/>
                </a:lnTo>
                <a:lnTo>
                  <a:pt x="554722" y="91458"/>
                </a:lnTo>
                <a:lnTo>
                  <a:pt x="547443" y="83314"/>
                </a:lnTo>
                <a:lnTo>
                  <a:pt x="545669" y="77577"/>
                </a:lnTo>
                <a:lnTo>
                  <a:pt x="545698" y="61918"/>
                </a:lnTo>
                <a:lnTo>
                  <a:pt x="547443" y="56273"/>
                </a:lnTo>
                <a:lnTo>
                  <a:pt x="554722" y="48129"/>
                </a:lnTo>
                <a:lnTo>
                  <a:pt x="559206" y="46089"/>
                </a:lnTo>
                <a:lnTo>
                  <a:pt x="597496" y="46089"/>
                </a:lnTo>
                <a:lnTo>
                  <a:pt x="593236" y="40828"/>
                </a:lnTo>
                <a:lnTo>
                  <a:pt x="587233" y="35847"/>
                </a:lnTo>
                <a:lnTo>
                  <a:pt x="580439" y="32291"/>
                </a:lnTo>
                <a:lnTo>
                  <a:pt x="572853" y="30158"/>
                </a:lnTo>
                <a:lnTo>
                  <a:pt x="564474" y="29448"/>
                </a:lnTo>
                <a:close/>
              </a:path>
              <a:path w="694054" h="110489">
                <a:moveTo>
                  <a:pt x="597496" y="46089"/>
                </a:moveTo>
                <a:lnTo>
                  <a:pt x="569894" y="46089"/>
                </a:lnTo>
                <a:lnTo>
                  <a:pt x="574363" y="48129"/>
                </a:lnTo>
                <a:lnTo>
                  <a:pt x="581596" y="56273"/>
                </a:lnTo>
                <a:lnTo>
                  <a:pt x="583356" y="61918"/>
                </a:lnTo>
                <a:lnTo>
                  <a:pt x="583356" y="77577"/>
                </a:lnTo>
                <a:lnTo>
                  <a:pt x="581596" y="83314"/>
                </a:lnTo>
                <a:lnTo>
                  <a:pt x="574363" y="91458"/>
                </a:lnTo>
                <a:lnTo>
                  <a:pt x="569894" y="93498"/>
                </a:lnTo>
                <a:lnTo>
                  <a:pt x="597260" y="93498"/>
                </a:lnTo>
                <a:lnTo>
                  <a:pt x="598078" y="92484"/>
                </a:lnTo>
                <a:lnTo>
                  <a:pt x="601615" y="85599"/>
                </a:lnTo>
                <a:lnTo>
                  <a:pt x="603738" y="77967"/>
                </a:lnTo>
                <a:lnTo>
                  <a:pt x="604428" y="69801"/>
                </a:lnTo>
                <a:lnTo>
                  <a:pt x="604373" y="68712"/>
                </a:lnTo>
                <a:lnTo>
                  <a:pt x="603747" y="61267"/>
                </a:lnTo>
                <a:lnTo>
                  <a:pt x="601646" y="53701"/>
                </a:lnTo>
                <a:lnTo>
                  <a:pt x="598143" y="46888"/>
                </a:lnTo>
                <a:lnTo>
                  <a:pt x="597496" y="46089"/>
                </a:lnTo>
                <a:close/>
              </a:path>
              <a:path w="694054" h="110489">
                <a:moveTo>
                  <a:pt x="642085" y="31181"/>
                </a:moveTo>
                <a:lnTo>
                  <a:pt x="623074" y="31181"/>
                </a:lnTo>
                <a:lnTo>
                  <a:pt x="623074" y="108406"/>
                </a:lnTo>
                <a:lnTo>
                  <a:pt x="643544" y="108406"/>
                </a:lnTo>
                <a:lnTo>
                  <a:pt x="643544" y="64801"/>
                </a:lnTo>
                <a:lnTo>
                  <a:pt x="644066" y="58896"/>
                </a:lnTo>
                <a:lnTo>
                  <a:pt x="646139" y="52485"/>
                </a:lnTo>
                <a:lnTo>
                  <a:pt x="648074" y="49924"/>
                </a:lnTo>
                <a:lnTo>
                  <a:pt x="653710" y="46043"/>
                </a:lnTo>
                <a:lnTo>
                  <a:pt x="656889" y="45077"/>
                </a:lnTo>
                <a:lnTo>
                  <a:pt x="692047" y="45077"/>
                </a:lnTo>
                <a:lnTo>
                  <a:pt x="691671" y="43482"/>
                </a:lnTo>
                <a:lnTo>
                  <a:pt x="691228" y="42531"/>
                </a:lnTo>
                <a:lnTo>
                  <a:pt x="642085" y="42531"/>
                </a:lnTo>
                <a:lnTo>
                  <a:pt x="642085" y="31181"/>
                </a:lnTo>
                <a:close/>
              </a:path>
              <a:path w="694054" h="110489">
                <a:moveTo>
                  <a:pt x="692047" y="45077"/>
                </a:moveTo>
                <a:lnTo>
                  <a:pt x="663201" y="45077"/>
                </a:lnTo>
                <a:lnTo>
                  <a:pt x="665565" y="45752"/>
                </a:lnTo>
                <a:lnTo>
                  <a:pt x="669497" y="48467"/>
                </a:lnTo>
                <a:lnTo>
                  <a:pt x="670909" y="50368"/>
                </a:lnTo>
                <a:lnTo>
                  <a:pt x="672660" y="55261"/>
                </a:lnTo>
                <a:lnTo>
                  <a:pt x="673090" y="60660"/>
                </a:lnTo>
                <a:lnTo>
                  <a:pt x="673090" y="108406"/>
                </a:lnTo>
                <a:lnTo>
                  <a:pt x="693545" y="108406"/>
                </a:lnTo>
                <a:lnTo>
                  <a:pt x="693545" y="54448"/>
                </a:lnTo>
                <a:lnTo>
                  <a:pt x="693176" y="49878"/>
                </a:lnTo>
                <a:lnTo>
                  <a:pt x="692047" y="45077"/>
                </a:lnTo>
                <a:close/>
              </a:path>
              <a:path w="694054" h="110489">
                <a:moveTo>
                  <a:pt x="672077" y="29448"/>
                </a:moveTo>
                <a:lnTo>
                  <a:pt x="667562" y="29448"/>
                </a:lnTo>
                <a:lnTo>
                  <a:pt x="660208" y="30265"/>
                </a:lnTo>
                <a:lnTo>
                  <a:pt x="653511" y="32717"/>
                </a:lnTo>
                <a:lnTo>
                  <a:pt x="647470" y="36805"/>
                </a:lnTo>
                <a:lnTo>
                  <a:pt x="642085" y="42531"/>
                </a:lnTo>
                <a:lnTo>
                  <a:pt x="691228" y="42531"/>
                </a:lnTo>
                <a:lnTo>
                  <a:pt x="672077" y="2944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7878681" y="3887091"/>
            <a:ext cx="141792" cy="110155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7124146" y="4069118"/>
            <a:ext cx="779895" cy="108345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7132592" y="4249336"/>
            <a:ext cx="893963" cy="108342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2" name="object 32"/>
          <p:cNvGrpSpPr/>
          <p:nvPr/>
        </p:nvGrpSpPr>
        <p:grpSpPr>
          <a:xfrm>
            <a:off x="8160818" y="5050678"/>
            <a:ext cx="1713864" cy="1466850"/>
            <a:chOff x="8160818" y="5050678"/>
            <a:chExt cx="1713864" cy="1466850"/>
          </a:xfrm>
        </p:grpSpPr>
        <p:sp>
          <p:nvSpPr>
            <p:cNvPr id="33" name="object 33"/>
            <p:cNvSpPr/>
            <p:nvPr/>
          </p:nvSpPr>
          <p:spPr>
            <a:xfrm>
              <a:off x="8457932" y="6201513"/>
              <a:ext cx="103505" cy="110489"/>
            </a:xfrm>
            <a:custGeom>
              <a:avLst/>
              <a:gdLst/>
              <a:ahLst/>
              <a:cxnLst/>
              <a:rect l="l" t="t" r="r" b="b"/>
              <a:pathLst>
                <a:path w="103504" h="110489">
                  <a:moveTo>
                    <a:pt x="51579" y="0"/>
                  </a:moveTo>
                  <a:lnTo>
                    <a:pt x="42893" y="0"/>
                  </a:lnTo>
                  <a:lnTo>
                    <a:pt x="35235" y="1397"/>
                  </a:lnTo>
                  <a:lnTo>
                    <a:pt x="4864" y="28465"/>
                  </a:lnTo>
                  <a:lnTo>
                    <a:pt x="0" y="55856"/>
                  </a:lnTo>
                  <a:lnTo>
                    <a:pt x="875" y="67914"/>
                  </a:lnTo>
                  <a:lnTo>
                    <a:pt x="21657" y="102228"/>
                  </a:lnTo>
                  <a:lnTo>
                    <a:pt x="51870" y="110407"/>
                  </a:lnTo>
                  <a:lnTo>
                    <a:pt x="63023" y="109494"/>
                  </a:lnTo>
                  <a:lnTo>
                    <a:pt x="72998" y="106754"/>
                  </a:lnTo>
                  <a:lnTo>
                    <a:pt x="81794" y="102189"/>
                  </a:lnTo>
                  <a:lnTo>
                    <a:pt x="89408" y="95797"/>
                  </a:lnTo>
                  <a:lnTo>
                    <a:pt x="92343" y="91972"/>
                  </a:lnTo>
                  <a:lnTo>
                    <a:pt x="43200" y="91972"/>
                  </a:lnTo>
                  <a:lnTo>
                    <a:pt x="36125" y="88854"/>
                  </a:lnTo>
                  <a:lnTo>
                    <a:pt x="22192" y="54827"/>
                  </a:lnTo>
                  <a:lnTo>
                    <a:pt x="22684" y="46492"/>
                  </a:lnTo>
                  <a:lnTo>
                    <a:pt x="42908" y="18419"/>
                  </a:lnTo>
                  <a:lnTo>
                    <a:pt x="92211" y="18419"/>
                  </a:lnTo>
                  <a:lnTo>
                    <a:pt x="89300" y="14640"/>
                  </a:lnTo>
                  <a:lnTo>
                    <a:pt x="81634" y="8230"/>
                  </a:lnTo>
                  <a:lnTo>
                    <a:pt x="72793" y="3656"/>
                  </a:lnTo>
                  <a:lnTo>
                    <a:pt x="62775" y="913"/>
                  </a:lnTo>
                  <a:lnTo>
                    <a:pt x="51579" y="0"/>
                  </a:lnTo>
                  <a:close/>
                </a:path>
                <a:path w="103504" h="110489">
                  <a:moveTo>
                    <a:pt x="92211" y="18419"/>
                  </a:moveTo>
                  <a:lnTo>
                    <a:pt x="60664" y="18419"/>
                  </a:lnTo>
                  <a:lnTo>
                    <a:pt x="67785" y="21430"/>
                  </a:lnTo>
                  <a:lnTo>
                    <a:pt x="73140" y="27452"/>
                  </a:lnTo>
                  <a:lnTo>
                    <a:pt x="76656" y="32550"/>
                  </a:lnTo>
                  <a:lnTo>
                    <a:pt x="79170" y="38812"/>
                  </a:lnTo>
                  <a:lnTo>
                    <a:pt x="80679" y="46237"/>
                  </a:lnTo>
                  <a:lnTo>
                    <a:pt x="81182" y="54827"/>
                  </a:lnTo>
                  <a:lnTo>
                    <a:pt x="80667" y="63534"/>
                  </a:lnTo>
                  <a:lnTo>
                    <a:pt x="60372" y="91972"/>
                  </a:lnTo>
                  <a:lnTo>
                    <a:pt x="92343" y="91972"/>
                  </a:lnTo>
                  <a:lnTo>
                    <a:pt x="95551" y="87792"/>
                  </a:lnTo>
                  <a:lnTo>
                    <a:pt x="99939" y="78385"/>
                  </a:lnTo>
                  <a:lnTo>
                    <a:pt x="102572" y="67571"/>
                  </a:lnTo>
                  <a:lnTo>
                    <a:pt x="103413" y="55856"/>
                  </a:lnTo>
                  <a:lnTo>
                    <a:pt x="103412" y="54827"/>
                  </a:lnTo>
                  <a:lnTo>
                    <a:pt x="102564" y="43024"/>
                  </a:lnTo>
                  <a:lnTo>
                    <a:pt x="99908" y="32131"/>
                  </a:lnTo>
                  <a:lnTo>
                    <a:pt x="95486" y="22670"/>
                  </a:lnTo>
                  <a:lnTo>
                    <a:pt x="92211" y="184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160818" y="5050678"/>
              <a:ext cx="1713310" cy="1466252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5" name="object 35"/>
          <p:cNvGrpSpPr/>
          <p:nvPr/>
        </p:nvGrpSpPr>
        <p:grpSpPr>
          <a:xfrm>
            <a:off x="7061238" y="5653085"/>
            <a:ext cx="740410" cy="306070"/>
            <a:chOff x="7061238" y="5653085"/>
            <a:chExt cx="740410" cy="306070"/>
          </a:xfrm>
        </p:grpSpPr>
        <p:sp>
          <p:nvSpPr>
            <p:cNvPr id="36" name="object 36"/>
            <p:cNvSpPr/>
            <p:nvPr/>
          </p:nvSpPr>
          <p:spPr>
            <a:xfrm>
              <a:off x="7089178" y="5850585"/>
              <a:ext cx="684530" cy="71755"/>
            </a:xfrm>
            <a:custGeom>
              <a:avLst/>
              <a:gdLst/>
              <a:ahLst/>
              <a:cxnLst/>
              <a:rect l="l" t="t" r="r" b="b"/>
              <a:pathLst>
                <a:path w="684529" h="71754">
                  <a:moveTo>
                    <a:pt x="557047" y="0"/>
                  </a:moveTo>
                  <a:lnTo>
                    <a:pt x="0" y="0"/>
                  </a:lnTo>
                  <a:lnTo>
                    <a:pt x="0" y="18364"/>
                  </a:lnTo>
                  <a:lnTo>
                    <a:pt x="557047" y="18364"/>
                  </a:lnTo>
                  <a:lnTo>
                    <a:pt x="557047" y="0"/>
                  </a:lnTo>
                  <a:close/>
                </a:path>
                <a:path w="684529" h="71754">
                  <a:moveTo>
                    <a:pt x="684517" y="53378"/>
                  </a:moveTo>
                  <a:lnTo>
                    <a:pt x="127482" y="53378"/>
                  </a:lnTo>
                  <a:lnTo>
                    <a:pt x="127482" y="71742"/>
                  </a:lnTo>
                  <a:lnTo>
                    <a:pt x="684517" y="71742"/>
                  </a:lnTo>
                  <a:lnTo>
                    <a:pt x="684517" y="5337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062310" y="5903955"/>
              <a:ext cx="179070" cy="53975"/>
            </a:xfrm>
            <a:custGeom>
              <a:avLst/>
              <a:gdLst/>
              <a:ahLst/>
              <a:cxnLst/>
              <a:rect l="l" t="t" r="r" b="b"/>
              <a:pathLst>
                <a:path w="179070" h="53975">
                  <a:moveTo>
                    <a:pt x="0" y="0"/>
                  </a:moveTo>
                  <a:lnTo>
                    <a:pt x="90303" y="0"/>
                  </a:lnTo>
                  <a:lnTo>
                    <a:pt x="136675" y="0"/>
                  </a:lnTo>
                  <a:lnTo>
                    <a:pt x="153759" y="0"/>
                  </a:lnTo>
                  <a:lnTo>
                    <a:pt x="156200" y="0"/>
                  </a:lnTo>
                  <a:lnTo>
                    <a:pt x="159704" y="20575"/>
                  </a:lnTo>
                  <a:lnTo>
                    <a:pt x="167412" y="37780"/>
                  </a:lnTo>
                  <a:lnTo>
                    <a:pt x="175120" y="49589"/>
                  </a:lnTo>
                  <a:lnTo>
                    <a:pt x="178624" y="53976"/>
                  </a:lnTo>
                  <a:lnTo>
                    <a:pt x="75357" y="22771"/>
                  </a:lnTo>
                  <a:lnTo>
                    <a:pt x="22328" y="6747"/>
                  </a:lnTo>
                  <a:lnTo>
                    <a:pt x="2791" y="843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7062310" y="5903955"/>
              <a:ext cx="179070" cy="53975"/>
            </a:xfrm>
            <a:custGeom>
              <a:avLst/>
              <a:gdLst/>
              <a:ahLst/>
              <a:cxnLst/>
              <a:rect l="l" t="t" r="r" b="b"/>
              <a:pathLst>
                <a:path w="179070" h="53975">
                  <a:moveTo>
                    <a:pt x="156200" y="0"/>
                  </a:moveTo>
                  <a:lnTo>
                    <a:pt x="0" y="0"/>
                  </a:lnTo>
                  <a:lnTo>
                    <a:pt x="178624" y="53976"/>
                  </a:lnTo>
                  <a:lnTo>
                    <a:pt x="175120" y="49589"/>
                  </a:lnTo>
                  <a:lnTo>
                    <a:pt x="167412" y="37780"/>
                  </a:lnTo>
                  <a:lnTo>
                    <a:pt x="159704" y="20575"/>
                  </a:lnTo>
                  <a:lnTo>
                    <a:pt x="15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621989" y="5814968"/>
              <a:ext cx="179070" cy="53975"/>
            </a:xfrm>
            <a:custGeom>
              <a:avLst/>
              <a:gdLst/>
              <a:ahLst/>
              <a:cxnLst/>
              <a:rect l="l" t="t" r="r" b="b"/>
              <a:pathLst>
                <a:path w="179070" h="53975">
                  <a:moveTo>
                    <a:pt x="178470" y="53976"/>
                  </a:moveTo>
                  <a:lnTo>
                    <a:pt x="75292" y="22771"/>
                  </a:lnTo>
                  <a:lnTo>
                    <a:pt x="22308" y="6747"/>
                  </a:lnTo>
                  <a:lnTo>
                    <a:pt x="2788" y="843"/>
                  </a:lnTo>
                  <a:lnTo>
                    <a:pt x="0" y="0"/>
                  </a:lnTo>
                  <a:lnTo>
                    <a:pt x="12963" y="25349"/>
                  </a:lnTo>
                  <a:lnTo>
                    <a:pt x="19621" y="39422"/>
                  </a:lnTo>
                  <a:lnTo>
                    <a:pt x="22073" y="47277"/>
                  </a:lnTo>
                  <a:lnTo>
                    <a:pt x="22424" y="53976"/>
                  </a:lnTo>
                  <a:lnTo>
                    <a:pt x="112638" y="53976"/>
                  </a:lnTo>
                  <a:lnTo>
                    <a:pt x="158964" y="53976"/>
                  </a:lnTo>
                  <a:lnTo>
                    <a:pt x="176032" y="53976"/>
                  </a:lnTo>
                  <a:lnTo>
                    <a:pt x="178470" y="5397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621989" y="5814968"/>
              <a:ext cx="179070" cy="53975"/>
            </a:xfrm>
            <a:custGeom>
              <a:avLst/>
              <a:gdLst/>
              <a:ahLst/>
              <a:cxnLst/>
              <a:rect l="l" t="t" r="r" b="b"/>
              <a:pathLst>
                <a:path w="179070" h="53975">
                  <a:moveTo>
                    <a:pt x="0" y="0"/>
                  </a:moveTo>
                  <a:lnTo>
                    <a:pt x="12963" y="25349"/>
                  </a:lnTo>
                  <a:lnTo>
                    <a:pt x="19621" y="39422"/>
                  </a:lnTo>
                  <a:lnTo>
                    <a:pt x="22073" y="47277"/>
                  </a:lnTo>
                  <a:lnTo>
                    <a:pt x="22424" y="53976"/>
                  </a:lnTo>
                  <a:lnTo>
                    <a:pt x="178470" y="539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201923" y="5653085"/>
              <a:ext cx="327723" cy="144218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2" name="object 42"/>
          <p:cNvGrpSpPr/>
          <p:nvPr/>
        </p:nvGrpSpPr>
        <p:grpSpPr>
          <a:xfrm>
            <a:off x="4788716" y="5154715"/>
            <a:ext cx="2035175" cy="1157605"/>
            <a:chOff x="4788716" y="5154715"/>
            <a:chExt cx="2035175" cy="1157605"/>
          </a:xfrm>
        </p:grpSpPr>
        <p:sp>
          <p:nvSpPr>
            <p:cNvPr id="43" name="object 43"/>
            <p:cNvSpPr/>
            <p:nvPr/>
          </p:nvSpPr>
          <p:spPr>
            <a:xfrm>
              <a:off x="5319674" y="5586640"/>
              <a:ext cx="826135" cy="462280"/>
            </a:xfrm>
            <a:custGeom>
              <a:avLst/>
              <a:gdLst/>
              <a:ahLst/>
              <a:cxnLst/>
              <a:rect l="l" t="t" r="r" b="b"/>
              <a:pathLst>
                <a:path w="826135" h="462279">
                  <a:moveTo>
                    <a:pt x="64376" y="141312"/>
                  </a:moveTo>
                  <a:lnTo>
                    <a:pt x="60248" y="137210"/>
                  </a:lnTo>
                  <a:lnTo>
                    <a:pt x="50076" y="137210"/>
                  </a:lnTo>
                  <a:lnTo>
                    <a:pt x="45948" y="141312"/>
                  </a:lnTo>
                  <a:lnTo>
                    <a:pt x="45948" y="320535"/>
                  </a:lnTo>
                  <a:lnTo>
                    <a:pt x="50076" y="324650"/>
                  </a:lnTo>
                  <a:lnTo>
                    <a:pt x="60248" y="324650"/>
                  </a:lnTo>
                  <a:lnTo>
                    <a:pt x="64376" y="320535"/>
                  </a:lnTo>
                  <a:lnTo>
                    <a:pt x="64376" y="141312"/>
                  </a:lnTo>
                  <a:close/>
                </a:path>
                <a:path w="826135" h="462279">
                  <a:moveTo>
                    <a:pt x="359511" y="315264"/>
                  </a:moveTo>
                  <a:lnTo>
                    <a:pt x="354418" y="306476"/>
                  </a:lnTo>
                  <a:lnTo>
                    <a:pt x="348792" y="304965"/>
                  </a:lnTo>
                  <a:lnTo>
                    <a:pt x="193052" y="394576"/>
                  </a:lnTo>
                  <a:lnTo>
                    <a:pt x="191541" y="400202"/>
                  </a:lnTo>
                  <a:lnTo>
                    <a:pt x="196634" y="408990"/>
                  </a:lnTo>
                  <a:lnTo>
                    <a:pt x="202272" y="410502"/>
                  </a:lnTo>
                  <a:lnTo>
                    <a:pt x="358013" y="320890"/>
                  </a:lnTo>
                  <a:lnTo>
                    <a:pt x="359511" y="315264"/>
                  </a:lnTo>
                  <a:close/>
                </a:path>
                <a:path w="826135" h="462279">
                  <a:moveTo>
                    <a:pt x="359511" y="146583"/>
                  </a:moveTo>
                  <a:lnTo>
                    <a:pt x="358013" y="140970"/>
                  </a:lnTo>
                  <a:lnTo>
                    <a:pt x="202272" y="51358"/>
                  </a:lnTo>
                  <a:lnTo>
                    <a:pt x="196634" y="52857"/>
                  </a:lnTo>
                  <a:lnTo>
                    <a:pt x="191541" y="61645"/>
                  </a:lnTo>
                  <a:lnTo>
                    <a:pt x="193052" y="67259"/>
                  </a:lnTo>
                  <a:lnTo>
                    <a:pt x="348792" y="156870"/>
                  </a:lnTo>
                  <a:lnTo>
                    <a:pt x="354418" y="155371"/>
                  </a:lnTo>
                  <a:lnTo>
                    <a:pt x="359511" y="146583"/>
                  </a:lnTo>
                  <a:close/>
                </a:path>
                <a:path w="826135" h="462279">
                  <a:moveTo>
                    <a:pt x="716673" y="81064"/>
                  </a:moveTo>
                  <a:lnTo>
                    <a:pt x="715149" y="75450"/>
                  </a:lnTo>
                  <a:lnTo>
                    <a:pt x="591223" y="4140"/>
                  </a:lnTo>
                  <a:lnTo>
                    <a:pt x="589915" y="1879"/>
                  </a:lnTo>
                  <a:lnTo>
                    <a:pt x="585038" y="584"/>
                  </a:lnTo>
                  <a:lnTo>
                    <a:pt x="584695" y="381"/>
                  </a:lnTo>
                  <a:lnTo>
                    <a:pt x="584479" y="444"/>
                  </a:lnTo>
                  <a:lnTo>
                    <a:pt x="584288" y="381"/>
                  </a:lnTo>
                  <a:lnTo>
                    <a:pt x="583933" y="584"/>
                  </a:lnTo>
                  <a:lnTo>
                    <a:pt x="579056" y="1879"/>
                  </a:lnTo>
                  <a:lnTo>
                    <a:pt x="577735" y="4152"/>
                  </a:lnTo>
                  <a:lnTo>
                    <a:pt x="393598" y="110096"/>
                  </a:lnTo>
                  <a:lnTo>
                    <a:pt x="384390" y="104800"/>
                  </a:lnTo>
                  <a:lnTo>
                    <a:pt x="384390" y="126022"/>
                  </a:lnTo>
                  <a:lnTo>
                    <a:pt x="384390" y="335851"/>
                  </a:lnTo>
                  <a:lnTo>
                    <a:pt x="202069" y="440753"/>
                  </a:lnTo>
                  <a:lnTo>
                    <a:pt x="19761" y="335851"/>
                  </a:lnTo>
                  <a:lnTo>
                    <a:pt x="19761" y="126022"/>
                  </a:lnTo>
                  <a:lnTo>
                    <a:pt x="202057" y="21094"/>
                  </a:lnTo>
                  <a:lnTo>
                    <a:pt x="384390" y="126022"/>
                  </a:lnTo>
                  <a:lnTo>
                    <a:pt x="384390" y="104800"/>
                  </a:lnTo>
                  <a:lnTo>
                    <a:pt x="208813" y="3771"/>
                  </a:lnTo>
                  <a:lnTo>
                    <a:pt x="207505" y="1498"/>
                  </a:lnTo>
                  <a:lnTo>
                    <a:pt x="202615" y="203"/>
                  </a:lnTo>
                  <a:lnTo>
                    <a:pt x="202272" y="0"/>
                  </a:lnTo>
                  <a:lnTo>
                    <a:pt x="202069" y="63"/>
                  </a:lnTo>
                  <a:lnTo>
                    <a:pt x="201866" y="0"/>
                  </a:lnTo>
                  <a:lnTo>
                    <a:pt x="201510" y="203"/>
                  </a:lnTo>
                  <a:lnTo>
                    <a:pt x="196634" y="1498"/>
                  </a:lnTo>
                  <a:lnTo>
                    <a:pt x="195313" y="3771"/>
                  </a:lnTo>
                  <a:lnTo>
                    <a:pt x="8051" y="111518"/>
                  </a:lnTo>
                  <a:lnTo>
                    <a:pt x="5448" y="111518"/>
                  </a:lnTo>
                  <a:lnTo>
                    <a:pt x="1879" y="115074"/>
                  </a:lnTo>
                  <a:lnTo>
                    <a:pt x="1524" y="115277"/>
                  </a:lnTo>
                  <a:lnTo>
                    <a:pt x="1460" y="115493"/>
                  </a:lnTo>
                  <a:lnTo>
                    <a:pt x="1320" y="115633"/>
                  </a:lnTo>
                  <a:lnTo>
                    <a:pt x="1320" y="116039"/>
                  </a:lnTo>
                  <a:lnTo>
                    <a:pt x="0" y="120904"/>
                  </a:lnTo>
                  <a:lnTo>
                    <a:pt x="1320" y="123190"/>
                  </a:lnTo>
                  <a:lnTo>
                    <a:pt x="1320" y="338670"/>
                  </a:lnTo>
                  <a:lnTo>
                    <a:pt x="0" y="340944"/>
                  </a:lnTo>
                  <a:lnTo>
                    <a:pt x="1320" y="345821"/>
                  </a:lnTo>
                  <a:lnTo>
                    <a:pt x="1320" y="346227"/>
                  </a:lnTo>
                  <a:lnTo>
                    <a:pt x="1473" y="346392"/>
                  </a:lnTo>
                  <a:lnTo>
                    <a:pt x="1524" y="346557"/>
                  </a:lnTo>
                  <a:lnTo>
                    <a:pt x="1828" y="346735"/>
                  </a:lnTo>
                  <a:lnTo>
                    <a:pt x="5448" y="350329"/>
                  </a:lnTo>
                  <a:lnTo>
                    <a:pt x="8077" y="350329"/>
                  </a:lnTo>
                  <a:lnTo>
                    <a:pt x="195326" y="458101"/>
                  </a:lnTo>
                  <a:lnTo>
                    <a:pt x="196634" y="460349"/>
                  </a:lnTo>
                  <a:lnTo>
                    <a:pt x="201510" y="461657"/>
                  </a:lnTo>
                  <a:lnTo>
                    <a:pt x="201866" y="461860"/>
                  </a:lnTo>
                  <a:lnTo>
                    <a:pt x="202069" y="461810"/>
                  </a:lnTo>
                  <a:lnTo>
                    <a:pt x="202272" y="461860"/>
                  </a:lnTo>
                  <a:lnTo>
                    <a:pt x="202615" y="461657"/>
                  </a:lnTo>
                  <a:lnTo>
                    <a:pt x="207505" y="460349"/>
                  </a:lnTo>
                  <a:lnTo>
                    <a:pt x="208813" y="458101"/>
                  </a:lnTo>
                  <a:lnTo>
                    <a:pt x="396062" y="350329"/>
                  </a:lnTo>
                  <a:lnTo>
                    <a:pt x="398691" y="350329"/>
                  </a:lnTo>
                  <a:lnTo>
                    <a:pt x="402285" y="346760"/>
                  </a:lnTo>
                  <a:lnTo>
                    <a:pt x="402628" y="346557"/>
                  </a:lnTo>
                  <a:lnTo>
                    <a:pt x="402678" y="346367"/>
                  </a:lnTo>
                  <a:lnTo>
                    <a:pt x="402818" y="346227"/>
                  </a:lnTo>
                  <a:lnTo>
                    <a:pt x="402818" y="345846"/>
                  </a:lnTo>
                  <a:lnTo>
                    <a:pt x="404126" y="340944"/>
                  </a:lnTo>
                  <a:lnTo>
                    <a:pt x="402818" y="338683"/>
                  </a:lnTo>
                  <a:lnTo>
                    <a:pt x="402818" y="126022"/>
                  </a:lnTo>
                  <a:lnTo>
                    <a:pt x="584479" y="21475"/>
                  </a:lnTo>
                  <a:lnTo>
                    <a:pt x="705929" y="91376"/>
                  </a:lnTo>
                  <a:lnTo>
                    <a:pt x="711568" y="89852"/>
                  </a:lnTo>
                  <a:lnTo>
                    <a:pt x="716673" y="81064"/>
                  </a:lnTo>
                  <a:close/>
                </a:path>
                <a:path w="826135" h="462279">
                  <a:moveTo>
                    <a:pt x="825576" y="120332"/>
                  </a:moveTo>
                  <a:lnTo>
                    <a:pt x="824725" y="108559"/>
                  </a:lnTo>
                  <a:lnTo>
                    <a:pt x="822071" y="97701"/>
                  </a:lnTo>
                  <a:lnTo>
                    <a:pt x="817651" y="88277"/>
                  </a:lnTo>
                  <a:lnTo>
                    <a:pt x="814362" y="84035"/>
                  </a:lnTo>
                  <a:lnTo>
                    <a:pt x="811453" y="80276"/>
                  </a:lnTo>
                  <a:lnTo>
                    <a:pt x="803783" y="73888"/>
                  </a:lnTo>
                  <a:lnTo>
                    <a:pt x="803338" y="73660"/>
                  </a:lnTo>
                  <a:lnTo>
                    <a:pt x="803338" y="120332"/>
                  </a:lnTo>
                  <a:lnTo>
                    <a:pt x="802817" y="129006"/>
                  </a:lnTo>
                  <a:lnTo>
                    <a:pt x="782510" y="157340"/>
                  </a:lnTo>
                  <a:lnTo>
                    <a:pt x="765327" y="157340"/>
                  </a:lnTo>
                  <a:lnTo>
                    <a:pt x="744334" y="121348"/>
                  </a:lnTo>
                  <a:lnTo>
                    <a:pt x="744296" y="120332"/>
                  </a:lnTo>
                  <a:lnTo>
                    <a:pt x="744791" y="112026"/>
                  </a:lnTo>
                  <a:lnTo>
                    <a:pt x="765035" y="84035"/>
                  </a:lnTo>
                  <a:lnTo>
                    <a:pt x="782802" y="84035"/>
                  </a:lnTo>
                  <a:lnTo>
                    <a:pt x="803338" y="120332"/>
                  </a:lnTo>
                  <a:lnTo>
                    <a:pt x="803338" y="73660"/>
                  </a:lnTo>
                  <a:lnTo>
                    <a:pt x="794931" y="69329"/>
                  </a:lnTo>
                  <a:lnTo>
                    <a:pt x="784898" y="66598"/>
                  </a:lnTo>
                  <a:lnTo>
                    <a:pt x="773696" y="65684"/>
                  </a:lnTo>
                  <a:lnTo>
                    <a:pt x="765022" y="65684"/>
                  </a:lnTo>
                  <a:lnTo>
                    <a:pt x="729386" y="88646"/>
                  </a:lnTo>
                  <a:lnTo>
                    <a:pt x="722071" y="121348"/>
                  </a:lnTo>
                  <a:lnTo>
                    <a:pt x="722947" y="133362"/>
                  </a:lnTo>
                  <a:lnTo>
                    <a:pt x="743762" y="167563"/>
                  </a:lnTo>
                  <a:lnTo>
                    <a:pt x="773988" y="175704"/>
                  </a:lnTo>
                  <a:lnTo>
                    <a:pt x="785152" y="174790"/>
                  </a:lnTo>
                  <a:lnTo>
                    <a:pt x="817702" y="153174"/>
                  </a:lnTo>
                  <a:lnTo>
                    <a:pt x="825576" y="121348"/>
                  </a:lnTo>
                  <a:lnTo>
                    <a:pt x="825576" y="1203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850890" y="5322811"/>
              <a:ext cx="209249" cy="110019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788712" y="5453087"/>
              <a:ext cx="1147445" cy="859790"/>
            </a:xfrm>
            <a:custGeom>
              <a:avLst/>
              <a:gdLst/>
              <a:ahLst/>
              <a:cxnLst/>
              <a:rect l="l" t="t" r="r" b="b"/>
              <a:pathLst>
                <a:path w="1147445" h="859789">
                  <a:moveTo>
                    <a:pt x="85331" y="421500"/>
                  </a:moveTo>
                  <a:lnTo>
                    <a:pt x="63779" y="421500"/>
                  </a:lnTo>
                  <a:lnTo>
                    <a:pt x="63779" y="463359"/>
                  </a:lnTo>
                  <a:lnTo>
                    <a:pt x="21551" y="463359"/>
                  </a:lnTo>
                  <a:lnTo>
                    <a:pt x="21551" y="421500"/>
                  </a:lnTo>
                  <a:lnTo>
                    <a:pt x="0" y="421500"/>
                  </a:lnTo>
                  <a:lnTo>
                    <a:pt x="0" y="527875"/>
                  </a:lnTo>
                  <a:lnTo>
                    <a:pt x="21551" y="527875"/>
                  </a:lnTo>
                  <a:lnTo>
                    <a:pt x="21551" y="481368"/>
                  </a:lnTo>
                  <a:lnTo>
                    <a:pt x="63779" y="481368"/>
                  </a:lnTo>
                  <a:lnTo>
                    <a:pt x="63779" y="527875"/>
                  </a:lnTo>
                  <a:lnTo>
                    <a:pt x="85331" y="527875"/>
                  </a:lnTo>
                  <a:lnTo>
                    <a:pt x="85331" y="481368"/>
                  </a:lnTo>
                  <a:lnTo>
                    <a:pt x="85331" y="463359"/>
                  </a:lnTo>
                  <a:lnTo>
                    <a:pt x="85331" y="421500"/>
                  </a:lnTo>
                  <a:close/>
                </a:path>
                <a:path w="1147445" h="859789">
                  <a:moveTo>
                    <a:pt x="209943" y="474332"/>
                  </a:moveTo>
                  <a:lnTo>
                    <a:pt x="209092" y="462546"/>
                  </a:lnTo>
                  <a:lnTo>
                    <a:pt x="206438" y="451700"/>
                  </a:lnTo>
                  <a:lnTo>
                    <a:pt x="202018" y="442264"/>
                  </a:lnTo>
                  <a:lnTo>
                    <a:pt x="198742" y="438035"/>
                  </a:lnTo>
                  <a:lnTo>
                    <a:pt x="195821" y="434263"/>
                  </a:lnTo>
                  <a:lnTo>
                    <a:pt x="188150" y="427888"/>
                  </a:lnTo>
                  <a:lnTo>
                    <a:pt x="187706" y="427659"/>
                  </a:lnTo>
                  <a:lnTo>
                    <a:pt x="187706" y="474332"/>
                  </a:lnTo>
                  <a:lnTo>
                    <a:pt x="187198" y="483006"/>
                  </a:lnTo>
                  <a:lnTo>
                    <a:pt x="166890" y="511327"/>
                  </a:lnTo>
                  <a:lnTo>
                    <a:pt x="149694" y="511327"/>
                  </a:lnTo>
                  <a:lnTo>
                    <a:pt x="128701" y="475335"/>
                  </a:lnTo>
                  <a:lnTo>
                    <a:pt x="128676" y="474332"/>
                  </a:lnTo>
                  <a:lnTo>
                    <a:pt x="129171" y="466013"/>
                  </a:lnTo>
                  <a:lnTo>
                    <a:pt x="149402" y="438035"/>
                  </a:lnTo>
                  <a:lnTo>
                    <a:pt x="167170" y="438035"/>
                  </a:lnTo>
                  <a:lnTo>
                    <a:pt x="187706" y="474332"/>
                  </a:lnTo>
                  <a:lnTo>
                    <a:pt x="187706" y="427659"/>
                  </a:lnTo>
                  <a:lnTo>
                    <a:pt x="179298" y="423329"/>
                  </a:lnTo>
                  <a:lnTo>
                    <a:pt x="169278" y="420585"/>
                  </a:lnTo>
                  <a:lnTo>
                    <a:pt x="158064" y="419671"/>
                  </a:lnTo>
                  <a:lnTo>
                    <a:pt x="149377" y="419671"/>
                  </a:lnTo>
                  <a:lnTo>
                    <a:pt x="113753" y="442633"/>
                  </a:lnTo>
                  <a:lnTo>
                    <a:pt x="106451" y="475335"/>
                  </a:lnTo>
                  <a:lnTo>
                    <a:pt x="107327" y="487349"/>
                  </a:lnTo>
                  <a:lnTo>
                    <a:pt x="128143" y="521550"/>
                  </a:lnTo>
                  <a:lnTo>
                    <a:pt x="158356" y="529691"/>
                  </a:lnTo>
                  <a:lnTo>
                    <a:pt x="169532" y="528789"/>
                  </a:lnTo>
                  <a:lnTo>
                    <a:pt x="202082" y="507161"/>
                  </a:lnTo>
                  <a:lnTo>
                    <a:pt x="209943" y="475335"/>
                  </a:lnTo>
                  <a:lnTo>
                    <a:pt x="209943" y="474332"/>
                  </a:lnTo>
                  <a:close/>
                </a:path>
                <a:path w="1147445" h="859789">
                  <a:moveTo>
                    <a:pt x="400837" y="803833"/>
                  </a:moveTo>
                  <a:lnTo>
                    <a:pt x="399999" y="792060"/>
                  </a:lnTo>
                  <a:lnTo>
                    <a:pt x="397344" y="781202"/>
                  </a:lnTo>
                  <a:lnTo>
                    <a:pt x="392912" y="771779"/>
                  </a:lnTo>
                  <a:lnTo>
                    <a:pt x="389636" y="767549"/>
                  </a:lnTo>
                  <a:lnTo>
                    <a:pt x="386715" y="763765"/>
                  </a:lnTo>
                  <a:lnTo>
                    <a:pt x="379056" y="757389"/>
                  </a:lnTo>
                  <a:lnTo>
                    <a:pt x="378612" y="757161"/>
                  </a:lnTo>
                  <a:lnTo>
                    <a:pt x="378612" y="803833"/>
                  </a:lnTo>
                  <a:lnTo>
                    <a:pt x="378091" y="812507"/>
                  </a:lnTo>
                  <a:lnTo>
                    <a:pt x="357784" y="840841"/>
                  </a:lnTo>
                  <a:lnTo>
                    <a:pt x="340588" y="840841"/>
                  </a:lnTo>
                  <a:lnTo>
                    <a:pt x="319595" y="804849"/>
                  </a:lnTo>
                  <a:lnTo>
                    <a:pt x="319570" y="803833"/>
                  </a:lnTo>
                  <a:lnTo>
                    <a:pt x="320065" y="795515"/>
                  </a:lnTo>
                  <a:lnTo>
                    <a:pt x="340296" y="767549"/>
                  </a:lnTo>
                  <a:lnTo>
                    <a:pt x="358076" y="767549"/>
                  </a:lnTo>
                  <a:lnTo>
                    <a:pt x="378612" y="803833"/>
                  </a:lnTo>
                  <a:lnTo>
                    <a:pt x="378612" y="757161"/>
                  </a:lnTo>
                  <a:lnTo>
                    <a:pt x="370205" y="752830"/>
                  </a:lnTo>
                  <a:lnTo>
                    <a:pt x="360172" y="750100"/>
                  </a:lnTo>
                  <a:lnTo>
                    <a:pt x="348970" y="749185"/>
                  </a:lnTo>
                  <a:lnTo>
                    <a:pt x="340283" y="749185"/>
                  </a:lnTo>
                  <a:lnTo>
                    <a:pt x="304660" y="772147"/>
                  </a:lnTo>
                  <a:lnTo>
                    <a:pt x="297345" y="804849"/>
                  </a:lnTo>
                  <a:lnTo>
                    <a:pt x="298221" y="816864"/>
                  </a:lnTo>
                  <a:lnTo>
                    <a:pt x="319036" y="851052"/>
                  </a:lnTo>
                  <a:lnTo>
                    <a:pt x="349262" y="859205"/>
                  </a:lnTo>
                  <a:lnTo>
                    <a:pt x="360426" y="858291"/>
                  </a:lnTo>
                  <a:lnTo>
                    <a:pt x="370408" y="855560"/>
                  </a:lnTo>
                  <a:lnTo>
                    <a:pt x="379209" y="851014"/>
                  </a:lnTo>
                  <a:lnTo>
                    <a:pt x="386829" y="844651"/>
                  </a:lnTo>
                  <a:lnTo>
                    <a:pt x="389763" y="840841"/>
                  </a:lnTo>
                  <a:lnTo>
                    <a:pt x="392976" y="836676"/>
                  </a:lnTo>
                  <a:lnTo>
                    <a:pt x="397370" y="827303"/>
                  </a:lnTo>
                  <a:lnTo>
                    <a:pt x="399999" y="816521"/>
                  </a:lnTo>
                  <a:lnTo>
                    <a:pt x="400837" y="804849"/>
                  </a:lnTo>
                  <a:lnTo>
                    <a:pt x="400837" y="803833"/>
                  </a:lnTo>
                  <a:close/>
                </a:path>
                <a:path w="1147445" h="859789">
                  <a:moveTo>
                    <a:pt x="552030" y="474497"/>
                  </a:moveTo>
                  <a:lnTo>
                    <a:pt x="546925" y="465709"/>
                  </a:lnTo>
                  <a:lnTo>
                    <a:pt x="541299" y="464210"/>
                  </a:lnTo>
                  <a:lnTo>
                    <a:pt x="370433" y="562521"/>
                  </a:lnTo>
                  <a:lnTo>
                    <a:pt x="367842" y="562521"/>
                  </a:lnTo>
                  <a:lnTo>
                    <a:pt x="364286" y="566064"/>
                  </a:lnTo>
                  <a:lnTo>
                    <a:pt x="350621" y="573925"/>
                  </a:lnTo>
                  <a:lnTo>
                    <a:pt x="336969" y="566077"/>
                  </a:lnTo>
                  <a:lnTo>
                    <a:pt x="333400" y="562521"/>
                  </a:lnTo>
                  <a:lnTo>
                    <a:pt x="330796" y="562521"/>
                  </a:lnTo>
                  <a:lnTo>
                    <a:pt x="231140" y="505167"/>
                  </a:lnTo>
                  <a:lnTo>
                    <a:pt x="225513" y="506666"/>
                  </a:lnTo>
                  <a:lnTo>
                    <a:pt x="220408" y="515454"/>
                  </a:lnTo>
                  <a:lnTo>
                    <a:pt x="221932" y="521081"/>
                  </a:lnTo>
                  <a:lnTo>
                    <a:pt x="319087" y="577011"/>
                  </a:lnTo>
                  <a:lnTo>
                    <a:pt x="319087" y="733069"/>
                  </a:lnTo>
                  <a:lnTo>
                    <a:pt x="323227" y="737171"/>
                  </a:lnTo>
                  <a:lnTo>
                    <a:pt x="333400" y="737171"/>
                  </a:lnTo>
                  <a:lnTo>
                    <a:pt x="337527" y="733069"/>
                  </a:lnTo>
                  <a:lnTo>
                    <a:pt x="337527" y="587629"/>
                  </a:lnTo>
                  <a:lnTo>
                    <a:pt x="343890" y="591286"/>
                  </a:lnTo>
                  <a:lnTo>
                    <a:pt x="345186" y="593509"/>
                  </a:lnTo>
                  <a:lnTo>
                    <a:pt x="350050" y="594829"/>
                  </a:lnTo>
                  <a:lnTo>
                    <a:pt x="350418" y="595033"/>
                  </a:lnTo>
                  <a:lnTo>
                    <a:pt x="350621" y="594982"/>
                  </a:lnTo>
                  <a:lnTo>
                    <a:pt x="350824" y="595033"/>
                  </a:lnTo>
                  <a:lnTo>
                    <a:pt x="351180" y="594829"/>
                  </a:lnTo>
                  <a:lnTo>
                    <a:pt x="356057" y="593509"/>
                  </a:lnTo>
                  <a:lnTo>
                    <a:pt x="357352" y="591286"/>
                  </a:lnTo>
                  <a:lnTo>
                    <a:pt x="363728" y="587629"/>
                  </a:lnTo>
                  <a:lnTo>
                    <a:pt x="363728" y="733069"/>
                  </a:lnTo>
                  <a:lnTo>
                    <a:pt x="367842" y="737171"/>
                  </a:lnTo>
                  <a:lnTo>
                    <a:pt x="378028" y="737171"/>
                  </a:lnTo>
                  <a:lnTo>
                    <a:pt x="382155" y="733069"/>
                  </a:lnTo>
                  <a:lnTo>
                    <a:pt x="382155" y="577011"/>
                  </a:lnTo>
                  <a:lnTo>
                    <a:pt x="550519" y="480110"/>
                  </a:lnTo>
                  <a:lnTo>
                    <a:pt x="552030" y="474497"/>
                  </a:lnTo>
                  <a:close/>
                </a:path>
                <a:path w="1147445" h="859789">
                  <a:moveTo>
                    <a:pt x="1102347" y="4114"/>
                  </a:moveTo>
                  <a:lnTo>
                    <a:pt x="1098219" y="0"/>
                  </a:lnTo>
                  <a:lnTo>
                    <a:pt x="1088034" y="0"/>
                  </a:lnTo>
                  <a:lnTo>
                    <a:pt x="1083919" y="4114"/>
                  </a:lnTo>
                  <a:lnTo>
                    <a:pt x="1083919" y="162331"/>
                  </a:lnTo>
                  <a:lnTo>
                    <a:pt x="1088034" y="166446"/>
                  </a:lnTo>
                  <a:lnTo>
                    <a:pt x="1098219" y="166446"/>
                  </a:lnTo>
                  <a:lnTo>
                    <a:pt x="1102347" y="162331"/>
                  </a:lnTo>
                  <a:lnTo>
                    <a:pt x="1102347" y="4114"/>
                  </a:lnTo>
                  <a:close/>
                </a:path>
                <a:path w="1147445" h="859789">
                  <a:moveTo>
                    <a:pt x="1146962" y="4114"/>
                  </a:moveTo>
                  <a:lnTo>
                    <a:pt x="1142847" y="0"/>
                  </a:lnTo>
                  <a:lnTo>
                    <a:pt x="1132674" y="0"/>
                  </a:lnTo>
                  <a:lnTo>
                    <a:pt x="1128534" y="4114"/>
                  </a:lnTo>
                  <a:lnTo>
                    <a:pt x="1128534" y="162331"/>
                  </a:lnTo>
                  <a:lnTo>
                    <a:pt x="1132674" y="166446"/>
                  </a:lnTo>
                  <a:lnTo>
                    <a:pt x="1142847" y="166446"/>
                  </a:lnTo>
                  <a:lnTo>
                    <a:pt x="1146962" y="162331"/>
                  </a:lnTo>
                  <a:lnTo>
                    <a:pt x="1146962" y="41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838461" y="5154715"/>
              <a:ext cx="132215" cy="131827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6152375" y="5542495"/>
              <a:ext cx="671830" cy="175895"/>
            </a:xfrm>
            <a:custGeom>
              <a:avLst/>
              <a:gdLst/>
              <a:ahLst/>
              <a:cxnLst/>
              <a:rect l="l" t="t" r="r" b="b"/>
              <a:pathLst>
                <a:path w="671829" h="175895">
                  <a:moveTo>
                    <a:pt x="452996" y="96697"/>
                  </a:moveTo>
                  <a:lnTo>
                    <a:pt x="447929" y="87909"/>
                  </a:lnTo>
                  <a:lnTo>
                    <a:pt x="442252" y="86410"/>
                  </a:lnTo>
                  <a:lnTo>
                    <a:pt x="324358" y="154254"/>
                  </a:lnTo>
                  <a:lnTo>
                    <a:pt x="140208" y="48285"/>
                  </a:lnTo>
                  <a:lnTo>
                    <a:pt x="138912" y="46024"/>
                  </a:lnTo>
                  <a:lnTo>
                    <a:pt x="133972" y="44691"/>
                  </a:lnTo>
                  <a:lnTo>
                    <a:pt x="133692" y="44526"/>
                  </a:lnTo>
                  <a:lnTo>
                    <a:pt x="133527" y="44577"/>
                  </a:lnTo>
                  <a:lnTo>
                    <a:pt x="133375" y="44526"/>
                  </a:lnTo>
                  <a:lnTo>
                    <a:pt x="133096" y="44691"/>
                  </a:lnTo>
                  <a:lnTo>
                    <a:pt x="128092" y="46024"/>
                  </a:lnTo>
                  <a:lnTo>
                    <a:pt x="126746" y="48336"/>
                  </a:lnTo>
                  <a:lnTo>
                    <a:pt x="1511" y="120383"/>
                  </a:lnTo>
                  <a:lnTo>
                    <a:pt x="0" y="125996"/>
                  </a:lnTo>
                  <a:lnTo>
                    <a:pt x="5092" y="134785"/>
                  </a:lnTo>
                  <a:lnTo>
                    <a:pt x="10718" y="136283"/>
                  </a:lnTo>
                  <a:lnTo>
                    <a:pt x="133540" y="65633"/>
                  </a:lnTo>
                  <a:lnTo>
                    <a:pt x="317627" y="171615"/>
                  </a:lnTo>
                  <a:lnTo>
                    <a:pt x="318922" y="173837"/>
                  </a:lnTo>
                  <a:lnTo>
                    <a:pt x="323748" y="175133"/>
                  </a:lnTo>
                  <a:lnTo>
                    <a:pt x="324142" y="175348"/>
                  </a:lnTo>
                  <a:lnTo>
                    <a:pt x="324370" y="175298"/>
                  </a:lnTo>
                  <a:lnTo>
                    <a:pt x="324599" y="175348"/>
                  </a:lnTo>
                  <a:lnTo>
                    <a:pt x="324980" y="175133"/>
                  </a:lnTo>
                  <a:lnTo>
                    <a:pt x="329819" y="173837"/>
                  </a:lnTo>
                  <a:lnTo>
                    <a:pt x="331101" y="171602"/>
                  </a:lnTo>
                  <a:lnTo>
                    <a:pt x="451459" y="102311"/>
                  </a:lnTo>
                  <a:lnTo>
                    <a:pt x="452996" y="96697"/>
                  </a:lnTo>
                  <a:close/>
                </a:path>
                <a:path w="671829" h="175895">
                  <a:moveTo>
                    <a:pt x="565543" y="54648"/>
                  </a:moveTo>
                  <a:lnTo>
                    <a:pt x="551294" y="14579"/>
                  </a:lnTo>
                  <a:lnTo>
                    <a:pt x="543306" y="8026"/>
                  </a:lnTo>
                  <a:lnTo>
                    <a:pt x="543306" y="54648"/>
                  </a:lnTo>
                  <a:lnTo>
                    <a:pt x="542798" y="63322"/>
                  </a:lnTo>
                  <a:lnTo>
                    <a:pt x="522427" y="91643"/>
                  </a:lnTo>
                  <a:lnTo>
                    <a:pt x="505218" y="91643"/>
                  </a:lnTo>
                  <a:lnTo>
                    <a:pt x="484225" y="55651"/>
                  </a:lnTo>
                  <a:lnTo>
                    <a:pt x="484200" y="54648"/>
                  </a:lnTo>
                  <a:lnTo>
                    <a:pt x="484695" y="46329"/>
                  </a:lnTo>
                  <a:lnTo>
                    <a:pt x="504913" y="18351"/>
                  </a:lnTo>
                  <a:lnTo>
                    <a:pt x="522732" y="18351"/>
                  </a:lnTo>
                  <a:lnTo>
                    <a:pt x="543306" y="54648"/>
                  </a:lnTo>
                  <a:lnTo>
                    <a:pt x="543306" y="8026"/>
                  </a:lnTo>
                  <a:lnTo>
                    <a:pt x="534847" y="3644"/>
                  </a:lnTo>
                  <a:lnTo>
                    <a:pt x="524840" y="901"/>
                  </a:lnTo>
                  <a:lnTo>
                    <a:pt x="513664" y="0"/>
                  </a:lnTo>
                  <a:lnTo>
                    <a:pt x="504913" y="0"/>
                  </a:lnTo>
                  <a:lnTo>
                    <a:pt x="497230" y="1397"/>
                  </a:lnTo>
                  <a:lnTo>
                    <a:pt x="490626" y="4203"/>
                  </a:lnTo>
                  <a:lnTo>
                    <a:pt x="485559" y="6286"/>
                  </a:lnTo>
                  <a:lnTo>
                    <a:pt x="463232" y="40703"/>
                  </a:lnTo>
                  <a:lnTo>
                    <a:pt x="462064" y="55651"/>
                  </a:lnTo>
                  <a:lnTo>
                    <a:pt x="462927" y="67678"/>
                  </a:lnTo>
                  <a:lnTo>
                    <a:pt x="483666" y="101866"/>
                  </a:lnTo>
                  <a:lnTo>
                    <a:pt x="513981" y="110020"/>
                  </a:lnTo>
                  <a:lnTo>
                    <a:pt x="525119" y="109105"/>
                  </a:lnTo>
                  <a:lnTo>
                    <a:pt x="535076" y="106375"/>
                  </a:lnTo>
                  <a:lnTo>
                    <a:pt x="543852" y="101828"/>
                  </a:lnTo>
                  <a:lnTo>
                    <a:pt x="551446" y="95453"/>
                  </a:lnTo>
                  <a:lnTo>
                    <a:pt x="554393" y="91643"/>
                  </a:lnTo>
                  <a:lnTo>
                    <a:pt x="557606" y="87490"/>
                  </a:lnTo>
                  <a:lnTo>
                    <a:pt x="562025" y="78105"/>
                  </a:lnTo>
                  <a:lnTo>
                    <a:pt x="564692" y="67335"/>
                  </a:lnTo>
                  <a:lnTo>
                    <a:pt x="565543" y="55651"/>
                  </a:lnTo>
                  <a:lnTo>
                    <a:pt x="565543" y="54648"/>
                  </a:lnTo>
                  <a:close/>
                </a:path>
                <a:path w="671829" h="175895">
                  <a:moveTo>
                    <a:pt x="671245" y="1816"/>
                  </a:moveTo>
                  <a:lnTo>
                    <a:pt x="649744" y="1816"/>
                  </a:lnTo>
                  <a:lnTo>
                    <a:pt x="649744" y="43688"/>
                  </a:lnTo>
                  <a:lnTo>
                    <a:pt x="607517" y="43688"/>
                  </a:lnTo>
                  <a:lnTo>
                    <a:pt x="607517" y="1816"/>
                  </a:lnTo>
                  <a:lnTo>
                    <a:pt x="585851" y="1816"/>
                  </a:lnTo>
                  <a:lnTo>
                    <a:pt x="585851" y="108191"/>
                  </a:lnTo>
                  <a:lnTo>
                    <a:pt x="607517" y="108191"/>
                  </a:lnTo>
                  <a:lnTo>
                    <a:pt x="607517" y="61683"/>
                  </a:lnTo>
                  <a:lnTo>
                    <a:pt x="649744" y="61683"/>
                  </a:lnTo>
                  <a:lnTo>
                    <a:pt x="649744" y="108191"/>
                  </a:lnTo>
                  <a:lnTo>
                    <a:pt x="671245" y="108191"/>
                  </a:lnTo>
                  <a:lnTo>
                    <a:pt x="671245" y="61683"/>
                  </a:lnTo>
                  <a:lnTo>
                    <a:pt x="671245" y="43688"/>
                  </a:lnTo>
                  <a:lnTo>
                    <a:pt x="671245" y="18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8" name="object 48"/>
          <p:cNvGrpSpPr/>
          <p:nvPr/>
        </p:nvGrpSpPr>
        <p:grpSpPr>
          <a:xfrm>
            <a:off x="3586587" y="5782939"/>
            <a:ext cx="809625" cy="145415"/>
            <a:chOff x="3586587" y="5782939"/>
            <a:chExt cx="809625" cy="145415"/>
          </a:xfrm>
        </p:grpSpPr>
        <p:sp>
          <p:nvSpPr>
            <p:cNvPr id="49" name="object 49"/>
            <p:cNvSpPr/>
            <p:nvPr/>
          </p:nvSpPr>
          <p:spPr>
            <a:xfrm>
              <a:off x="3614369" y="5819648"/>
              <a:ext cx="753745" cy="72390"/>
            </a:xfrm>
            <a:custGeom>
              <a:avLst/>
              <a:gdLst/>
              <a:ahLst/>
              <a:cxnLst/>
              <a:rect l="l" t="t" r="r" b="b"/>
              <a:pathLst>
                <a:path w="753745" h="72389">
                  <a:moveTo>
                    <a:pt x="625970" y="0"/>
                  </a:moveTo>
                  <a:lnTo>
                    <a:pt x="0" y="0"/>
                  </a:lnTo>
                  <a:lnTo>
                    <a:pt x="0" y="18376"/>
                  </a:lnTo>
                  <a:lnTo>
                    <a:pt x="625970" y="18376"/>
                  </a:lnTo>
                  <a:lnTo>
                    <a:pt x="625970" y="0"/>
                  </a:lnTo>
                  <a:close/>
                </a:path>
                <a:path w="753745" h="72389">
                  <a:moveTo>
                    <a:pt x="753554" y="53403"/>
                  </a:moveTo>
                  <a:lnTo>
                    <a:pt x="127584" y="53403"/>
                  </a:lnTo>
                  <a:lnTo>
                    <a:pt x="127584" y="71780"/>
                  </a:lnTo>
                  <a:lnTo>
                    <a:pt x="753554" y="71780"/>
                  </a:lnTo>
                  <a:lnTo>
                    <a:pt x="753554" y="534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3587659" y="5873041"/>
              <a:ext cx="178435" cy="54610"/>
            </a:xfrm>
            <a:custGeom>
              <a:avLst/>
              <a:gdLst/>
              <a:ahLst/>
              <a:cxnLst/>
              <a:rect l="l" t="t" r="r" b="b"/>
              <a:pathLst>
                <a:path w="178435" h="54610">
                  <a:moveTo>
                    <a:pt x="0" y="0"/>
                  </a:moveTo>
                  <a:lnTo>
                    <a:pt x="90270" y="0"/>
                  </a:lnTo>
                  <a:lnTo>
                    <a:pt x="136625" y="0"/>
                  </a:lnTo>
                  <a:lnTo>
                    <a:pt x="153703" y="0"/>
                  </a:lnTo>
                  <a:lnTo>
                    <a:pt x="156143" y="0"/>
                  </a:lnTo>
                  <a:lnTo>
                    <a:pt x="159621" y="20585"/>
                  </a:lnTo>
                  <a:lnTo>
                    <a:pt x="167274" y="37799"/>
                  </a:lnTo>
                  <a:lnTo>
                    <a:pt x="174927" y="49614"/>
                  </a:lnTo>
                  <a:lnTo>
                    <a:pt x="178405" y="54003"/>
                  </a:lnTo>
                  <a:lnTo>
                    <a:pt x="75264" y="22782"/>
                  </a:lnTo>
                  <a:lnTo>
                    <a:pt x="22300" y="6750"/>
                  </a:lnTo>
                  <a:lnTo>
                    <a:pt x="2787" y="843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3587659" y="5873041"/>
              <a:ext cx="178435" cy="54610"/>
            </a:xfrm>
            <a:custGeom>
              <a:avLst/>
              <a:gdLst/>
              <a:ahLst/>
              <a:cxnLst/>
              <a:rect l="l" t="t" r="r" b="b"/>
              <a:pathLst>
                <a:path w="178435" h="54610">
                  <a:moveTo>
                    <a:pt x="156143" y="0"/>
                  </a:moveTo>
                  <a:lnTo>
                    <a:pt x="0" y="0"/>
                  </a:lnTo>
                  <a:lnTo>
                    <a:pt x="178405" y="54003"/>
                  </a:lnTo>
                  <a:lnTo>
                    <a:pt x="174927" y="49614"/>
                  </a:lnTo>
                  <a:lnTo>
                    <a:pt x="167274" y="37799"/>
                  </a:lnTo>
                  <a:lnTo>
                    <a:pt x="159621" y="20585"/>
                  </a:lnTo>
                  <a:lnTo>
                    <a:pt x="1561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4216224" y="5784011"/>
              <a:ext cx="178435" cy="54610"/>
            </a:xfrm>
            <a:custGeom>
              <a:avLst/>
              <a:gdLst/>
              <a:ahLst/>
              <a:cxnLst/>
              <a:rect l="l" t="t" r="r" b="b"/>
              <a:pathLst>
                <a:path w="178435" h="54610">
                  <a:moveTo>
                    <a:pt x="178405" y="54003"/>
                  </a:moveTo>
                  <a:lnTo>
                    <a:pt x="75264" y="22782"/>
                  </a:lnTo>
                  <a:lnTo>
                    <a:pt x="22300" y="6750"/>
                  </a:lnTo>
                  <a:lnTo>
                    <a:pt x="2787" y="843"/>
                  </a:lnTo>
                  <a:lnTo>
                    <a:pt x="0" y="0"/>
                  </a:lnTo>
                  <a:lnTo>
                    <a:pt x="12959" y="25362"/>
                  </a:lnTo>
                  <a:lnTo>
                    <a:pt x="19613" y="39441"/>
                  </a:lnTo>
                  <a:lnTo>
                    <a:pt x="22065" y="47301"/>
                  </a:lnTo>
                  <a:lnTo>
                    <a:pt x="22415" y="54003"/>
                  </a:lnTo>
                  <a:lnTo>
                    <a:pt x="112597" y="54003"/>
                  </a:lnTo>
                  <a:lnTo>
                    <a:pt x="158906" y="54003"/>
                  </a:lnTo>
                  <a:lnTo>
                    <a:pt x="175968" y="54003"/>
                  </a:lnTo>
                  <a:lnTo>
                    <a:pt x="178405" y="54003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216224" y="5784011"/>
              <a:ext cx="178435" cy="54610"/>
            </a:xfrm>
            <a:custGeom>
              <a:avLst/>
              <a:gdLst/>
              <a:ahLst/>
              <a:cxnLst/>
              <a:rect l="l" t="t" r="r" b="b"/>
              <a:pathLst>
                <a:path w="178435" h="54610">
                  <a:moveTo>
                    <a:pt x="0" y="0"/>
                  </a:moveTo>
                  <a:lnTo>
                    <a:pt x="12959" y="25362"/>
                  </a:lnTo>
                  <a:lnTo>
                    <a:pt x="19613" y="39441"/>
                  </a:lnTo>
                  <a:lnTo>
                    <a:pt x="22065" y="47301"/>
                  </a:lnTo>
                  <a:lnTo>
                    <a:pt x="22415" y="54003"/>
                  </a:lnTo>
                  <a:lnTo>
                    <a:pt x="178405" y="540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4" name="object 54"/>
          <p:cNvGrpSpPr/>
          <p:nvPr/>
        </p:nvGrpSpPr>
        <p:grpSpPr>
          <a:xfrm>
            <a:off x="1440380" y="5322258"/>
            <a:ext cx="2034539" cy="989965"/>
            <a:chOff x="1440380" y="5322258"/>
            <a:chExt cx="2034539" cy="989965"/>
          </a:xfrm>
        </p:grpSpPr>
        <p:sp>
          <p:nvSpPr>
            <p:cNvPr id="55" name="object 55"/>
            <p:cNvSpPr/>
            <p:nvPr/>
          </p:nvSpPr>
          <p:spPr>
            <a:xfrm>
              <a:off x="1971141" y="5586209"/>
              <a:ext cx="825500" cy="462280"/>
            </a:xfrm>
            <a:custGeom>
              <a:avLst/>
              <a:gdLst/>
              <a:ahLst/>
              <a:cxnLst/>
              <a:rect l="l" t="t" r="r" b="b"/>
              <a:pathLst>
                <a:path w="825500" h="462279">
                  <a:moveTo>
                    <a:pt x="64350" y="141389"/>
                  </a:moveTo>
                  <a:lnTo>
                    <a:pt x="60236" y="137261"/>
                  </a:lnTo>
                  <a:lnTo>
                    <a:pt x="50063" y="137261"/>
                  </a:lnTo>
                  <a:lnTo>
                    <a:pt x="45923" y="141389"/>
                  </a:lnTo>
                  <a:lnTo>
                    <a:pt x="45923" y="320700"/>
                  </a:lnTo>
                  <a:lnTo>
                    <a:pt x="50063" y="324802"/>
                  </a:lnTo>
                  <a:lnTo>
                    <a:pt x="60236" y="324802"/>
                  </a:lnTo>
                  <a:lnTo>
                    <a:pt x="64350" y="320700"/>
                  </a:lnTo>
                  <a:lnTo>
                    <a:pt x="64350" y="141389"/>
                  </a:lnTo>
                  <a:close/>
                </a:path>
                <a:path w="825500" h="462279">
                  <a:moveTo>
                    <a:pt x="359384" y="315417"/>
                  </a:moveTo>
                  <a:lnTo>
                    <a:pt x="354304" y="306628"/>
                  </a:lnTo>
                  <a:lnTo>
                    <a:pt x="348665" y="305130"/>
                  </a:lnTo>
                  <a:lnTo>
                    <a:pt x="192976" y="394779"/>
                  </a:lnTo>
                  <a:lnTo>
                    <a:pt x="191477" y="400405"/>
                  </a:lnTo>
                  <a:lnTo>
                    <a:pt x="196570" y="409194"/>
                  </a:lnTo>
                  <a:lnTo>
                    <a:pt x="202196" y="410692"/>
                  </a:lnTo>
                  <a:lnTo>
                    <a:pt x="357873" y="321043"/>
                  </a:lnTo>
                  <a:lnTo>
                    <a:pt x="359384" y="315417"/>
                  </a:lnTo>
                  <a:close/>
                </a:path>
                <a:path w="825500" h="462279">
                  <a:moveTo>
                    <a:pt x="359384" y="146659"/>
                  </a:moveTo>
                  <a:lnTo>
                    <a:pt x="357873" y="141033"/>
                  </a:lnTo>
                  <a:lnTo>
                    <a:pt x="202196" y="51384"/>
                  </a:lnTo>
                  <a:lnTo>
                    <a:pt x="196570" y="52895"/>
                  </a:lnTo>
                  <a:lnTo>
                    <a:pt x="191477" y="61683"/>
                  </a:lnTo>
                  <a:lnTo>
                    <a:pt x="192976" y="67297"/>
                  </a:lnTo>
                  <a:lnTo>
                    <a:pt x="348665" y="156959"/>
                  </a:lnTo>
                  <a:lnTo>
                    <a:pt x="354304" y="155448"/>
                  </a:lnTo>
                  <a:lnTo>
                    <a:pt x="359384" y="146659"/>
                  </a:lnTo>
                  <a:close/>
                </a:path>
                <a:path w="825500" h="462279">
                  <a:moveTo>
                    <a:pt x="716407" y="81114"/>
                  </a:moveTo>
                  <a:lnTo>
                    <a:pt x="714883" y="75501"/>
                  </a:lnTo>
                  <a:lnTo>
                    <a:pt x="591019" y="4165"/>
                  </a:lnTo>
                  <a:lnTo>
                    <a:pt x="589711" y="1892"/>
                  </a:lnTo>
                  <a:lnTo>
                    <a:pt x="584822" y="596"/>
                  </a:lnTo>
                  <a:lnTo>
                    <a:pt x="584479" y="393"/>
                  </a:lnTo>
                  <a:lnTo>
                    <a:pt x="584276" y="457"/>
                  </a:lnTo>
                  <a:lnTo>
                    <a:pt x="584073" y="393"/>
                  </a:lnTo>
                  <a:lnTo>
                    <a:pt x="583717" y="596"/>
                  </a:lnTo>
                  <a:lnTo>
                    <a:pt x="578840" y="1892"/>
                  </a:lnTo>
                  <a:lnTo>
                    <a:pt x="577519" y="4178"/>
                  </a:lnTo>
                  <a:lnTo>
                    <a:pt x="393458" y="110172"/>
                  </a:lnTo>
                  <a:lnTo>
                    <a:pt x="384251" y="104876"/>
                  </a:lnTo>
                  <a:lnTo>
                    <a:pt x="384251" y="126085"/>
                  </a:lnTo>
                  <a:lnTo>
                    <a:pt x="384251" y="336016"/>
                  </a:lnTo>
                  <a:lnTo>
                    <a:pt x="201993" y="440982"/>
                  </a:lnTo>
                  <a:lnTo>
                    <a:pt x="19748" y="336016"/>
                  </a:lnTo>
                  <a:lnTo>
                    <a:pt x="19748" y="126085"/>
                  </a:lnTo>
                  <a:lnTo>
                    <a:pt x="201993" y="21107"/>
                  </a:lnTo>
                  <a:lnTo>
                    <a:pt x="384251" y="126085"/>
                  </a:lnTo>
                  <a:lnTo>
                    <a:pt x="384251" y="104876"/>
                  </a:lnTo>
                  <a:lnTo>
                    <a:pt x="208724" y="3771"/>
                  </a:lnTo>
                  <a:lnTo>
                    <a:pt x="207429" y="1511"/>
                  </a:lnTo>
                  <a:lnTo>
                    <a:pt x="202539" y="215"/>
                  </a:lnTo>
                  <a:lnTo>
                    <a:pt x="202196" y="0"/>
                  </a:lnTo>
                  <a:lnTo>
                    <a:pt x="201993" y="63"/>
                  </a:lnTo>
                  <a:lnTo>
                    <a:pt x="201790" y="0"/>
                  </a:lnTo>
                  <a:lnTo>
                    <a:pt x="201434" y="215"/>
                  </a:lnTo>
                  <a:lnTo>
                    <a:pt x="196570" y="1511"/>
                  </a:lnTo>
                  <a:lnTo>
                    <a:pt x="195262" y="3759"/>
                  </a:lnTo>
                  <a:lnTo>
                    <a:pt x="8064" y="111582"/>
                  </a:lnTo>
                  <a:lnTo>
                    <a:pt x="5435" y="111582"/>
                  </a:lnTo>
                  <a:lnTo>
                    <a:pt x="1816" y="115189"/>
                  </a:lnTo>
                  <a:lnTo>
                    <a:pt x="1524" y="115354"/>
                  </a:lnTo>
                  <a:lnTo>
                    <a:pt x="1473" y="115531"/>
                  </a:lnTo>
                  <a:lnTo>
                    <a:pt x="1320" y="115684"/>
                  </a:lnTo>
                  <a:lnTo>
                    <a:pt x="1320" y="116103"/>
                  </a:lnTo>
                  <a:lnTo>
                    <a:pt x="0" y="120967"/>
                  </a:lnTo>
                  <a:lnTo>
                    <a:pt x="1320" y="123253"/>
                  </a:lnTo>
                  <a:lnTo>
                    <a:pt x="1320" y="338848"/>
                  </a:lnTo>
                  <a:lnTo>
                    <a:pt x="0" y="341122"/>
                  </a:lnTo>
                  <a:lnTo>
                    <a:pt x="1320" y="345998"/>
                  </a:lnTo>
                  <a:lnTo>
                    <a:pt x="1320" y="346379"/>
                  </a:lnTo>
                  <a:lnTo>
                    <a:pt x="1460" y="346532"/>
                  </a:lnTo>
                  <a:lnTo>
                    <a:pt x="1524" y="346735"/>
                  </a:lnTo>
                  <a:lnTo>
                    <a:pt x="1866" y="346951"/>
                  </a:lnTo>
                  <a:lnTo>
                    <a:pt x="5435" y="350507"/>
                  </a:lnTo>
                  <a:lnTo>
                    <a:pt x="8064" y="350507"/>
                  </a:lnTo>
                  <a:lnTo>
                    <a:pt x="195249" y="458317"/>
                  </a:lnTo>
                  <a:lnTo>
                    <a:pt x="196570" y="460578"/>
                  </a:lnTo>
                  <a:lnTo>
                    <a:pt x="201434" y="461886"/>
                  </a:lnTo>
                  <a:lnTo>
                    <a:pt x="201790" y="462076"/>
                  </a:lnTo>
                  <a:lnTo>
                    <a:pt x="201993" y="462026"/>
                  </a:lnTo>
                  <a:lnTo>
                    <a:pt x="202196" y="462076"/>
                  </a:lnTo>
                  <a:lnTo>
                    <a:pt x="202539" y="461886"/>
                  </a:lnTo>
                  <a:lnTo>
                    <a:pt x="207429" y="460578"/>
                  </a:lnTo>
                  <a:lnTo>
                    <a:pt x="208737" y="458304"/>
                  </a:lnTo>
                  <a:lnTo>
                    <a:pt x="395922" y="350507"/>
                  </a:lnTo>
                  <a:lnTo>
                    <a:pt x="398564" y="350507"/>
                  </a:lnTo>
                  <a:lnTo>
                    <a:pt x="402120" y="346951"/>
                  </a:lnTo>
                  <a:lnTo>
                    <a:pt x="402475" y="346735"/>
                  </a:lnTo>
                  <a:lnTo>
                    <a:pt x="402526" y="346532"/>
                  </a:lnTo>
                  <a:lnTo>
                    <a:pt x="402678" y="346379"/>
                  </a:lnTo>
                  <a:lnTo>
                    <a:pt x="402678" y="345998"/>
                  </a:lnTo>
                  <a:lnTo>
                    <a:pt x="403999" y="341122"/>
                  </a:lnTo>
                  <a:lnTo>
                    <a:pt x="402678" y="338848"/>
                  </a:lnTo>
                  <a:lnTo>
                    <a:pt x="402678" y="126085"/>
                  </a:lnTo>
                  <a:lnTo>
                    <a:pt x="584276" y="21501"/>
                  </a:lnTo>
                  <a:lnTo>
                    <a:pt x="705675" y="91414"/>
                  </a:lnTo>
                  <a:lnTo>
                    <a:pt x="711314" y="89903"/>
                  </a:lnTo>
                  <a:lnTo>
                    <a:pt x="716407" y="81114"/>
                  </a:lnTo>
                  <a:close/>
                </a:path>
                <a:path w="825500" h="462279">
                  <a:moveTo>
                    <a:pt x="825271" y="120383"/>
                  </a:moveTo>
                  <a:lnTo>
                    <a:pt x="811149" y="80302"/>
                  </a:lnTo>
                  <a:lnTo>
                    <a:pt x="803046" y="73698"/>
                  </a:lnTo>
                  <a:lnTo>
                    <a:pt x="803046" y="120383"/>
                  </a:lnTo>
                  <a:lnTo>
                    <a:pt x="802525" y="129070"/>
                  </a:lnTo>
                  <a:lnTo>
                    <a:pt x="782231" y="157416"/>
                  </a:lnTo>
                  <a:lnTo>
                    <a:pt x="765048" y="157416"/>
                  </a:lnTo>
                  <a:lnTo>
                    <a:pt x="744054" y="121412"/>
                  </a:lnTo>
                  <a:lnTo>
                    <a:pt x="744029" y="120383"/>
                  </a:lnTo>
                  <a:lnTo>
                    <a:pt x="744524" y="112077"/>
                  </a:lnTo>
                  <a:lnTo>
                    <a:pt x="764755" y="84086"/>
                  </a:lnTo>
                  <a:lnTo>
                    <a:pt x="782523" y="84086"/>
                  </a:lnTo>
                  <a:lnTo>
                    <a:pt x="803046" y="120383"/>
                  </a:lnTo>
                  <a:lnTo>
                    <a:pt x="803046" y="73698"/>
                  </a:lnTo>
                  <a:lnTo>
                    <a:pt x="794639" y="69367"/>
                  </a:lnTo>
                  <a:lnTo>
                    <a:pt x="784618" y="66636"/>
                  </a:lnTo>
                  <a:lnTo>
                    <a:pt x="773417" y="65722"/>
                  </a:lnTo>
                  <a:lnTo>
                    <a:pt x="764743" y="65722"/>
                  </a:lnTo>
                  <a:lnTo>
                    <a:pt x="729119" y="88684"/>
                  </a:lnTo>
                  <a:lnTo>
                    <a:pt x="721817" y="121412"/>
                  </a:lnTo>
                  <a:lnTo>
                    <a:pt x="722693" y="133438"/>
                  </a:lnTo>
                  <a:lnTo>
                    <a:pt x="743496" y="167640"/>
                  </a:lnTo>
                  <a:lnTo>
                    <a:pt x="773709" y="175780"/>
                  </a:lnTo>
                  <a:lnTo>
                    <a:pt x="784872" y="174879"/>
                  </a:lnTo>
                  <a:lnTo>
                    <a:pt x="794854" y="172148"/>
                  </a:lnTo>
                  <a:lnTo>
                    <a:pt x="803656" y="167601"/>
                  </a:lnTo>
                  <a:lnTo>
                    <a:pt x="811263" y="161239"/>
                  </a:lnTo>
                  <a:lnTo>
                    <a:pt x="814197" y="157416"/>
                  </a:lnTo>
                  <a:lnTo>
                    <a:pt x="817410" y="153250"/>
                  </a:lnTo>
                  <a:lnTo>
                    <a:pt x="821791" y="143865"/>
                  </a:lnTo>
                  <a:lnTo>
                    <a:pt x="824433" y="133083"/>
                  </a:lnTo>
                  <a:lnTo>
                    <a:pt x="825271" y="121412"/>
                  </a:lnTo>
                  <a:lnTo>
                    <a:pt x="825271" y="12038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2502164" y="5322258"/>
              <a:ext cx="103460" cy="110058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1440370" y="5452605"/>
              <a:ext cx="2034539" cy="859790"/>
            </a:xfrm>
            <a:custGeom>
              <a:avLst/>
              <a:gdLst/>
              <a:ahLst/>
              <a:cxnLst/>
              <a:rect l="l" t="t" r="r" b="b"/>
              <a:pathLst>
                <a:path w="2034539" h="859789">
                  <a:moveTo>
                    <a:pt x="85305" y="421678"/>
                  </a:moveTo>
                  <a:lnTo>
                    <a:pt x="63766" y="421678"/>
                  </a:lnTo>
                  <a:lnTo>
                    <a:pt x="63766" y="463575"/>
                  </a:lnTo>
                  <a:lnTo>
                    <a:pt x="21551" y="463575"/>
                  </a:lnTo>
                  <a:lnTo>
                    <a:pt x="21551" y="421678"/>
                  </a:lnTo>
                  <a:lnTo>
                    <a:pt x="0" y="421678"/>
                  </a:lnTo>
                  <a:lnTo>
                    <a:pt x="0" y="528129"/>
                  </a:lnTo>
                  <a:lnTo>
                    <a:pt x="21551" y="528129"/>
                  </a:lnTo>
                  <a:lnTo>
                    <a:pt x="21551" y="481584"/>
                  </a:lnTo>
                  <a:lnTo>
                    <a:pt x="63766" y="481584"/>
                  </a:lnTo>
                  <a:lnTo>
                    <a:pt x="63766" y="528129"/>
                  </a:lnTo>
                  <a:lnTo>
                    <a:pt x="85305" y="528129"/>
                  </a:lnTo>
                  <a:lnTo>
                    <a:pt x="85305" y="481584"/>
                  </a:lnTo>
                  <a:lnTo>
                    <a:pt x="85305" y="463575"/>
                  </a:lnTo>
                  <a:lnTo>
                    <a:pt x="85305" y="421678"/>
                  </a:lnTo>
                  <a:close/>
                </a:path>
                <a:path w="2034539" h="859789">
                  <a:moveTo>
                    <a:pt x="209867" y="474535"/>
                  </a:moveTo>
                  <a:lnTo>
                    <a:pt x="195757" y="434454"/>
                  </a:lnTo>
                  <a:lnTo>
                    <a:pt x="187642" y="427850"/>
                  </a:lnTo>
                  <a:lnTo>
                    <a:pt x="187642" y="474535"/>
                  </a:lnTo>
                  <a:lnTo>
                    <a:pt x="187134" y="483222"/>
                  </a:lnTo>
                  <a:lnTo>
                    <a:pt x="166827" y="511568"/>
                  </a:lnTo>
                  <a:lnTo>
                    <a:pt x="149644" y="511568"/>
                  </a:lnTo>
                  <a:lnTo>
                    <a:pt x="128663" y="475564"/>
                  </a:lnTo>
                  <a:lnTo>
                    <a:pt x="128625" y="474535"/>
                  </a:lnTo>
                  <a:lnTo>
                    <a:pt x="129120" y="466229"/>
                  </a:lnTo>
                  <a:lnTo>
                    <a:pt x="149352" y="438238"/>
                  </a:lnTo>
                  <a:lnTo>
                    <a:pt x="167119" y="438238"/>
                  </a:lnTo>
                  <a:lnTo>
                    <a:pt x="187642" y="474535"/>
                  </a:lnTo>
                  <a:lnTo>
                    <a:pt x="187642" y="427850"/>
                  </a:lnTo>
                  <a:lnTo>
                    <a:pt x="179247" y="423519"/>
                  </a:lnTo>
                  <a:lnTo>
                    <a:pt x="169214" y="420789"/>
                  </a:lnTo>
                  <a:lnTo>
                    <a:pt x="158013" y="419874"/>
                  </a:lnTo>
                  <a:lnTo>
                    <a:pt x="149339" y="419874"/>
                  </a:lnTo>
                  <a:lnTo>
                    <a:pt x="113715" y="442836"/>
                  </a:lnTo>
                  <a:lnTo>
                    <a:pt x="106413" y="475564"/>
                  </a:lnTo>
                  <a:lnTo>
                    <a:pt x="107289" y="487591"/>
                  </a:lnTo>
                  <a:lnTo>
                    <a:pt x="128092" y="521792"/>
                  </a:lnTo>
                  <a:lnTo>
                    <a:pt x="158305" y="529932"/>
                  </a:lnTo>
                  <a:lnTo>
                    <a:pt x="169468" y="529031"/>
                  </a:lnTo>
                  <a:lnTo>
                    <a:pt x="179451" y="526300"/>
                  </a:lnTo>
                  <a:lnTo>
                    <a:pt x="188239" y="521754"/>
                  </a:lnTo>
                  <a:lnTo>
                    <a:pt x="195859" y="515378"/>
                  </a:lnTo>
                  <a:lnTo>
                    <a:pt x="198793" y="511568"/>
                  </a:lnTo>
                  <a:lnTo>
                    <a:pt x="202006" y="507403"/>
                  </a:lnTo>
                  <a:lnTo>
                    <a:pt x="206400" y="498017"/>
                  </a:lnTo>
                  <a:lnTo>
                    <a:pt x="209029" y="487235"/>
                  </a:lnTo>
                  <a:lnTo>
                    <a:pt x="209867" y="475564"/>
                  </a:lnTo>
                  <a:lnTo>
                    <a:pt x="209867" y="474535"/>
                  </a:lnTo>
                  <a:close/>
                </a:path>
                <a:path w="2034539" h="859789">
                  <a:moveTo>
                    <a:pt x="400710" y="804214"/>
                  </a:moveTo>
                  <a:lnTo>
                    <a:pt x="386575" y="764133"/>
                  </a:lnTo>
                  <a:lnTo>
                    <a:pt x="378472" y="757516"/>
                  </a:lnTo>
                  <a:lnTo>
                    <a:pt x="378472" y="804214"/>
                  </a:lnTo>
                  <a:lnTo>
                    <a:pt x="377952" y="812888"/>
                  </a:lnTo>
                  <a:lnTo>
                    <a:pt x="357657" y="841235"/>
                  </a:lnTo>
                  <a:lnTo>
                    <a:pt x="340474" y="841235"/>
                  </a:lnTo>
                  <a:lnTo>
                    <a:pt x="319481" y="805230"/>
                  </a:lnTo>
                  <a:lnTo>
                    <a:pt x="319455" y="804214"/>
                  </a:lnTo>
                  <a:lnTo>
                    <a:pt x="319951" y="795896"/>
                  </a:lnTo>
                  <a:lnTo>
                    <a:pt x="340182" y="767905"/>
                  </a:lnTo>
                  <a:lnTo>
                    <a:pt x="357949" y="767905"/>
                  </a:lnTo>
                  <a:lnTo>
                    <a:pt x="378472" y="804214"/>
                  </a:lnTo>
                  <a:lnTo>
                    <a:pt x="378472" y="757516"/>
                  </a:lnTo>
                  <a:lnTo>
                    <a:pt x="370065" y="753186"/>
                  </a:lnTo>
                  <a:lnTo>
                    <a:pt x="360045" y="750455"/>
                  </a:lnTo>
                  <a:lnTo>
                    <a:pt x="348843" y="749541"/>
                  </a:lnTo>
                  <a:lnTo>
                    <a:pt x="340169" y="749541"/>
                  </a:lnTo>
                  <a:lnTo>
                    <a:pt x="304546" y="772502"/>
                  </a:lnTo>
                  <a:lnTo>
                    <a:pt x="297243" y="805230"/>
                  </a:lnTo>
                  <a:lnTo>
                    <a:pt x="298119" y="817257"/>
                  </a:lnTo>
                  <a:lnTo>
                    <a:pt x="318922" y="851458"/>
                  </a:lnTo>
                  <a:lnTo>
                    <a:pt x="349135" y="859612"/>
                  </a:lnTo>
                  <a:lnTo>
                    <a:pt x="360299" y="858697"/>
                  </a:lnTo>
                  <a:lnTo>
                    <a:pt x="370281" y="855967"/>
                  </a:lnTo>
                  <a:lnTo>
                    <a:pt x="379082" y="851420"/>
                  </a:lnTo>
                  <a:lnTo>
                    <a:pt x="386702" y="845058"/>
                  </a:lnTo>
                  <a:lnTo>
                    <a:pt x="389636" y="841235"/>
                  </a:lnTo>
                  <a:lnTo>
                    <a:pt x="392849" y="837069"/>
                  </a:lnTo>
                  <a:lnTo>
                    <a:pt x="397243" y="827697"/>
                  </a:lnTo>
                  <a:lnTo>
                    <a:pt x="399872" y="816902"/>
                  </a:lnTo>
                  <a:lnTo>
                    <a:pt x="400710" y="805230"/>
                  </a:lnTo>
                  <a:lnTo>
                    <a:pt x="400710" y="804214"/>
                  </a:lnTo>
                  <a:close/>
                </a:path>
                <a:path w="2034539" h="859789">
                  <a:moveTo>
                    <a:pt x="551827" y="474726"/>
                  </a:moveTo>
                  <a:lnTo>
                    <a:pt x="546747" y="465924"/>
                  </a:lnTo>
                  <a:lnTo>
                    <a:pt x="541108" y="464426"/>
                  </a:lnTo>
                  <a:lnTo>
                    <a:pt x="370332" y="562775"/>
                  </a:lnTo>
                  <a:lnTo>
                    <a:pt x="367728" y="562775"/>
                  </a:lnTo>
                  <a:lnTo>
                    <a:pt x="364147" y="566343"/>
                  </a:lnTo>
                  <a:lnTo>
                    <a:pt x="350494" y="574205"/>
                  </a:lnTo>
                  <a:lnTo>
                    <a:pt x="336854" y="566356"/>
                  </a:lnTo>
                  <a:lnTo>
                    <a:pt x="333286" y="562775"/>
                  </a:lnTo>
                  <a:lnTo>
                    <a:pt x="330644" y="562775"/>
                  </a:lnTo>
                  <a:lnTo>
                    <a:pt x="231063" y="505409"/>
                  </a:lnTo>
                  <a:lnTo>
                    <a:pt x="225425" y="506920"/>
                  </a:lnTo>
                  <a:lnTo>
                    <a:pt x="220345" y="515708"/>
                  </a:lnTo>
                  <a:lnTo>
                    <a:pt x="221856" y="521322"/>
                  </a:lnTo>
                  <a:lnTo>
                    <a:pt x="318973" y="577265"/>
                  </a:lnTo>
                  <a:lnTo>
                    <a:pt x="318973" y="733399"/>
                  </a:lnTo>
                  <a:lnTo>
                    <a:pt x="323113" y="737527"/>
                  </a:lnTo>
                  <a:lnTo>
                    <a:pt x="333286" y="737527"/>
                  </a:lnTo>
                  <a:lnTo>
                    <a:pt x="337400" y="733399"/>
                  </a:lnTo>
                  <a:lnTo>
                    <a:pt x="337400" y="587883"/>
                  </a:lnTo>
                  <a:lnTo>
                    <a:pt x="343738" y="591527"/>
                  </a:lnTo>
                  <a:lnTo>
                    <a:pt x="345059" y="593801"/>
                  </a:lnTo>
                  <a:lnTo>
                    <a:pt x="349961" y="595109"/>
                  </a:lnTo>
                  <a:lnTo>
                    <a:pt x="350304" y="595299"/>
                  </a:lnTo>
                  <a:lnTo>
                    <a:pt x="350494" y="595249"/>
                  </a:lnTo>
                  <a:lnTo>
                    <a:pt x="350697" y="595299"/>
                  </a:lnTo>
                  <a:lnTo>
                    <a:pt x="351028" y="595109"/>
                  </a:lnTo>
                  <a:lnTo>
                    <a:pt x="355930" y="593801"/>
                  </a:lnTo>
                  <a:lnTo>
                    <a:pt x="357251" y="591527"/>
                  </a:lnTo>
                  <a:lnTo>
                    <a:pt x="363601" y="587883"/>
                  </a:lnTo>
                  <a:lnTo>
                    <a:pt x="363601" y="733399"/>
                  </a:lnTo>
                  <a:lnTo>
                    <a:pt x="367728" y="737527"/>
                  </a:lnTo>
                  <a:lnTo>
                    <a:pt x="377888" y="737527"/>
                  </a:lnTo>
                  <a:lnTo>
                    <a:pt x="382016" y="733399"/>
                  </a:lnTo>
                  <a:lnTo>
                    <a:pt x="382016" y="577265"/>
                  </a:lnTo>
                  <a:lnTo>
                    <a:pt x="550316" y="480339"/>
                  </a:lnTo>
                  <a:lnTo>
                    <a:pt x="551827" y="474726"/>
                  </a:lnTo>
                  <a:close/>
                </a:path>
                <a:path w="2034539" h="859789">
                  <a:moveTo>
                    <a:pt x="1101953" y="4102"/>
                  </a:moveTo>
                  <a:lnTo>
                    <a:pt x="1097826" y="0"/>
                  </a:lnTo>
                  <a:lnTo>
                    <a:pt x="1087653" y="0"/>
                  </a:lnTo>
                  <a:lnTo>
                    <a:pt x="1083525" y="4102"/>
                  </a:lnTo>
                  <a:lnTo>
                    <a:pt x="1083525" y="162407"/>
                  </a:lnTo>
                  <a:lnTo>
                    <a:pt x="1087653" y="166522"/>
                  </a:lnTo>
                  <a:lnTo>
                    <a:pt x="1097826" y="166522"/>
                  </a:lnTo>
                  <a:lnTo>
                    <a:pt x="1101953" y="162407"/>
                  </a:lnTo>
                  <a:lnTo>
                    <a:pt x="1101953" y="4102"/>
                  </a:lnTo>
                  <a:close/>
                </a:path>
                <a:path w="2034539" h="859789">
                  <a:moveTo>
                    <a:pt x="1146556" y="4102"/>
                  </a:moveTo>
                  <a:lnTo>
                    <a:pt x="1142441" y="0"/>
                  </a:lnTo>
                  <a:lnTo>
                    <a:pt x="1132255" y="0"/>
                  </a:lnTo>
                  <a:lnTo>
                    <a:pt x="1128128" y="4102"/>
                  </a:lnTo>
                  <a:lnTo>
                    <a:pt x="1128128" y="162407"/>
                  </a:lnTo>
                  <a:lnTo>
                    <a:pt x="1132255" y="166522"/>
                  </a:lnTo>
                  <a:lnTo>
                    <a:pt x="1142441" y="166522"/>
                  </a:lnTo>
                  <a:lnTo>
                    <a:pt x="1146556" y="162407"/>
                  </a:lnTo>
                  <a:lnTo>
                    <a:pt x="1146556" y="4102"/>
                  </a:lnTo>
                  <a:close/>
                </a:path>
                <a:path w="2034539" h="859789">
                  <a:moveTo>
                    <a:pt x="1815960" y="186194"/>
                  </a:moveTo>
                  <a:lnTo>
                    <a:pt x="1810893" y="177393"/>
                  </a:lnTo>
                  <a:lnTo>
                    <a:pt x="1805368" y="175895"/>
                  </a:lnTo>
                  <a:lnTo>
                    <a:pt x="1687449" y="243751"/>
                  </a:lnTo>
                  <a:lnTo>
                    <a:pt x="1503426" y="137756"/>
                  </a:lnTo>
                  <a:lnTo>
                    <a:pt x="1502130" y="135496"/>
                  </a:lnTo>
                  <a:lnTo>
                    <a:pt x="1497291" y="134226"/>
                  </a:lnTo>
                  <a:lnTo>
                    <a:pt x="1496910" y="133997"/>
                  </a:lnTo>
                  <a:lnTo>
                    <a:pt x="1496669" y="134061"/>
                  </a:lnTo>
                  <a:lnTo>
                    <a:pt x="1496453" y="133997"/>
                  </a:lnTo>
                  <a:lnTo>
                    <a:pt x="1496060" y="134226"/>
                  </a:lnTo>
                  <a:lnTo>
                    <a:pt x="1491221" y="135496"/>
                  </a:lnTo>
                  <a:lnTo>
                    <a:pt x="1489900" y="137769"/>
                  </a:lnTo>
                  <a:lnTo>
                    <a:pt x="1364678" y="209880"/>
                  </a:lnTo>
                  <a:lnTo>
                    <a:pt x="1363167" y="215506"/>
                  </a:lnTo>
                  <a:lnTo>
                    <a:pt x="1368259" y="224282"/>
                  </a:lnTo>
                  <a:lnTo>
                    <a:pt x="1373886" y="225793"/>
                  </a:lnTo>
                  <a:lnTo>
                    <a:pt x="1496644" y="155105"/>
                  </a:lnTo>
                  <a:lnTo>
                    <a:pt x="1680718" y="261099"/>
                  </a:lnTo>
                  <a:lnTo>
                    <a:pt x="1682076" y="263359"/>
                  </a:lnTo>
                  <a:lnTo>
                    <a:pt x="1687017" y="264718"/>
                  </a:lnTo>
                  <a:lnTo>
                    <a:pt x="1687296" y="264871"/>
                  </a:lnTo>
                  <a:lnTo>
                    <a:pt x="1687449" y="264833"/>
                  </a:lnTo>
                  <a:lnTo>
                    <a:pt x="1687601" y="264871"/>
                  </a:lnTo>
                  <a:lnTo>
                    <a:pt x="1687868" y="264718"/>
                  </a:lnTo>
                  <a:lnTo>
                    <a:pt x="1692821" y="263359"/>
                  </a:lnTo>
                  <a:lnTo>
                    <a:pt x="1694167" y="261099"/>
                  </a:lnTo>
                  <a:lnTo>
                    <a:pt x="1814576" y="191808"/>
                  </a:lnTo>
                  <a:lnTo>
                    <a:pt x="1815960" y="186194"/>
                  </a:lnTo>
                  <a:close/>
                </a:path>
                <a:path w="2034539" h="859789">
                  <a:moveTo>
                    <a:pt x="1928456" y="144106"/>
                  </a:moveTo>
                  <a:lnTo>
                    <a:pt x="1914372" y="104025"/>
                  </a:lnTo>
                  <a:lnTo>
                    <a:pt x="1906231" y="97421"/>
                  </a:lnTo>
                  <a:lnTo>
                    <a:pt x="1906231" y="144106"/>
                  </a:lnTo>
                  <a:lnTo>
                    <a:pt x="1905711" y="152781"/>
                  </a:lnTo>
                  <a:lnTo>
                    <a:pt x="1885353" y="181140"/>
                  </a:lnTo>
                  <a:lnTo>
                    <a:pt x="1868157" y="181140"/>
                  </a:lnTo>
                  <a:lnTo>
                    <a:pt x="1847176" y="145122"/>
                  </a:lnTo>
                  <a:lnTo>
                    <a:pt x="1847138" y="144106"/>
                  </a:lnTo>
                  <a:lnTo>
                    <a:pt x="1847646" y="135788"/>
                  </a:lnTo>
                  <a:lnTo>
                    <a:pt x="1868004" y="107797"/>
                  </a:lnTo>
                  <a:lnTo>
                    <a:pt x="1885657" y="107797"/>
                  </a:lnTo>
                  <a:lnTo>
                    <a:pt x="1906231" y="144106"/>
                  </a:lnTo>
                  <a:lnTo>
                    <a:pt x="1906231" y="97421"/>
                  </a:lnTo>
                  <a:lnTo>
                    <a:pt x="1897786" y="93078"/>
                  </a:lnTo>
                  <a:lnTo>
                    <a:pt x="1887778" y="90347"/>
                  </a:lnTo>
                  <a:lnTo>
                    <a:pt x="1876602" y="89446"/>
                  </a:lnTo>
                  <a:lnTo>
                    <a:pt x="1867852" y="89446"/>
                  </a:lnTo>
                  <a:lnTo>
                    <a:pt x="1832229" y="112395"/>
                  </a:lnTo>
                  <a:lnTo>
                    <a:pt x="1825015" y="145122"/>
                  </a:lnTo>
                  <a:lnTo>
                    <a:pt x="1825879" y="157149"/>
                  </a:lnTo>
                  <a:lnTo>
                    <a:pt x="1846643" y="191350"/>
                  </a:lnTo>
                  <a:lnTo>
                    <a:pt x="1876907" y="199504"/>
                  </a:lnTo>
                  <a:lnTo>
                    <a:pt x="1888058" y="198589"/>
                  </a:lnTo>
                  <a:lnTo>
                    <a:pt x="1920532" y="176961"/>
                  </a:lnTo>
                  <a:lnTo>
                    <a:pt x="1928456" y="145122"/>
                  </a:lnTo>
                  <a:lnTo>
                    <a:pt x="1928456" y="144106"/>
                  </a:lnTo>
                  <a:close/>
                </a:path>
                <a:path w="2034539" h="859789">
                  <a:moveTo>
                    <a:pt x="2034133" y="91249"/>
                  </a:moveTo>
                  <a:lnTo>
                    <a:pt x="2012632" y="91249"/>
                  </a:lnTo>
                  <a:lnTo>
                    <a:pt x="2012632" y="133134"/>
                  </a:lnTo>
                  <a:lnTo>
                    <a:pt x="1970417" y="133134"/>
                  </a:lnTo>
                  <a:lnTo>
                    <a:pt x="1970417" y="91249"/>
                  </a:lnTo>
                  <a:lnTo>
                    <a:pt x="1948916" y="91249"/>
                  </a:lnTo>
                  <a:lnTo>
                    <a:pt x="1948916" y="197688"/>
                  </a:lnTo>
                  <a:lnTo>
                    <a:pt x="1970417" y="197688"/>
                  </a:lnTo>
                  <a:lnTo>
                    <a:pt x="1970417" y="151142"/>
                  </a:lnTo>
                  <a:lnTo>
                    <a:pt x="2012632" y="151142"/>
                  </a:lnTo>
                  <a:lnTo>
                    <a:pt x="2012632" y="197688"/>
                  </a:lnTo>
                  <a:lnTo>
                    <a:pt x="2034133" y="197688"/>
                  </a:lnTo>
                  <a:lnTo>
                    <a:pt x="2034133" y="151142"/>
                  </a:lnTo>
                  <a:lnTo>
                    <a:pt x="2034133" y="133134"/>
                  </a:lnTo>
                  <a:lnTo>
                    <a:pt x="2034133" y="9124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8" name="object 58"/>
          <p:cNvSpPr/>
          <p:nvPr/>
        </p:nvSpPr>
        <p:spPr>
          <a:xfrm>
            <a:off x="3898717" y="5507737"/>
            <a:ext cx="276504" cy="230234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9A3D50BE-7457-A6FC-08E6-28D200BD7B5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646216"/>
            <a:ext cx="6214605" cy="197550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356963" y="185881"/>
            <a:ext cx="3527589" cy="35816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0"/>
              </a:spcBef>
            </a:pPr>
            <a:r>
              <a:rPr spc="-160" dirty="0"/>
              <a:t>Formation </a:t>
            </a:r>
            <a:r>
              <a:rPr spc="-140" dirty="0"/>
              <a:t>of</a:t>
            </a:r>
            <a:r>
              <a:rPr spc="-475" dirty="0"/>
              <a:t> </a:t>
            </a:r>
            <a:r>
              <a:rPr spc="-180" dirty="0"/>
              <a:t>Polyesters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711709" y="756675"/>
            <a:ext cx="6557009" cy="1918335"/>
            <a:chOff x="711709" y="756675"/>
            <a:chExt cx="6557009" cy="1918335"/>
          </a:xfrm>
        </p:grpSpPr>
        <p:sp>
          <p:nvSpPr>
            <p:cNvPr id="5" name="object 5"/>
            <p:cNvSpPr/>
            <p:nvPr/>
          </p:nvSpPr>
          <p:spPr>
            <a:xfrm>
              <a:off x="1411795" y="1310652"/>
              <a:ext cx="996315" cy="442595"/>
            </a:xfrm>
            <a:custGeom>
              <a:avLst/>
              <a:gdLst/>
              <a:ahLst/>
              <a:cxnLst/>
              <a:rect l="l" t="t" r="r" b="b"/>
              <a:pathLst>
                <a:path w="996314" h="442594">
                  <a:moveTo>
                    <a:pt x="61645" y="135420"/>
                  </a:moveTo>
                  <a:lnTo>
                    <a:pt x="57696" y="131470"/>
                  </a:lnTo>
                  <a:lnTo>
                    <a:pt x="47942" y="131470"/>
                  </a:lnTo>
                  <a:lnTo>
                    <a:pt x="43992" y="135420"/>
                  </a:lnTo>
                  <a:lnTo>
                    <a:pt x="43992" y="307149"/>
                  </a:lnTo>
                  <a:lnTo>
                    <a:pt x="47942" y="311086"/>
                  </a:lnTo>
                  <a:lnTo>
                    <a:pt x="57696" y="311086"/>
                  </a:lnTo>
                  <a:lnTo>
                    <a:pt x="61645" y="307149"/>
                  </a:lnTo>
                  <a:lnTo>
                    <a:pt x="61645" y="135420"/>
                  </a:lnTo>
                  <a:close/>
                </a:path>
                <a:path w="996314" h="442594">
                  <a:moveTo>
                    <a:pt x="344309" y="302094"/>
                  </a:moveTo>
                  <a:lnTo>
                    <a:pt x="339432" y="293674"/>
                  </a:lnTo>
                  <a:lnTo>
                    <a:pt x="334035" y="292239"/>
                  </a:lnTo>
                  <a:lnTo>
                    <a:pt x="184886" y="378091"/>
                  </a:lnTo>
                  <a:lnTo>
                    <a:pt x="183438" y="383476"/>
                  </a:lnTo>
                  <a:lnTo>
                    <a:pt x="188315" y="391896"/>
                  </a:lnTo>
                  <a:lnTo>
                    <a:pt x="193713" y="393357"/>
                  </a:lnTo>
                  <a:lnTo>
                    <a:pt x="342861" y="307479"/>
                  </a:lnTo>
                  <a:lnTo>
                    <a:pt x="344309" y="302094"/>
                  </a:lnTo>
                  <a:close/>
                </a:path>
                <a:path w="996314" h="442594">
                  <a:moveTo>
                    <a:pt x="344309" y="140462"/>
                  </a:moveTo>
                  <a:lnTo>
                    <a:pt x="342861" y="135077"/>
                  </a:lnTo>
                  <a:lnTo>
                    <a:pt x="193713" y="49212"/>
                  </a:lnTo>
                  <a:lnTo>
                    <a:pt x="188315" y="50647"/>
                  </a:lnTo>
                  <a:lnTo>
                    <a:pt x="183438" y="59067"/>
                  </a:lnTo>
                  <a:lnTo>
                    <a:pt x="184886" y="64452"/>
                  </a:lnTo>
                  <a:lnTo>
                    <a:pt x="334035" y="150317"/>
                  </a:lnTo>
                  <a:lnTo>
                    <a:pt x="339432" y="148882"/>
                  </a:lnTo>
                  <a:lnTo>
                    <a:pt x="344309" y="140462"/>
                  </a:lnTo>
                  <a:close/>
                </a:path>
                <a:path w="996314" h="442594">
                  <a:moveTo>
                    <a:pt x="686358" y="77685"/>
                  </a:moveTo>
                  <a:lnTo>
                    <a:pt x="684923" y="72313"/>
                  </a:lnTo>
                  <a:lnTo>
                    <a:pt x="566216" y="3975"/>
                  </a:lnTo>
                  <a:lnTo>
                    <a:pt x="564972" y="1803"/>
                  </a:lnTo>
                  <a:lnTo>
                    <a:pt x="560285" y="558"/>
                  </a:lnTo>
                  <a:lnTo>
                    <a:pt x="559955" y="355"/>
                  </a:lnTo>
                  <a:lnTo>
                    <a:pt x="559765" y="419"/>
                  </a:lnTo>
                  <a:lnTo>
                    <a:pt x="559574" y="355"/>
                  </a:lnTo>
                  <a:lnTo>
                    <a:pt x="559231" y="558"/>
                  </a:lnTo>
                  <a:lnTo>
                    <a:pt x="554558" y="1803"/>
                  </a:lnTo>
                  <a:lnTo>
                    <a:pt x="553300" y="3962"/>
                  </a:lnTo>
                  <a:lnTo>
                    <a:pt x="376961" y="105498"/>
                  </a:lnTo>
                  <a:lnTo>
                    <a:pt x="368147" y="100431"/>
                  </a:lnTo>
                  <a:lnTo>
                    <a:pt x="368147" y="120764"/>
                  </a:lnTo>
                  <a:lnTo>
                    <a:pt x="368147" y="321805"/>
                  </a:lnTo>
                  <a:lnTo>
                    <a:pt x="193509" y="422338"/>
                  </a:lnTo>
                  <a:lnTo>
                    <a:pt x="18897" y="321818"/>
                  </a:lnTo>
                  <a:lnTo>
                    <a:pt x="18897" y="120751"/>
                  </a:lnTo>
                  <a:lnTo>
                    <a:pt x="193509" y="20218"/>
                  </a:lnTo>
                  <a:lnTo>
                    <a:pt x="368147" y="120764"/>
                  </a:lnTo>
                  <a:lnTo>
                    <a:pt x="368147" y="100431"/>
                  </a:lnTo>
                  <a:lnTo>
                    <a:pt x="199986" y="3619"/>
                  </a:lnTo>
                  <a:lnTo>
                    <a:pt x="198729" y="1435"/>
                  </a:lnTo>
                  <a:lnTo>
                    <a:pt x="194030" y="190"/>
                  </a:lnTo>
                  <a:lnTo>
                    <a:pt x="193713" y="0"/>
                  </a:lnTo>
                  <a:lnTo>
                    <a:pt x="193522" y="50"/>
                  </a:lnTo>
                  <a:lnTo>
                    <a:pt x="193332" y="0"/>
                  </a:lnTo>
                  <a:lnTo>
                    <a:pt x="193001" y="190"/>
                  </a:lnTo>
                  <a:lnTo>
                    <a:pt x="188315" y="1435"/>
                  </a:lnTo>
                  <a:lnTo>
                    <a:pt x="187045" y="3619"/>
                  </a:lnTo>
                  <a:lnTo>
                    <a:pt x="7696" y="106857"/>
                  </a:lnTo>
                  <a:lnTo>
                    <a:pt x="5207" y="106857"/>
                  </a:lnTo>
                  <a:lnTo>
                    <a:pt x="1790" y="110261"/>
                  </a:lnTo>
                  <a:lnTo>
                    <a:pt x="1435" y="110464"/>
                  </a:lnTo>
                  <a:lnTo>
                    <a:pt x="1371" y="110680"/>
                  </a:lnTo>
                  <a:lnTo>
                    <a:pt x="1244" y="110807"/>
                  </a:lnTo>
                  <a:lnTo>
                    <a:pt x="1244" y="111188"/>
                  </a:lnTo>
                  <a:lnTo>
                    <a:pt x="0" y="115849"/>
                  </a:lnTo>
                  <a:lnTo>
                    <a:pt x="1244" y="118008"/>
                  </a:lnTo>
                  <a:lnTo>
                    <a:pt x="1244" y="324548"/>
                  </a:lnTo>
                  <a:lnTo>
                    <a:pt x="0" y="326694"/>
                  </a:lnTo>
                  <a:lnTo>
                    <a:pt x="1244" y="331368"/>
                  </a:lnTo>
                  <a:lnTo>
                    <a:pt x="1244" y="331762"/>
                  </a:lnTo>
                  <a:lnTo>
                    <a:pt x="1384" y="331914"/>
                  </a:lnTo>
                  <a:lnTo>
                    <a:pt x="1435" y="332079"/>
                  </a:lnTo>
                  <a:lnTo>
                    <a:pt x="1739" y="332270"/>
                  </a:lnTo>
                  <a:lnTo>
                    <a:pt x="5207" y="335686"/>
                  </a:lnTo>
                  <a:lnTo>
                    <a:pt x="7696" y="335686"/>
                  </a:lnTo>
                  <a:lnTo>
                    <a:pt x="187071" y="438975"/>
                  </a:lnTo>
                  <a:lnTo>
                    <a:pt x="188315" y="441109"/>
                  </a:lnTo>
                  <a:lnTo>
                    <a:pt x="192989" y="442379"/>
                  </a:lnTo>
                  <a:lnTo>
                    <a:pt x="193332" y="442569"/>
                  </a:lnTo>
                  <a:lnTo>
                    <a:pt x="193522" y="442518"/>
                  </a:lnTo>
                  <a:lnTo>
                    <a:pt x="193713" y="442569"/>
                  </a:lnTo>
                  <a:lnTo>
                    <a:pt x="194043" y="442379"/>
                  </a:lnTo>
                  <a:lnTo>
                    <a:pt x="198729" y="441109"/>
                  </a:lnTo>
                  <a:lnTo>
                    <a:pt x="199961" y="438975"/>
                  </a:lnTo>
                  <a:lnTo>
                    <a:pt x="379323" y="335686"/>
                  </a:lnTo>
                  <a:lnTo>
                    <a:pt x="381838" y="335686"/>
                  </a:lnTo>
                  <a:lnTo>
                    <a:pt x="385279" y="332257"/>
                  </a:lnTo>
                  <a:lnTo>
                    <a:pt x="385597" y="332079"/>
                  </a:lnTo>
                  <a:lnTo>
                    <a:pt x="385635" y="331914"/>
                  </a:lnTo>
                  <a:lnTo>
                    <a:pt x="385787" y="331762"/>
                  </a:lnTo>
                  <a:lnTo>
                    <a:pt x="385787" y="331381"/>
                  </a:lnTo>
                  <a:lnTo>
                    <a:pt x="387045" y="326694"/>
                  </a:lnTo>
                  <a:lnTo>
                    <a:pt x="385787" y="324523"/>
                  </a:lnTo>
                  <a:lnTo>
                    <a:pt x="385787" y="120764"/>
                  </a:lnTo>
                  <a:lnTo>
                    <a:pt x="559765" y="20586"/>
                  </a:lnTo>
                  <a:lnTo>
                    <a:pt x="676097" y="87553"/>
                  </a:lnTo>
                  <a:lnTo>
                    <a:pt x="681494" y="86106"/>
                  </a:lnTo>
                  <a:lnTo>
                    <a:pt x="686358" y="77685"/>
                  </a:lnTo>
                  <a:close/>
                </a:path>
                <a:path w="996314" h="442594">
                  <a:moveTo>
                    <a:pt x="790638" y="115303"/>
                  </a:moveTo>
                  <a:lnTo>
                    <a:pt x="777138" y="76923"/>
                  </a:lnTo>
                  <a:lnTo>
                    <a:pt x="769340" y="70561"/>
                  </a:lnTo>
                  <a:lnTo>
                    <a:pt x="769340" y="115303"/>
                  </a:lnTo>
                  <a:lnTo>
                    <a:pt x="768845" y="123621"/>
                  </a:lnTo>
                  <a:lnTo>
                    <a:pt x="749477" y="150774"/>
                  </a:lnTo>
                  <a:lnTo>
                    <a:pt x="732980" y="150774"/>
                  </a:lnTo>
                  <a:lnTo>
                    <a:pt x="712863" y="116268"/>
                  </a:lnTo>
                  <a:lnTo>
                    <a:pt x="712838" y="115303"/>
                  </a:lnTo>
                  <a:lnTo>
                    <a:pt x="713308" y="107340"/>
                  </a:lnTo>
                  <a:lnTo>
                    <a:pt x="732701" y="80543"/>
                  </a:lnTo>
                  <a:lnTo>
                    <a:pt x="749769" y="80543"/>
                  </a:lnTo>
                  <a:lnTo>
                    <a:pt x="769340" y="115303"/>
                  </a:lnTo>
                  <a:lnTo>
                    <a:pt x="769340" y="70561"/>
                  </a:lnTo>
                  <a:lnTo>
                    <a:pt x="761365" y="66433"/>
                  </a:lnTo>
                  <a:lnTo>
                    <a:pt x="751738" y="63817"/>
                  </a:lnTo>
                  <a:lnTo>
                    <a:pt x="740943" y="62941"/>
                  </a:lnTo>
                  <a:lnTo>
                    <a:pt x="732663" y="62941"/>
                  </a:lnTo>
                  <a:lnTo>
                    <a:pt x="698538" y="84937"/>
                  </a:lnTo>
                  <a:lnTo>
                    <a:pt x="691553" y="116268"/>
                  </a:lnTo>
                  <a:lnTo>
                    <a:pt x="692391" y="127787"/>
                  </a:lnTo>
                  <a:lnTo>
                    <a:pt x="712330" y="160553"/>
                  </a:lnTo>
                  <a:lnTo>
                    <a:pt x="741248" y="168363"/>
                  </a:lnTo>
                  <a:lnTo>
                    <a:pt x="751941" y="167487"/>
                  </a:lnTo>
                  <a:lnTo>
                    <a:pt x="787336" y="137795"/>
                  </a:lnTo>
                  <a:lnTo>
                    <a:pt x="790638" y="116268"/>
                  </a:lnTo>
                  <a:lnTo>
                    <a:pt x="790638" y="115303"/>
                  </a:lnTo>
                  <a:close/>
                </a:path>
                <a:path w="996314" h="442594">
                  <a:moveTo>
                    <a:pt x="908646" y="64681"/>
                  </a:moveTo>
                  <a:lnTo>
                    <a:pt x="877608" y="64681"/>
                  </a:lnTo>
                  <a:lnTo>
                    <a:pt x="859358" y="134213"/>
                  </a:lnTo>
                  <a:lnTo>
                    <a:pt x="846607" y="86385"/>
                  </a:lnTo>
                  <a:lnTo>
                    <a:pt x="840828" y="64681"/>
                  </a:lnTo>
                  <a:lnTo>
                    <a:pt x="809942" y="64681"/>
                  </a:lnTo>
                  <a:lnTo>
                    <a:pt x="809942" y="166611"/>
                  </a:lnTo>
                  <a:lnTo>
                    <a:pt x="829056" y="166611"/>
                  </a:lnTo>
                  <a:lnTo>
                    <a:pt x="829056" y="86385"/>
                  </a:lnTo>
                  <a:lnTo>
                    <a:pt x="849363" y="166611"/>
                  </a:lnTo>
                  <a:lnTo>
                    <a:pt x="869213" y="166611"/>
                  </a:lnTo>
                  <a:lnTo>
                    <a:pt x="877417" y="134213"/>
                  </a:lnTo>
                  <a:lnTo>
                    <a:pt x="889520" y="86385"/>
                  </a:lnTo>
                  <a:lnTo>
                    <a:pt x="889520" y="166611"/>
                  </a:lnTo>
                  <a:lnTo>
                    <a:pt x="908646" y="166611"/>
                  </a:lnTo>
                  <a:lnTo>
                    <a:pt x="908646" y="86385"/>
                  </a:lnTo>
                  <a:lnTo>
                    <a:pt x="908646" y="64681"/>
                  </a:lnTo>
                  <a:close/>
                </a:path>
                <a:path w="996314" h="442594">
                  <a:moveTo>
                    <a:pt x="996022" y="135331"/>
                  </a:moveTo>
                  <a:lnTo>
                    <a:pt x="995603" y="124815"/>
                  </a:lnTo>
                  <a:lnTo>
                    <a:pt x="995337" y="123367"/>
                  </a:lnTo>
                  <a:lnTo>
                    <a:pt x="993940" y="115760"/>
                  </a:lnTo>
                  <a:lnTo>
                    <a:pt x="976604" y="94399"/>
                  </a:lnTo>
                  <a:lnTo>
                    <a:pt x="976604" y="123367"/>
                  </a:lnTo>
                  <a:lnTo>
                    <a:pt x="947331" y="123367"/>
                  </a:lnTo>
                  <a:lnTo>
                    <a:pt x="947280" y="121577"/>
                  </a:lnTo>
                  <a:lnTo>
                    <a:pt x="947293" y="117716"/>
                  </a:lnTo>
                  <a:lnTo>
                    <a:pt x="948651" y="113830"/>
                  </a:lnTo>
                  <a:lnTo>
                    <a:pt x="951445" y="110718"/>
                  </a:lnTo>
                  <a:lnTo>
                    <a:pt x="954100" y="107607"/>
                  </a:lnTo>
                  <a:lnTo>
                    <a:pt x="957770" y="106045"/>
                  </a:lnTo>
                  <a:lnTo>
                    <a:pt x="966012" y="106045"/>
                  </a:lnTo>
                  <a:lnTo>
                    <a:pt x="969391" y="107530"/>
                  </a:lnTo>
                  <a:lnTo>
                    <a:pt x="974979" y="113411"/>
                  </a:lnTo>
                  <a:lnTo>
                    <a:pt x="976452" y="117716"/>
                  </a:lnTo>
                  <a:lnTo>
                    <a:pt x="976604" y="123367"/>
                  </a:lnTo>
                  <a:lnTo>
                    <a:pt x="976604" y="94399"/>
                  </a:lnTo>
                  <a:lnTo>
                    <a:pt x="975588" y="93827"/>
                  </a:lnTo>
                  <a:lnTo>
                    <a:pt x="968629" y="91782"/>
                  </a:lnTo>
                  <a:lnTo>
                    <a:pt x="960856" y="91097"/>
                  </a:lnTo>
                  <a:lnTo>
                    <a:pt x="953795" y="91757"/>
                  </a:lnTo>
                  <a:lnTo>
                    <a:pt x="927468" y="121577"/>
                  </a:lnTo>
                  <a:lnTo>
                    <a:pt x="926884" y="130251"/>
                  </a:lnTo>
                  <a:lnTo>
                    <a:pt x="927328" y="137617"/>
                  </a:lnTo>
                  <a:lnTo>
                    <a:pt x="953706" y="167500"/>
                  </a:lnTo>
                  <a:lnTo>
                    <a:pt x="962774" y="168287"/>
                  </a:lnTo>
                  <a:lnTo>
                    <a:pt x="970864" y="168287"/>
                  </a:lnTo>
                  <a:lnTo>
                    <a:pt x="977633" y="166420"/>
                  </a:lnTo>
                  <a:lnTo>
                    <a:pt x="988517" y="158965"/>
                  </a:lnTo>
                  <a:lnTo>
                    <a:pt x="992365" y="153695"/>
                  </a:lnTo>
                  <a:lnTo>
                    <a:pt x="992492" y="153530"/>
                  </a:lnTo>
                  <a:lnTo>
                    <a:pt x="994994" y="146392"/>
                  </a:lnTo>
                  <a:lnTo>
                    <a:pt x="975423" y="143116"/>
                  </a:lnTo>
                  <a:lnTo>
                    <a:pt x="974394" y="146824"/>
                  </a:lnTo>
                  <a:lnTo>
                    <a:pt x="972781" y="149517"/>
                  </a:lnTo>
                  <a:lnTo>
                    <a:pt x="968654" y="152857"/>
                  </a:lnTo>
                  <a:lnTo>
                    <a:pt x="966012" y="153695"/>
                  </a:lnTo>
                  <a:lnTo>
                    <a:pt x="958507" y="153695"/>
                  </a:lnTo>
                  <a:lnTo>
                    <a:pt x="946886" y="135331"/>
                  </a:lnTo>
                  <a:lnTo>
                    <a:pt x="996022" y="1353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920541" y="1057825"/>
              <a:ext cx="99142" cy="105468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41360" y="1182661"/>
              <a:ext cx="60960" cy="160020"/>
            </a:xfrm>
            <a:custGeom>
              <a:avLst/>
              <a:gdLst/>
              <a:ahLst/>
              <a:cxnLst/>
              <a:rect l="l" t="t" r="r" b="b"/>
              <a:pathLst>
                <a:path w="60960" h="160019">
                  <a:moveTo>
                    <a:pt x="17653" y="3962"/>
                  </a:moveTo>
                  <a:lnTo>
                    <a:pt x="13716" y="0"/>
                  </a:lnTo>
                  <a:lnTo>
                    <a:pt x="3962" y="0"/>
                  </a:lnTo>
                  <a:lnTo>
                    <a:pt x="0" y="3962"/>
                  </a:lnTo>
                  <a:lnTo>
                    <a:pt x="0" y="155575"/>
                  </a:lnTo>
                  <a:lnTo>
                    <a:pt x="3962" y="159512"/>
                  </a:lnTo>
                  <a:lnTo>
                    <a:pt x="13716" y="159512"/>
                  </a:lnTo>
                  <a:lnTo>
                    <a:pt x="17653" y="155575"/>
                  </a:lnTo>
                  <a:lnTo>
                    <a:pt x="17653" y="3962"/>
                  </a:lnTo>
                  <a:close/>
                </a:path>
                <a:path w="60960" h="160019">
                  <a:moveTo>
                    <a:pt x="60401" y="3962"/>
                  </a:moveTo>
                  <a:lnTo>
                    <a:pt x="56451" y="0"/>
                  </a:lnTo>
                  <a:lnTo>
                    <a:pt x="46710" y="0"/>
                  </a:lnTo>
                  <a:lnTo>
                    <a:pt x="42748" y="3962"/>
                  </a:lnTo>
                  <a:lnTo>
                    <a:pt x="42748" y="155575"/>
                  </a:lnTo>
                  <a:lnTo>
                    <a:pt x="46710" y="159512"/>
                  </a:lnTo>
                  <a:lnTo>
                    <a:pt x="56451" y="159512"/>
                  </a:lnTo>
                  <a:lnTo>
                    <a:pt x="60401" y="155575"/>
                  </a:lnTo>
                  <a:lnTo>
                    <a:pt x="60401" y="39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228985" y="1627486"/>
              <a:ext cx="202981" cy="125358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04802" y="1584814"/>
              <a:ext cx="299720" cy="106045"/>
            </a:xfrm>
            <a:custGeom>
              <a:avLst/>
              <a:gdLst/>
              <a:ahLst/>
              <a:cxnLst/>
              <a:rect l="l" t="t" r="r" b="b"/>
              <a:pathLst>
                <a:path w="299719" h="106044">
                  <a:moveTo>
                    <a:pt x="30884" y="1745"/>
                  </a:moveTo>
                  <a:lnTo>
                    <a:pt x="0" y="1745"/>
                  </a:lnTo>
                  <a:lnTo>
                    <a:pt x="0" y="103678"/>
                  </a:lnTo>
                  <a:lnTo>
                    <a:pt x="19175" y="103678"/>
                  </a:lnTo>
                  <a:lnTo>
                    <a:pt x="19175" y="23440"/>
                  </a:lnTo>
                  <a:lnTo>
                    <a:pt x="36672" y="23440"/>
                  </a:lnTo>
                  <a:lnTo>
                    <a:pt x="30884" y="1745"/>
                  </a:lnTo>
                  <a:close/>
                </a:path>
                <a:path w="299719" h="106044">
                  <a:moveTo>
                    <a:pt x="36672" y="23440"/>
                  </a:moveTo>
                  <a:lnTo>
                    <a:pt x="19175" y="23440"/>
                  </a:lnTo>
                  <a:lnTo>
                    <a:pt x="39401" y="103678"/>
                  </a:lnTo>
                  <a:lnTo>
                    <a:pt x="59274" y="103678"/>
                  </a:lnTo>
                  <a:lnTo>
                    <a:pt x="67466" y="71275"/>
                  </a:lnTo>
                  <a:lnTo>
                    <a:pt x="49434" y="71275"/>
                  </a:lnTo>
                  <a:lnTo>
                    <a:pt x="36672" y="23440"/>
                  </a:lnTo>
                  <a:close/>
                </a:path>
                <a:path w="299719" h="106044">
                  <a:moveTo>
                    <a:pt x="98741" y="23440"/>
                  </a:moveTo>
                  <a:lnTo>
                    <a:pt x="79559" y="23440"/>
                  </a:lnTo>
                  <a:lnTo>
                    <a:pt x="79559" y="103678"/>
                  </a:lnTo>
                  <a:lnTo>
                    <a:pt x="98741" y="103678"/>
                  </a:lnTo>
                  <a:lnTo>
                    <a:pt x="98741" y="23440"/>
                  </a:lnTo>
                  <a:close/>
                </a:path>
                <a:path w="299719" h="106044">
                  <a:moveTo>
                    <a:pt x="98741" y="1745"/>
                  </a:moveTo>
                  <a:lnTo>
                    <a:pt x="67777" y="1745"/>
                  </a:lnTo>
                  <a:lnTo>
                    <a:pt x="49434" y="71275"/>
                  </a:lnTo>
                  <a:lnTo>
                    <a:pt x="67466" y="71275"/>
                  </a:lnTo>
                  <a:lnTo>
                    <a:pt x="79559" y="23440"/>
                  </a:lnTo>
                  <a:lnTo>
                    <a:pt x="98741" y="23440"/>
                  </a:lnTo>
                  <a:lnTo>
                    <a:pt x="98741" y="1745"/>
                  </a:lnTo>
                  <a:close/>
                </a:path>
                <a:path w="299719" h="106044">
                  <a:moveTo>
                    <a:pt x="150902" y="28163"/>
                  </a:moveTo>
                  <a:lnTo>
                    <a:pt x="119344" y="50948"/>
                  </a:lnTo>
                  <a:lnTo>
                    <a:pt x="116937" y="67314"/>
                  </a:lnTo>
                  <a:lnTo>
                    <a:pt x="117395" y="74672"/>
                  </a:lnTo>
                  <a:lnTo>
                    <a:pt x="143823" y="104564"/>
                  </a:lnTo>
                  <a:lnTo>
                    <a:pt x="160993" y="105350"/>
                  </a:lnTo>
                  <a:lnTo>
                    <a:pt x="167760" y="103487"/>
                  </a:lnTo>
                  <a:lnTo>
                    <a:pt x="178601" y="96021"/>
                  </a:lnTo>
                  <a:lnTo>
                    <a:pt x="182440" y="90755"/>
                  </a:lnTo>
                  <a:lnTo>
                    <a:pt x="148549" y="90755"/>
                  </a:lnTo>
                  <a:lnTo>
                    <a:pt x="144783" y="89141"/>
                  </a:lnTo>
                  <a:lnTo>
                    <a:pt x="138752" y="82702"/>
                  </a:lnTo>
                  <a:lnTo>
                    <a:pt x="137163" y="78184"/>
                  </a:lnTo>
                  <a:lnTo>
                    <a:pt x="137031" y="72390"/>
                  </a:lnTo>
                  <a:lnTo>
                    <a:pt x="186118" y="72390"/>
                  </a:lnTo>
                  <a:lnTo>
                    <a:pt x="185704" y="61883"/>
                  </a:lnTo>
                  <a:lnTo>
                    <a:pt x="185439" y="60435"/>
                  </a:lnTo>
                  <a:lnTo>
                    <a:pt x="137369" y="60435"/>
                  </a:lnTo>
                  <a:lnTo>
                    <a:pt x="137430" y="54773"/>
                  </a:lnTo>
                  <a:lnTo>
                    <a:pt x="138693" y="50885"/>
                  </a:lnTo>
                  <a:lnTo>
                    <a:pt x="144283" y="44666"/>
                  </a:lnTo>
                  <a:lnTo>
                    <a:pt x="147813" y="43111"/>
                  </a:lnTo>
                  <a:lnTo>
                    <a:pt x="179720" y="43111"/>
                  </a:lnTo>
                  <a:lnTo>
                    <a:pt x="176983" y="39048"/>
                  </a:lnTo>
                  <a:lnTo>
                    <a:pt x="171770" y="34284"/>
                  </a:lnTo>
                  <a:lnTo>
                    <a:pt x="165686" y="30883"/>
                  </a:lnTo>
                  <a:lnTo>
                    <a:pt x="158730" y="28843"/>
                  </a:lnTo>
                  <a:lnTo>
                    <a:pt x="150902" y="28163"/>
                  </a:lnTo>
                  <a:close/>
                </a:path>
                <a:path w="299719" h="106044">
                  <a:moveTo>
                    <a:pt x="165553" y="80179"/>
                  </a:moveTo>
                  <a:lnTo>
                    <a:pt x="164479" y="83890"/>
                  </a:lnTo>
                  <a:lnTo>
                    <a:pt x="162891" y="86574"/>
                  </a:lnTo>
                  <a:lnTo>
                    <a:pt x="158713" y="89919"/>
                  </a:lnTo>
                  <a:lnTo>
                    <a:pt x="156139" y="90755"/>
                  </a:lnTo>
                  <a:lnTo>
                    <a:pt x="182440" y="90755"/>
                  </a:lnTo>
                  <a:lnTo>
                    <a:pt x="182558" y="90594"/>
                  </a:lnTo>
                  <a:lnTo>
                    <a:pt x="185073" y="83450"/>
                  </a:lnTo>
                  <a:lnTo>
                    <a:pt x="165553" y="80179"/>
                  </a:lnTo>
                  <a:close/>
                </a:path>
                <a:path w="299719" h="106044">
                  <a:moveTo>
                    <a:pt x="179720" y="43111"/>
                  </a:moveTo>
                  <a:lnTo>
                    <a:pt x="156080" y="43111"/>
                  </a:lnTo>
                  <a:lnTo>
                    <a:pt x="159478" y="44592"/>
                  </a:lnTo>
                  <a:lnTo>
                    <a:pt x="165053" y="50475"/>
                  </a:lnTo>
                  <a:lnTo>
                    <a:pt x="166524" y="54773"/>
                  </a:lnTo>
                  <a:lnTo>
                    <a:pt x="166657" y="60435"/>
                  </a:lnTo>
                  <a:lnTo>
                    <a:pt x="185439" y="60435"/>
                  </a:lnTo>
                  <a:lnTo>
                    <a:pt x="184044" y="52825"/>
                  </a:lnTo>
                  <a:lnTo>
                    <a:pt x="181137" y="45214"/>
                  </a:lnTo>
                  <a:lnTo>
                    <a:pt x="179720" y="43111"/>
                  </a:lnTo>
                  <a:close/>
                </a:path>
                <a:path w="299719" h="106044">
                  <a:moveTo>
                    <a:pt x="249856" y="0"/>
                  </a:moveTo>
                  <a:lnTo>
                    <a:pt x="210580" y="17338"/>
                  </a:lnTo>
                  <a:lnTo>
                    <a:pt x="200416" y="53335"/>
                  </a:lnTo>
                  <a:lnTo>
                    <a:pt x="201257" y="64850"/>
                  </a:lnTo>
                  <a:lnTo>
                    <a:pt x="221187" y="97620"/>
                  </a:lnTo>
                  <a:lnTo>
                    <a:pt x="250135" y="105424"/>
                  </a:lnTo>
                  <a:lnTo>
                    <a:pt x="260831" y="104552"/>
                  </a:lnTo>
                  <a:lnTo>
                    <a:pt x="270392" y="101936"/>
                  </a:lnTo>
                  <a:lnTo>
                    <a:pt x="278820" y="97577"/>
                  </a:lnTo>
                  <a:lnTo>
                    <a:pt x="286115" y="91474"/>
                  </a:lnTo>
                  <a:lnTo>
                    <a:pt x="288920" y="87836"/>
                  </a:lnTo>
                  <a:lnTo>
                    <a:pt x="241839" y="87836"/>
                  </a:lnTo>
                  <a:lnTo>
                    <a:pt x="235043" y="84858"/>
                  </a:lnTo>
                  <a:lnTo>
                    <a:pt x="221703" y="52367"/>
                  </a:lnTo>
                  <a:lnTo>
                    <a:pt x="222174" y="44400"/>
                  </a:lnTo>
                  <a:lnTo>
                    <a:pt x="241559" y="17602"/>
                  </a:lnTo>
                  <a:lnTo>
                    <a:pt x="288816" y="17602"/>
                  </a:lnTo>
                  <a:lnTo>
                    <a:pt x="286013" y="13979"/>
                  </a:lnTo>
                  <a:lnTo>
                    <a:pt x="278665" y="7865"/>
                  </a:lnTo>
                  <a:lnTo>
                    <a:pt x="270190" y="3496"/>
                  </a:lnTo>
                  <a:lnTo>
                    <a:pt x="260588" y="874"/>
                  </a:lnTo>
                  <a:lnTo>
                    <a:pt x="249856" y="0"/>
                  </a:lnTo>
                  <a:close/>
                </a:path>
                <a:path w="299719" h="106044">
                  <a:moveTo>
                    <a:pt x="288816" y="17602"/>
                  </a:moveTo>
                  <a:lnTo>
                    <a:pt x="258564" y="17602"/>
                  </a:lnTo>
                  <a:lnTo>
                    <a:pt x="265389" y="20477"/>
                  </a:lnTo>
                  <a:lnTo>
                    <a:pt x="270523" y="26213"/>
                  </a:lnTo>
                  <a:lnTo>
                    <a:pt x="273899" y="31081"/>
                  </a:lnTo>
                  <a:lnTo>
                    <a:pt x="276308" y="37062"/>
                  </a:lnTo>
                  <a:lnTo>
                    <a:pt x="277751" y="44157"/>
                  </a:lnTo>
                  <a:lnTo>
                    <a:pt x="278231" y="52367"/>
                  </a:lnTo>
                  <a:lnTo>
                    <a:pt x="277737" y="60679"/>
                  </a:lnTo>
                  <a:lnTo>
                    <a:pt x="258299" y="87836"/>
                  </a:lnTo>
                  <a:lnTo>
                    <a:pt x="288920" y="87836"/>
                  </a:lnTo>
                  <a:lnTo>
                    <a:pt x="299540" y="52367"/>
                  </a:lnTo>
                  <a:lnTo>
                    <a:pt x="298728" y="41088"/>
                  </a:lnTo>
                  <a:lnTo>
                    <a:pt x="296186" y="30687"/>
                  </a:lnTo>
                  <a:lnTo>
                    <a:pt x="291948" y="21649"/>
                  </a:lnTo>
                  <a:lnTo>
                    <a:pt x="288816" y="176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113601" y="1666299"/>
              <a:ext cx="173571" cy="339683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232773" y="1681393"/>
              <a:ext cx="71490" cy="71275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577566" y="1516608"/>
              <a:ext cx="1697989" cy="211454"/>
            </a:xfrm>
            <a:custGeom>
              <a:avLst/>
              <a:gdLst/>
              <a:ahLst/>
              <a:cxnLst/>
              <a:rect l="l" t="t" r="r" b="b"/>
              <a:pathLst>
                <a:path w="1697989" h="211455">
                  <a:moveTo>
                    <a:pt x="81788" y="107365"/>
                  </a:moveTo>
                  <a:lnTo>
                    <a:pt x="61188" y="107365"/>
                  </a:lnTo>
                  <a:lnTo>
                    <a:pt x="61188" y="147485"/>
                  </a:lnTo>
                  <a:lnTo>
                    <a:pt x="20739" y="147485"/>
                  </a:lnTo>
                  <a:lnTo>
                    <a:pt x="20739" y="107365"/>
                  </a:lnTo>
                  <a:lnTo>
                    <a:pt x="0" y="107365"/>
                  </a:lnTo>
                  <a:lnTo>
                    <a:pt x="0" y="209296"/>
                  </a:lnTo>
                  <a:lnTo>
                    <a:pt x="20739" y="209296"/>
                  </a:lnTo>
                  <a:lnTo>
                    <a:pt x="20739" y="164731"/>
                  </a:lnTo>
                  <a:lnTo>
                    <a:pt x="61188" y="164731"/>
                  </a:lnTo>
                  <a:lnTo>
                    <a:pt x="61188" y="209296"/>
                  </a:lnTo>
                  <a:lnTo>
                    <a:pt x="81788" y="209296"/>
                  </a:lnTo>
                  <a:lnTo>
                    <a:pt x="81788" y="164731"/>
                  </a:lnTo>
                  <a:lnTo>
                    <a:pt x="81788" y="147485"/>
                  </a:lnTo>
                  <a:lnTo>
                    <a:pt x="81788" y="107365"/>
                  </a:lnTo>
                  <a:close/>
                </a:path>
                <a:path w="1697989" h="211455">
                  <a:moveTo>
                    <a:pt x="201193" y="157988"/>
                  </a:moveTo>
                  <a:lnTo>
                    <a:pt x="200380" y="146710"/>
                  </a:lnTo>
                  <a:lnTo>
                    <a:pt x="197815" y="136309"/>
                  </a:lnTo>
                  <a:lnTo>
                    <a:pt x="193535" y="127266"/>
                  </a:lnTo>
                  <a:lnTo>
                    <a:pt x="190373" y="123215"/>
                  </a:lnTo>
                  <a:lnTo>
                    <a:pt x="187553" y="119595"/>
                  </a:lnTo>
                  <a:lnTo>
                    <a:pt x="180238" y="113487"/>
                  </a:lnTo>
                  <a:lnTo>
                    <a:pt x="179755" y="113245"/>
                  </a:lnTo>
                  <a:lnTo>
                    <a:pt x="179755" y="157988"/>
                  </a:lnTo>
                  <a:lnTo>
                    <a:pt x="179285" y="166293"/>
                  </a:lnTo>
                  <a:lnTo>
                    <a:pt x="159893" y="193459"/>
                  </a:lnTo>
                  <a:lnTo>
                    <a:pt x="143421" y="193459"/>
                  </a:lnTo>
                  <a:lnTo>
                    <a:pt x="123317" y="158953"/>
                  </a:lnTo>
                  <a:lnTo>
                    <a:pt x="123278" y="157988"/>
                  </a:lnTo>
                  <a:lnTo>
                    <a:pt x="123761" y="150012"/>
                  </a:lnTo>
                  <a:lnTo>
                    <a:pt x="143129" y="123215"/>
                  </a:lnTo>
                  <a:lnTo>
                    <a:pt x="160185" y="123215"/>
                  </a:lnTo>
                  <a:lnTo>
                    <a:pt x="179755" y="157988"/>
                  </a:lnTo>
                  <a:lnTo>
                    <a:pt x="179755" y="113245"/>
                  </a:lnTo>
                  <a:lnTo>
                    <a:pt x="171792" y="109118"/>
                  </a:lnTo>
                  <a:lnTo>
                    <a:pt x="162204" y="106489"/>
                  </a:lnTo>
                  <a:lnTo>
                    <a:pt x="151511" y="105613"/>
                  </a:lnTo>
                  <a:lnTo>
                    <a:pt x="143129" y="105613"/>
                  </a:lnTo>
                  <a:lnTo>
                    <a:pt x="135775" y="106972"/>
                  </a:lnTo>
                  <a:lnTo>
                    <a:pt x="129451" y="109651"/>
                  </a:lnTo>
                  <a:lnTo>
                    <a:pt x="124587" y="111645"/>
                  </a:lnTo>
                  <a:lnTo>
                    <a:pt x="103136" y="144627"/>
                  </a:lnTo>
                  <a:lnTo>
                    <a:pt x="101942" y="158953"/>
                  </a:lnTo>
                  <a:lnTo>
                    <a:pt x="102793" y="170472"/>
                  </a:lnTo>
                  <a:lnTo>
                    <a:pt x="122783" y="203238"/>
                  </a:lnTo>
                  <a:lnTo>
                    <a:pt x="151663" y="211035"/>
                  </a:lnTo>
                  <a:lnTo>
                    <a:pt x="162420" y="210172"/>
                  </a:lnTo>
                  <a:lnTo>
                    <a:pt x="197827" y="180467"/>
                  </a:lnTo>
                  <a:lnTo>
                    <a:pt x="201193" y="158953"/>
                  </a:lnTo>
                  <a:lnTo>
                    <a:pt x="201193" y="157988"/>
                  </a:lnTo>
                  <a:close/>
                </a:path>
                <a:path w="1697989" h="211455">
                  <a:moveTo>
                    <a:pt x="642531" y="92659"/>
                  </a:moveTo>
                  <a:lnTo>
                    <a:pt x="637667" y="84264"/>
                  </a:lnTo>
                  <a:lnTo>
                    <a:pt x="632231" y="82804"/>
                  </a:lnTo>
                  <a:lnTo>
                    <a:pt x="519328" y="147828"/>
                  </a:lnTo>
                  <a:lnTo>
                    <a:pt x="342950" y="46278"/>
                  </a:lnTo>
                  <a:lnTo>
                    <a:pt x="341706" y="44107"/>
                  </a:lnTo>
                  <a:lnTo>
                    <a:pt x="337058" y="42887"/>
                  </a:lnTo>
                  <a:lnTo>
                    <a:pt x="336702" y="42672"/>
                  </a:lnTo>
                  <a:lnTo>
                    <a:pt x="336486" y="42735"/>
                  </a:lnTo>
                  <a:lnTo>
                    <a:pt x="336270" y="42672"/>
                  </a:lnTo>
                  <a:lnTo>
                    <a:pt x="335902" y="42887"/>
                  </a:lnTo>
                  <a:lnTo>
                    <a:pt x="331266" y="44107"/>
                  </a:lnTo>
                  <a:lnTo>
                    <a:pt x="330009" y="46278"/>
                  </a:lnTo>
                  <a:lnTo>
                    <a:pt x="209169" y="115874"/>
                  </a:lnTo>
                  <a:lnTo>
                    <a:pt x="207708" y="121234"/>
                  </a:lnTo>
                  <a:lnTo>
                    <a:pt x="212559" y="129654"/>
                  </a:lnTo>
                  <a:lnTo>
                    <a:pt x="217995" y="131114"/>
                  </a:lnTo>
                  <a:lnTo>
                    <a:pt x="336486" y="62877"/>
                  </a:lnTo>
                  <a:lnTo>
                    <a:pt x="512864" y="164452"/>
                  </a:lnTo>
                  <a:lnTo>
                    <a:pt x="514108" y="166585"/>
                  </a:lnTo>
                  <a:lnTo>
                    <a:pt x="518731" y="167817"/>
                  </a:lnTo>
                  <a:lnTo>
                    <a:pt x="519112" y="168033"/>
                  </a:lnTo>
                  <a:lnTo>
                    <a:pt x="519328" y="167982"/>
                  </a:lnTo>
                  <a:lnTo>
                    <a:pt x="519557" y="168033"/>
                  </a:lnTo>
                  <a:lnTo>
                    <a:pt x="519938" y="167817"/>
                  </a:lnTo>
                  <a:lnTo>
                    <a:pt x="524548" y="166585"/>
                  </a:lnTo>
                  <a:lnTo>
                    <a:pt x="525780" y="164452"/>
                  </a:lnTo>
                  <a:lnTo>
                    <a:pt x="641057" y="98044"/>
                  </a:lnTo>
                  <a:lnTo>
                    <a:pt x="642531" y="92659"/>
                  </a:lnTo>
                  <a:close/>
                </a:path>
                <a:path w="1697989" h="211455">
                  <a:moveTo>
                    <a:pt x="750163" y="52374"/>
                  </a:moveTo>
                  <a:lnTo>
                    <a:pt x="749376" y="41097"/>
                  </a:lnTo>
                  <a:lnTo>
                    <a:pt x="746861" y="30695"/>
                  </a:lnTo>
                  <a:lnTo>
                    <a:pt x="742632" y="21653"/>
                  </a:lnTo>
                  <a:lnTo>
                    <a:pt x="739482" y="17602"/>
                  </a:lnTo>
                  <a:lnTo>
                    <a:pt x="736676" y="13982"/>
                  </a:lnTo>
                  <a:lnTo>
                    <a:pt x="729361" y="7874"/>
                  </a:lnTo>
                  <a:lnTo>
                    <a:pt x="728878" y="7632"/>
                  </a:lnTo>
                  <a:lnTo>
                    <a:pt x="728878" y="52374"/>
                  </a:lnTo>
                  <a:lnTo>
                    <a:pt x="728383" y="60680"/>
                  </a:lnTo>
                  <a:lnTo>
                    <a:pt x="709015" y="87833"/>
                  </a:lnTo>
                  <a:lnTo>
                    <a:pt x="692543" y="87833"/>
                  </a:lnTo>
                  <a:lnTo>
                    <a:pt x="672426" y="53340"/>
                  </a:lnTo>
                  <a:lnTo>
                    <a:pt x="672401" y="52374"/>
                  </a:lnTo>
                  <a:lnTo>
                    <a:pt x="672858" y="44399"/>
                  </a:lnTo>
                  <a:lnTo>
                    <a:pt x="692251" y="17602"/>
                  </a:lnTo>
                  <a:lnTo>
                    <a:pt x="709307" y="17602"/>
                  </a:lnTo>
                  <a:lnTo>
                    <a:pt x="728878" y="52374"/>
                  </a:lnTo>
                  <a:lnTo>
                    <a:pt x="728878" y="7632"/>
                  </a:lnTo>
                  <a:lnTo>
                    <a:pt x="720890" y="3505"/>
                  </a:lnTo>
                  <a:lnTo>
                    <a:pt x="711263" y="876"/>
                  </a:lnTo>
                  <a:lnTo>
                    <a:pt x="700481" y="0"/>
                  </a:lnTo>
                  <a:lnTo>
                    <a:pt x="692251" y="0"/>
                  </a:lnTo>
                  <a:lnTo>
                    <a:pt x="684885" y="1358"/>
                  </a:lnTo>
                  <a:lnTo>
                    <a:pt x="673709" y="6032"/>
                  </a:lnTo>
                  <a:lnTo>
                    <a:pt x="669302" y="9093"/>
                  </a:lnTo>
                  <a:lnTo>
                    <a:pt x="665327" y="13220"/>
                  </a:lnTo>
                  <a:lnTo>
                    <a:pt x="661212" y="17335"/>
                  </a:lnTo>
                  <a:lnTo>
                    <a:pt x="651052" y="53340"/>
                  </a:lnTo>
                  <a:lnTo>
                    <a:pt x="651916" y="64858"/>
                  </a:lnTo>
                  <a:lnTo>
                    <a:pt x="671906" y="97624"/>
                  </a:lnTo>
                  <a:lnTo>
                    <a:pt x="700773" y="105422"/>
                  </a:lnTo>
                  <a:lnTo>
                    <a:pt x="711479" y="104559"/>
                  </a:lnTo>
                  <a:lnTo>
                    <a:pt x="721055" y="101942"/>
                  </a:lnTo>
                  <a:lnTo>
                    <a:pt x="729513" y="97574"/>
                  </a:lnTo>
                  <a:lnTo>
                    <a:pt x="736815" y="91478"/>
                  </a:lnTo>
                  <a:lnTo>
                    <a:pt x="739622" y="87833"/>
                  </a:lnTo>
                  <a:lnTo>
                    <a:pt x="742696" y="83845"/>
                  </a:lnTo>
                  <a:lnTo>
                    <a:pt x="746874" y="74853"/>
                  </a:lnTo>
                  <a:lnTo>
                    <a:pt x="749376" y="64528"/>
                  </a:lnTo>
                  <a:lnTo>
                    <a:pt x="750163" y="53340"/>
                  </a:lnTo>
                  <a:lnTo>
                    <a:pt x="750163" y="52374"/>
                  </a:lnTo>
                  <a:close/>
                </a:path>
                <a:path w="1697989" h="211455">
                  <a:moveTo>
                    <a:pt x="851560" y="1752"/>
                  </a:moveTo>
                  <a:lnTo>
                    <a:pt x="830808" y="1752"/>
                  </a:lnTo>
                  <a:lnTo>
                    <a:pt x="830808" y="41871"/>
                  </a:lnTo>
                  <a:lnTo>
                    <a:pt x="790359" y="41871"/>
                  </a:lnTo>
                  <a:lnTo>
                    <a:pt x="790359" y="1752"/>
                  </a:lnTo>
                  <a:lnTo>
                    <a:pt x="769772" y="1752"/>
                  </a:lnTo>
                  <a:lnTo>
                    <a:pt x="769772" y="103682"/>
                  </a:lnTo>
                  <a:lnTo>
                    <a:pt x="790359" y="103682"/>
                  </a:lnTo>
                  <a:lnTo>
                    <a:pt x="790359" y="59118"/>
                  </a:lnTo>
                  <a:lnTo>
                    <a:pt x="830808" y="59118"/>
                  </a:lnTo>
                  <a:lnTo>
                    <a:pt x="830808" y="103682"/>
                  </a:lnTo>
                  <a:lnTo>
                    <a:pt x="851560" y="103682"/>
                  </a:lnTo>
                  <a:lnTo>
                    <a:pt x="851560" y="59118"/>
                  </a:lnTo>
                  <a:lnTo>
                    <a:pt x="851560" y="41871"/>
                  </a:lnTo>
                  <a:lnTo>
                    <a:pt x="851560" y="1752"/>
                  </a:lnTo>
                  <a:close/>
                </a:path>
                <a:path w="1697989" h="211455">
                  <a:moveTo>
                    <a:pt x="1575333" y="13957"/>
                  </a:moveTo>
                  <a:lnTo>
                    <a:pt x="1101775" y="13957"/>
                  </a:lnTo>
                  <a:lnTo>
                    <a:pt x="1101775" y="31559"/>
                  </a:lnTo>
                  <a:lnTo>
                    <a:pt x="1575333" y="31559"/>
                  </a:lnTo>
                  <a:lnTo>
                    <a:pt x="1575333" y="13957"/>
                  </a:lnTo>
                  <a:close/>
                </a:path>
                <a:path w="1697989" h="211455">
                  <a:moveTo>
                    <a:pt x="1697583" y="65100"/>
                  </a:moveTo>
                  <a:lnTo>
                    <a:pt x="1224013" y="65100"/>
                  </a:lnTo>
                  <a:lnTo>
                    <a:pt x="1224013" y="82702"/>
                  </a:lnTo>
                  <a:lnTo>
                    <a:pt x="1697583" y="82702"/>
                  </a:lnTo>
                  <a:lnTo>
                    <a:pt x="1697583" y="651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129906" y="1494675"/>
              <a:ext cx="171450" cy="53975"/>
            </a:xfrm>
            <a:custGeom>
              <a:avLst/>
              <a:gdLst/>
              <a:ahLst/>
              <a:cxnLst/>
              <a:rect l="l" t="t" r="r" b="b"/>
              <a:pathLst>
                <a:path w="171450" h="53975">
                  <a:moveTo>
                    <a:pt x="170928" y="53482"/>
                  </a:moveTo>
                  <a:lnTo>
                    <a:pt x="84441" y="53482"/>
                  </a:lnTo>
                  <a:lnTo>
                    <a:pt x="40029" y="53482"/>
                  </a:lnTo>
                  <a:lnTo>
                    <a:pt x="23666" y="53482"/>
                  </a:lnTo>
                  <a:lnTo>
                    <a:pt x="21329" y="53482"/>
                  </a:lnTo>
                  <a:lnTo>
                    <a:pt x="17996" y="33163"/>
                  </a:lnTo>
                  <a:lnTo>
                    <a:pt x="10664" y="16108"/>
                  </a:lnTo>
                  <a:lnTo>
                    <a:pt x="3332" y="4369"/>
                  </a:lnTo>
                  <a:lnTo>
                    <a:pt x="0" y="0"/>
                  </a:lnTo>
                  <a:lnTo>
                    <a:pt x="98818" y="30919"/>
                  </a:lnTo>
                  <a:lnTo>
                    <a:pt x="149562" y="46796"/>
                  </a:lnTo>
                  <a:lnTo>
                    <a:pt x="168258" y="52646"/>
                  </a:lnTo>
                  <a:lnTo>
                    <a:pt x="170928" y="53482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129906" y="1494675"/>
              <a:ext cx="171450" cy="53975"/>
            </a:xfrm>
            <a:custGeom>
              <a:avLst/>
              <a:gdLst/>
              <a:ahLst/>
              <a:cxnLst/>
              <a:rect l="l" t="t" r="r" b="b"/>
              <a:pathLst>
                <a:path w="171450" h="53975">
                  <a:moveTo>
                    <a:pt x="0" y="0"/>
                  </a:moveTo>
                  <a:lnTo>
                    <a:pt x="3332" y="4369"/>
                  </a:lnTo>
                  <a:lnTo>
                    <a:pt x="10664" y="16108"/>
                  </a:lnTo>
                  <a:lnTo>
                    <a:pt x="17996" y="33163"/>
                  </a:lnTo>
                  <a:lnTo>
                    <a:pt x="21329" y="53482"/>
                  </a:lnTo>
                  <a:lnTo>
                    <a:pt x="170928" y="53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653747" y="1581705"/>
              <a:ext cx="171450" cy="53975"/>
            </a:xfrm>
            <a:custGeom>
              <a:avLst/>
              <a:gdLst/>
              <a:ahLst/>
              <a:cxnLst/>
              <a:rect l="l" t="t" r="r" b="b"/>
              <a:pathLst>
                <a:path w="171450" h="53975">
                  <a:moveTo>
                    <a:pt x="0" y="0"/>
                  </a:moveTo>
                  <a:lnTo>
                    <a:pt x="98818" y="30919"/>
                  </a:lnTo>
                  <a:lnTo>
                    <a:pt x="149562" y="46796"/>
                  </a:lnTo>
                  <a:lnTo>
                    <a:pt x="168258" y="52646"/>
                  </a:lnTo>
                  <a:lnTo>
                    <a:pt x="170928" y="53482"/>
                  </a:lnTo>
                  <a:lnTo>
                    <a:pt x="158597" y="28602"/>
                  </a:lnTo>
                  <a:lnTo>
                    <a:pt x="152265" y="14738"/>
                  </a:lnTo>
                  <a:lnTo>
                    <a:pt x="149932" y="6875"/>
                  </a:lnTo>
                  <a:lnTo>
                    <a:pt x="149599" y="0"/>
                  </a:lnTo>
                  <a:lnTo>
                    <a:pt x="63112" y="0"/>
                  </a:lnTo>
                  <a:lnTo>
                    <a:pt x="18699" y="0"/>
                  </a:lnTo>
                  <a:lnTo>
                    <a:pt x="2337" y="0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653747" y="1581705"/>
              <a:ext cx="171450" cy="53975"/>
            </a:xfrm>
            <a:custGeom>
              <a:avLst/>
              <a:gdLst/>
              <a:ahLst/>
              <a:cxnLst/>
              <a:rect l="l" t="t" r="r" b="b"/>
              <a:pathLst>
                <a:path w="171450" h="53975">
                  <a:moveTo>
                    <a:pt x="149599" y="0"/>
                  </a:moveTo>
                  <a:lnTo>
                    <a:pt x="0" y="0"/>
                  </a:lnTo>
                  <a:lnTo>
                    <a:pt x="170928" y="53482"/>
                  </a:lnTo>
                  <a:lnTo>
                    <a:pt x="158597" y="28602"/>
                  </a:lnTo>
                  <a:lnTo>
                    <a:pt x="152265" y="14738"/>
                  </a:lnTo>
                  <a:lnTo>
                    <a:pt x="149932" y="6875"/>
                  </a:lnTo>
                  <a:lnTo>
                    <a:pt x="1495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82633" y="1239151"/>
              <a:ext cx="213577" cy="220510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29733" y="1178699"/>
              <a:ext cx="791210" cy="442595"/>
            </a:xfrm>
            <a:custGeom>
              <a:avLst/>
              <a:gdLst/>
              <a:ahLst/>
              <a:cxnLst/>
              <a:rect l="l" t="t" r="r" b="b"/>
              <a:pathLst>
                <a:path w="791210" h="442594">
                  <a:moveTo>
                    <a:pt x="61633" y="135356"/>
                  </a:moveTo>
                  <a:lnTo>
                    <a:pt x="57658" y="131406"/>
                  </a:lnTo>
                  <a:lnTo>
                    <a:pt x="47955" y="131406"/>
                  </a:lnTo>
                  <a:lnTo>
                    <a:pt x="43980" y="135356"/>
                  </a:lnTo>
                  <a:lnTo>
                    <a:pt x="43980" y="307073"/>
                  </a:lnTo>
                  <a:lnTo>
                    <a:pt x="47955" y="311023"/>
                  </a:lnTo>
                  <a:lnTo>
                    <a:pt x="57658" y="311023"/>
                  </a:lnTo>
                  <a:lnTo>
                    <a:pt x="61633" y="307073"/>
                  </a:lnTo>
                  <a:lnTo>
                    <a:pt x="61633" y="135356"/>
                  </a:lnTo>
                  <a:close/>
                </a:path>
                <a:path w="791210" h="442594">
                  <a:moveTo>
                    <a:pt x="344360" y="302031"/>
                  </a:moveTo>
                  <a:lnTo>
                    <a:pt x="339356" y="293611"/>
                  </a:lnTo>
                  <a:lnTo>
                    <a:pt x="334060" y="292176"/>
                  </a:lnTo>
                  <a:lnTo>
                    <a:pt x="184899" y="378028"/>
                  </a:lnTo>
                  <a:lnTo>
                    <a:pt x="183426" y="383413"/>
                  </a:lnTo>
                  <a:lnTo>
                    <a:pt x="188277" y="391833"/>
                  </a:lnTo>
                  <a:lnTo>
                    <a:pt x="193725" y="393280"/>
                  </a:lnTo>
                  <a:lnTo>
                    <a:pt x="342887" y="307416"/>
                  </a:lnTo>
                  <a:lnTo>
                    <a:pt x="344360" y="302031"/>
                  </a:lnTo>
                  <a:close/>
                </a:path>
                <a:path w="791210" h="442594">
                  <a:moveTo>
                    <a:pt x="344360" y="140398"/>
                  </a:moveTo>
                  <a:lnTo>
                    <a:pt x="342887" y="135013"/>
                  </a:lnTo>
                  <a:lnTo>
                    <a:pt x="193725" y="49149"/>
                  </a:lnTo>
                  <a:lnTo>
                    <a:pt x="188277" y="50609"/>
                  </a:lnTo>
                  <a:lnTo>
                    <a:pt x="183426" y="58966"/>
                  </a:lnTo>
                  <a:lnTo>
                    <a:pt x="184899" y="64389"/>
                  </a:lnTo>
                  <a:lnTo>
                    <a:pt x="334060" y="150253"/>
                  </a:lnTo>
                  <a:lnTo>
                    <a:pt x="339356" y="148818"/>
                  </a:lnTo>
                  <a:lnTo>
                    <a:pt x="344360" y="140398"/>
                  </a:lnTo>
                  <a:close/>
                </a:path>
                <a:path w="791210" h="442594">
                  <a:moveTo>
                    <a:pt x="686358" y="77609"/>
                  </a:moveTo>
                  <a:lnTo>
                    <a:pt x="684885" y="72250"/>
                  </a:lnTo>
                  <a:lnTo>
                    <a:pt x="566216" y="3886"/>
                  </a:lnTo>
                  <a:lnTo>
                    <a:pt x="564997" y="1765"/>
                  </a:lnTo>
                  <a:lnTo>
                    <a:pt x="560400" y="520"/>
                  </a:lnTo>
                  <a:lnTo>
                    <a:pt x="560006" y="292"/>
                  </a:lnTo>
                  <a:lnTo>
                    <a:pt x="559777" y="355"/>
                  </a:lnTo>
                  <a:lnTo>
                    <a:pt x="559562" y="292"/>
                  </a:lnTo>
                  <a:lnTo>
                    <a:pt x="559168" y="520"/>
                  </a:lnTo>
                  <a:lnTo>
                    <a:pt x="554558" y="1765"/>
                  </a:lnTo>
                  <a:lnTo>
                    <a:pt x="553326" y="3886"/>
                  </a:lnTo>
                  <a:lnTo>
                    <a:pt x="376936" y="105460"/>
                  </a:lnTo>
                  <a:lnTo>
                    <a:pt x="368185" y="100431"/>
                  </a:lnTo>
                  <a:lnTo>
                    <a:pt x="368185" y="120738"/>
                  </a:lnTo>
                  <a:lnTo>
                    <a:pt x="368185" y="321691"/>
                  </a:lnTo>
                  <a:lnTo>
                    <a:pt x="193497" y="422287"/>
                  </a:lnTo>
                  <a:lnTo>
                    <a:pt x="18821" y="321691"/>
                  </a:lnTo>
                  <a:lnTo>
                    <a:pt x="18821" y="120751"/>
                  </a:lnTo>
                  <a:lnTo>
                    <a:pt x="193497" y="20078"/>
                  </a:lnTo>
                  <a:lnTo>
                    <a:pt x="368185" y="120738"/>
                  </a:lnTo>
                  <a:lnTo>
                    <a:pt x="368185" y="100431"/>
                  </a:lnTo>
                  <a:lnTo>
                    <a:pt x="200050" y="3644"/>
                  </a:lnTo>
                  <a:lnTo>
                    <a:pt x="198729" y="1320"/>
                  </a:lnTo>
                  <a:lnTo>
                    <a:pt x="194043" y="190"/>
                  </a:lnTo>
                  <a:lnTo>
                    <a:pt x="193725" y="0"/>
                  </a:lnTo>
                  <a:lnTo>
                    <a:pt x="193497" y="63"/>
                  </a:lnTo>
                  <a:lnTo>
                    <a:pt x="193281" y="0"/>
                  </a:lnTo>
                  <a:lnTo>
                    <a:pt x="192951" y="190"/>
                  </a:lnTo>
                  <a:lnTo>
                    <a:pt x="188277" y="1320"/>
                  </a:lnTo>
                  <a:lnTo>
                    <a:pt x="186944" y="3644"/>
                  </a:lnTo>
                  <a:lnTo>
                    <a:pt x="7734" y="106794"/>
                  </a:lnTo>
                  <a:lnTo>
                    <a:pt x="5143" y="106794"/>
                  </a:lnTo>
                  <a:lnTo>
                    <a:pt x="1536" y="110363"/>
                  </a:lnTo>
                  <a:lnTo>
                    <a:pt x="1168" y="110731"/>
                  </a:lnTo>
                  <a:lnTo>
                    <a:pt x="1168" y="111518"/>
                  </a:lnTo>
                  <a:lnTo>
                    <a:pt x="0" y="115785"/>
                  </a:lnTo>
                  <a:lnTo>
                    <a:pt x="1168" y="117817"/>
                  </a:lnTo>
                  <a:lnTo>
                    <a:pt x="1168" y="324612"/>
                  </a:lnTo>
                  <a:lnTo>
                    <a:pt x="0" y="326631"/>
                  </a:lnTo>
                  <a:lnTo>
                    <a:pt x="1168" y="330911"/>
                  </a:lnTo>
                  <a:lnTo>
                    <a:pt x="1168" y="331698"/>
                  </a:lnTo>
                  <a:lnTo>
                    <a:pt x="1460" y="332003"/>
                  </a:lnTo>
                  <a:lnTo>
                    <a:pt x="5143" y="335622"/>
                  </a:lnTo>
                  <a:lnTo>
                    <a:pt x="7734" y="335622"/>
                  </a:lnTo>
                  <a:lnTo>
                    <a:pt x="187045" y="438924"/>
                  </a:lnTo>
                  <a:lnTo>
                    <a:pt x="188277" y="441045"/>
                  </a:lnTo>
                  <a:lnTo>
                    <a:pt x="192887" y="442290"/>
                  </a:lnTo>
                  <a:lnTo>
                    <a:pt x="193281" y="442506"/>
                  </a:lnTo>
                  <a:lnTo>
                    <a:pt x="193497" y="442455"/>
                  </a:lnTo>
                  <a:lnTo>
                    <a:pt x="193725" y="442506"/>
                  </a:lnTo>
                  <a:lnTo>
                    <a:pt x="194106" y="442290"/>
                  </a:lnTo>
                  <a:lnTo>
                    <a:pt x="198729" y="441045"/>
                  </a:lnTo>
                  <a:lnTo>
                    <a:pt x="199948" y="438924"/>
                  </a:lnTo>
                  <a:lnTo>
                    <a:pt x="379272" y="335622"/>
                  </a:lnTo>
                  <a:lnTo>
                    <a:pt x="381863" y="335622"/>
                  </a:lnTo>
                  <a:lnTo>
                    <a:pt x="385470" y="332066"/>
                  </a:lnTo>
                  <a:lnTo>
                    <a:pt x="385838" y="331698"/>
                  </a:lnTo>
                  <a:lnTo>
                    <a:pt x="385838" y="330949"/>
                  </a:lnTo>
                  <a:lnTo>
                    <a:pt x="387019" y="326631"/>
                  </a:lnTo>
                  <a:lnTo>
                    <a:pt x="385838" y="324599"/>
                  </a:lnTo>
                  <a:lnTo>
                    <a:pt x="385838" y="120662"/>
                  </a:lnTo>
                  <a:lnTo>
                    <a:pt x="559777" y="20523"/>
                  </a:lnTo>
                  <a:lnTo>
                    <a:pt x="676059" y="87490"/>
                  </a:lnTo>
                  <a:lnTo>
                    <a:pt x="681507" y="86029"/>
                  </a:lnTo>
                  <a:lnTo>
                    <a:pt x="686358" y="77609"/>
                  </a:lnTo>
                  <a:close/>
                </a:path>
                <a:path w="791210" h="442594">
                  <a:moveTo>
                    <a:pt x="790613" y="115239"/>
                  </a:moveTo>
                  <a:lnTo>
                    <a:pt x="789825" y="103962"/>
                  </a:lnTo>
                  <a:lnTo>
                    <a:pt x="787311" y="93560"/>
                  </a:lnTo>
                  <a:lnTo>
                    <a:pt x="783082" y="84518"/>
                  </a:lnTo>
                  <a:lnTo>
                    <a:pt x="779932" y="80479"/>
                  </a:lnTo>
                  <a:lnTo>
                    <a:pt x="777125" y="76847"/>
                  </a:lnTo>
                  <a:lnTo>
                    <a:pt x="769810" y="70751"/>
                  </a:lnTo>
                  <a:lnTo>
                    <a:pt x="769327" y="70510"/>
                  </a:lnTo>
                  <a:lnTo>
                    <a:pt x="769327" y="115239"/>
                  </a:lnTo>
                  <a:lnTo>
                    <a:pt x="768832" y="123558"/>
                  </a:lnTo>
                  <a:lnTo>
                    <a:pt x="749465" y="150710"/>
                  </a:lnTo>
                  <a:lnTo>
                    <a:pt x="732993" y="150710"/>
                  </a:lnTo>
                  <a:lnTo>
                    <a:pt x="712876" y="116205"/>
                  </a:lnTo>
                  <a:lnTo>
                    <a:pt x="712851" y="115239"/>
                  </a:lnTo>
                  <a:lnTo>
                    <a:pt x="713308" y="107276"/>
                  </a:lnTo>
                  <a:lnTo>
                    <a:pt x="732701" y="80479"/>
                  </a:lnTo>
                  <a:lnTo>
                    <a:pt x="749757" y="80479"/>
                  </a:lnTo>
                  <a:lnTo>
                    <a:pt x="769327" y="115239"/>
                  </a:lnTo>
                  <a:lnTo>
                    <a:pt x="769327" y="70510"/>
                  </a:lnTo>
                  <a:lnTo>
                    <a:pt x="761339" y="66395"/>
                  </a:lnTo>
                  <a:lnTo>
                    <a:pt x="751713" y="63792"/>
                  </a:lnTo>
                  <a:lnTo>
                    <a:pt x="740930" y="62928"/>
                  </a:lnTo>
                  <a:lnTo>
                    <a:pt x="732701" y="62928"/>
                  </a:lnTo>
                  <a:lnTo>
                    <a:pt x="725335" y="64223"/>
                  </a:lnTo>
                  <a:lnTo>
                    <a:pt x="714159" y="68897"/>
                  </a:lnTo>
                  <a:lnTo>
                    <a:pt x="709752" y="71970"/>
                  </a:lnTo>
                  <a:lnTo>
                    <a:pt x="705777" y="76085"/>
                  </a:lnTo>
                  <a:lnTo>
                    <a:pt x="701662" y="80213"/>
                  </a:lnTo>
                  <a:lnTo>
                    <a:pt x="691502" y="116205"/>
                  </a:lnTo>
                  <a:lnTo>
                    <a:pt x="692365" y="127723"/>
                  </a:lnTo>
                  <a:lnTo>
                    <a:pt x="712355" y="160489"/>
                  </a:lnTo>
                  <a:lnTo>
                    <a:pt x="741222" y="168300"/>
                  </a:lnTo>
                  <a:lnTo>
                    <a:pt x="751928" y="167424"/>
                  </a:lnTo>
                  <a:lnTo>
                    <a:pt x="787323" y="137731"/>
                  </a:lnTo>
                  <a:lnTo>
                    <a:pt x="790613" y="116205"/>
                  </a:lnTo>
                  <a:lnTo>
                    <a:pt x="790613" y="1152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638404" y="925807"/>
              <a:ext cx="99259" cy="105468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723155" y="1050645"/>
              <a:ext cx="1751964" cy="823594"/>
            </a:xfrm>
            <a:custGeom>
              <a:avLst/>
              <a:gdLst/>
              <a:ahLst/>
              <a:cxnLst/>
              <a:rect l="l" t="t" r="r" b="b"/>
              <a:pathLst>
                <a:path w="1751964" h="823594">
                  <a:moveTo>
                    <a:pt x="99098" y="454520"/>
                  </a:moveTo>
                  <a:lnTo>
                    <a:pt x="85610" y="416140"/>
                  </a:lnTo>
                  <a:lnTo>
                    <a:pt x="77812" y="409803"/>
                  </a:lnTo>
                  <a:lnTo>
                    <a:pt x="77812" y="454520"/>
                  </a:lnTo>
                  <a:lnTo>
                    <a:pt x="77317" y="462838"/>
                  </a:lnTo>
                  <a:lnTo>
                    <a:pt x="57950" y="489991"/>
                  </a:lnTo>
                  <a:lnTo>
                    <a:pt x="41478" y="489991"/>
                  </a:lnTo>
                  <a:lnTo>
                    <a:pt x="21361" y="455498"/>
                  </a:lnTo>
                  <a:lnTo>
                    <a:pt x="21336" y="454520"/>
                  </a:lnTo>
                  <a:lnTo>
                    <a:pt x="21793" y="446557"/>
                  </a:lnTo>
                  <a:lnTo>
                    <a:pt x="41186" y="419760"/>
                  </a:lnTo>
                  <a:lnTo>
                    <a:pt x="58102" y="419760"/>
                  </a:lnTo>
                  <a:lnTo>
                    <a:pt x="77812" y="454520"/>
                  </a:lnTo>
                  <a:lnTo>
                    <a:pt x="77812" y="409803"/>
                  </a:lnTo>
                  <a:lnTo>
                    <a:pt x="69773" y="405650"/>
                  </a:lnTo>
                  <a:lnTo>
                    <a:pt x="60185" y="403034"/>
                  </a:lnTo>
                  <a:lnTo>
                    <a:pt x="49415" y="402158"/>
                  </a:lnTo>
                  <a:lnTo>
                    <a:pt x="41186" y="402158"/>
                  </a:lnTo>
                  <a:lnTo>
                    <a:pt x="33832" y="403504"/>
                  </a:lnTo>
                  <a:lnTo>
                    <a:pt x="22644" y="408190"/>
                  </a:lnTo>
                  <a:lnTo>
                    <a:pt x="18237" y="411251"/>
                  </a:lnTo>
                  <a:lnTo>
                    <a:pt x="14262" y="415378"/>
                  </a:lnTo>
                  <a:lnTo>
                    <a:pt x="10147" y="419493"/>
                  </a:lnTo>
                  <a:lnTo>
                    <a:pt x="0" y="455498"/>
                  </a:lnTo>
                  <a:lnTo>
                    <a:pt x="850" y="467004"/>
                  </a:lnTo>
                  <a:lnTo>
                    <a:pt x="20840" y="499783"/>
                  </a:lnTo>
                  <a:lnTo>
                    <a:pt x="49707" y="507580"/>
                  </a:lnTo>
                  <a:lnTo>
                    <a:pt x="60413" y="506704"/>
                  </a:lnTo>
                  <a:lnTo>
                    <a:pt x="95808" y="477012"/>
                  </a:lnTo>
                  <a:lnTo>
                    <a:pt x="99098" y="455498"/>
                  </a:lnTo>
                  <a:lnTo>
                    <a:pt x="99098" y="454520"/>
                  </a:lnTo>
                  <a:close/>
                </a:path>
                <a:path w="1751964" h="823594">
                  <a:moveTo>
                    <a:pt x="281952" y="770267"/>
                  </a:moveTo>
                  <a:lnTo>
                    <a:pt x="281127" y="758990"/>
                  </a:lnTo>
                  <a:lnTo>
                    <a:pt x="278574" y="748588"/>
                  </a:lnTo>
                  <a:lnTo>
                    <a:pt x="274345" y="739546"/>
                  </a:lnTo>
                  <a:lnTo>
                    <a:pt x="271233" y="735507"/>
                  </a:lnTo>
                  <a:lnTo>
                    <a:pt x="268452" y="731875"/>
                  </a:lnTo>
                  <a:lnTo>
                    <a:pt x="261061" y="725766"/>
                  </a:lnTo>
                  <a:lnTo>
                    <a:pt x="260654" y="725563"/>
                  </a:lnTo>
                  <a:lnTo>
                    <a:pt x="260654" y="770267"/>
                  </a:lnTo>
                  <a:lnTo>
                    <a:pt x="260159" y="778586"/>
                  </a:lnTo>
                  <a:lnTo>
                    <a:pt x="240652" y="805738"/>
                  </a:lnTo>
                  <a:lnTo>
                    <a:pt x="224167" y="805738"/>
                  </a:lnTo>
                  <a:lnTo>
                    <a:pt x="204063" y="771232"/>
                  </a:lnTo>
                  <a:lnTo>
                    <a:pt x="204038" y="770267"/>
                  </a:lnTo>
                  <a:lnTo>
                    <a:pt x="204508" y="762304"/>
                  </a:lnTo>
                  <a:lnTo>
                    <a:pt x="223875" y="735507"/>
                  </a:lnTo>
                  <a:lnTo>
                    <a:pt x="240944" y="735507"/>
                  </a:lnTo>
                  <a:lnTo>
                    <a:pt x="260654" y="770267"/>
                  </a:lnTo>
                  <a:lnTo>
                    <a:pt x="260654" y="725563"/>
                  </a:lnTo>
                  <a:lnTo>
                    <a:pt x="252564" y="721398"/>
                  </a:lnTo>
                  <a:lnTo>
                    <a:pt x="242963" y="718781"/>
                  </a:lnTo>
                  <a:lnTo>
                    <a:pt x="232257" y="717905"/>
                  </a:lnTo>
                  <a:lnTo>
                    <a:pt x="223875" y="717905"/>
                  </a:lnTo>
                  <a:lnTo>
                    <a:pt x="189750" y="739902"/>
                  </a:lnTo>
                  <a:lnTo>
                    <a:pt x="182841" y="771232"/>
                  </a:lnTo>
                  <a:lnTo>
                    <a:pt x="183667" y="782751"/>
                  </a:lnTo>
                  <a:lnTo>
                    <a:pt x="203530" y="815517"/>
                  </a:lnTo>
                  <a:lnTo>
                    <a:pt x="232562" y="823328"/>
                  </a:lnTo>
                  <a:lnTo>
                    <a:pt x="243230" y="822452"/>
                  </a:lnTo>
                  <a:lnTo>
                    <a:pt x="278574" y="792759"/>
                  </a:lnTo>
                  <a:lnTo>
                    <a:pt x="281952" y="771232"/>
                  </a:lnTo>
                  <a:lnTo>
                    <a:pt x="281952" y="770267"/>
                  </a:lnTo>
                  <a:close/>
                </a:path>
                <a:path w="1751964" h="823594">
                  <a:moveTo>
                    <a:pt x="426732" y="454685"/>
                  </a:moveTo>
                  <a:lnTo>
                    <a:pt x="421868" y="446265"/>
                  </a:lnTo>
                  <a:lnTo>
                    <a:pt x="416433" y="444830"/>
                  </a:lnTo>
                  <a:lnTo>
                    <a:pt x="252806" y="539026"/>
                  </a:lnTo>
                  <a:lnTo>
                    <a:pt x="250355" y="539026"/>
                  </a:lnTo>
                  <a:lnTo>
                    <a:pt x="246938" y="542404"/>
                  </a:lnTo>
                  <a:lnTo>
                    <a:pt x="233794" y="549973"/>
                  </a:lnTo>
                  <a:lnTo>
                    <a:pt x="220738" y="542467"/>
                  </a:lnTo>
                  <a:lnTo>
                    <a:pt x="217411" y="539026"/>
                  </a:lnTo>
                  <a:lnTo>
                    <a:pt x="214769" y="539026"/>
                  </a:lnTo>
                  <a:lnTo>
                    <a:pt x="119583" y="484225"/>
                  </a:lnTo>
                  <a:lnTo>
                    <a:pt x="114287" y="485660"/>
                  </a:lnTo>
                  <a:lnTo>
                    <a:pt x="109435" y="494080"/>
                  </a:lnTo>
                  <a:lnTo>
                    <a:pt x="110756" y="499465"/>
                  </a:lnTo>
                  <a:lnTo>
                    <a:pt x="203581" y="552919"/>
                  </a:lnTo>
                  <a:lnTo>
                    <a:pt x="203581" y="702449"/>
                  </a:lnTo>
                  <a:lnTo>
                    <a:pt x="207556" y="706386"/>
                  </a:lnTo>
                  <a:lnTo>
                    <a:pt x="217411" y="706386"/>
                  </a:lnTo>
                  <a:lnTo>
                    <a:pt x="221234" y="702449"/>
                  </a:lnTo>
                  <a:lnTo>
                    <a:pt x="221234" y="563092"/>
                  </a:lnTo>
                  <a:lnTo>
                    <a:pt x="227355" y="566610"/>
                  </a:lnTo>
                  <a:lnTo>
                    <a:pt x="228587" y="568731"/>
                  </a:lnTo>
                  <a:lnTo>
                    <a:pt x="233210" y="569976"/>
                  </a:lnTo>
                  <a:lnTo>
                    <a:pt x="233591" y="570191"/>
                  </a:lnTo>
                  <a:lnTo>
                    <a:pt x="233807" y="570141"/>
                  </a:lnTo>
                  <a:lnTo>
                    <a:pt x="234022" y="570191"/>
                  </a:lnTo>
                  <a:lnTo>
                    <a:pt x="234391" y="569976"/>
                  </a:lnTo>
                  <a:lnTo>
                    <a:pt x="239026" y="568731"/>
                  </a:lnTo>
                  <a:lnTo>
                    <a:pt x="240245" y="566610"/>
                  </a:lnTo>
                  <a:lnTo>
                    <a:pt x="246380" y="563079"/>
                  </a:lnTo>
                  <a:lnTo>
                    <a:pt x="246380" y="702449"/>
                  </a:lnTo>
                  <a:lnTo>
                    <a:pt x="250355" y="706386"/>
                  </a:lnTo>
                  <a:lnTo>
                    <a:pt x="260070" y="706386"/>
                  </a:lnTo>
                  <a:lnTo>
                    <a:pt x="264033" y="702449"/>
                  </a:lnTo>
                  <a:lnTo>
                    <a:pt x="264033" y="552919"/>
                  </a:lnTo>
                  <a:lnTo>
                    <a:pt x="425259" y="460070"/>
                  </a:lnTo>
                  <a:lnTo>
                    <a:pt x="426732" y="454685"/>
                  </a:lnTo>
                  <a:close/>
                </a:path>
                <a:path w="1751964" h="823594">
                  <a:moveTo>
                    <a:pt x="953782" y="3962"/>
                  </a:moveTo>
                  <a:lnTo>
                    <a:pt x="949807" y="0"/>
                  </a:lnTo>
                  <a:lnTo>
                    <a:pt x="940104" y="0"/>
                  </a:lnTo>
                  <a:lnTo>
                    <a:pt x="936129" y="3962"/>
                  </a:lnTo>
                  <a:lnTo>
                    <a:pt x="936129" y="155638"/>
                  </a:lnTo>
                  <a:lnTo>
                    <a:pt x="940104" y="159448"/>
                  </a:lnTo>
                  <a:lnTo>
                    <a:pt x="949807" y="159448"/>
                  </a:lnTo>
                  <a:lnTo>
                    <a:pt x="953782" y="155638"/>
                  </a:lnTo>
                  <a:lnTo>
                    <a:pt x="953782" y="3962"/>
                  </a:lnTo>
                  <a:close/>
                </a:path>
                <a:path w="1751964" h="823594">
                  <a:moveTo>
                    <a:pt x="996581" y="3962"/>
                  </a:moveTo>
                  <a:lnTo>
                    <a:pt x="992619" y="0"/>
                  </a:lnTo>
                  <a:lnTo>
                    <a:pt x="982764" y="0"/>
                  </a:lnTo>
                  <a:lnTo>
                    <a:pt x="978941" y="3962"/>
                  </a:lnTo>
                  <a:lnTo>
                    <a:pt x="978941" y="155638"/>
                  </a:lnTo>
                  <a:lnTo>
                    <a:pt x="982764" y="159448"/>
                  </a:lnTo>
                  <a:lnTo>
                    <a:pt x="992619" y="159448"/>
                  </a:lnTo>
                  <a:lnTo>
                    <a:pt x="996581" y="155638"/>
                  </a:lnTo>
                  <a:lnTo>
                    <a:pt x="996581" y="3962"/>
                  </a:lnTo>
                  <a:close/>
                </a:path>
                <a:path w="1751964" h="823594">
                  <a:moveTo>
                    <a:pt x="1751787" y="139065"/>
                  </a:moveTo>
                  <a:lnTo>
                    <a:pt x="1747672" y="130263"/>
                  </a:lnTo>
                  <a:lnTo>
                    <a:pt x="1742376" y="128346"/>
                  </a:lnTo>
                  <a:lnTo>
                    <a:pt x="1515148" y="233743"/>
                  </a:lnTo>
                  <a:lnTo>
                    <a:pt x="1338338" y="131940"/>
                  </a:lnTo>
                  <a:lnTo>
                    <a:pt x="1337119" y="129819"/>
                  </a:lnTo>
                  <a:lnTo>
                    <a:pt x="1332382" y="128511"/>
                  </a:lnTo>
                  <a:lnTo>
                    <a:pt x="1332115" y="128346"/>
                  </a:lnTo>
                  <a:lnTo>
                    <a:pt x="1331963" y="128397"/>
                  </a:lnTo>
                  <a:lnTo>
                    <a:pt x="1331823" y="128346"/>
                  </a:lnTo>
                  <a:lnTo>
                    <a:pt x="1331556" y="128498"/>
                  </a:lnTo>
                  <a:lnTo>
                    <a:pt x="1326680" y="129819"/>
                  </a:lnTo>
                  <a:lnTo>
                    <a:pt x="1325384" y="132054"/>
                  </a:lnTo>
                  <a:lnTo>
                    <a:pt x="1205471" y="201028"/>
                  </a:lnTo>
                  <a:lnTo>
                    <a:pt x="1203998" y="206413"/>
                  </a:lnTo>
                  <a:lnTo>
                    <a:pt x="1209001" y="214833"/>
                  </a:lnTo>
                  <a:lnTo>
                    <a:pt x="1214297" y="216281"/>
                  </a:lnTo>
                  <a:lnTo>
                    <a:pt x="1331963" y="148615"/>
                  </a:lnTo>
                  <a:lnTo>
                    <a:pt x="1507896" y="249910"/>
                  </a:lnTo>
                  <a:lnTo>
                    <a:pt x="1508785" y="251777"/>
                  </a:lnTo>
                  <a:lnTo>
                    <a:pt x="1514081" y="253682"/>
                  </a:lnTo>
                  <a:lnTo>
                    <a:pt x="1514297" y="253580"/>
                  </a:lnTo>
                  <a:lnTo>
                    <a:pt x="1514525" y="253707"/>
                  </a:lnTo>
                  <a:lnTo>
                    <a:pt x="1519961" y="252260"/>
                  </a:lnTo>
                  <a:lnTo>
                    <a:pt x="1520990" y="250482"/>
                  </a:lnTo>
                  <a:lnTo>
                    <a:pt x="1749882" y="144335"/>
                  </a:lnTo>
                  <a:lnTo>
                    <a:pt x="1751787" y="1390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471175" y="1522238"/>
              <a:ext cx="238741" cy="98456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630331" y="973048"/>
              <a:ext cx="1684020" cy="1096010"/>
            </a:xfrm>
            <a:custGeom>
              <a:avLst/>
              <a:gdLst/>
              <a:ahLst/>
              <a:cxnLst/>
              <a:rect l="l" t="t" r="r" b="b"/>
              <a:pathLst>
                <a:path w="1684020" h="1096010">
                  <a:moveTo>
                    <a:pt x="87223" y="0"/>
                  </a:moveTo>
                  <a:lnTo>
                    <a:pt x="8826" y="0"/>
                  </a:lnTo>
                  <a:lnTo>
                    <a:pt x="8826" y="8801"/>
                  </a:lnTo>
                  <a:lnTo>
                    <a:pt x="0" y="8801"/>
                  </a:lnTo>
                  <a:lnTo>
                    <a:pt x="0" y="1086954"/>
                  </a:lnTo>
                  <a:lnTo>
                    <a:pt x="8826" y="1086954"/>
                  </a:lnTo>
                  <a:lnTo>
                    <a:pt x="8826" y="1095756"/>
                  </a:lnTo>
                  <a:lnTo>
                    <a:pt x="87223" y="1095756"/>
                  </a:lnTo>
                  <a:lnTo>
                    <a:pt x="87223" y="1078153"/>
                  </a:lnTo>
                  <a:lnTo>
                    <a:pt x="17653" y="1078153"/>
                  </a:lnTo>
                  <a:lnTo>
                    <a:pt x="17653" y="17602"/>
                  </a:lnTo>
                  <a:lnTo>
                    <a:pt x="87223" y="17602"/>
                  </a:lnTo>
                  <a:lnTo>
                    <a:pt x="87223" y="0"/>
                  </a:lnTo>
                  <a:close/>
                </a:path>
                <a:path w="1684020" h="1096010">
                  <a:moveTo>
                    <a:pt x="1683550" y="8801"/>
                  </a:moveTo>
                  <a:lnTo>
                    <a:pt x="1674850" y="8801"/>
                  </a:lnTo>
                  <a:lnTo>
                    <a:pt x="1674850" y="0"/>
                  </a:lnTo>
                  <a:lnTo>
                    <a:pt x="1596466" y="0"/>
                  </a:lnTo>
                  <a:lnTo>
                    <a:pt x="1596466" y="17602"/>
                  </a:lnTo>
                  <a:lnTo>
                    <a:pt x="1665897" y="17602"/>
                  </a:lnTo>
                  <a:lnTo>
                    <a:pt x="1665897" y="1078153"/>
                  </a:lnTo>
                  <a:lnTo>
                    <a:pt x="1596466" y="1078153"/>
                  </a:lnTo>
                  <a:lnTo>
                    <a:pt x="1596466" y="1095756"/>
                  </a:lnTo>
                  <a:lnTo>
                    <a:pt x="1674850" y="1095756"/>
                  </a:lnTo>
                  <a:lnTo>
                    <a:pt x="1674850" y="1086954"/>
                  </a:lnTo>
                  <a:lnTo>
                    <a:pt x="1683550" y="1086954"/>
                  </a:lnTo>
                  <a:lnTo>
                    <a:pt x="1683550" y="880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931610" y="2182477"/>
              <a:ext cx="1436493" cy="131915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575513" y="1951445"/>
              <a:ext cx="1057640" cy="131916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528374" y="2235740"/>
              <a:ext cx="871707" cy="133661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4539281" y="2235740"/>
              <a:ext cx="937901" cy="276036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6555565" y="1439360"/>
              <a:ext cx="71490" cy="71275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727376" y="1421625"/>
              <a:ext cx="401320" cy="106045"/>
            </a:xfrm>
            <a:custGeom>
              <a:avLst/>
              <a:gdLst/>
              <a:ahLst/>
              <a:cxnLst/>
              <a:rect l="l" t="t" r="r" b="b"/>
              <a:pathLst>
                <a:path w="401320" h="106044">
                  <a:moveTo>
                    <a:pt x="30890" y="1745"/>
                  </a:moveTo>
                  <a:lnTo>
                    <a:pt x="0" y="1745"/>
                  </a:lnTo>
                  <a:lnTo>
                    <a:pt x="0" y="103678"/>
                  </a:lnTo>
                  <a:lnTo>
                    <a:pt x="19269" y="103678"/>
                  </a:lnTo>
                  <a:lnTo>
                    <a:pt x="19269" y="23440"/>
                  </a:lnTo>
                  <a:lnTo>
                    <a:pt x="36673" y="23440"/>
                  </a:lnTo>
                  <a:lnTo>
                    <a:pt x="30890" y="1745"/>
                  </a:lnTo>
                  <a:close/>
                </a:path>
                <a:path w="401320" h="106044">
                  <a:moveTo>
                    <a:pt x="36673" y="23440"/>
                  </a:moveTo>
                  <a:lnTo>
                    <a:pt x="19269" y="23440"/>
                  </a:lnTo>
                  <a:lnTo>
                    <a:pt x="39422" y="103678"/>
                  </a:lnTo>
                  <a:lnTo>
                    <a:pt x="59280" y="103678"/>
                  </a:lnTo>
                  <a:lnTo>
                    <a:pt x="67478" y="71275"/>
                  </a:lnTo>
                  <a:lnTo>
                    <a:pt x="49425" y="71275"/>
                  </a:lnTo>
                  <a:lnTo>
                    <a:pt x="36673" y="23440"/>
                  </a:lnTo>
                  <a:close/>
                </a:path>
                <a:path w="401320" h="106044">
                  <a:moveTo>
                    <a:pt x="98703" y="23440"/>
                  </a:moveTo>
                  <a:lnTo>
                    <a:pt x="79580" y="23440"/>
                  </a:lnTo>
                  <a:lnTo>
                    <a:pt x="79580" y="103678"/>
                  </a:lnTo>
                  <a:lnTo>
                    <a:pt x="98703" y="103678"/>
                  </a:lnTo>
                  <a:lnTo>
                    <a:pt x="98703" y="23440"/>
                  </a:lnTo>
                  <a:close/>
                </a:path>
                <a:path w="401320" h="106044">
                  <a:moveTo>
                    <a:pt x="98703" y="1745"/>
                  </a:moveTo>
                  <a:lnTo>
                    <a:pt x="67812" y="1745"/>
                  </a:lnTo>
                  <a:lnTo>
                    <a:pt x="49425" y="71275"/>
                  </a:lnTo>
                  <a:lnTo>
                    <a:pt x="67478" y="71275"/>
                  </a:lnTo>
                  <a:lnTo>
                    <a:pt x="79580" y="23440"/>
                  </a:lnTo>
                  <a:lnTo>
                    <a:pt x="98703" y="23440"/>
                  </a:lnTo>
                  <a:lnTo>
                    <a:pt x="98703" y="1745"/>
                  </a:lnTo>
                  <a:close/>
                </a:path>
                <a:path w="401320" h="106044">
                  <a:moveTo>
                    <a:pt x="150923" y="28163"/>
                  </a:moveTo>
                  <a:lnTo>
                    <a:pt x="119370" y="50948"/>
                  </a:lnTo>
                  <a:lnTo>
                    <a:pt x="116943" y="67314"/>
                  </a:lnTo>
                  <a:lnTo>
                    <a:pt x="117410" y="74672"/>
                  </a:lnTo>
                  <a:lnTo>
                    <a:pt x="143846" y="104564"/>
                  </a:lnTo>
                  <a:lnTo>
                    <a:pt x="161073" y="105350"/>
                  </a:lnTo>
                  <a:lnTo>
                    <a:pt x="167839" y="103487"/>
                  </a:lnTo>
                  <a:lnTo>
                    <a:pt x="173282" y="99762"/>
                  </a:lnTo>
                  <a:lnTo>
                    <a:pt x="178577" y="96021"/>
                  </a:lnTo>
                  <a:lnTo>
                    <a:pt x="182431" y="90755"/>
                  </a:lnTo>
                  <a:lnTo>
                    <a:pt x="148569" y="90755"/>
                  </a:lnTo>
                  <a:lnTo>
                    <a:pt x="144892" y="89141"/>
                  </a:lnTo>
                  <a:lnTo>
                    <a:pt x="138714" y="82702"/>
                  </a:lnTo>
                  <a:lnTo>
                    <a:pt x="137243" y="78184"/>
                  </a:lnTo>
                  <a:lnTo>
                    <a:pt x="137096" y="72390"/>
                  </a:lnTo>
                  <a:lnTo>
                    <a:pt x="186079" y="72390"/>
                  </a:lnTo>
                  <a:lnTo>
                    <a:pt x="185689" y="61883"/>
                  </a:lnTo>
                  <a:lnTo>
                    <a:pt x="185428" y="60435"/>
                  </a:lnTo>
                  <a:lnTo>
                    <a:pt x="137390" y="60435"/>
                  </a:lnTo>
                  <a:lnTo>
                    <a:pt x="137491" y="54773"/>
                  </a:lnTo>
                  <a:lnTo>
                    <a:pt x="138714" y="50885"/>
                  </a:lnTo>
                  <a:lnTo>
                    <a:pt x="144303" y="44666"/>
                  </a:lnTo>
                  <a:lnTo>
                    <a:pt x="147834" y="43111"/>
                  </a:lnTo>
                  <a:lnTo>
                    <a:pt x="179725" y="43111"/>
                  </a:lnTo>
                  <a:lnTo>
                    <a:pt x="176959" y="39048"/>
                  </a:lnTo>
                  <a:lnTo>
                    <a:pt x="171774" y="34284"/>
                  </a:lnTo>
                  <a:lnTo>
                    <a:pt x="165706" y="30883"/>
                  </a:lnTo>
                  <a:lnTo>
                    <a:pt x="158756" y="28843"/>
                  </a:lnTo>
                  <a:lnTo>
                    <a:pt x="150923" y="28163"/>
                  </a:lnTo>
                  <a:close/>
                </a:path>
                <a:path w="401320" h="106044">
                  <a:moveTo>
                    <a:pt x="165633" y="80179"/>
                  </a:moveTo>
                  <a:lnTo>
                    <a:pt x="164456" y="83890"/>
                  </a:lnTo>
                  <a:lnTo>
                    <a:pt x="162985" y="86574"/>
                  </a:lnTo>
                  <a:lnTo>
                    <a:pt x="160778" y="88247"/>
                  </a:lnTo>
                  <a:lnTo>
                    <a:pt x="158719" y="89919"/>
                  </a:lnTo>
                  <a:lnTo>
                    <a:pt x="156218" y="90755"/>
                  </a:lnTo>
                  <a:lnTo>
                    <a:pt x="182431" y="90755"/>
                  </a:lnTo>
                  <a:lnTo>
                    <a:pt x="182549" y="90594"/>
                  </a:lnTo>
                  <a:lnTo>
                    <a:pt x="185050" y="83450"/>
                  </a:lnTo>
                  <a:lnTo>
                    <a:pt x="165633" y="80179"/>
                  </a:lnTo>
                  <a:close/>
                </a:path>
                <a:path w="401320" h="106044">
                  <a:moveTo>
                    <a:pt x="179725" y="43111"/>
                  </a:moveTo>
                  <a:lnTo>
                    <a:pt x="156071" y="43111"/>
                  </a:lnTo>
                  <a:lnTo>
                    <a:pt x="159455" y="44592"/>
                  </a:lnTo>
                  <a:lnTo>
                    <a:pt x="165044" y="50475"/>
                  </a:lnTo>
                  <a:lnTo>
                    <a:pt x="166515" y="54773"/>
                  </a:lnTo>
                  <a:lnTo>
                    <a:pt x="166662" y="60435"/>
                  </a:lnTo>
                  <a:lnTo>
                    <a:pt x="185428" y="60435"/>
                  </a:lnTo>
                  <a:lnTo>
                    <a:pt x="184057" y="52825"/>
                  </a:lnTo>
                  <a:lnTo>
                    <a:pt x="181156" y="45214"/>
                  </a:lnTo>
                  <a:lnTo>
                    <a:pt x="179725" y="43111"/>
                  </a:lnTo>
                  <a:close/>
                </a:path>
                <a:path w="401320" h="106044">
                  <a:moveTo>
                    <a:pt x="249920" y="0"/>
                  </a:moveTo>
                  <a:lnTo>
                    <a:pt x="241536" y="0"/>
                  </a:lnTo>
                  <a:lnTo>
                    <a:pt x="234181" y="1349"/>
                  </a:lnTo>
                  <a:lnTo>
                    <a:pt x="227856" y="4033"/>
                  </a:lnTo>
                  <a:lnTo>
                    <a:pt x="223001" y="6028"/>
                  </a:lnTo>
                  <a:lnTo>
                    <a:pt x="201617" y="39011"/>
                  </a:lnTo>
                  <a:lnTo>
                    <a:pt x="200495" y="53335"/>
                  </a:lnTo>
                  <a:lnTo>
                    <a:pt x="201325" y="64850"/>
                  </a:lnTo>
                  <a:lnTo>
                    <a:pt x="221192" y="97620"/>
                  </a:lnTo>
                  <a:lnTo>
                    <a:pt x="250215" y="105424"/>
                  </a:lnTo>
                  <a:lnTo>
                    <a:pt x="260891" y="104552"/>
                  </a:lnTo>
                  <a:lnTo>
                    <a:pt x="270422" y="101936"/>
                  </a:lnTo>
                  <a:lnTo>
                    <a:pt x="278823" y="97577"/>
                  </a:lnTo>
                  <a:lnTo>
                    <a:pt x="286107" y="91474"/>
                  </a:lnTo>
                  <a:lnTo>
                    <a:pt x="288917" y="87836"/>
                  </a:lnTo>
                  <a:lnTo>
                    <a:pt x="241830" y="87836"/>
                  </a:lnTo>
                  <a:lnTo>
                    <a:pt x="235063" y="84858"/>
                  </a:lnTo>
                  <a:lnTo>
                    <a:pt x="221694" y="52367"/>
                  </a:lnTo>
                  <a:lnTo>
                    <a:pt x="222172" y="44400"/>
                  </a:lnTo>
                  <a:lnTo>
                    <a:pt x="241536" y="17602"/>
                  </a:lnTo>
                  <a:lnTo>
                    <a:pt x="288894" y="17602"/>
                  </a:lnTo>
                  <a:lnTo>
                    <a:pt x="286107" y="13979"/>
                  </a:lnTo>
                  <a:lnTo>
                    <a:pt x="278715" y="7865"/>
                  </a:lnTo>
                  <a:lnTo>
                    <a:pt x="270220" y="3496"/>
                  </a:lnTo>
                  <a:lnTo>
                    <a:pt x="260622" y="874"/>
                  </a:lnTo>
                  <a:lnTo>
                    <a:pt x="249920" y="0"/>
                  </a:lnTo>
                  <a:close/>
                </a:path>
                <a:path w="401320" h="106044">
                  <a:moveTo>
                    <a:pt x="288894" y="17602"/>
                  </a:moveTo>
                  <a:lnTo>
                    <a:pt x="258599" y="17602"/>
                  </a:lnTo>
                  <a:lnTo>
                    <a:pt x="265366" y="20477"/>
                  </a:lnTo>
                  <a:lnTo>
                    <a:pt x="270514" y="26213"/>
                  </a:lnTo>
                  <a:lnTo>
                    <a:pt x="273904" y="31081"/>
                  </a:lnTo>
                  <a:lnTo>
                    <a:pt x="276343" y="37062"/>
                  </a:lnTo>
                  <a:lnTo>
                    <a:pt x="277816" y="44157"/>
                  </a:lnTo>
                  <a:lnTo>
                    <a:pt x="278310" y="52367"/>
                  </a:lnTo>
                  <a:lnTo>
                    <a:pt x="277814" y="60679"/>
                  </a:lnTo>
                  <a:lnTo>
                    <a:pt x="258305" y="87836"/>
                  </a:lnTo>
                  <a:lnTo>
                    <a:pt x="288917" y="87836"/>
                  </a:lnTo>
                  <a:lnTo>
                    <a:pt x="299605" y="52367"/>
                  </a:lnTo>
                  <a:lnTo>
                    <a:pt x="298787" y="41088"/>
                  </a:lnTo>
                  <a:lnTo>
                    <a:pt x="296238" y="30687"/>
                  </a:lnTo>
                  <a:lnTo>
                    <a:pt x="292007" y="21649"/>
                  </a:lnTo>
                  <a:lnTo>
                    <a:pt x="288894" y="17602"/>
                  </a:lnTo>
                  <a:close/>
                </a:path>
                <a:path w="401320" h="106044">
                  <a:moveTo>
                    <a:pt x="339798" y="1745"/>
                  </a:moveTo>
                  <a:lnTo>
                    <a:pt x="319204" y="1745"/>
                  </a:lnTo>
                  <a:lnTo>
                    <a:pt x="319204" y="103678"/>
                  </a:lnTo>
                  <a:lnTo>
                    <a:pt x="339798" y="103678"/>
                  </a:lnTo>
                  <a:lnTo>
                    <a:pt x="339798" y="59115"/>
                  </a:lnTo>
                  <a:lnTo>
                    <a:pt x="400844" y="59115"/>
                  </a:lnTo>
                  <a:lnTo>
                    <a:pt x="400844" y="41864"/>
                  </a:lnTo>
                  <a:lnTo>
                    <a:pt x="339798" y="41864"/>
                  </a:lnTo>
                  <a:lnTo>
                    <a:pt x="339798" y="1745"/>
                  </a:lnTo>
                  <a:close/>
                </a:path>
                <a:path w="401320" h="106044">
                  <a:moveTo>
                    <a:pt x="400844" y="59115"/>
                  </a:moveTo>
                  <a:lnTo>
                    <a:pt x="380250" y="59115"/>
                  </a:lnTo>
                  <a:lnTo>
                    <a:pt x="380250" y="103678"/>
                  </a:lnTo>
                  <a:lnTo>
                    <a:pt x="400844" y="103678"/>
                  </a:lnTo>
                  <a:lnTo>
                    <a:pt x="400844" y="59115"/>
                  </a:lnTo>
                  <a:close/>
                </a:path>
                <a:path w="401320" h="106044">
                  <a:moveTo>
                    <a:pt x="400844" y="1745"/>
                  </a:moveTo>
                  <a:lnTo>
                    <a:pt x="380250" y="1745"/>
                  </a:lnTo>
                  <a:lnTo>
                    <a:pt x="380250" y="41864"/>
                  </a:lnTo>
                  <a:lnTo>
                    <a:pt x="400844" y="41864"/>
                  </a:lnTo>
                  <a:lnTo>
                    <a:pt x="400844" y="17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51414" y="813885"/>
              <a:ext cx="6517640" cy="1861185"/>
            </a:xfrm>
            <a:custGeom>
              <a:avLst/>
              <a:gdLst/>
              <a:ahLst/>
              <a:cxnLst/>
              <a:rect l="l" t="t" r="r" b="b"/>
              <a:pathLst>
                <a:path w="6517640" h="1861185">
                  <a:moveTo>
                    <a:pt x="0" y="1807926"/>
                  </a:moveTo>
                  <a:lnTo>
                    <a:pt x="4164" y="1828475"/>
                  </a:lnTo>
                  <a:lnTo>
                    <a:pt x="15516" y="1845261"/>
                  </a:lnTo>
                  <a:lnTo>
                    <a:pt x="32351" y="1856581"/>
                  </a:lnTo>
                  <a:lnTo>
                    <a:pt x="52954" y="1860732"/>
                  </a:lnTo>
                  <a:lnTo>
                    <a:pt x="6464186" y="1860732"/>
                  </a:lnTo>
                  <a:lnTo>
                    <a:pt x="6484807" y="1856581"/>
                  </a:lnTo>
                  <a:lnTo>
                    <a:pt x="6501638" y="1845260"/>
                  </a:lnTo>
                  <a:lnTo>
                    <a:pt x="6512980" y="1828475"/>
                  </a:lnTo>
                  <a:lnTo>
                    <a:pt x="6513576" y="1825530"/>
                  </a:lnTo>
                  <a:lnTo>
                    <a:pt x="17649" y="1825528"/>
                  </a:lnTo>
                  <a:lnTo>
                    <a:pt x="0" y="1807926"/>
                  </a:lnTo>
                  <a:close/>
                </a:path>
                <a:path w="6517640" h="1861185">
                  <a:moveTo>
                    <a:pt x="6513576" y="1825530"/>
                  </a:moveTo>
                  <a:lnTo>
                    <a:pt x="17650" y="1825529"/>
                  </a:lnTo>
                  <a:lnTo>
                    <a:pt x="6513576" y="1825530"/>
                  </a:lnTo>
                  <a:lnTo>
                    <a:pt x="6429026" y="1825530"/>
                  </a:lnTo>
                  <a:lnTo>
                    <a:pt x="6513576" y="1825530"/>
                  </a:lnTo>
                  <a:close/>
                </a:path>
                <a:path w="6517640" h="1861185">
                  <a:moveTo>
                    <a:pt x="6481835" y="0"/>
                  </a:moveTo>
                  <a:lnTo>
                    <a:pt x="6481835" y="1772722"/>
                  </a:lnTo>
                  <a:lnTo>
                    <a:pt x="6466352" y="1810056"/>
                  </a:lnTo>
                  <a:lnTo>
                    <a:pt x="6429026" y="1825530"/>
                  </a:lnTo>
                  <a:lnTo>
                    <a:pt x="6513576" y="1825529"/>
                  </a:lnTo>
                  <a:lnTo>
                    <a:pt x="6517138" y="1807927"/>
                  </a:lnTo>
                  <a:lnTo>
                    <a:pt x="6517138" y="35204"/>
                  </a:lnTo>
                  <a:lnTo>
                    <a:pt x="6481835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16110" y="761077"/>
              <a:ext cx="6517640" cy="1878964"/>
            </a:xfrm>
            <a:custGeom>
              <a:avLst/>
              <a:gdLst/>
              <a:ahLst/>
              <a:cxnLst/>
              <a:rect l="l" t="t" r="r" b="b"/>
              <a:pathLst>
                <a:path w="6517640" h="1878964">
                  <a:moveTo>
                    <a:pt x="0" y="1825531"/>
                  </a:moveTo>
                  <a:lnTo>
                    <a:pt x="0" y="800675"/>
                  </a:lnTo>
                  <a:lnTo>
                    <a:pt x="0" y="274397"/>
                  </a:lnTo>
                  <a:lnTo>
                    <a:pt x="0" y="80506"/>
                  </a:lnTo>
                  <a:lnTo>
                    <a:pt x="0" y="52807"/>
                  </a:lnTo>
                  <a:lnTo>
                    <a:pt x="4163" y="32241"/>
                  </a:lnTo>
                  <a:lnTo>
                    <a:pt x="15516" y="15457"/>
                  </a:lnTo>
                  <a:lnTo>
                    <a:pt x="32349" y="4146"/>
                  </a:lnTo>
                  <a:lnTo>
                    <a:pt x="52954" y="0"/>
                  </a:lnTo>
                  <a:lnTo>
                    <a:pt x="3759530" y="0"/>
                  </a:lnTo>
                  <a:lnTo>
                    <a:pt x="5662907" y="0"/>
                  </a:lnTo>
                  <a:lnTo>
                    <a:pt x="6364152" y="0"/>
                  </a:lnTo>
                  <a:lnTo>
                    <a:pt x="6464329" y="0"/>
                  </a:lnTo>
                  <a:lnTo>
                    <a:pt x="6484868" y="4146"/>
                  </a:lnTo>
                  <a:lnTo>
                    <a:pt x="6501656" y="15457"/>
                  </a:lnTo>
                  <a:lnTo>
                    <a:pt x="6512982" y="32242"/>
                  </a:lnTo>
                  <a:lnTo>
                    <a:pt x="6517138" y="52808"/>
                  </a:lnTo>
                  <a:lnTo>
                    <a:pt x="6517138" y="1077664"/>
                  </a:lnTo>
                  <a:lnTo>
                    <a:pt x="6517138" y="1603941"/>
                  </a:lnTo>
                  <a:lnTo>
                    <a:pt x="6517138" y="1797833"/>
                  </a:lnTo>
                  <a:lnTo>
                    <a:pt x="6517138" y="1825532"/>
                  </a:lnTo>
                  <a:lnTo>
                    <a:pt x="6512982" y="1846079"/>
                  </a:lnTo>
                  <a:lnTo>
                    <a:pt x="6501656" y="1862865"/>
                  </a:lnTo>
                  <a:lnTo>
                    <a:pt x="6484868" y="1874185"/>
                  </a:lnTo>
                  <a:lnTo>
                    <a:pt x="6464329" y="1878338"/>
                  </a:lnTo>
                  <a:lnTo>
                    <a:pt x="2757753" y="1878337"/>
                  </a:lnTo>
                  <a:lnTo>
                    <a:pt x="854376" y="1878337"/>
                  </a:lnTo>
                  <a:lnTo>
                    <a:pt x="153131" y="1878337"/>
                  </a:lnTo>
                  <a:lnTo>
                    <a:pt x="52954" y="1878337"/>
                  </a:lnTo>
                  <a:lnTo>
                    <a:pt x="32349" y="1874185"/>
                  </a:lnTo>
                  <a:lnTo>
                    <a:pt x="15516" y="1862864"/>
                  </a:lnTo>
                  <a:lnTo>
                    <a:pt x="4163" y="1846078"/>
                  </a:lnTo>
                  <a:lnTo>
                    <a:pt x="0" y="1825531"/>
                  </a:lnTo>
                  <a:close/>
                </a:path>
              </a:pathLst>
            </a:custGeom>
            <a:ln w="880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361688" y="1794504"/>
              <a:ext cx="67518" cy="75514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2" name="object 32"/>
          <p:cNvGrpSpPr/>
          <p:nvPr/>
        </p:nvGrpSpPr>
        <p:grpSpPr>
          <a:xfrm>
            <a:off x="1870227" y="3216901"/>
            <a:ext cx="1670685" cy="991869"/>
            <a:chOff x="1870227" y="3216901"/>
            <a:chExt cx="1670685" cy="991869"/>
          </a:xfrm>
        </p:grpSpPr>
        <p:sp>
          <p:nvSpPr>
            <p:cNvPr id="33" name="object 33"/>
            <p:cNvSpPr/>
            <p:nvPr/>
          </p:nvSpPr>
          <p:spPr>
            <a:xfrm>
              <a:off x="2502763" y="3481235"/>
              <a:ext cx="1038225" cy="462915"/>
            </a:xfrm>
            <a:custGeom>
              <a:avLst/>
              <a:gdLst/>
              <a:ahLst/>
              <a:cxnLst/>
              <a:rect l="l" t="t" r="r" b="b"/>
              <a:pathLst>
                <a:path w="1038225" h="462914">
                  <a:moveTo>
                    <a:pt x="64223" y="141605"/>
                  </a:moveTo>
                  <a:lnTo>
                    <a:pt x="60121" y="137477"/>
                  </a:lnTo>
                  <a:lnTo>
                    <a:pt x="49961" y="137477"/>
                  </a:lnTo>
                  <a:lnTo>
                    <a:pt x="45834" y="141605"/>
                  </a:lnTo>
                  <a:lnTo>
                    <a:pt x="45834" y="321157"/>
                  </a:lnTo>
                  <a:lnTo>
                    <a:pt x="49961" y="325285"/>
                  </a:lnTo>
                  <a:lnTo>
                    <a:pt x="60121" y="325285"/>
                  </a:lnTo>
                  <a:lnTo>
                    <a:pt x="64223" y="321157"/>
                  </a:lnTo>
                  <a:lnTo>
                    <a:pt x="64223" y="141605"/>
                  </a:lnTo>
                  <a:close/>
                </a:path>
                <a:path w="1038225" h="462914">
                  <a:moveTo>
                    <a:pt x="358787" y="315887"/>
                  </a:moveTo>
                  <a:lnTo>
                    <a:pt x="353720" y="307086"/>
                  </a:lnTo>
                  <a:lnTo>
                    <a:pt x="348094" y="305574"/>
                  </a:lnTo>
                  <a:lnTo>
                    <a:pt x="192671" y="395363"/>
                  </a:lnTo>
                  <a:lnTo>
                    <a:pt x="191147" y="400989"/>
                  </a:lnTo>
                  <a:lnTo>
                    <a:pt x="196240" y="409778"/>
                  </a:lnTo>
                  <a:lnTo>
                    <a:pt x="201866" y="411302"/>
                  </a:lnTo>
                  <a:lnTo>
                    <a:pt x="357289" y="321513"/>
                  </a:lnTo>
                  <a:lnTo>
                    <a:pt x="358787" y="315887"/>
                  </a:lnTo>
                  <a:close/>
                </a:path>
                <a:path w="1038225" h="462914">
                  <a:moveTo>
                    <a:pt x="358787" y="146875"/>
                  </a:moveTo>
                  <a:lnTo>
                    <a:pt x="357289" y="141249"/>
                  </a:lnTo>
                  <a:lnTo>
                    <a:pt x="201866" y="51460"/>
                  </a:lnTo>
                  <a:lnTo>
                    <a:pt x="196240" y="52984"/>
                  </a:lnTo>
                  <a:lnTo>
                    <a:pt x="191147" y="61772"/>
                  </a:lnTo>
                  <a:lnTo>
                    <a:pt x="192671" y="67398"/>
                  </a:lnTo>
                  <a:lnTo>
                    <a:pt x="348094" y="157187"/>
                  </a:lnTo>
                  <a:lnTo>
                    <a:pt x="353720" y="155676"/>
                  </a:lnTo>
                  <a:lnTo>
                    <a:pt x="358787" y="146875"/>
                  </a:lnTo>
                  <a:close/>
                </a:path>
                <a:path w="1038225" h="462914">
                  <a:moveTo>
                    <a:pt x="715238" y="81241"/>
                  </a:moveTo>
                  <a:lnTo>
                    <a:pt x="713740" y="75615"/>
                  </a:lnTo>
                  <a:lnTo>
                    <a:pt x="590029" y="4152"/>
                  </a:lnTo>
                  <a:lnTo>
                    <a:pt x="588746" y="1905"/>
                  </a:lnTo>
                  <a:lnTo>
                    <a:pt x="583882" y="596"/>
                  </a:lnTo>
                  <a:lnTo>
                    <a:pt x="583526" y="381"/>
                  </a:lnTo>
                  <a:lnTo>
                    <a:pt x="583323" y="444"/>
                  </a:lnTo>
                  <a:lnTo>
                    <a:pt x="583120" y="381"/>
                  </a:lnTo>
                  <a:lnTo>
                    <a:pt x="582752" y="596"/>
                  </a:lnTo>
                  <a:lnTo>
                    <a:pt x="577900" y="1905"/>
                  </a:lnTo>
                  <a:lnTo>
                    <a:pt x="576605" y="4152"/>
                  </a:lnTo>
                  <a:lnTo>
                    <a:pt x="392811" y="110337"/>
                  </a:lnTo>
                  <a:lnTo>
                    <a:pt x="383616" y="105029"/>
                  </a:lnTo>
                  <a:lnTo>
                    <a:pt x="383616" y="126263"/>
                  </a:lnTo>
                  <a:lnTo>
                    <a:pt x="383616" y="336511"/>
                  </a:lnTo>
                  <a:lnTo>
                    <a:pt x="201663" y="441629"/>
                  </a:lnTo>
                  <a:lnTo>
                    <a:pt x="19697" y="336511"/>
                  </a:lnTo>
                  <a:lnTo>
                    <a:pt x="19697" y="126263"/>
                  </a:lnTo>
                  <a:lnTo>
                    <a:pt x="201663" y="21145"/>
                  </a:lnTo>
                  <a:lnTo>
                    <a:pt x="383616" y="126263"/>
                  </a:lnTo>
                  <a:lnTo>
                    <a:pt x="383616" y="105029"/>
                  </a:lnTo>
                  <a:lnTo>
                    <a:pt x="208394" y="3784"/>
                  </a:lnTo>
                  <a:lnTo>
                    <a:pt x="207098" y="1524"/>
                  </a:lnTo>
                  <a:lnTo>
                    <a:pt x="202209" y="203"/>
                  </a:lnTo>
                  <a:lnTo>
                    <a:pt x="201866" y="0"/>
                  </a:lnTo>
                  <a:lnTo>
                    <a:pt x="201663" y="63"/>
                  </a:lnTo>
                  <a:lnTo>
                    <a:pt x="201472" y="0"/>
                  </a:lnTo>
                  <a:lnTo>
                    <a:pt x="201117" y="203"/>
                  </a:lnTo>
                  <a:lnTo>
                    <a:pt x="196240" y="1524"/>
                  </a:lnTo>
                  <a:lnTo>
                    <a:pt x="194932" y="3784"/>
                  </a:lnTo>
                  <a:lnTo>
                    <a:pt x="8026" y="111760"/>
                  </a:lnTo>
                  <a:lnTo>
                    <a:pt x="5422" y="111760"/>
                  </a:lnTo>
                  <a:lnTo>
                    <a:pt x="1828" y="115341"/>
                  </a:lnTo>
                  <a:lnTo>
                    <a:pt x="1498" y="115531"/>
                  </a:lnTo>
                  <a:lnTo>
                    <a:pt x="1435" y="115735"/>
                  </a:lnTo>
                  <a:lnTo>
                    <a:pt x="1308" y="115862"/>
                  </a:lnTo>
                  <a:lnTo>
                    <a:pt x="1308" y="116255"/>
                  </a:lnTo>
                  <a:lnTo>
                    <a:pt x="0" y="121158"/>
                  </a:lnTo>
                  <a:lnTo>
                    <a:pt x="1308" y="123431"/>
                  </a:lnTo>
                  <a:lnTo>
                    <a:pt x="1308" y="339344"/>
                  </a:lnTo>
                  <a:lnTo>
                    <a:pt x="0" y="341604"/>
                  </a:lnTo>
                  <a:lnTo>
                    <a:pt x="1308" y="346519"/>
                  </a:lnTo>
                  <a:lnTo>
                    <a:pt x="1308" y="346900"/>
                  </a:lnTo>
                  <a:lnTo>
                    <a:pt x="1435" y="347040"/>
                  </a:lnTo>
                  <a:lnTo>
                    <a:pt x="1498" y="347230"/>
                  </a:lnTo>
                  <a:lnTo>
                    <a:pt x="1828" y="347433"/>
                  </a:lnTo>
                  <a:lnTo>
                    <a:pt x="5422" y="351002"/>
                  </a:lnTo>
                  <a:lnTo>
                    <a:pt x="8026" y="351002"/>
                  </a:lnTo>
                  <a:lnTo>
                    <a:pt x="194932" y="458990"/>
                  </a:lnTo>
                  <a:lnTo>
                    <a:pt x="196240" y="461238"/>
                  </a:lnTo>
                  <a:lnTo>
                    <a:pt x="201117" y="462572"/>
                  </a:lnTo>
                  <a:lnTo>
                    <a:pt x="201472" y="462762"/>
                  </a:lnTo>
                  <a:lnTo>
                    <a:pt x="201663" y="462711"/>
                  </a:lnTo>
                  <a:lnTo>
                    <a:pt x="201866" y="462762"/>
                  </a:lnTo>
                  <a:lnTo>
                    <a:pt x="202209" y="462572"/>
                  </a:lnTo>
                  <a:lnTo>
                    <a:pt x="207098" y="461238"/>
                  </a:lnTo>
                  <a:lnTo>
                    <a:pt x="208394" y="458990"/>
                  </a:lnTo>
                  <a:lnTo>
                    <a:pt x="395274" y="351002"/>
                  </a:lnTo>
                  <a:lnTo>
                    <a:pt x="397903" y="351002"/>
                  </a:lnTo>
                  <a:lnTo>
                    <a:pt x="401510" y="347408"/>
                  </a:lnTo>
                  <a:lnTo>
                    <a:pt x="401815" y="347230"/>
                  </a:lnTo>
                  <a:lnTo>
                    <a:pt x="401853" y="347065"/>
                  </a:lnTo>
                  <a:lnTo>
                    <a:pt x="402018" y="346900"/>
                  </a:lnTo>
                  <a:lnTo>
                    <a:pt x="402018" y="346481"/>
                  </a:lnTo>
                  <a:lnTo>
                    <a:pt x="403339" y="341604"/>
                  </a:lnTo>
                  <a:lnTo>
                    <a:pt x="402018" y="339331"/>
                  </a:lnTo>
                  <a:lnTo>
                    <a:pt x="402018" y="126263"/>
                  </a:lnTo>
                  <a:lnTo>
                    <a:pt x="583323" y="21526"/>
                  </a:lnTo>
                  <a:lnTo>
                    <a:pt x="704545" y="91554"/>
                  </a:lnTo>
                  <a:lnTo>
                    <a:pt x="710171" y="90055"/>
                  </a:lnTo>
                  <a:lnTo>
                    <a:pt x="715238" y="81241"/>
                  </a:lnTo>
                  <a:close/>
                </a:path>
                <a:path w="1038225" h="462914">
                  <a:moveTo>
                    <a:pt x="823950" y="120573"/>
                  </a:moveTo>
                  <a:lnTo>
                    <a:pt x="823099" y="108775"/>
                  </a:lnTo>
                  <a:lnTo>
                    <a:pt x="820445" y="97904"/>
                  </a:lnTo>
                  <a:lnTo>
                    <a:pt x="816038" y="88455"/>
                  </a:lnTo>
                  <a:lnTo>
                    <a:pt x="812774" y="84226"/>
                  </a:lnTo>
                  <a:lnTo>
                    <a:pt x="809853" y="80429"/>
                  </a:lnTo>
                  <a:lnTo>
                    <a:pt x="802195" y="74041"/>
                  </a:lnTo>
                  <a:lnTo>
                    <a:pt x="801751" y="73812"/>
                  </a:lnTo>
                  <a:lnTo>
                    <a:pt x="801751" y="120573"/>
                  </a:lnTo>
                  <a:lnTo>
                    <a:pt x="801230" y="129260"/>
                  </a:lnTo>
                  <a:lnTo>
                    <a:pt x="780961" y="157657"/>
                  </a:lnTo>
                  <a:lnTo>
                    <a:pt x="763803" y="157657"/>
                  </a:lnTo>
                  <a:lnTo>
                    <a:pt x="742848" y="121589"/>
                  </a:lnTo>
                  <a:lnTo>
                    <a:pt x="742823" y="120573"/>
                  </a:lnTo>
                  <a:lnTo>
                    <a:pt x="743318" y="112242"/>
                  </a:lnTo>
                  <a:lnTo>
                    <a:pt x="763511" y="84226"/>
                  </a:lnTo>
                  <a:lnTo>
                    <a:pt x="781253" y="84226"/>
                  </a:lnTo>
                  <a:lnTo>
                    <a:pt x="801751" y="120573"/>
                  </a:lnTo>
                  <a:lnTo>
                    <a:pt x="801751" y="73812"/>
                  </a:lnTo>
                  <a:lnTo>
                    <a:pt x="793369" y="69469"/>
                  </a:lnTo>
                  <a:lnTo>
                    <a:pt x="783361" y="66725"/>
                  </a:lnTo>
                  <a:lnTo>
                    <a:pt x="772172" y="65811"/>
                  </a:lnTo>
                  <a:lnTo>
                    <a:pt x="763498" y="65811"/>
                  </a:lnTo>
                  <a:lnTo>
                    <a:pt x="727938" y="88823"/>
                  </a:lnTo>
                  <a:lnTo>
                    <a:pt x="720636" y="121589"/>
                  </a:lnTo>
                  <a:lnTo>
                    <a:pt x="721512" y="133629"/>
                  </a:lnTo>
                  <a:lnTo>
                    <a:pt x="742289" y="167894"/>
                  </a:lnTo>
                  <a:lnTo>
                    <a:pt x="772464" y="176047"/>
                  </a:lnTo>
                  <a:lnTo>
                    <a:pt x="783602" y="175133"/>
                  </a:lnTo>
                  <a:lnTo>
                    <a:pt x="793572" y="172402"/>
                  </a:lnTo>
                  <a:lnTo>
                    <a:pt x="802360" y="167855"/>
                  </a:lnTo>
                  <a:lnTo>
                    <a:pt x="809955" y="161480"/>
                  </a:lnTo>
                  <a:lnTo>
                    <a:pt x="812888" y="157657"/>
                  </a:lnTo>
                  <a:lnTo>
                    <a:pt x="816102" y="153479"/>
                  </a:lnTo>
                  <a:lnTo>
                    <a:pt x="820483" y="144081"/>
                  </a:lnTo>
                  <a:lnTo>
                    <a:pt x="823112" y="133286"/>
                  </a:lnTo>
                  <a:lnTo>
                    <a:pt x="823950" y="121589"/>
                  </a:lnTo>
                  <a:lnTo>
                    <a:pt x="823950" y="120573"/>
                  </a:lnTo>
                  <a:close/>
                </a:path>
                <a:path w="1038225" h="462914">
                  <a:moveTo>
                    <a:pt x="946912" y="67640"/>
                  </a:moveTo>
                  <a:lnTo>
                    <a:pt x="914565" y="67640"/>
                  </a:lnTo>
                  <a:lnTo>
                    <a:pt x="895553" y="140347"/>
                  </a:lnTo>
                  <a:lnTo>
                    <a:pt x="882167" y="90322"/>
                  </a:lnTo>
                  <a:lnTo>
                    <a:pt x="876084" y="67640"/>
                  </a:lnTo>
                  <a:lnTo>
                    <a:pt x="843965" y="67640"/>
                  </a:lnTo>
                  <a:lnTo>
                    <a:pt x="843965" y="174244"/>
                  </a:lnTo>
                  <a:lnTo>
                    <a:pt x="863981" y="174244"/>
                  </a:lnTo>
                  <a:lnTo>
                    <a:pt x="863981" y="90322"/>
                  </a:lnTo>
                  <a:lnTo>
                    <a:pt x="884986" y="174244"/>
                  </a:lnTo>
                  <a:lnTo>
                    <a:pt x="905675" y="174244"/>
                  </a:lnTo>
                  <a:lnTo>
                    <a:pt x="914222" y="140347"/>
                  </a:lnTo>
                  <a:lnTo>
                    <a:pt x="926833" y="90322"/>
                  </a:lnTo>
                  <a:lnTo>
                    <a:pt x="926833" y="174244"/>
                  </a:lnTo>
                  <a:lnTo>
                    <a:pt x="946912" y="174244"/>
                  </a:lnTo>
                  <a:lnTo>
                    <a:pt x="946912" y="90322"/>
                  </a:lnTo>
                  <a:lnTo>
                    <a:pt x="946912" y="67640"/>
                  </a:lnTo>
                  <a:close/>
                </a:path>
                <a:path w="1038225" h="462914">
                  <a:moveTo>
                    <a:pt x="1037958" y="141503"/>
                  </a:moveTo>
                  <a:lnTo>
                    <a:pt x="1037539" y="130517"/>
                  </a:lnTo>
                  <a:lnTo>
                    <a:pt x="1037259" y="129006"/>
                  </a:lnTo>
                  <a:lnTo>
                    <a:pt x="1035799" y="121056"/>
                  </a:lnTo>
                  <a:lnTo>
                    <a:pt x="1017574" y="98666"/>
                  </a:lnTo>
                  <a:lnTo>
                    <a:pt x="1017574" y="129006"/>
                  </a:lnTo>
                  <a:lnTo>
                    <a:pt x="987069" y="129006"/>
                  </a:lnTo>
                  <a:lnTo>
                    <a:pt x="987171" y="123088"/>
                  </a:lnTo>
                  <a:lnTo>
                    <a:pt x="988453" y="119024"/>
                  </a:lnTo>
                  <a:lnTo>
                    <a:pt x="994270" y="112522"/>
                  </a:lnTo>
                  <a:lnTo>
                    <a:pt x="997953" y="110896"/>
                  </a:lnTo>
                  <a:lnTo>
                    <a:pt x="1006690" y="110896"/>
                  </a:lnTo>
                  <a:lnTo>
                    <a:pt x="1010221" y="112445"/>
                  </a:lnTo>
                  <a:lnTo>
                    <a:pt x="1016038" y="118592"/>
                  </a:lnTo>
                  <a:lnTo>
                    <a:pt x="1017422" y="123088"/>
                  </a:lnTo>
                  <a:lnTo>
                    <a:pt x="1017574" y="129006"/>
                  </a:lnTo>
                  <a:lnTo>
                    <a:pt x="1017574" y="98666"/>
                  </a:lnTo>
                  <a:lnTo>
                    <a:pt x="1016596" y="98120"/>
                  </a:lnTo>
                  <a:lnTo>
                    <a:pt x="1009332" y="95973"/>
                  </a:lnTo>
                  <a:lnTo>
                    <a:pt x="1001179" y="95262"/>
                  </a:lnTo>
                  <a:lnTo>
                    <a:pt x="993876" y="95948"/>
                  </a:lnTo>
                  <a:lnTo>
                    <a:pt x="966393" y="127127"/>
                  </a:lnTo>
                  <a:lnTo>
                    <a:pt x="965758" y="136207"/>
                  </a:lnTo>
                  <a:lnTo>
                    <a:pt x="966254" y="143891"/>
                  </a:lnTo>
                  <a:lnTo>
                    <a:pt x="993863" y="175145"/>
                  </a:lnTo>
                  <a:lnTo>
                    <a:pt x="1003312" y="175971"/>
                  </a:lnTo>
                  <a:lnTo>
                    <a:pt x="1011745" y="175971"/>
                  </a:lnTo>
                  <a:lnTo>
                    <a:pt x="1036891" y="153073"/>
                  </a:lnTo>
                  <a:lnTo>
                    <a:pt x="1016508" y="149656"/>
                  </a:lnTo>
                  <a:lnTo>
                    <a:pt x="1015428" y="153530"/>
                  </a:lnTo>
                  <a:lnTo>
                    <a:pt x="1013739" y="156337"/>
                  </a:lnTo>
                  <a:lnTo>
                    <a:pt x="1011593" y="158089"/>
                  </a:lnTo>
                  <a:lnTo>
                    <a:pt x="1009294" y="159842"/>
                  </a:lnTo>
                  <a:lnTo>
                    <a:pt x="1006690" y="160718"/>
                  </a:lnTo>
                  <a:lnTo>
                    <a:pt x="998715" y="160718"/>
                  </a:lnTo>
                  <a:lnTo>
                    <a:pt x="986764" y="141503"/>
                  </a:lnTo>
                  <a:lnTo>
                    <a:pt x="1037958" y="1415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032918" y="3216901"/>
              <a:ext cx="103295" cy="110232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054616" y="3347427"/>
              <a:ext cx="63500" cy="167005"/>
            </a:xfrm>
            <a:custGeom>
              <a:avLst/>
              <a:gdLst/>
              <a:ahLst/>
              <a:cxnLst/>
              <a:rect l="l" t="t" r="r" b="b"/>
              <a:pathLst>
                <a:path w="63500" h="167004">
                  <a:moveTo>
                    <a:pt x="18402" y="162661"/>
                  </a:moveTo>
                  <a:lnTo>
                    <a:pt x="18389" y="4127"/>
                  </a:lnTo>
                  <a:lnTo>
                    <a:pt x="14274" y="0"/>
                  </a:lnTo>
                  <a:lnTo>
                    <a:pt x="4127" y="0"/>
                  </a:lnTo>
                  <a:lnTo>
                    <a:pt x="0" y="4127"/>
                  </a:lnTo>
                  <a:lnTo>
                    <a:pt x="0" y="162661"/>
                  </a:lnTo>
                  <a:lnTo>
                    <a:pt x="4127" y="166776"/>
                  </a:lnTo>
                  <a:lnTo>
                    <a:pt x="14274" y="166776"/>
                  </a:lnTo>
                  <a:lnTo>
                    <a:pt x="18402" y="162661"/>
                  </a:lnTo>
                  <a:close/>
                </a:path>
                <a:path w="63500" h="167004">
                  <a:moveTo>
                    <a:pt x="62941" y="4127"/>
                  </a:moveTo>
                  <a:lnTo>
                    <a:pt x="58813" y="0"/>
                  </a:lnTo>
                  <a:lnTo>
                    <a:pt x="48653" y="0"/>
                  </a:lnTo>
                  <a:lnTo>
                    <a:pt x="44551" y="4127"/>
                  </a:lnTo>
                  <a:lnTo>
                    <a:pt x="44551" y="162661"/>
                  </a:lnTo>
                  <a:lnTo>
                    <a:pt x="48653" y="166776"/>
                  </a:lnTo>
                  <a:lnTo>
                    <a:pt x="58813" y="166776"/>
                  </a:lnTo>
                  <a:lnTo>
                    <a:pt x="62941" y="162661"/>
                  </a:lnTo>
                  <a:lnTo>
                    <a:pt x="62941" y="412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312264" y="3812527"/>
              <a:ext cx="211507" cy="131076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870227" y="3767910"/>
              <a:ext cx="312420" cy="110489"/>
            </a:xfrm>
            <a:custGeom>
              <a:avLst/>
              <a:gdLst/>
              <a:ahLst/>
              <a:cxnLst/>
              <a:rect l="l" t="t" r="r" b="b"/>
              <a:pathLst>
                <a:path w="312419" h="110489">
                  <a:moveTo>
                    <a:pt x="32192" y="1825"/>
                  </a:moveTo>
                  <a:lnTo>
                    <a:pt x="0" y="1825"/>
                  </a:lnTo>
                  <a:lnTo>
                    <a:pt x="0" y="108422"/>
                  </a:lnTo>
                  <a:lnTo>
                    <a:pt x="19982" y="108422"/>
                  </a:lnTo>
                  <a:lnTo>
                    <a:pt x="19982" y="24509"/>
                  </a:lnTo>
                  <a:lnTo>
                    <a:pt x="38222" y="24509"/>
                  </a:lnTo>
                  <a:lnTo>
                    <a:pt x="32192" y="1825"/>
                  </a:lnTo>
                  <a:close/>
                </a:path>
                <a:path w="312419" h="110489">
                  <a:moveTo>
                    <a:pt x="38222" y="24509"/>
                  </a:moveTo>
                  <a:lnTo>
                    <a:pt x="19982" y="24509"/>
                  </a:lnTo>
                  <a:lnTo>
                    <a:pt x="41056" y="108422"/>
                  </a:lnTo>
                  <a:lnTo>
                    <a:pt x="61767" y="108422"/>
                  </a:lnTo>
                  <a:lnTo>
                    <a:pt x="70309" y="74526"/>
                  </a:lnTo>
                  <a:lnTo>
                    <a:pt x="51520" y="74526"/>
                  </a:lnTo>
                  <a:lnTo>
                    <a:pt x="38222" y="24509"/>
                  </a:lnTo>
                  <a:close/>
                </a:path>
                <a:path w="312419" h="110489">
                  <a:moveTo>
                    <a:pt x="102896" y="24509"/>
                  </a:moveTo>
                  <a:lnTo>
                    <a:pt x="82913" y="24509"/>
                  </a:lnTo>
                  <a:lnTo>
                    <a:pt x="82913" y="108422"/>
                  </a:lnTo>
                  <a:lnTo>
                    <a:pt x="102896" y="108422"/>
                  </a:lnTo>
                  <a:lnTo>
                    <a:pt x="102896" y="24509"/>
                  </a:lnTo>
                  <a:close/>
                </a:path>
                <a:path w="312419" h="110489">
                  <a:moveTo>
                    <a:pt x="102896" y="1825"/>
                  </a:moveTo>
                  <a:lnTo>
                    <a:pt x="70632" y="1825"/>
                  </a:lnTo>
                  <a:lnTo>
                    <a:pt x="51520" y="74526"/>
                  </a:lnTo>
                  <a:lnTo>
                    <a:pt x="70309" y="74526"/>
                  </a:lnTo>
                  <a:lnTo>
                    <a:pt x="82913" y="24509"/>
                  </a:lnTo>
                  <a:lnTo>
                    <a:pt x="102896" y="24509"/>
                  </a:lnTo>
                  <a:lnTo>
                    <a:pt x="102896" y="1825"/>
                  </a:lnTo>
                  <a:close/>
                </a:path>
                <a:path w="312419" h="110489">
                  <a:moveTo>
                    <a:pt x="157258" y="29448"/>
                  </a:moveTo>
                  <a:lnTo>
                    <a:pt x="124370" y="53271"/>
                  </a:lnTo>
                  <a:lnTo>
                    <a:pt x="121864" y="70384"/>
                  </a:lnTo>
                  <a:lnTo>
                    <a:pt x="122341" y="78078"/>
                  </a:lnTo>
                  <a:lnTo>
                    <a:pt x="149874" y="109333"/>
                  </a:lnTo>
                  <a:lnTo>
                    <a:pt x="159281" y="110155"/>
                  </a:lnTo>
                  <a:lnTo>
                    <a:pt x="167758" y="110155"/>
                  </a:lnTo>
                  <a:lnTo>
                    <a:pt x="174825" y="108207"/>
                  </a:lnTo>
                  <a:lnTo>
                    <a:pt x="186107" y="100400"/>
                  </a:lnTo>
                  <a:lnTo>
                    <a:pt x="190123" y="94894"/>
                  </a:lnTo>
                  <a:lnTo>
                    <a:pt x="154805" y="94894"/>
                  </a:lnTo>
                  <a:lnTo>
                    <a:pt x="150881" y="93207"/>
                  </a:lnTo>
                  <a:lnTo>
                    <a:pt x="144581" y="86474"/>
                  </a:lnTo>
                  <a:lnTo>
                    <a:pt x="142941" y="81750"/>
                  </a:lnTo>
                  <a:lnTo>
                    <a:pt x="142788" y="75691"/>
                  </a:lnTo>
                  <a:lnTo>
                    <a:pt x="193955" y="75691"/>
                  </a:lnTo>
                  <a:lnTo>
                    <a:pt x="193524" y="64705"/>
                  </a:lnTo>
                  <a:lnTo>
                    <a:pt x="193247" y="63191"/>
                  </a:lnTo>
                  <a:lnTo>
                    <a:pt x="143155" y="63191"/>
                  </a:lnTo>
                  <a:lnTo>
                    <a:pt x="143219" y="57271"/>
                  </a:lnTo>
                  <a:lnTo>
                    <a:pt x="144535" y="53206"/>
                  </a:lnTo>
                  <a:lnTo>
                    <a:pt x="150345" y="46703"/>
                  </a:lnTo>
                  <a:lnTo>
                    <a:pt x="154024" y="45077"/>
                  </a:lnTo>
                  <a:lnTo>
                    <a:pt x="187288" y="45077"/>
                  </a:lnTo>
                  <a:lnTo>
                    <a:pt x="184436" y="40829"/>
                  </a:lnTo>
                  <a:lnTo>
                    <a:pt x="179004" y="35854"/>
                  </a:lnTo>
                  <a:lnTo>
                    <a:pt x="172663" y="32297"/>
                  </a:lnTo>
                  <a:lnTo>
                    <a:pt x="165415" y="30161"/>
                  </a:lnTo>
                  <a:lnTo>
                    <a:pt x="157258" y="29448"/>
                  </a:lnTo>
                  <a:close/>
                </a:path>
                <a:path w="312419" h="110489">
                  <a:moveTo>
                    <a:pt x="172510" y="83836"/>
                  </a:moveTo>
                  <a:lnTo>
                    <a:pt x="171391" y="87716"/>
                  </a:lnTo>
                  <a:lnTo>
                    <a:pt x="169751" y="90523"/>
                  </a:lnTo>
                  <a:lnTo>
                    <a:pt x="165398" y="94020"/>
                  </a:lnTo>
                  <a:lnTo>
                    <a:pt x="162700" y="94894"/>
                  </a:lnTo>
                  <a:lnTo>
                    <a:pt x="190123" y="94894"/>
                  </a:lnTo>
                  <a:lnTo>
                    <a:pt x="190246" y="94725"/>
                  </a:lnTo>
                  <a:lnTo>
                    <a:pt x="192851" y="87256"/>
                  </a:lnTo>
                  <a:lnTo>
                    <a:pt x="172510" y="83836"/>
                  </a:lnTo>
                  <a:close/>
                </a:path>
                <a:path w="312419" h="110489">
                  <a:moveTo>
                    <a:pt x="187288" y="45077"/>
                  </a:moveTo>
                  <a:lnTo>
                    <a:pt x="162654" y="45077"/>
                  </a:lnTo>
                  <a:lnTo>
                    <a:pt x="166195" y="46626"/>
                  </a:lnTo>
                  <a:lnTo>
                    <a:pt x="172004" y="52777"/>
                  </a:lnTo>
                  <a:lnTo>
                    <a:pt x="173522" y="57271"/>
                  </a:lnTo>
                  <a:lnTo>
                    <a:pt x="173675" y="63191"/>
                  </a:lnTo>
                  <a:lnTo>
                    <a:pt x="193247" y="63191"/>
                  </a:lnTo>
                  <a:lnTo>
                    <a:pt x="191794" y="55235"/>
                  </a:lnTo>
                  <a:lnTo>
                    <a:pt x="188764" y="47277"/>
                  </a:lnTo>
                  <a:lnTo>
                    <a:pt x="187288" y="45077"/>
                  </a:lnTo>
                  <a:close/>
                </a:path>
                <a:path w="312419" h="110489">
                  <a:moveTo>
                    <a:pt x="260375" y="0"/>
                  </a:moveTo>
                  <a:lnTo>
                    <a:pt x="251699" y="0"/>
                  </a:lnTo>
                  <a:lnTo>
                    <a:pt x="244034" y="1411"/>
                  </a:lnTo>
                  <a:lnTo>
                    <a:pt x="213714" y="28436"/>
                  </a:lnTo>
                  <a:lnTo>
                    <a:pt x="208839" y="55768"/>
                  </a:lnTo>
                  <a:lnTo>
                    <a:pt x="209716" y="67815"/>
                  </a:lnTo>
                  <a:lnTo>
                    <a:pt x="230487" y="102073"/>
                  </a:lnTo>
                  <a:lnTo>
                    <a:pt x="260651" y="110232"/>
                  </a:lnTo>
                  <a:lnTo>
                    <a:pt x="271799" y="109321"/>
                  </a:lnTo>
                  <a:lnTo>
                    <a:pt x="281768" y="106587"/>
                  </a:lnTo>
                  <a:lnTo>
                    <a:pt x="290556" y="102034"/>
                  </a:lnTo>
                  <a:lnTo>
                    <a:pt x="298160" y="95661"/>
                  </a:lnTo>
                  <a:lnTo>
                    <a:pt x="301092" y="91842"/>
                  </a:lnTo>
                  <a:lnTo>
                    <a:pt x="252005" y="91842"/>
                  </a:lnTo>
                  <a:lnTo>
                    <a:pt x="244939" y="88728"/>
                  </a:lnTo>
                  <a:lnTo>
                    <a:pt x="231022" y="54755"/>
                  </a:lnTo>
                  <a:lnTo>
                    <a:pt x="231514" y="46425"/>
                  </a:lnTo>
                  <a:lnTo>
                    <a:pt x="251714" y="18405"/>
                  </a:lnTo>
                  <a:lnTo>
                    <a:pt x="300961" y="18405"/>
                  </a:lnTo>
                  <a:lnTo>
                    <a:pt x="298038" y="14616"/>
                  </a:lnTo>
                  <a:lnTo>
                    <a:pt x="290388" y="8224"/>
                  </a:lnTo>
                  <a:lnTo>
                    <a:pt x="281557" y="3656"/>
                  </a:lnTo>
                  <a:lnTo>
                    <a:pt x="271552" y="914"/>
                  </a:lnTo>
                  <a:lnTo>
                    <a:pt x="260375" y="0"/>
                  </a:lnTo>
                  <a:close/>
                </a:path>
                <a:path w="312419" h="110489">
                  <a:moveTo>
                    <a:pt x="300961" y="18405"/>
                  </a:moveTo>
                  <a:lnTo>
                    <a:pt x="269450" y="18405"/>
                  </a:lnTo>
                  <a:lnTo>
                    <a:pt x="276562" y="21411"/>
                  </a:lnTo>
                  <a:lnTo>
                    <a:pt x="281912" y="27423"/>
                  </a:lnTo>
                  <a:lnTo>
                    <a:pt x="285424" y="32507"/>
                  </a:lnTo>
                  <a:lnTo>
                    <a:pt x="287934" y="38760"/>
                  </a:lnTo>
                  <a:lnTo>
                    <a:pt x="289442" y="46177"/>
                  </a:lnTo>
                  <a:lnTo>
                    <a:pt x="289944" y="54755"/>
                  </a:lnTo>
                  <a:lnTo>
                    <a:pt x="289430" y="63446"/>
                  </a:lnTo>
                  <a:lnTo>
                    <a:pt x="269158" y="91842"/>
                  </a:lnTo>
                  <a:lnTo>
                    <a:pt x="301092" y="91842"/>
                  </a:lnTo>
                  <a:lnTo>
                    <a:pt x="304297" y="87666"/>
                  </a:lnTo>
                  <a:lnTo>
                    <a:pt x="308680" y="78268"/>
                  </a:lnTo>
                  <a:lnTo>
                    <a:pt x="311310" y="67466"/>
                  </a:lnTo>
                  <a:lnTo>
                    <a:pt x="312150" y="55768"/>
                  </a:lnTo>
                  <a:lnTo>
                    <a:pt x="312150" y="54755"/>
                  </a:lnTo>
                  <a:lnTo>
                    <a:pt x="311301" y="42962"/>
                  </a:lnTo>
                  <a:lnTo>
                    <a:pt x="308647" y="32086"/>
                  </a:lnTo>
                  <a:lnTo>
                    <a:pt x="304226" y="22637"/>
                  </a:lnTo>
                  <a:lnTo>
                    <a:pt x="300961" y="1840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192010" y="3853111"/>
              <a:ext cx="180889" cy="355176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9" name="object 39"/>
          <p:cNvGrpSpPr/>
          <p:nvPr/>
        </p:nvGrpSpPr>
        <p:grpSpPr>
          <a:xfrm>
            <a:off x="3605468" y="2793150"/>
            <a:ext cx="3018155" cy="1486535"/>
            <a:chOff x="3605468" y="2793150"/>
            <a:chExt cx="3018155" cy="1486535"/>
          </a:xfrm>
        </p:grpSpPr>
        <p:sp>
          <p:nvSpPr>
            <p:cNvPr id="40" name="object 40"/>
            <p:cNvSpPr/>
            <p:nvPr/>
          </p:nvSpPr>
          <p:spPr>
            <a:xfrm>
              <a:off x="3949979" y="3554983"/>
              <a:ext cx="518795" cy="72390"/>
            </a:xfrm>
            <a:custGeom>
              <a:avLst/>
              <a:gdLst/>
              <a:ahLst/>
              <a:cxnLst/>
              <a:rect l="l" t="t" r="r" b="b"/>
              <a:pathLst>
                <a:path w="518795" h="72389">
                  <a:moveTo>
                    <a:pt x="390664" y="0"/>
                  </a:moveTo>
                  <a:lnTo>
                    <a:pt x="0" y="0"/>
                  </a:lnTo>
                  <a:lnTo>
                    <a:pt x="0" y="18376"/>
                  </a:lnTo>
                  <a:lnTo>
                    <a:pt x="390664" y="18376"/>
                  </a:lnTo>
                  <a:lnTo>
                    <a:pt x="390664" y="0"/>
                  </a:lnTo>
                  <a:close/>
                </a:path>
                <a:path w="518795" h="72389">
                  <a:moveTo>
                    <a:pt x="518185" y="53416"/>
                  </a:moveTo>
                  <a:lnTo>
                    <a:pt x="127533" y="53416"/>
                  </a:lnTo>
                  <a:lnTo>
                    <a:pt x="127533" y="71805"/>
                  </a:lnTo>
                  <a:lnTo>
                    <a:pt x="518185" y="71805"/>
                  </a:lnTo>
                  <a:lnTo>
                    <a:pt x="518185" y="534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316511" y="3517500"/>
              <a:ext cx="179070" cy="55880"/>
            </a:xfrm>
            <a:custGeom>
              <a:avLst/>
              <a:gdLst/>
              <a:ahLst/>
              <a:cxnLst/>
              <a:rect l="l" t="t" r="r" b="b"/>
              <a:pathLst>
                <a:path w="179070" h="55879">
                  <a:moveTo>
                    <a:pt x="178441" y="55856"/>
                  </a:moveTo>
                  <a:lnTo>
                    <a:pt x="88177" y="55856"/>
                  </a:lnTo>
                  <a:lnTo>
                    <a:pt x="41825" y="55856"/>
                  </a:lnTo>
                  <a:lnTo>
                    <a:pt x="24748" y="55856"/>
                  </a:lnTo>
                  <a:lnTo>
                    <a:pt x="22309" y="55856"/>
                  </a:lnTo>
                  <a:lnTo>
                    <a:pt x="18823" y="34636"/>
                  </a:lnTo>
                  <a:lnTo>
                    <a:pt x="11154" y="16823"/>
                  </a:lnTo>
                  <a:lnTo>
                    <a:pt x="3485" y="4563"/>
                  </a:lnTo>
                  <a:lnTo>
                    <a:pt x="0" y="0"/>
                  </a:lnTo>
                  <a:lnTo>
                    <a:pt x="103161" y="32292"/>
                  </a:lnTo>
                  <a:lnTo>
                    <a:pt x="156136" y="48874"/>
                  </a:lnTo>
                  <a:lnTo>
                    <a:pt x="175653" y="54984"/>
                  </a:lnTo>
                  <a:lnTo>
                    <a:pt x="178441" y="55856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316511" y="3517500"/>
              <a:ext cx="179070" cy="55880"/>
            </a:xfrm>
            <a:custGeom>
              <a:avLst/>
              <a:gdLst/>
              <a:ahLst/>
              <a:cxnLst/>
              <a:rect l="l" t="t" r="r" b="b"/>
              <a:pathLst>
                <a:path w="179070" h="55879">
                  <a:moveTo>
                    <a:pt x="0" y="0"/>
                  </a:moveTo>
                  <a:lnTo>
                    <a:pt x="3485" y="4563"/>
                  </a:lnTo>
                  <a:lnTo>
                    <a:pt x="11154" y="16823"/>
                  </a:lnTo>
                  <a:lnTo>
                    <a:pt x="18823" y="34636"/>
                  </a:lnTo>
                  <a:lnTo>
                    <a:pt x="22309" y="55856"/>
                  </a:lnTo>
                  <a:lnTo>
                    <a:pt x="178441" y="558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3923224" y="3608393"/>
              <a:ext cx="179070" cy="55880"/>
            </a:xfrm>
            <a:custGeom>
              <a:avLst/>
              <a:gdLst/>
              <a:ahLst/>
              <a:cxnLst/>
              <a:rect l="l" t="t" r="r" b="b"/>
              <a:pathLst>
                <a:path w="179070" h="55879">
                  <a:moveTo>
                    <a:pt x="0" y="0"/>
                  </a:moveTo>
                  <a:lnTo>
                    <a:pt x="103161" y="32292"/>
                  </a:lnTo>
                  <a:lnTo>
                    <a:pt x="156136" y="48874"/>
                  </a:lnTo>
                  <a:lnTo>
                    <a:pt x="175653" y="54984"/>
                  </a:lnTo>
                  <a:lnTo>
                    <a:pt x="178441" y="55856"/>
                  </a:lnTo>
                  <a:lnTo>
                    <a:pt x="165544" y="29881"/>
                  </a:lnTo>
                  <a:lnTo>
                    <a:pt x="158921" y="15404"/>
                  </a:lnTo>
                  <a:lnTo>
                    <a:pt x="156481" y="7189"/>
                  </a:lnTo>
                  <a:lnTo>
                    <a:pt x="156132" y="0"/>
                  </a:lnTo>
                  <a:lnTo>
                    <a:pt x="65868" y="0"/>
                  </a:lnTo>
                  <a:lnTo>
                    <a:pt x="19516" y="0"/>
                  </a:lnTo>
                  <a:lnTo>
                    <a:pt x="2439" y="0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923224" y="3608393"/>
              <a:ext cx="179070" cy="55880"/>
            </a:xfrm>
            <a:custGeom>
              <a:avLst/>
              <a:gdLst/>
              <a:ahLst/>
              <a:cxnLst/>
              <a:rect l="l" t="t" r="r" b="b"/>
              <a:pathLst>
                <a:path w="179070" h="55879">
                  <a:moveTo>
                    <a:pt x="156132" y="0"/>
                  </a:moveTo>
                  <a:lnTo>
                    <a:pt x="0" y="0"/>
                  </a:lnTo>
                  <a:lnTo>
                    <a:pt x="178441" y="55856"/>
                  </a:lnTo>
                  <a:lnTo>
                    <a:pt x="165544" y="29881"/>
                  </a:lnTo>
                  <a:lnTo>
                    <a:pt x="158921" y="15404"/>
                  </a:lnTo>
                  <a:lnTo>
                    <a:pt x="156481" y="7189"/>
                  </a:lnTo>
                  <a:lnTo>
                    <a:pt x="1561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144871" y="3273611"/>
              <a:ext cx="222821" cy="230299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067096" y="3845655"/>
              <a:ext cx="103505" cy="110489"/>
            </a:xfrm>
            <a:custGeom>
              <a:avLst/>
              <a:gdLst/>
              <a:ahLst/>
              <a:cxnLst/>
              <a:rect l="l" t="t" r="r" b="b"/>
              <a:pathLst>
                <a:path w="103504" h="110489">
                  <a:moveTo>
                    <a:pt x="51604" y="0"/>
                  </a:moveTo>
                  <a:lnTo>
                    <a:pt x="10624" y="18108"/>
                  </a:lnTo>
                  <a:lnTo>
                    <a:pt x="0" y="55703"/>
                  </a:lnTo>
                  <a:lnTo>
                    <a:pt x="878" y="67730"/>
                  </a:lnTo>
                  <a:lnTo>
                    <a:pt x="21683" y="101955"/>
                  </a:lnTo>
                  <a:lnTo>
                    <a:pt x="51911" y="110105"/>
                  </a:lnTo>
                  <a:lnTo>
                    <a:pt x="63078" y="109194"/>
                  </a:lnTo>
                  <a:lnTo>
                    <a:pt x="73080" y="106464"/>
                  </a:lnTo>
                  <a:lnTo>
                    <a:pt x="81901" y="101916"/>
                  </a:lnTo>
                  <a:lnTo>
                    <a:pt x="89527" y="95551"/>
                  </a:lnTo>
                  <a:lnTo>
                    <a:pt x="92458" y="91736"/>
                  </a:lnTo>
                  <a:lnTo>
                    <a:pt x="43313" y="91736"/>
                  </a:lnTo>
                  <a:lnTo>
                    <a:pt x="36158" y="88626"/>
                  </a:lnTo>
                  <a:lnTo>
                    <a:pt x="22218" y="54692"/>
                  </a:lnTo>
                  <a:lnTo>
                    <a:pt x="22711" y="46371"/>
                  </a:lnTo>
                  <a:lnTo>
                    <a:pt x="43005" y="18384"/>
                  </a:lnTo>
                  <a:lnTo>
                    <a:pt x="92283" y="18384"/>
                  </a:lnTo>
                  <a:lnTo>
                    <a:pt x="89374" y="14600"/>
                  </a:lnTo>
                  <a:lnTo>
                    <a:pt x="81659" y="8214"/>
                  </a:lnTo>
                  <a:lnTo>
                    <a:pt x="72792" y="3651"/>
                  </a:lnTo>
                  <a:lnTo>
                    <a:pt x="62773" y="913"/>
                  </a:lnTo>
                  <a:lnTo>
                    <a:pt x="51604" y="0"/>
                  </a:lnTo>
                  <a:close/>
                </a:path>
                <a:path w="103504" h="110489">
                  <a:moveTo>
                    <a:pt x="92283" y="18384"/>
                  </a:moveTo>
                  <a:lnTo>
                    <a:pt x="60662" y="18384"/>
                  </a:lnTo>
                  <a:lnTo>
                    <a:pt x="67879" y="21386"/>
                  </a:lnTo>
                  <a:lnTo>
                    <a:pt x="73252" y="27376"/>
                  </a:lnTo>
                  <a:lnTo>
                    <a:pt x="76767" y="32463"/>
                  </a:lnTo>
                  <a:lnTo>
                    <a:pt x="79260" y="38713"/>
                  </a:lnTo>
                  <a:lnTo>
                    <a:pt x="80745" y="46124"/>
                  </a:lnTo>
                  <a:lnTo>
                    <a:pt x="81236" y="54692"/>
                  </a:lnTo>
                  <a:lnTo>
                    <a:pt x="80718" y="63373"/>
                  </a:lnTo>
                  <a:lnTo>
                    <a:pt x="60355" y="91736"/>
                  </a:lnTo>
                  <a:lnTo>
                    <a:pt x="92458" y="91736"/>
                  </a:lnTo>
                  <a:lnTo>
                    <a:pt x="95662" y="87565"/>
                  </a:lnTo>
                  <a:lnTo>
                    <a:pt x="100026" y="78178"/>
                  </a:lnTo>
                  <a:lnTo>
                    <a:pt x="102633" y="67389"/>
                  </a:lnTo>
                  <a:lnTo>
                    <a:pt x="103463" y="55703"/>
                  </a:lnTo>
                  <a:lnTo>
                    <a:pt x="103463" y="54692"/>
                  </a:lnTo>
                  <a:lnTo>
                    <a:pt x="102609" y="42912"/>
                  </a:lnTo>
                  <a:lnTo>
                    <a:pt x="99949" y="32049"/>
                  </a:lnTo>
                  <a:lnTo>
                    <a:pt x="95532" y="22610"/>
                  </a:lnTo>
                  <a:lnTo>
                    <a:pt x="92283" y="18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605468" y="2793150"/>
              <a:ext cx="3017749" cy="1486282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8" name="object 48"/>
          <p:cNvGrpSpPr/>
          <p:nvPr/>
        </p:nvGrpSpPr>
        <p:grpSpPr>
          <a:xfrm>
            <a:off x="6884799" y="2880036"/>
            <a:ext cx="3411220" cy="1941830"/>
            <a:chOff x="6884799" y="2880036"/>
            <a:chExt cx="3411220" cy="1941830"/>
          </a:xfrm>
        </p:grpSpPr>
        <p:sp>
          <p:nvSpPr>
            <p:cNvPr id="49" name="object 49"/>
            <p:cNvSpPr/>
            <p:nvPr/>
          </p:nvSpPr>
          <p:spPr>
            <a:xfrm>
              <a:off x="8406389" y="3888826"/>
              <a:ext cx="104139" cy="110489"/>
            </a:xfrm>
            <a:custGeom>
              <a:avLst/>
              <a:gdLst/>
              <a:ahLst/>
              <a:cxnLst/>
              <a:rect l="l" t="t" r="r" b="b"/>
              <a:pathLst>
                <a:path w="104140" h="110489">
                  <a:moveTo>
                    <a:pt x="51760" y="0"/>
                  </a:moveTo>
                  <a:lnTo>
                    <a:pt x="43005" y="0"/>
                  </a:lnTo>
                  <a:lnTo>
                    <a:pt x="35326" y="1411"/>
                  </a:lnTo>
                  <a:lnTo>
                    <a:pt x="28721" y="4219"/>
                  </a:lnTo>
                  <a:lnTo>
                    <a:pt x="23653" y="6305"/>
                  </a:lnTo>
                  <a:lnTo>
                    <a:pt x="1247" y="40801"/>
                  </a:lnTo>
                  <a:lnTo>
                    <a:pt x="0" y="55784"/>
                  </a:lnTo>
                  <a:lnTo>
                    <a:pt x="890" y="67826"/>
                  </a:lnTo>
                  <a:lnTo>
                    <a:pt x="21762" y="102097"/>
                  </a:lnTo>
                  <a:lnTo>
                    <a:pt x="51914" y="110265"/>
                  </a:lnTo>
                  <a:lnTo>
                    <a:pt x="63150" y="109353"/>
                  </a:lnTo>
                  <a:lnTo>
                    <a:pt x="73148" y="106617"/>
                  </a:lnTo>
                  <a:lnTo>
                    <a:pt x="81936" y="102058"/>
                  </a:lnTo>
                  <a:lnTo>
                    <a:pt x="89544" y="95674"/>
                  </a:lnTo>
                  <a:lnTo>
                    <a:pt x="92488" y="91854"/>
                  </a:lnTo>
                  <a:lnTo>
                    <a:pt x="43313" y="91854"/>
                  </a:lnTo>
                  <a:lnTo>
                    <a:pt x="36247" y="88740"/>
                  </a:lnTo>
                  <a:lnTo>
                    <a:pt x="22287" y="54772"/>
                  </a:lnTo>
                  <a:lnTo>
                    <a:pt x="22786" y="46432"/>
                  </a:lnTo>
                  <a:lnTo>
                    <a:pt x="43005" y="18395"/>
                  </a:lnTo>
                  <a:lnTo>
                    <a:pt x="92331" y="18395"/>
                  </a:lnTo>
                  <a:lnTo>
                    <a:pt x="89390" y="14621"/>
                  </a:lnTo>
                  <a:lnTo>
                    <a:pt x="81761" y="8220"/>
                  </a:lnTo>
                  <a:lnTo>
                    <a:pt x="72937" y="3651"/>
                  </a:lnTo>
                  <a:lnTo>
                    <a:pt x="62932" y="912"/>
                  </a:lnTo>
                  <a:lnTo>
                    <a:pt x="51760" y="0"/>
                  </a:lnTo>
                  <a:close/>
                </a:path>
                <a:path w="104140" h="110489">
                  <a:moveTo>
                    <a:pt x="92331" y="18395"/>
                  </a:moveTo>
                  <a:lnTo>
                    <a:pt x="60822" y="18395"/>
                  </a:lnTo>
                  <a:lnTo>
                    <a:pt x="67887" y="21402"/>
                  </a:lnTo>
                  <a:lnTo>
                    <a:pt x="73263" y="27416"/>
                  </a:lnTo>
                  <a:lnTo>
                    <a:pt x="76779" y="32508"/>
                  </a:lnTo>
                  <a:lnTo>
                    <a:pt x="79272" y="38764"/>
                  </a:lnTo>
                  <a:lnTo>
                    <a:pt x="80758" y="46185"/>
                  </a:lnTo>
                  <a:lnTo>
                    <a:pt x="81250" y="54772"/>
                  </a:lnTo>
                  <a:lnTo>
                    <a:pt x="80756" y="63459"/>
                  </a:lnTo>
                  <a:lnTo>
                    <a:pt x="60515" y="91854"/>
                  </a:lnTo>
                  <a:lnTo>
                    <a:pt x="92488" y="91854"/>
                  </a:lnTo>
                  <a:lnTo>
                    <a:pt x="103638" y="54772"/>
                  </a:lnTo>
                  <a:lnTo>
                    <a:pt x="102782" y="42968"/>
                  </a:lnTo>
                  <a:lnTo>
                    <a:pt x="100103" y="32090"/>
                  </a:lnTo>
                  <a:lnTo>
                    <a:pt x="95640" y="22641"/>
                  </a:lnTo>
                  <a:lnTo>
                    <a:pt x="92331" y="1839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912648" y="3555529"/>
              <a:ext cx="829944" cy="72390"/>
            </a:xfrm>
            <a:custGeom>
              <a:avLst/>
              <a:gdLst/>
              <a:ahLst/>
              <a:cxnLst/>
              <a:rect l="l" t="t" r="r" b="b"/>
              <a:pathLst>
                <a:path w="829945" h="72389">
                  <a:moveTo>
                    <a:pt x="701814" y="0"/>
                  </a:moveTo>
                  <a:lnTo>
                    <a:pt x="0" y="0"/>
                  </a:lnTo>
                  <a:lnTo>
                    <a:pt x="0" y="18415"/>
                  </a:lnTo>
                  <a:lnTo>
                    <a:pt x="701814" y="18415"/>
                  </a:lnTo>
                  <a:lnTo>
                    <a:pt x="701814" y="0"/>
                  </a:lnTo>
                  <a:close/>
                </a:path>
                <a:path w="829945" h="72389">
                  <a:moveTo>
                    <a:pt x="829386" y="53492"/>
                  </a:moveTo>
                  <a:lnTo>
                    <a:pt x="127558" y="53492"/>
                  </a:lnTo>
                  <a:lnTo>
                    <a:pt x="127558" y="71894"/>
                  </a:lnTo>
                  <a:lnTo>
                    <a:pt x="829386" y="71894"/>
                  </a:lnTo>
                  <a:lnTo>
                    <a:pt x="829386" y="534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7590321" y="3517986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178505" y="55953"/>
                  </a:moveTo>
                  <a:lnTo>
                    <a:pt x="88200" y="55953"/>
                  </a:lnTo>
                  <a:lnTo>
                    <a:pt x="41827" y="55953"/>
                  </a:lnTo>
                  <a:lnTo>
                    <a:pt x="24742" y="55953"/>
                  </a:lnTo>
                  <a:lnTo>
                    <a:pt x="22301" y="55953"/>
                  </a:lnTo>
                  <a:lnTo>
                    <a:pt x="18817" y="34699"/>
                  </a:lnTo>
                  <a:lnTo>
                    <a:pt x="11150" y="16855"/>
                  </a:lnTo>
                  <a:lnTo>
                    <a:pt x="3484" y="4572"/>
                  </a:lnTo>
                  <a:lnTo>
                    <a:pt x="0" y="0"/>
                  </a:lnTo>
                  <a:lnTo>
                    <a:pt x="103198" y="32348"/>
                  </a:lnTo>
                  <a:lnTo>
                    <a:pt x="156192" y="48959"/>
                  </a:lnTo>
                  <a:lnTo>
                    <a:pt x="175716" y="55079"/>
                  </a:lnTo>
                  <a:lnTo>
                    <a:pt x="178505" y="55953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590321" y="3517986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0" y="0"/>
                  </a:moveTo>
                  <a:lnTo>
                    <a:pt x="3484" y="4572"/>
                  </a:lnTo>
                  <a:lnTo>
                    <a:pt x="11150" y="16855"/>
                  </a:lnTo>
                  <a:lnTo>
                    <a:pt x="18817" y="34699"/>
                  </a:lnTo>
                  <a:lnTo>
                    <a:pt x="22301" y="55953"/>
                  </a:lnTo>
                  <a:lnTo>
                    <a:pt x="178505" y="559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6885873" y="3609012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0" y="0"/>
                  </a:moveTo>
                  <a:lnTo>
                    <a:pt x="103196" y="32348"/>
                  </a:lnTo>
                  <a:lnTo>
                    <a:pt x="156189" y="48959"/>
                  </a:lnTo>
                  <a:lnTo>
                    <a:pt x="175713" y="55079"/>
                  </a:lnTo>
                  <a:lnTo>
                    <a:pt x="178502" y="55953"/>
                  </a:lnTo>
                  <a:lnTo>
                    <a:pt x="165600" y="29931"/>
                  </a:lnTo>
                  <a:lnTo>
                    <a:pt x="158974" y="15428"/>
                  </a:lnTo>
                  <a:lnTo>
                    <a:pt x="156533" y="7200"/>
                  </a:lnTo>
                  <a:lnTo>
                    <a:pt x="156185" y="0"/>
                  </a:lnTo>
                  <a:lnTo>
                    <a:pt x="65890" y="0"/>
                  </a:lnTo>
                  <a:lnTo>
                    <a:pt x="19523" y="0"/>
                  </a:lnTo>
                  <a:lnTo>
                    <a:pt x="2440" y="0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6885873" y="3609012"/>
              <a:ext cx="179070" cy="56515"/>
            </a:xfrm>
            <a:custGeom>
              <a:avLst/>
              <a:gdLst/>
              <a:ahLst/>
              <a:cxnLst/>
              <a:rect l="l" t="t" r="r" b="b"/>
              <a:pathLst>
                <a:path w="179070" h="56514">
                  <a:moveTo>
                    <a:pt x="156185" y="0"/>
                  </a:moveTo>
                  <a:lnTo>
                    <a:pt x="0" y="0"/>
                  </a:lnTo>
                  <a:lnTo>
                    <a:pt x="178502" y="55953"/>
                  </a:lnTo>
                  <a:lnTo>
                    <a:pt x="165600" y="29931"/>
                  </a:lnTo>
                  <a:lnTo>
                    <a:pt x="158974" y="15428"/>
                  </a:lnTo>
                  <a:lnTo>
                    <a:pt x="156533" y="7200"/>
                  </a:lnTo>
                  <a:lnTo>
                    <a:pt x="156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7121696" y="4249647"/>
              <a:ext cx="894138" cy="108376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7112741" y="2880036"/>
              <a:ext cx="3183061" cy="1941381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7" name="object 57"/>
          <p:cNvGrpSpPr/>
          <p:nvPr/>
        </p:nvGrpSpPr>
        <p:grpSpPr>
          <a:xfrm>
            <a:off x="7113433" y="5814903"/>
            <a:ext cx="740410" cy="145415"/>
            <a:chOff x="7113433" y="5814903"/>
            <a:chExt cx="740410" cy="145415"/>
          </a:xfrm>
        </p:grpSpPr>
        <p:sp>
          <p:nvSpPr>
            <p:cNvPr id="58" name="object 58"/>
            <p:cNvSpPr/>
            <p:nvPr/>
          </p:nvSpPr>
          <p:spPr>
            <a:xfrm>
              <a:off x="7141222" y="5851664"/>
              <a:ext cx="685165" cy="72390"/>
            </a:xfrm>
            <a:custGeom>
              <a:avLst/>
              <a:gdLst/>
              <a:ahLst/>
              <a:cxnLst/>
              <a:rect l="l" t="t" r="r" b="b"/>
              <a:pathLst>
                <a:path w="685165" h="72389">
                  <a:moveTo>
                    <a:pt x="557047" y="0"/>
                  </a:moveTo>
                  <a:lnTo>
                    <a:pt x="0" y="0"/>
                  </a:lnTo>
                  <a:lnTo>
                    <a:pt x="0" y="18402"/>
                  </a:lnTo>
                  <a:lnTo>
                    <a:pt x="557047" y="18402"/>
                  </a:lnTo>
                  <a:lnTo>
                    <a:pt x="557047" y="0"/>
                  </a:lnTo>
                  <a:close/>
                </a:path>
                <a:path w="685165" h="72389">
                  <a:moveTo>
                    <a:pt x="684682" y="53454"/>
                  </a:moveTo>
                  <a:lnTo>
                    <a:pt x="127635" y="53454"/>
                  </a:lnTo>
                  <a:lnTo>
                    <a:pt x="127635" y="71856"/>
                  </a:lnTo>
                  <a:lnTo>
                    <a:pt x="684682" y="71856"/>
                  </a:lnTo>
                  <a:lnTo>
                    <a:pt x="684682" y="5345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7114506" y="5905109"/>
              <a:ext cx="179070" cy="54610"/>
            </a:xfrm>
            <a:custGeom>
              <a:avLst/>
              <a:gdLst/>
              <a:ahLst/>
              <a:cxnLst/>
              <a:rect l="l" t="t" r="r" b="b"/>
              <a:pathLst>
                <a:path w="179070" h="54610">
                  <a:moveTo>
                    <a:pt x="0" y="0"/>
                  </a:moveTo>
                  <a:lnTo>
                    <a:pt x="90304" y="0"/>
                  </a:lnTo>
                  <a:lnTo>
                    <a:pt x="136677" y="0"/>
                  </a:lnTo>
                  <a:lnTo>
                    <a:pt x="153761" y="0"/>
                  </a:lnTo>
                  <a:lnTo>
                    <a:pt x="156202" y="0"/>
                  </a:lnTo>
                  <a:lnTo>
                    <a:pt x="159682" y="20617"/>
                  </a:lnTo>
                  <a:lnTo>
                    <a:pt x="167337" y="37855"/>
                  </a:lnTo>
                  <a:lnTo>
                    <a:pt x="174993" y="49686"/>
                  </a:lnTo>
                  <a:lnTo>
                    <a:pt x="178473" y="54080"/>
                  </a:lnTo>
                  <a:lnTo>
                    <a:pt x="75293" y="22815"/>
                  </a:lnTo>
                  <a:lnTo>
                    <a:pt x="22309" y="6760"/>
                  </a:lnTo>
                  <a:lnTo>
                    <a:pt x="2788" y="8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7114506" y="5905109"/>
              <a:ext cx="179070" cy="54610"/>
            </a:xfrm>
            <a:custGeom>
              <a:avLst/>
              <a:gdLst/>
              <a:ahLst/>
              <a:cxnLst/>
              <a:rect l="l" t="t" r="r" b="b"/>
              <a:pathLst>
                <a:path w="179070" h="54610">
                  <a:moveTo>
                    <a:pt x="156202" y="0"/>
                  </a:moveTo>
                  <a:lnTo>
                    <a:pt x="0" y="0"/>
                  </a:lnTo>
                  <a:lnTo>
                    <a:pt x="178473" y="54080"/>
                  </a:lnTo>
                  <a:lnTo>
                    <a:pt x="174993" y="49686"/>
                  </a:lnTo>
                  <a:lnTo>
                    <a:pt x="167337" y="37855"/>
                  </a:lnTo>
                  <a:lnTo>
                    <a:pt x="159682" y="20617"/>
                  </a:lnTo>
                  <a:lnTo>
                    <a:pt x="15620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7674193" y="5815977"/>
              <a:ext cx="179070" cy="54610"/>
            </a:xfrm>
            <a:custGeom>
              <a:avLst/>
              <a:gdLst/>
              <a:ahLst/>
              <a:cxnLst/>
              <a:rect l="l" t="t" r="r" b="b"/>
              <a:pathLst>
                <a:path w="179070" h="54610">
                  <a:moveTo>
                    <a:pt x="178473" y="54080"/>
                  </a:moveTo>
                  <a:lnTo>
                    <a:pt x="75293" y="22815"/>
                  </a:lnTo>
                  <a:lnTo>
                    <a:pt x="22309" y="6760"/>
                  </a:lnTo>
                  <a:lnTo>
                    <a:pt x="2788" y="845"/>
                  </a:lnTo>
                  <a:lnTo>
                    <a:pt x="0" y="0"/>
                  </a:lnTo>
                  <a:lnTo>
                    <a:pt x="12875" y="25391"/>
                  </a:lnTo>
                  <a:lnTo>
                    <a:pt x="19486" y="39488"/>
                  </a:lnTo>
                  <a:lnTo>
                    <a:pt x="21922" y="47361"/>
                  </a:lnTo>
                  <a:lnTo>
                    <a:pt x="22270" y="54080"/>
                  </a:lnTo>
                  <a:lnTo>
                    <a:pt x="112575" y="54080"/>
                  </a:lnTo>
                  <a:lnTo>
                    <a:pt x="158947" y="54080"/>
                  </a:lnTo>
                  <a:lnTo>
                    <a:pt x="176032" y="54080"/>
                  </a:lnTo>
                  <a:lnTo>
                    <a:pt x="178473" y="5408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7674193" y="5815977"/>
              <a:ext cx="179070" cy="54610"/>
            </a:xfrm>
            <a:custGeom>
              <a:avLst/>
              <a:gdLst/>
              <a:ahLst/>
              <a:cxnLst/>
              <a:rect l="l" t="t" r="r" b="b"/>
              <a:pathLst>
                <a:path w="179070" h="54610">
                  <a:moveTo>
                    <a:pt x="0" y="0"/>
                  </a:moveTo>
                  <a:lnTo>
                    <a:pt x="12875" y="25391"/>
                  </a:lnTo>
                  <a:lnTo>
                    <a:pt x="19486" y="39488"/>
                  </a:lnTo>
                  <a:lnTo>
                    <a:pt x="21922" y="47361"/>
                  </a:lnTo>
                  <a:lnTo>
                    <a:pt x="22270" y="54080"/>
                  </a:lnTo>
                  <a:lnTo>
                    <a:pt x="178473" y="540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3"/>
          <p:cNvSpPr/>
          <p:nvPr/>
        </p:nvSpPr>
        <p:spPr>
          <a:xfrm>
            <a:off x="7254121" y="5653842"/>
            <a:ext cx="472440" cy="110489"/>
          </a:xfrm>
          <a:custGeom>
            <a:avLst/>
            <a:gdLst/>
            <a:ahLst/>
            <a:cxnLst/>
            <a:rect l="l" t="t" r="r" b="b"/>
            <a:pathLst>
              <a:path w="472440" h="110489">
                <a:moveTo>
                  <a:pt x="40087" y="59523"/>
                </a:moveTo>
                <a:lnTo>
                  <a:pt x="0" y="59523"/>
                </a:lnTo>
                <a:lnTo>
                  <a:pt x="0" y="79963"/>
                </a:lnTo>
                <a:lnTo>
                  <a:pt x="40087" y="79963"/>
                </a:lnTo>
                <a:lnTo>
                  <a:pt x="40087" y="59523"/>
                </a:lnTo>
                <a:close/>
              </a:path>
              <a:path w="472440" h="110489">
                <a:moveTo>
                  <a:pt x="85550" y="1809"/>
                </a:moveTo>
                <a:lnTo>
                  <a:pt x="53296" y="1809"/>
                </a:lnTo>
                <a:lnTo>
                  <a:pt x="53296" y="108375"/>
                </a:lnTo>
                <a:lnTo>
                  <a:pt x="73263" y="108375"/>
                </a:lnTo>
                <a:lnTo>
                  <a:pt x="73263" y="24487"/>
                </a:lnTo>
                <a:lnTo>
                  <a:pt x="91587" y="24487"/>
                </a:lnTo>
                <a:lnTo>
                  <a:pt x="85550" y="1809"/>
                </a:lnTo>
                <a:close/>
              </a:path>
              <a:path w="472440" h="110489">
                <a:moveTo>
                  <a:pt x="91587" y="24487"/>
                </a:moveTo>
                <a:lnTo>
                  <a:pt x="73263" y="24487"/>
                </a:lnTo>
                <a:lnTo>
                  <a:pt x="94458" y="108375"/>
                </a:lnTo>
                <a:lnTo>
                  <a:pt x="115193" y="108375"/>
                </a:lnTo>
                <a:lnTo>
                  <a:pt x="123751" y="74504"/>
                </a:lnTo>
                <a:lnTo>
                  <a:pt x="104902" y="74504"/>
                </a:lnTo>
                <a:lnTo>
                  <a:pt x="91587" y="24487"/>
                </a:lnTo>
                <a:close/>
              </a:path>
              <a:path w="472440" h="110489">
                <a:moveTo>
                  <a:pt x="156355" y="24487"/>
                </a:moveTo>
                <a:lnTo>
                  <a:pt x="136389" y="24487"/>
                </a:lnTo>
                <a:lnTo>
                  <a:pt x="136389" y="108375"/>
                </a:lnTo>
                <a:lnTo>
                  <a:pt x="156355" y="108375"/>
                </a:lnTo>
                <a:lnTo>
                  <a:pt x="156355" y="24487"/>
                </a:lnTo>
                <a:close/>
              </a:path>
              <a:path w="472440" h="110489">
                <a:moveTo>
                  <a:pt x="156355" y="1809"/>
                </a:moveTo>
                <a:lnTo>
                  <a:pt x="124101" y="1809"/>
                </a:lnTo>
                <a:lnTo>
                  <a:pt x="104902" y="74504"/>
                </a:lnTo>
                <a:lnTo>
                  <a:pt x="123751" y="74504"/>
                </a:lnTo>
                <a:lnTo>
                  <a:pt x="136389" y="24487"/>
                </a:lnTo>
                <a:lnTo>
                  <a:pt x="156355" y="24487"/>
                </a:lnTo>
                <a:lnTo>
                  <a:pt x="156355" y="1809"/>
                </a:lnTo>
                <a:close/>
              </a:path>
              <a:path w="472440" h="110489">
                <a:moveTo>
                  <a:pt x="210880" y="29439"/>
                </a:moveTo>
                <a:lnTo>
                  <a:pt x="177916" y="53250"/>
                </a:lnTo>
                <a:lnTo>
                  <a:pt x="175401" y="70364"/>
                </a:lnTo>
                <a:lnTo>
                  <a:pt x="175866" y="78048"/>
                </a:lnTo>
                <a:lnTo>
                  <a:pt x="203426" y="109301"/>
                </a:lnTo>
                <a:lnTo>
                  <a:pt x="212877" y="110123"/>
                </a:lnTo>
                <a:lnTo>
                  <a:pt x="221325" y="110123"/>
                </a:lnTo>
                <a:lnTo>
                  <a:pt x="228390" y="108176"/>
                </a:lnTo>
                <a:lnTo>
                  <a:pt x="239756" y="100371"/>
                </a:lnTo>
                <a:lnTo>
                  <a:pt x="243780" y="94851"/>
                </a:lnTo>
                <a:lnTo>
                  <a:pt x="208423" y="94851"/>
                </a:lnTo>
                <a:lnTo>
                  <a:pt x="204430" y="93180"/>
                </a:lnTo>
                <a:lnTo>
                  <a:pt x="201358" y="89807"/>
                </a:lnTo>
                <a:lnTo>
                  <a:pt x="198132" y="86433"/>
                </a:lnTo>
                <a:lnTo>
                  <a:pt x="196443" y="81726"/>
                </a:lnTo>
                <a:lnTo>
                  <a:pt x="196289" y="75669"/>
                </a:lnTo>
                <a:lnTo>
                  <a:pt x="247589" y="75669"/>
                </a:lnTo>
                <a:lnTo>
                  <a:pt x="247159" y="64684"/>
                </a:lnTo>
                <a:lnTo>
                  <a:pt x="246879" y="63157"/>
                </a:lnTo>
                <a:lnTo>
                  <a:pt x="196750" y="63157"/>
                </a:lnTo>
                <a:lnTo>
                  <a:pt x="196698" y="61284"/>
                </a:lnTo>
                <a:lnTo>
                  <a:pt x="196714" y="57254"/>
                </a:lnTo>
                <a:lnTo>
                  <a:pt x="198132" y="53175"/>
                </a:lnTo>
                <a:lnTo>
                  <a:pt x="203969" y="46689"/>
                </a:lnTo>
                <a:lnTo>
                  <a:pt x="207655" y="45064"/>
                </a:lnTo>
                <a:lnTo>
                  <a:pt x="240914" y="45064"/>
                </a:lnTo>
                <a:lnTo>
                  <a:pt x="238066" y="40817"/>
                </a:lnTo>
                <a:lnTo>
                  <a:pt x="232652" y="35837"/>
                </a:lnTo>
                <a:lnTo>
                  <a:pt x="226316" y="32282"/>
                </a:lnTo>
                <a:lnTo>
                  <a:pt x="219059" y="30150"/>
                </a:lnTo>
                <a:lnTo>
                  <a:pt x="210880" y="29439"/>
                </a:lnTo>
                <a:close/>
              </a:path>
              <a:path w="472440" h="110489">
                <a:moveTo>
                  <a:pt x="226086" y="83811"/>
                </a:moveTo>
                <a:lnTo>
                  <a:pt x="225011" y="87691"/>
                </a:lnTo>
                <a:lnTo>
                  <a:pt x="223321" y="90497"/>
                </a:lnTo>
                <a:lnTo>
                  <a:pt x="219021" y="93977"/>
                </a:lnTo>
                <a:lnTo>
                  <a:pt x="216256" y="94851"/>
                </a:lnTo>
                <a:lnTo>
                  <a:pt x="243780" y="94851"/>
                </a:lnTo>
                <a:lnTo>
                  <a:pt x="243903" y="94683"/>
                </a:lnTo>
                <a:lnTo>
                  <a:pt x="246514" y="87231"/>
                </a:lnTo>
                <a:lnTo>
                  <a:pt x="226086" y="83811"/>
                </a:lnTo>
                <a:close/>
              </a:path>
              <a:path w="472440" h="110489">
                <a:moveTo>
                  <a:pt x="240914" y="45064"/>
                </a:moveTo>
                <a:lnTo>
                  <a:pt x="216256" y="45064"/>
                </a:lnTo>
                <a:lnTo>
                  <a:pt x="219789" y="46597"/>
                </a:lnTo>
                <a:lnTo>
                  <a:pt x="225625" y="52761"/>
                </a:lnTo>
                <a:lnTo>
                  <a:pt x="227161" y="57254"/>
                </a:lnTo>
                <a:lnTo>
                  <a:pt x="227315" y="63157"/>
                </a:lnTo>
                <a:lnTo>
                  <a:pt x="246879" y="63157"/>
                </a:lnTo>
                <a:lnTo>
                  <a:pt x="245419" y="55213"/>
                </a:lnTo>
                <a:lnTo>
                  <a:pt x="242383" y="47256"/>
                </a:lnTo>
                <a:lnTo>
                  <a:pt x="240914" y="45064"/>
                </a:lnTo>
                <a:close/>
              </a:path>
              <a:path w="472440" h="110489">
                <a:moveTo>
                  <a:pt x="314094" y="0"/>
                </a:moveTo>
                <a:lnTo>
                  <a:pt x="305493" y="0"/>
                </a:lnTo>
                <a:lnTo>
                  <a:pt x="297813" y="1410"/>
                </a:lnTo>
                <a:lnTo>
                  <a:pt x="291209" y="4216"/>
                </a:lnTo>
                <a:lnTo>
                  <a:pt x="286140" y="6301"/>
                </a:lnTo>
                <a:lnTo>
                  <a:pt x="281532" y="9491"/>
                </a:lnTo>
                <a:lnTo>
                  <a:pt x="277385" y="13815"/>
                </a:lnTo>
                <a:lnTo>
                  <a:pt x="273085" y="18123"/>
                </a:lnTo>
                <a:lnTo>
                  <a:pt x="262487" y="55751"/>
                </a:lnTo>
                <a:lnTo>
                  <a:pt x="263377" y="67786"/>
                </a:lnTo>
                <a:lnTo>
                  <a:pt x="284249" y="102036"/>
                </a:lnTo>
                <a:lnTo>
                  <a:pt x="314401" y="110200"/>
                </a:lnTo>
                <a:lnTo>
                  <a:pt x="325572" y="109288"/>
                </a:lnTo>
                <a:lnTo>
                  <a:pt x="335577" y="106554"/>
                </a:lnTo>
                <a:lnTo>
                  <a:pt x="344402" y="101997"/>
                </a:lnTo>
                <a:lnTo>
                  <a:pt x="352031" y="95618"/>
                </a:lnTo>
                <a:lnTo>
                  <a:pt x="354963" y="91800"/>
                </a:lnTo>
                <a:lnTo>
                  <a:pt x="305800" y="91800"/>
                </a:lnTo>
                <a:lnTo>
                  <a:pt x="298735" y="88687"/>
                </a:lnTo>
                <a:lnTo>
                  <a:pt x="284775" y="54739"/>
                </a:lnTo>
                <a:lnTo>
                  <a:pt x="285274" y="46411"/>
                </a:lnTo>
                <a:lnTo>
                  <a:pt x="305493" y="18384"/>
                </a:lnTo>
                <a:lnTo>
                  <a:pt x="354807" y="18384"/>
                </a:lnTo>
                <a:lnTo>
                  <a:pt x="351877" y="14612"/>
                </a:lnTo>
                <a:lnTo>
                  <a:pt x="344246" y="8221"/>
                </a:lnTo>
                <a:lnTo>
                  <a:pt x="335405" y="3655"/>
                </a:lnTo>
                <a:lnTo>
                  <a:pt x="325354" y="914"/>
                </a:lnTo>
                <a:lnTo>
                  <a:pt x="314094" y="0"/>
                </a:lnTo>
                <a:close/>
              </a:path>
              <a:path w="472440" h="110489">
                <a:moveTo>
                  <a:pt x="354807" y="18384"/>
                </a:moveTo>
                <a:lnTo>
                  <a:pt x="323309" y="18384"/>
                </a:lnTo>
                <a:lnTo>
                  <a:pt x="330374" y="21389"/>
                </a:lnTo>
                <a:lnTo>
                  <a:pt x="335750" y="27400"/>
                </a:lnTo>
                <a:lnTo>
                  <a:pt x="339266" y="32489"/>
                </a:lnTo>
                <a:lnTo>
                  <a:pt x="341759" y="38741"/>
                </a:lnTo>
                <a:lnTo>
                  <a:pt x="343245" y="46157"/>
                </a:lnTo>
                <a:lnTo>
                  <a:pt x="343737" y="54739"/>
                </a:lnTo>
                <a:lnTo>
                  <a:pt x="343218" y="63421"/>
                </a:lnTo>
                <a:lnTo>
                  <a:pt x="323002" y="91800"/>
                </a:lnTo>
                <a:lnTo>
                  <a:pt x="354963" y="91800"/>
                </a:lnTo>
                <a:lnTo>
                  <a:pt x="365972" y="54739"/>
                </a:lnTo>
                <a:lnTo>
                  <a:pt x="365139" y="42943"/>
                </a:lnTo>
                <a:lnTo>
                  <a:pt x="362513" y="32071"/>
                </a:lnTo>
                <a:lnTo>
                  <a:pt x="358102" y="22628"/>
                </a:lnTo>
                <a:lnTo>
                  <a:pt x="354807" y="18384"/>
                </a:lnTo>
                <a:close/>
              </a:path>
              <a:path w="472440" h="110489">
                <a:moveTo>
                  <a:pt x="407938" y="1809"/>
                </a:moveTo>
                <a:lnTo>
                  <a:pt x="386435" y="1809"/>
                </a:lnTo>
                <a:lnTo>
                  <a:pt x="386435" y="108375"/>
                </a:lnTo>
                <a:lnTo>
                  <a:pt x="407938" y="108375"/>
                </a:lnTo>
                <a:lnTo>
                  <a:pt x="407938" y="61777"/>
                </a:lnTo>
                <a:lnTo>
                  <a:pt x="471832" y="61777"/>
                </a:lnTo>
                <a:lnTo>
                  <a:pt x="471832" y="43761"/>
                </a:lnTo>
                <a:lnTo>
                  <a:pt x="407938" y="43761"/>
                </a:lnTo>
                <a:lnTo>
                  <a:pt x="407938" y="1809"/>
                </a:lnTo>
                <a:close/>
              </a:path>
              <a:path w="472440" h="110489">
                <a:moveTo>
                  <a:pt x="471832" y="61777"/>
                </a:moveTo>
                <a:lnTo>
                  <a:pt x="450176" y="61777"/>
                </a:lnTo>
                <a:lnTo>
                  <a:pt x="450176" y="108375"/>
                </a:lnTo>
                <a:lnTo>
                  <a:pt x="471832" y="108375"/>
                </a:lnTo>
                <a:lnTo>
                  <a:pt x="471832" y="61777"/>
                </a:lnTo>
                <a:close/>
              </a:path>
              <a:path w="472440" h="110489">
                <a:moveTo>
                  <a:pt x="471832" y="1809"/>
                </a:moveTo>
                <a:lnTo>
                  <a:pt x="450176" y="1809"/>
                </a:lnTo>
                <a:lnTo>
                  <a:pt x="450176" y="43761"/>
                </a:lnTo>
                <a:lnTo>
                  <a:pt x="471832" y="43761"/>
                </a:lnTo>
                <a:lnTo>
                  <a:pt x="471832" y="180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4" name="object 64"/>
          <p:cNvGrpSpPr/>
          <p:nvPr/>
        </p:nvGrpSpPr>
        <p:grpSpPr>
          <a:xfrm>
            <a:off x="4738033" y="5154661"/>
            <a:ext cx="2138045" cy="1159510"/>
            <a:chOff x="4738033" y="5154661"/>
            <a:chExt cx="2138045" cy="1159510"/>
          </a:xfrm>
        </p:grpSpPr>
        <p:sp>
          <p:nvSpPr>
            <p:cNvPr id="65" name="object 65"/>
            <p:cNvSpPr/>
            <p:nvPr/>
          </p:nvSpPr>
          <p:spPr>
            <a:xfrm>
              <a:off x="5371808" y="5587288"/>
              <a:ext cx="826135" cy="462915"/>
            </a:xfrm>
            <a:custGeom>
              <a:avLst/>
              <a:gdLst/>
              <a:ahLst/>
              <a:cxnLst/>
              <a:rect l="l" t="t" r="r" b="b"/>
              <a:pathLst>
                <a:path w="826135" h="462914">
                  <a:moveTo>
                    <a:pt x="64363" y="141541"/>
                  </a:moveTo>
                  <a:lnTo>
                    <a:pt x="60248" y="137426"/>
                  </a:lnTo>
                  <a:lnTo>
                    <a:pt x="50076" y="137426"/>
                  </a:lnTo>
                  <a:lnTo>
                    <a:pt x="45935" y="141541"/>
                  </a:lnTo>
                  <a:lnTo>
                    <a:pt x="45935" y="321056"/>
                  </a:lnTo>
                  <a:lnTo>
                    <a:pt x="50076" y="325183"/>
                  </a:lnTo>
                  <a:lnTo>
                    <a:pt x="60248" y="325183"/>
                  </a:lnTo>
                  <a:lnTo>
                    <a:pt x="64363" y="321056"/>
                  </a:lnTo>
                  <a:lnTo>
                    <a:pt x="64363" y="141541"/>
                  </a:lnTo>
                  <a:close/>
                </a:path>
                <a:path w="826135" h="462914">
                  <a:moveTo>
                    <a:pt x="359511" y="315785"/>
                  </a:moveTo>
                  <a:lnTo>
                    <a:pt x="354431" y="306984"/>
                  </a:lnTo>
                  <a:lnTo>
                    <a:pt x="348792" y="305473"/>
                  </a:lnTo>
                  <a:lnTo>
                    <a:pt x="193065" y="395224"/>
                  </a:lnTo>
                  <a:lnTo>
                    <a:pt x="191541" y="400862"/>
                  </a:lnTo>
                  <a:lnTo>
                    <a:pt x="196646" y="409663"/>
                  </a:lnTo>
                  <a:lnTo>
                    <a:pt x="202285" y="411162"/>
                  </a:lnTo>
                  <a:lnTo>
                    <a:pt x="358000" y="321411"/>
                  </a:lnTo>
                  <a:lnTo>
                    <a:pt x="359511" y="315785"/>
                  </a:lnTo>
                  <a:close/>
                </a:path>
                <a:path w="826135" h="462914">
                  <a:moveTo>
                    <a:pt x="359511" y="146824"/>
                  </a:moveTo>
                  <a:lnTo>
                    <a:pt x="358000" y="141198"/>
                  </a:lnTo>
                  <a:lnTo>
                    <a:pt x="202285" y="51447"/>
                  </a:lnTo>
                  <a:lnTo>
                    <a:pt x="196646" y="52946"/>
                  </a:lnTo>
                  <a:lnTo>
                    <a:pt x="191541" y="61747"/>
                  </a:lnTo>
                  <a:lnTo>
                    <a:pt x="193065" y="67373"/>
                  </a:lnTo>
                  <a:lnTo>
                    <a:pt x="348792" y="157137"/>
                  </a:lnTo>
                  <a:lnTo>
                    <a:pt x="354431" y="155625"/>
                  </a:lnTo>
                  <a:lnTo>
                    <a:pt x="359511" y="146824"/>
                  </a:lnTo>
                  <a:close/>
                </a:path>
                <a:path w="826135" h="462914">
                  <a:moveTo>
                    <a:pt x="716673" y="81203"/>
                  </a:moveTo>
                  <a:lnTo>
                    <a:pt x="715162" y="75577"/>
                  </a:lnTo>
                  <a:lnTo>
                    <a:pt x="591235" y="4165"/>
                  </a:lnTo>
                  <a:lnTo>
                    <a:pt x="589927" y="1879"/>
                  </a:lnTo>
                  <a:lnTo>
                    <a:pt x="585038" y="584"/>
                  </a:lnTo>
                  <a:lnTo>
                    <a:pt x="584695" y="381"/>
                  </a:lnTo>
                  <a:lnTo>
                    <a:pt x="584492" y="444"/>
                  </a:lnTo>
                  <a:lnTo>
                    <a:pt x="584288" y="381"/>
                  </a:lnTo>
                  <a:lnTo>
                    <a:pt x="583933" y="584"/>
                  </a:lnTo>
                  <a:lnTo>
                    <a:pt x="579056" y="1879"/>
                  </a:lnTo>
                  <a:lnTo>
                    <a:pt x="577723" y="4165"/>
                  </a:lnTo>
                  <a:lnTo>
                    <a:pt x="393598" y="110286"/>
                  </a:lnTo>
                  <a:lnTo>
                    <a:pt x="384390" y="104990"/>
                  </a:lnTo>
                  <a:lnTo>
                    <a:pt x="384390" y="126212"/>
                  </a:lnTo>
                  <a:lnTo>
                    <a:pt x="384390" y="336410"/>
                  </a:lnTo>
                  <a:lnTo>
                    <a:pt x="202069" y="441477"/>
                  </a:lnTo>
                  <a:lnTo>
                    <a:pt x="19748" y="336410"/>
                  </a:lnTo>
                  <a:lnTo>
                    <a:pt x="19748" y="126212"/>
                  </a:lnTo>
                  <a:lnTo>
                    <a:pt x="202069" y="21132"/>
                  </a:lnTo>
                  <a:lnTo>
                    <a:pt x="384390" y="126212"/>
                  </a:lnTo>
                  <a:lnTo>
                    <a:pt x="384390" y="104990"/>
                  </a:lnTo>
                  <a:lnTo>
                    <a:pt x="208813" y="3771"/>
                  </a:lnTo>
                  <a:lnTo>
                    <a:pt x="207505" y="1498"/>
                  </a:lnTo>
                  <a:lnTo>
                    <a:pt x="202628" y="203"/>
                  </a:lnTo>
                  <a:lnTo>
                    <a:pt x="202285" y="0"/>
                  </a:lnTo>
                  <a:lnTo>
                    <a:pt x="202069" y="63"/>
                  </a:lnTo>
                  <a:lnTo>
                    <a:pt x="201879" y="0"/>
                  </a:lnTo>
                  <a:lnTo>
                    <a:pt x="201523" y="203"/>
                  </a:lnTo>
                  <a:lnTo>
                    <a:pt x="196646" y="1498"/>
                  </a:lnTo>
                  <a:lnTo>
                    <a:pt x="195313" y="3784"/>
                  </a:lnTo>
                  <a:lnTo>
                    <a:pt x="8064" y="111696"/>
                  </a:lnTo>
                  <a:lnTo>
                    <a:pt x="5435" y="111696"/>
                  </a:lnTo>
                  <a:lnTo>
                    <a:pt x="1879" y="115265"/>
                  </a:lnTo>
                  <a:lnTo>
                    <a:pt x="1524" y="115468"/>
                  </a:lnTo>
                  <a:lnTo>
                    <a:pt x="1460" y="115684"/>
                  </a:lnTo>
                  <a:lnTo>
                    <a:pt x="1320" y="115824"/>
                  </a:lnTo>
                  <a:lnTo>
                    <a:pt x="1320" y="116230"/>
                  </a:lnTo>
                  <a:lnTo>
                    <a:pt x="0" y="121094"/>
                  </a:lnTo>
                  <a:lnTo>
                    <a:pt x="1320" y="123380"/>
                  </a:lnTo>
                  <a:lnTo>
                    <a:pt x="1320" y="339229"/>
                  </a:lnTo>
                  <a:lnTo>
                    <a:pt x="0" y="341503"/>
                  </a:lnTo>
                  <a:lnTo>
                    <a:pt x="1320" y="346379"/>
                  </a:lnTo>
                  <a:lnTo>
                    <a:pt x="1320" y="346773"/>
                  </a:lnTo>
                  <a:lnTo>
                    <a:pt x="1460" y="346925"/>
                  </a:lnTo>
                  <a:lnTo>
                    <a:pt x="1524" y="347129"/>
                  </a:lnTo>
                  <a:lnTo>
                    <a:pt x="1879" y="347345"/>
                  </a:lnTo>
                  <a:lnTo>
                    <a:pt x="5435" y="350901"/>
                  </a:lnTo>
                  <a:lnTo>
                    <a:pt x="8064" y="350901"/>
                  </a:lnTo>
                  <a:lnTo>
                    <a:pt x="195313" y="458825"/>
                  </a:lnTo>
                  <a:lnTo>
                    <a:pt x="196646" y="461098"/>
                  </a:lnTo>
                  <a:lnTo>
                    <a:pt x="201523" y="462407"/>
                  </a:lnTo>
                  <a:lnTo>
                    <a:pt x="201879" y="462597"/>
                  </a:lnTo>
                  <a:lnTo>
                    <a:pt x="202069" y="462546"/>
                  </a:lnTo>
                  <a:lnTo>
                    <a:pt x="202285" y="462597"/>
                  </a:lnTo>
                  <a:lnTo>
                    <a:pt x="202628" y="462407"/>
                  </a:lnTo>
                  <a:lnTo>
                    <a:pt x="207505" y="461098"/>
                  </a:lnTo>
                  <a:lnTo>
                    <a:pt x="208813" y="458838"/>
                  </a:lnTo>
                  <a:lnTo>
                    <a:pt x="396074" y="350901"/>
                  </a:lnTo>
                  <a:lnTo>
                    <a:pt x="398703" y="350901"/>
                  </a:lnTo>
                  <a:lnTo>
                    <a:pt x="402234" y="347357"/>
                  </a:lnTo>
                  <a:lnTo>
                    <a:pt x="402628" y="347129"/>
                  </a:lnTo>
                  <a:lnTo>
                    <a:pt x="402678" y="346913"/>
                  </a:lnTo>
                  <a:lnTo>
                    <a:pt x="402818" y="346773"/>
                  </a:lnTo>
                  <a:lnTo>
                    <a:pt x="402818" y="346430"/>
                  </a:lnTo>
                  <a:lnTo>
                    <a:pt x="404139" y="341503"/>
                  </a:lnTo>
                  <a:lnTo>
                    <a:pt x="402818" y="339229"/>
                  </a:lnTo>
                  <a:lnTo>
                    <a:pt x="402818" y="126212"/>
                  </a:lnTo>
                  <a:lnTo>
                    <a:pt x="584492" y="21513"/>
                  </a:lnTo>
                  <a:lnTo>
                    <a:pt x="705954" y="91503"/>
                  </a:lnTo>
                  <a:lnTo>
                    <a:pt x="711568" y="90004"/>
                  </a:lnTo>
                  <a:lnTo>
                    <a:pt x="716673" y="81203"/>
                  </a:lnTo>
                  <a:close/>
                </a:path>
                <a:path w="826135" h="462914">
                  <a:moveTo>
                    <a:pt x="825588" y="120535"/>
                  </a:moveTo>
                  <a:lnTo>
                    <a:pt x="811453" y="80403"/>
                  </a:lnTo>
                  <a:lnTo>
                    <a:pt x="803338" y="73787"/>
                  </a:lnTo>
                  <a:lnTo>
                    <a:pt x="803338" y="120535"/>
                  </a:lnTo>
                  <a:lnTo>
                    <a:pt x="802830" y="129209"/>
                  </a:lnTo>
                  <a:lnTo>
                    <a:pt x="782510" y="157594"/>
                  </a:lnTo>
                  <a:lnTo>
                    <a:pt x="765327" y="157594"/>
                  </a:lnTo>
                  <a:lnTo>
                    <a:pt x="744334" y="121551"/>
                  </a:lnTo>
                  <a:lnTo>
                    <a:pt x="744308" y="120535"/>
                  </a:lnTo>
                  <a:lnTo>
                    <a:pt x="744791" y="112204"/>
                  </a:lnTo>
                  <a:lnTo>
                    <a:pt x="765035" y="84175"/>
                  </a:lnTo>
                  <a:lnTo>
                    <a:pt x="782802" y="84175"/>
                  </a:lnTo>
                  <a:lnTo>
                    <a:pt x="803338" y="120535"/>
                  </a:lnTo>
                  <a:lnTo>
                    <a:pt x="803338" y="73787"/>
                  </a:lnTo>
                  <a:lnTo>
                    <a:pt x="794943" y="69443"/>
                  </a:lnTo>
                  <a:lnTo>
                    <a:pt x="784910" y="66713"/>
                  </a:lnTo>
                  <a:lnTo>
                    <a:pt x="773696" y="65798"/>
                  </a:lnTo>
                  <a:lnTo>
                    <a:pt x="765022" y="65798"/>
                  </a:lnTo>
                  <a:lnTo>
                    <a:pt x="729386" y="88773"/>
                  </a:lnTo>
                  <a:lnTo>
                    <a:pt x="722083" y="121551"/>
                  </a:lnTo>
                  <a:lnTo>
                    <a:pt x="722960" y="133578"/>
                  </a:lnTo>
                  <a:lnTo>
                    <a:pt x="743775" y="167830"/>
                  </a:lnTo>
                  <a:lnTo>
                    <a:pt x="773988" y="175996"/>
                  </a:lnTo>
                  <a:lnTo>
                    <a:pt x="785164" y="175082"/>
                  </a:lnTo>
                  <a:lnTo>
                    <a:pt x="795147" y="172351"/>
                  </a:lnTo>
                  <a:lnTo>
                    <a:pt x="803960" y="167792"/>
                  </a:lnTo>
                  <a:lnTo>
                    <a:pt x="811580" y="161417"/>
                  </a:lnTo>
                  <a:lnTo>
                    <a:pt x="814514" y="157594"/>
                  </a:lnTo>
                  <a:lnTo>
                    <a:pt x="817727" y="153416"/>
                  </a:lnTo>
                  <a:lnTo>
                    <a:pt x="822121" y="144030"/>
                  </a:lnTo>
                  <a:lnTo>
                    <a:pt x="824750" y="133235"/>
                  </a:lnTo>
                  <a:lnTo>
                    <a:pt x="825588" y="121551"/>
                  </a:lnTo>
                  <a:lnTo>
                    <a:pt x="825588" y="12053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5903024" y="5323027"/>
              <a:ext cx="209252" cy="110200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4738027" y="5453519"/>
              <a:ext cx="1250315" cy="596265"/>
            </a:xfrm>
            <a:custGeom>
              <a:avLst/>
              <a:gdLst/>
              <a:ahLst/>
              <a:cxnLst/>
              <a:rect l="l" t="t" r="r" b="b"/>
              <a:pathLst>
                <a:path w="1250314" h="596264">
                  <a:moveTo>
                    <a:pt x="103098" y="422173"/>
                  </a:moveTo>
                  <a:lnTo>
                    <a:pt x="70777" y="422173"/>
                  </a:lnTo>
                  <a:lnTo>
                    <a:pt x="51625" y="494868"/>
                  </a:lnTo>
                  <a:lnTo>
                    <a:pt x="38303" y="444855"/>
                  </a:lnTo>
                  <a:lnTo>
                    <a:pt x="32258" y="422173"/>
                  </a:lnTo>
                  <a:lnTo>
                    <a:pt x="0" y="422173"/>
                  </a:lnTo>
                  <a:lnTo>
                    <a:pt x="0" y="528739"/>
                  </a:lnTo>
                  <a:lnTo>
                    <a:pt x="20027" y="528739"/>
                  </a:lnTo>
                  <a:lnTo>
                    <a:pt x="20027" y="444855"/>
                  </a:lnTo>
                  <a:lnTo>
                    <a:pt x="41135" y="528739"/>
                  </a:lnTo>
                  <a:lnTo>
                    <a:pt x="61887" y="528739"/>
                  </a:lnTo>
                  <a:lnTo>
                    <a:pt x="70446" y="494868"/>
                  </a:lnTo>
                  <a:lnTo>
                    <a:pt x="83083" y="444855"/>
                  </a:lnTo>
                  <a:lnTo>
                    <a:pt x="83083" y="528739"/>
                  </a:lnTo>
                  <a:lnTo>
                    <a:pt x="103098" y="528739"/>
                  </a:lnTo>
                  <a:lnTo>
                    <a:pt x="103098" y="444855"/>
                  </a:lnTo>
                  <a:lnTo>
                    <a:pt x="103098" y="422173"/>
                  </a:lnTo>
                  <a:close/>
                </a:path>
                <a:path w="1250314" h="596264">
                  <a:moveTo>
                    <a:pt x="194335" y="496036"/>
                  </a:moveTo>
                  <a:lnTo>
                    <a:pt x="187655" y="465429"/>
                  </a:lnTo>
                  <a:lnTo>
                    <a:pt x="184797" y="461175"/>
                  </a:lnTo>
                  <a:lnTo>
                    <a:pt x="179362" y="456196"/>
                  </a:lnTo>
                  <a:lnTo>
                    <a:pt x="174015" y="453212"/>
                  </a:lnTo>
                  <a:lnTo>
                    <a:pt x="174015" y="483514"/>
                  </a:lnTo>
                  <a:lnTo>
                    <a:pt x="143446" y="483514"/>
                  </a:lnTo>
                  <a:lnTo>
                    <a:pt x="143497" y="477621"/>
                  </a:lnTo>
                  <a:lnTo>
                    <a:pt x="144818" y="473532"/>
                  </a:lnTo>
                  <a:lnTo>
                    <a:pt x="150647" y="467055"/>
                  </a:lnTo>
                  <a:lnTo>
                    <a:pt x="154330" y="465429"/>
                  </a:lnTo>
                  <a:lnTo>
                    <a:pt x="162979" y="465429"/>
                  </a:lnTo>
                  <a:lnTo>
                    <a:pt x="166522" y="466953"/>
                  </a:lnTo>
                  <a:lnTo>
                    <a:pt x="172351" y="473125"/>
                  </a:lnTo>
                  <a:lnTo>
                    <a:pt x="173863" y="477621"/>
                  </a:lnTo>
                  <a:lnTo>
                    <a:pt x="174015" y="483514"/>
                  </a:lnTo>
                  <a:lnTo>
                    <a:pt x="174015" y="453212"/>
                  </a:lnTo>
                  <a:lnTo>
                    <a:pt x="173012" y="452640"/>
                  </a:lnTo>
                  <a:lnTo>
                    <a:pt x="165747" y="450507"/>
                  </a:lnTo>
                  <a:lnTo>
                    <a:pt x="157568" y="449795"/>
                  </a:lnTo>
                  <a:lnTo>
                    <a:pt x="150215" y="450481"/>
                  </a:lnTo>
                  <a:lnTo>
                    <a:pt x="122732" y="481647"/>
                  </a:lnTo>
                  <a:lnTo>
                    <a:pt x="122110" y="490728"/>
                  </a:lnTo>
                  <a:lnTo>
                    <a:pt x="122580" y="498411"/>
                  </a:lnTo>
                  <a:lnTo>
                    <a:pt x="150177" y="529666"/>
                  </a:lnTo>
                  <a:lnTo>
                    <a:pt x="159600" y="530491"/>
                  </a:lnTo>
                  <a:lnTo>
                    <a:pt x="168097" y="530491"/>
                  </a:lnTo>
                  <a:lnTo>
                    <a:pt x="175171" y="528535"/>
                  </a:lnTo>
                  <a:lnTo>
                    <a:pt x="186474" y="520738"/>
                  </a:lnTo>
                  <a:lnTo>
                    <a:pt x="190500" y="515213"/>
                  </a:lnTo>
                  <a:lnTo>
                    <a:pt x="190627" y="515048"/>
                  </a:lnTo>
                  <a:lnTo>
                    <a:pt x="193230" y="507593"/>
                  </a:lnTo>
                  <a:lnTo>
                    <a:pt x="172847" y="504177"/>
                  </a:lnTo>
                  <a:lnTo>
                    <a:pt x="171729" y="508050"/>
                  </a:lnTo>
                  <a:lnTo>
                    <a:pt x="170091" y="510857"/>
                  </a:lnTo>
                  <a:lnTo>
                    <a:pt x="165709" y="514337"/>
                  </a:lnTo>
                  <a:lnTo>
                    <a:pt x="163017" y="515213"/>
                  </a:lnTo>
                  <a:lnTo>
                    <a:pt x="155117" y="515213"/>
                  </a:lnTo>
                  <a:lnTo>
                    <a:pt x="151180" y="513537"/>
                  </a:lnTo>
                  <a:lnTo>
                    <a:pt x="144868" y="506793"/>
                  </a:lnTo>
                  <a:lnTo>
                    <a:pt x="143230" y="502094"/>
                  </a:lnTo>
                  <a:lnTo>
                    <a:pt x="143065" y="496036"/>
                  </a:lnTo>
                  <a:lnTo>
                    <a:pt x="194335" y="496036"/>
                  </a:lnTo>
                  <a:close/>
                </a:path>
                <a:path w="1250314" h="596264">
                  <a:moveTo>
                    <a:pt x="312750" y="475107"/>
                  </a:moveTo>
                  <a:lnTo>
                    <a:pt x="298627" y="434975"/>
                  </a:lnTo>
                  <a:lnTo>
                    <a:pt x="290525" y="428371"/>
                  </a:lnTo>
                  <a:lnTo>
                    <a:pt x="290525" y="475107"/>
                  </a:lnTo>
                  <a:lnTo>
                    <a:pt x="290004" y="483781"/>
                  </a:lnTo>
                  <a:lnTo>
                    <a:pt x="269697" y="512165"/>
                  </a:lnTo>
                  <a:lnTo>
                    <a:pt x="252501" y="512165"/>
                  </a:lnTo>
                  <a:lnTo>
                    <a:pt x="231508" y="476110"/>
                  </a:lnTo>
                  <a:lnTo>
                    <a:pt x="231482" y="475107"/>
                  </a:lnTo>
                  <a:lnTo>
                    <a:pt x="231978" y="466775"/>
                  </a:lnTo>
                  <a:lnTo>
                    <a:pt x="252209" y="438746"/>
                  </a:lnTo>
                  <a:lnTo>
                    <a:pt x="269989" y="438746"/>
                  </a:lnTo>
                  <a:lnTo>
                    <a:pt x="290525" y="475107"/>
                  </a:lnTo>
                  <a:lnTo>
                    <a:pt x="290525" y="428371"/>
                  </a:lnTo>
                  <a:lnTo>
                    <a:pt x="282117" y="424014"/>
                  </a:lnTo>
                  <a:lnTo>
                    <a:pt x="272084" y="421271"/>
                  </a:lnTo>
                  <a:lnTo>
                    <a:pt x="260870" y="420357"/>
                  </a:lnTo>
                  <a:lnTo>
                    <a:pt x="252196" y="420357"/>
                  </a:lnTo>
                  <a:lnTo>
                    <a:pt x="216560" y="443357"/>
                  </a:lnTo>
                  <a:lnTo>
                    <a:pt x="209257" y="476110"/>
                  </a:lnTo>
                  <a:lnTo>
                    <a:pt x="210134" y="488149"/>
                  </a:lnTo>
                  <a:lnTo>
                    <a:pt x="230949" y="522401"/>
                  </a:lnTo>
                  <a:lnTo>
                    <a:pt x="261162" y="530567"/>
                  </a:lnTo>
                  <a:lnTo>
                    <a:pt x="272338" y="529653"/>
                  </a:lnTo>
                  <a:lnTo>
                    <a:pt x="304888" y="507987"/>
                  </a:lnTo>
                  <a:lnTo>
                    <a:pt x="312750" y="476110"/>
                  </a:lnTo>
                  <a:lnTo>
                    <a:pt x="312750" y="475107"/>
                  </a:lnTo>
                  <a:close/>
                </a:path>
                <a:path w="1250314" h="596264">
                  <a:moveTo>
                    <a:pt x="654837" y="475272"/>
                  </a:moveTo>
                  <a:lnTo>
                    <a:pt x="649757" y="466471"/>
                  </a:lnTo>
                  <a:lnTo>
                    <a:pt x="644118" y="464972"/>
                  </a:lnTo>
                  <a:lnTo>
                    <a:pt x="444423" y="580059"/>
                  </a:lnTo>
                  <a:lnTo>
                    <a:pt x="442912" y="585685"/>
                  </a:lnTo>
                  <a:lnTo>
                    <a:pt x="447992" y="594487"/>
                  </a:lnTo>
                  <a:lnTo>
                    <a:pt x="453631" y="595985"/>
                  </a:lnTo>
                  <a:lnTo>
                    <a:pt x="653338" y="480898"/>
                  </a:lnTo>
                  <a:lnTo>
                    <a:pt x="654837" y="475272"/>
                  </a:lnTo>
                  <a:close/>
                </a:path>
                <a:path w="1250314" h="596264">
                  <a:moveTo>
                    <a:pt x="1205166" y="4114"/>
                  </a:moveTo>
                  <a:lnTo>
                    <a:pt x="1201039" y="0"/>
                  </a:lnTo>
                  <a:lnTo>
                    <a:pt x="1190866" y="0"/>
                  </a:lnTo>
                  <a:lnTo>
                    <a:pt x="1186738" y="4114"/>
                  </a:lnTo>
                  <a:lnTo>
                    <a:pt x="1186738" y="162598"/>
                  </a:lnTo>
                  <a:lnTo>
                    <a:pt x="1190866" y="166712"/>
                  </a:lnTo>
                  <a:lnTo>
                    <a:pt x="1201039" y="166712"/>
                  </a:lnTo>
                  <a:lnTo>
                    <a:pt x="1205166" y="162598"/>
                  </a:lnTo>
                  <a:lnTo>
                    <a:pt x="1205166" y="4114"/>
                  </a:lnTo>
                  <a:close/>
                </a:path>
                <a:path w="1250314" h="596264">
                  <a:moveTo>
                    <a:pt x="1249807" y="4114"/>
                  </a:moveTo>
                  <a:lnTo>
                    <a:pt x="1245666" y="0"/>
                  </a:lnTo>
                  <a:lnTo>
                    <a:pt x="1235494" y="0"/>
                  </a:lnTo>
                  <a:lnTo>
                    <a:pt x="1231353" y="4114"/>
                  </a:lnTo>
                  <a:lnTo>
                    <a:pt x="1231353" y="162598"/>
                  </a:lnTo>
                  <a:lnTo>
                    <a:pt x="1235494" y="166712"/>
                  </a:lnTo>
                  <a:lnTo>
                    <a:pt x="1245666" y="166712"/>
                  </a:lnTo>
                  <a:lnTo>
                    <a:pt x="1249807" y="162598"/>
                  </a:lnTo>
                  <a:lnTo>
                    <a:pt x="1249807" y="41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5060453" y="5959051"/>
              <a:ext cx="181247" cy="355066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5890605" y="5154661"/>
              <a:ext cx="132214" cy="132032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6204521" y="5543067"/>
              <a:ext cx="671830" cy="175895"/>
            </a:xfrm>
            <a:custGeom>
              <a:avLst/>
              <a:gdLst/>
              <a:ahLst/>
              <a:cxnLst/>
              <a:rect l="l" t="t" r="r" b="b"/>
              <a:pathLst>
                <a:path w="671829" h="175895">
                  <a:moveTo>
                    <a:pt x="453047" y="96862"/>
                  </a:moveTo>
                  <a:lnTo>
                    <a:pt x="447979" y="88061"/>
                  </a:lnTo>
                  <a:lnTo>
                    <a:pt x="442290" y="86550"/>
                  </a:lnTo>
                  <a:lnTo>
                    <a:pt x="324408" y="154520"/>
                  </a:lnTo>
                  <a:lnTo>
                    <a:pt x="140246" y="48361"/>
                  </a:lnTo>
                  <a:lnTo>
                    <a:pt x="138950" y="46101"/>
                  </a:lnTo>
                  <a:lnTo>
                    <a:pt x="134112" y="44831"/>
                  </a:lnTo>
                  <a:lnTo>
                    <a:pt x="133731" y="44602"/>
                  </a:lnTo>
                  <a:lnTo>
                    <a:pt x="133489" y="44665"/>
                  </a:lnTo>
                  <a:lnTo>
                    <a:pt x="133273" y="44602"/>
                  </a:lnTo>
                  <a:lnTo>
                    <a:pt x="132880" y="44831"/>
                  </a:lnTo>
                  <a:lnTo>
                    <a:pt x="128041" y="46101"/>
                  </a:lnTo>
                  <a:lnTo>
                    <a:pt x="126720" y="48374"/>
                  </a:lnTo>
                  <a:lnTo>
                    <a:pt x="1498" y="120573"/>
                  </a:lnTo>
                  <a:lnTo>
                    <a:pt x="0" y="126212"/>
                  </a:lnTo>
                  <a:lnTo>
                    <a:pt x="5080" y="135013"/>
                  </a:lnTo>
                  <a:lnTo>
                    <a:pt x="10718" y="136512"/>
                  </a:lnTo>
                  <a:lnTo>
                    <a:pt x="133489" y="65709"/>
                  </a:lnTo>
                  <a:lnTo>
                    <a:pt x="317652" y="171881"/>
                  </a:lnTo>
                  <a:lnTo>
                    <a:pt x="318960" y="174129"/>
                  </a:lnTo>
                  <a:lnTo>
                    <a:pt x="323786" y="175412"/>
                  </a:lnTo>
                  <a:lnTo>
                    <a:pt x="324180" y="175628"/>
                  </a:lnTo>
                  <a:lnTo>
                    <a:pt x="324408" y="175577"/>
                  </a:lnTo>
                  <a:lnTo>
                    <a:pt x="324637" y="175628"/>
                  </a:lnTo>
                  <a:lnTo>
                    <a:pt x="325018" y="175412"/>
                  </a:lnTo>
                  <a:lnTo>
                    <a:pt x="329869" y="174129"/>
                  </a:lnTo>
                  <a:lnTo>
                    <a:pt x="331165" y="171869"/>
                  </a:lnTo>
                  <a:lnTo>
                    <a:pt x="451510" y="102489"/>
                  </a:lnTo>
                  <a:lnTo>
                    <a:pt x="453047" y="96862"/>
                  </a:lnTo>
                  <a:close/>
                </a:path>
                <a:path w="671829" h="175895">
                  <a:moveTo>
                    <a:pt x="565442" y="54737"/>
                  </a:moveTo>
                  <a:lnTo>
                    <a:pt x="551345" y="14605"/>
                  </a:lnTo>
                  <a:lnTo>
                    <a:pt x="543204" y="7962"/>
                  </a:lnTo>
                  <a:lnTo>
                    <a:pt x="543204" y="54737"/>
                  </a:lnTo>
                  <a:lnTo>
                    <a:pt x="542683" y="63423"/>
                  </a:lnTo>
                  <a:lnTo>
                    <a:pt x="522465" y="91795"/>
                  </a:lnTo>
                  <a:lnTo>
                    <a:pt x="505269" y="91795"/>
                  </a:lnTo>
                  <a:lnTo>
                    <a:pt x="484263" y="55753"/>
                  </a:lnTo>
                  <a:lnTo>
                    <a:pt x="484238" y="54737"/>
                  </a:lnTo>
                  <a:lnTo>
                    <a:pt x="484746" y="46405"/>
                  </a:lnTo>
                  <a:lnTo>
                    <a:pt x="504964" y="18376"/>
                  </a:lnTo>
                  <a:lnTo>
                    <a:pt x="522770" y="18376"/>
                  </a:lnTo>
                  <a:lnTo>
                    <a:pt x="543204" y="54737"/>
                  </a:lnTo>
                  <a:lnTo>
                    <a:pt x="543204" y="7962"/>
                  </a:lnTo>
                  <a:lnTo>
                    <a:pt x="534873" y="3644"/>
                  </a:lnTo>
                  <a:lnTo>
                    <a:pt x="524814" y="914"/>
                  </a:lnTo>
                  <a:lnTo>
                    <a:pt x="513562" y="0"/>
                  </a:lnTo>
                  <a:lnTo>
                    <a:pt x="504964" y="0"/>
                  </a:lnTo>
                  <a:lnTo>
                    <a:pt x="497281" y="1397"/>
                  </a:lnTo>
                  <a:lnTo>
                    <a:pt x="490677" y="4216"/>
                  </a:lnTo>
                  <a:lnTo>
                    <a:pt x="485609" y="6299"/>
                  </a:lnTo>
                  <a:lnTo>
                    <a:pt x="480999" y="9486"/>
                  </a:lnTo>
                  <a:lnTo>
                    <a:pt x="476846" y="13817"/>
                  </a:lnTo>
                  <a:lnTo>
                    <a:pt x="472554" y="18122"/>
                  </a:lnTo>
                  <a:lnTo>
                    <a:pt x="461949" y="55753"/>
                  </a:lnTo>
                  <a:lnTo>
                    <a:pt x="462838" y="67779"/>
                  </a:lnTo>
                  <a:lnTo>
                    <a:pt x="483717" y="102031"/>
                  </a:lnTo>
                  <a:lnTo>
                    <a:pt x="513867" y="110197"/>
                  </a:lnTo>
                  <a:lnTo>
                    <a:pt x="525043" y="109283"/>
                  </a:lnTo>
                  <a:lnTo>
                    <a:pt x="535038" y="106553"/>
                  </a:lnTo>
                  <a:lnTo>
                    <a:pt x="543864" y="101993"/>
                  </a:lnTo>
                  <a:lnTo>
                    <a:pt x="551497" y="95618"/>
                  </a:lnTo>
                  <a:lnTo>
                    <a:pt x="554431" y="91795"/>
                  </a:lnTo>
                  <a:lnTo>
                    <a:pt x="557631" y="87630"/>
                  </a:lnTo>
                  <a:lnTo>
                    <a:pt x="562000" y="78232"/>
                  </a:lnTo>
                  <a:lnTo>
                    <a:pt x="564603" y="67449"/>
                  </a:lnTo>
                  <a:lnTo>
                    <a:pt x="565442" y="55753"/>
                  </a:lnTo>
                  <a:lnTo>
                    <a:pt x="565442" y="54737"/>
                  </a:lnTo>
                  <a:close/>
                </a:path>
                <a:path w="671829" h="175895">
                  <a:moveTo>
                    <a:pt x="671296" y="1803"/>
                  </a:moveTo>
                  <a:lnTo>
                    <a:pt x="649643" y="1803"/>
                  </a:lnTo>
                  <a:lnTo>
                    <a:pt x="649643" y="43764"/>
                  </a:lnTo>
                  <a:lnTo>
                    <a:pt x="607402" y="43764"/>
                  </a:lnTo>
                  <a:lnTo>
                    <a:pt x="607402" y="1803"/>
                  </a:lnTo>
                  <a:lnTo>
                    <a:pt x="585901" y="1803"/>
                  </a:lnTo>
                  <a:lnTo>
                    <a:pt x="585901" y="108369"/>
                  </a:lnTo>
                  <a:lnTo>
                    <a:pt x="607402" y="108369"/>
                  </a:lnTo>
                  <a:lnTo>
                    <a:pt x="607402" y="61772"/>
                  </a:lnTo>
                  <a:lnTo>
                    <a:pt x="649643" y="61772"/>
                  </a:lnTo>
                  <a:lnTo>
                    <a:pt x="649643" y="108369"/>
                  </a:lnTo>
                  <a:lnTo>
                    <a:pt x="671296" y="108369"/>
                  </a:lnTo>
                  <a:lnTo>
                    <a:pt x="671296" y="61772"/>
                  </a:lnTo>
                  <a:lnTo>
                    <a:pt x="671296" y="43764"/>
                  </a:lnTo>
                  <a:lnTo>
                    <a:pt x="671296" y="18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1" name="object 71"/>
          <p:cNvGrpSpPr/>
          <p:nvPr/>
        </p:nvGrpSpPr>
        <p:grpSpPr>
          <a:xfrm>
            <a:off x="3637809" y="5783641"/>
            <a:ext cx="810260" cy="145415"/>
            <a:chOff x="3637809" y="5783641"/>
            <a:chExt cx="810260" cy="145415"/>
          </a:xfrm>
        </p:grpSpPr>
        <p:sp>
          <p:nvSpPr>
            <p:cNvPr id="72" name="object 72"/>
            <p:cNvSpPr/>
            <p:nvPr/>
          </p:nvSpPr>
          <p:spPr>
            <a:xfrm>
              <a:off x="3665766" y="5820397"/>
              <a:ext cx="754380" cy="72390"/>
            </a:xfrm>
            <a:custGeom>
              <a:avLst/>
              <a:gdLst/>
              <a:ahLst/>
              <a:cxnLst/>
              <a:rect l="l" t="t" r="r" b="b"/>
              <a:pathLst>
                <a:path w="754379" h="72389">
                  <a:moveTo>
                    <a:pt x="626389" y="0"/>
                  </a:moveTo>
                  <a:lnTo>
                    <a:pt x="0" y="0"/>
                  </a:lnTo>
                  <a:lnTo>
                    <a:pt x="0" y="18402"/>
                  </a:lnTo>
                  <a:lnTo>
                    <a:pt x="626389" y="18402"/>
                  </a:lnTo>
                  <a:lnTo>
                    <a:pt x="626389" y="0"/>
                  </a:lnTo>
                  <a:close/>
                </a:path>
                <a:path w="754379" h="72389">
                  <a:moveTo>
                    <a:pt x="753910" y="53479"/>
                  </a:moveTo>
                  <a:lnTo>
                    <a:pt x="127520" y="53479"/>
                  </a:lnTo>
                  <a:lnTo>
                    <a:pt x="127520" y="71882"/>
                  </a:lnTo>
                  <a:lnTo>
                    <a:pt x="753910" y="71882"/>
                  </a:lnTo>
                  <a:lnTo>
                    <a:pt x="753910" y="5347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3638883" y="5873873"/>
              <a:ext cx="179070" cy="54610"/>
            </a:xfrm>
            <a:custGeom>
              <a:avLst/>
              <a:gdLst/>
              <a:ahLst/>
              <a:cxnLst/>
              <a:rect l="l" t="t" r="r" b="b"/>
              <a:pathLst>
                <a:path w="179070" h="54610">
                  <a:moveTo>
                    <a:pt x="0" y="0"/>
                  </a:moveTo>
                  <a:lnTo>
                    <a:pt x="90331" y="0"/>
                  </a:lnTo>
                  <a:lnTo>
                    <a:pt x="136718" y="0"/>
                  </a:lnTo>
                  <a:lnTo>
                    <a:pt x="153807" y="0"/>
                  </a:lnTo>
                  <a:lnTo>
                    <a:pt x="156249" y="0"/>
                  </a:lnTo>
                  <a:lnTo>
                    <a:pt x="159754" y="20614"/>
                  </a:lnTo>
                  <a:lnTo>
                    <a:pt x="167464" y="37853"/>
                  </a:lnTo>
                  <a:lnTo>
                    <a:pt x="175175" y="49685"/>
                  </a:lnTo>
                  <a:lnTo>
                    <a:pt x="178680" y="54080"/>
                  </a:lnTo>
                  <a:lnTo>
                    <a:pt x="75380" y="22815"/>
                  </a:lnTo>
                  <a:lnTo>
                    <a:pt x="22335" y="6760"/>
                  </a:lnTo>
                  <a:lnTo>
                    <a:pt x="2791" y="8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3638883" y="5873873"/>
              <a:ext cx="179070" cy="54610"/>
            </a:xfrm>
            <a:custGeom>
              <a:avLst/>
              <a:gdLst/>
              <a:ahLst/>
              <a:cxnLst/>
              <a:rect l="l" t="t" r="r" b="b"/>
              <a:pathLst>
                <a:path w="179070" h="54610">
                  <a:moveTo>
                    <a:pt x="156249" y="0"/>
                  </a:moveTo>
                  <a:lnTo>
                    <a:pt x="0" y="0"/>
                  </a:lnTo>
                  <a:lnTo>
                    <a:pt x="178680" y="54080"/>
                  </a:lnTo>
                  <a:lnTo>
                    <a:pt x="175175" y="49685"/>
                  </a:lnTo>
                  <a:lnTo>
                    <a:pt x="167464" y="37853"/>
                  </a:lnTo>
                  <a:lnTo>
                    <a:pt x="159754" y="20614"/>
                  </a:lnTo>
                  <a:lnTo>
                    <a:pt x="15624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4267874" y="5784714"/>
              <a:ext cx="179070" cy="54610"/>
            </a:xfrm>
            <a:custGeom>
              <a:avLst/>
              <a:gdLst/>
              <a:ahLst/>
              <a:cxnLst/>
              <a:rect l="l" t="t" r="r" b="b"/>
              <a:pathLst>
                <a:path w="179070" h="54610">
                  <a:moveTo>
                    <a:pt x="178680" y="54080"/>
                  </a:moveTo>
                  <a:lnTo>
                    <a:pt x="75380" y="22815"/>
                  </a:lnTo>
                  <a:lnTo>
                    <a:pt x="22335" y="6760"/>
                  </a:lnTo>
                  <a:lnTo>
                    <a:pt x="2791" y="845"/>
                  </a:lnTo>
                  <a:lnTo>
                    <a:pt x="0" y="0"/>
                  </a:lnTo>
                  <a:lnTo>
                    <a:pt x="12967" y="25398"/>
                  </a:lnTo>
                  <a:lnTo>
                    <a:pt x="19627" y="39498"/>
                  </a:lnTo>
                  <a:lnTo>
                    <a:pt x="22080" y="47369"/>
                  </a:lnTo>
                  <a:lnTo>
                    <a:pt x="22431" y="54080"/>
                  </a:lnTo>
                  <a:lnTo>
                    <a:pt x="112762" y="54080"/>
                  </a:lnTo>
                  <a:lnTo>
                    <a:pt x="159149" y="54080"/>
                  </a:lnTo>
                  <a:lnTo>
                    <a:pt x="176238" y="54080"/>
                  </a:lnTo>
                  <a:lnTo>
                    <a:pt x="178680" y="5408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4267874" y="5784714"/>
              <a:ext cx="179070" cy="54610"/>
            </a:xfrm>
            <a:custGeom>
              <a:avLst/>
              <a:gdLst/>
              <a:ahLst/>
              <a:cxnLst/>
              <a:rect l="l" t="t" r="r" b="b"/>
              <a:pathLst>
                <a:path w="179070" h="54610">
                  <a:moveTo>
                    <a:pt x="0" y="0"/>
                  </a:moveTo>
                  <a:lnTo>
                    <a:pt x="12967" y="25398"/>
                  </a:lnTo>
                  <a:lnTo>
                    <a:pt x="19627" y="39498"/>
                  </a:lnTo>
                  <a:lnTo>
                    <a:pt x="22080" y="47369"/>
                  </a:lnTo>
                  <a:lnTo>
                    <a:pt x="22431" y="54080"/>
                  </a:lnTo>
                  <a:lnTo>
                    <a:pt x="178680" y="540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7" name="object 77"/>
          <p:cNvGrpSpPr/>
          <p:nvPr/>
        </p:nvGrpSpPr>
        <p:grpSpPr>
          <a:xfrm>
            <a:off x="1387338" y="5322296"/>
            <a:ext cx="2138680" cy="991869"/>
            <a:chOff x="1387338" y="5322296"/>
            <a:chExt cx="2138680" cy="991869"/>
          </a:xfrm>
        </p:grpSpPr>
        <p:sp>
          <p:nvSpPr>
            <p:cNvPr id="78" name="object 78"/>
            <p:cNvSpPr/>
            <p:nvPr/>
          </p:nvSpPr>
          <p:spPr>
            <a:xfrm>
              <a:off x="2021306" y="5586615"/>
              <a:ext cx="826135" cy="462915"/>
            </a:xfrm>
            <a:custGeom>
              <a:avLst/>
              <a:gdLst/>
              <a:ahLst/>
              <a:cxnLst/>
              <a:rect l="l" t="t" r="r" b="b"/>
              <a:pathLst>
                <a:path w="826135" h="462914">
                  <a:moveTo>
                    <a:pt x="64389" y="141605"/>
                  </a:moveTo>
                  <a:lnTo>
                    <a:pt x="60261" y="137477"/>
                  </a:lnTo>
                  <a:lnTo>
                    <a:pt x="50088" y="137477"/>
                  </a:lnTo>
                  <a:lnTo>
                    <a:pt x="45948" y="141605"/>
                  </a:lnTo>
                  <a:lnTo>
                    <a:pt x="45948" y="321170"/>
                  </a:lnTo>
                  <a:lnTo>
                    <a:pt x="50088" y="325285"/>
                  </a:lnTo>
                  <a:lnTo>
                    <a:pt x="60261" y="325285"/>
                  </a:lnTo>
                  <a:lnTo>
                    <a:pt x="64389" y="321170"/>
                  </a:lnTo>
                  <a:lnTo>
                    <a:pt x="64389" y="141605"/>
                  </a:lnTo>
                  <a:close/>
                </a:path>
                <a:path w="826135" h="462914">
                  <a:moveTo>
                    <a:pt x="359613" y="315887"/>
                  </a:moveTo>
                  <a:lnTo>
                    <a:pt x="354533" y="307086"/>
                  </a:lnTo>
                  <a:lnTo>
                    <a:pt x="348894" y="305574"/>
                  </a:lnTo>
                  <a:lnTo>
                    <a:pt x="193103" y="395363"/>
                  </a:lnTo>
                  <a:lnTo>
                    <a:pt x="191604" y="400989"/>
                  </a:lnTo>
                  <a:lnTo>
                    <a:pt x="196684" y="409790"/>
                  </a:lnTo>
                  <a:lnTo>
                    <a:pt x="202323" y="411302"/>
                  </a:lnTo>
                  <a:lnTo>
                    <a:pt x="358114" y="321513"/>
                  </a:lnTo>
                  <a:lnTo>
                    <a:pt x="359613" y="315887"/>
                  </a:lnTo>
                  <a:close/>
                </a:path>
                <a:path w="826135" h="462914">
                  <a:moveTo>
                    <a:pt x="359613" y="146875"/>
                  </a:moveTo>
                  <a:lnTo>
                    <a:pt x="358114" y="141249"/>
                  </a:lnTo>
                  <a:lnTo>
                    <a:pt x="202323" y="51460"/>
                  </a:lnTo>
                  <a:lnTo>
                    <a:pt x="196684" y="52984"/>
                  </a:lnTo>
                  <a:lnTo>
                    <a:pt x="191604" y="61785"/>
                  </a:lnTo>
                  <a:lnTo>
                    <a:pt x="193103" y="67411"/>
                  </a:lnTo>
                  <a:lnTo>
                    <a:pt x="348894" y="157200"/>
                  </a:lnTo>
                  <a:lnTo>
                    <a:pt x="354533" y="155676"/>
                  </a:lnTo>
                  <a:lnTo>
                    <a:pt x="359613" y="146875"/>
                  </a:lnTo>
                  <a:close/>
                </a:path>
                <a:path w="826135" h="462914">
                  <a:moveTo>
                    <a:pt x="716889" y="81241"/>
                  </a:moveTo>
                  <a:lnTo>
                    <a:pt x="715365" y="75615"/>
                  </a:lnTo>
                  <a:lnTo>
                    <a:pt x="591413" y="4191"/>
                  </a:lnTo>
                  <a:lnTo>
                    <a:pt x="590105" y="1905"/>
                  </a:lnTo>
                  <a:lnTo>
                    <a:pt x="585190" y="609"/>
                  </a:lnTo>
                  <a:lnTo>
                    <a:pt x="584860" y="406"/>
                  </a:lnTo>
                  <a:lnTo>
                    <a:pt x="584657" y="469"/>
                  </a:lnTo>
                  <a:lnTo>
                    <a:pt x="584466" y="406"/>
                  </a:lnTo>
                  <a:lnTo>
                    <a:pt x="584123" y="609"/>
                  </a:lnTo>
                  <a:lnTo>
                    <a:pt x="579221" y="1905"/>
                  </a:lnTo>
                  <a:lnTo>
                    <a:pt x="577888" y="4203"/>
                  </a:lnTo>
                  <a:lnTo>
                    <a:pt x="393712" y="110337"/>
                  </a:lnTo>
                  <a:lnTo>
                    <a:pt x="384505" y="105041"/>
                  </a:lnTo>
                  <a:lnTo>
                    <a:pt x="384505" y="126263"/>
                  </a:lnTo>
                  <a:lnTo>
                    <a:pt x="384505" y="336511"/>
                  </a:lnTo>
                  <a:lnTo>
                    <a:pt x="202120" y="441629"/>
                  </a:lnTo>
                  <a:lnTo>
                    <a:pt x="19761" y="336511"/>
                  </a:lnTo>
                  <a:lnTo>
                    <a:pt x="19761" y="126263"/>
                  </a:lnTo>
                  <a:lnTo>
                    <a:pt x="202120" y="21158"/>
                  </a:lnTo>
                  <a:lnTo>
                    <a:pt x="384505" y="126263"/>
                  </a:lnTo>
                  <a:lnTo>
                    <a:pt x="384505" y="105041"/>
                  </a:lnTo>
                  <a:lnTo>
                    <a:pt x="208864" y="3784"/>
                  </a:lnTo>
                  <a:lnTo>
                    <a:pt x="207568" y="1524"/>
                  </a:lnTo>
                  <a:lnTo>
                    <a:pt x="202666" y="203"/>
                  </a:lnTo>
                  <a:lnTo>
                    <a:pt x="202323" y="0"/>
                  </a:lnTo>
                  <a:lnTo>
                    <a:pt x="202120" y="63"/>
                  </a:lnTo>
                  <a:lnTo>
                    <a:pt x="201930" y="0"/>
                  </a:lnTo>
                  <a:lnTo>
                    <a:pt x="201574" y="203"/>
                  </a:lnTo>
                  <a:lnTo>
                    <a:pt x="196684" y="1524"/>
                  </a:lnTo>
                  <a:lnTo>
                    <a:pt x="195376" y="3771"/>
                  </a:lnTo>
                  <a:lnTo>
                    <a:pt x="8064" y="111760"/>
                  </a:lnTo>
                  <a:lnTo>
                    <a:pt x="5435" y="111760"/>
                  </a:lnTo>
                  <a:lnTo>
                    <a:pt x="1816" y="115366"/>
                  </a:lnTo>
                  <a:lnTo>
                    <a:pt x="1524" y="115531"/>
                  </a:lnTo>
                  <a:lnTo>
                    <a:pt x="1473" y="115709"/>
                  </a:lnTo>
                  <a:lnTo>
                    <a:pt x="1320" y="115862"/>
                  </a:lnTo>
                  <a:lnTo>
                    <a:pt x="1320" y="116293"/>
                  </a:lnTo>
                  <a:lnTo>
                    <a:pt x="0" y="121158"/>
                  </a:lnTo>
                  <a:lnTo>
                    <a:pt x="1320" y="123444"/>
                  </a:lnTo>
                  <a:lnTo>
                    <a:pt x="1320" y="339344"/>
                  </a:lnTo>
                  <a:lnTo>
                    <a:pt x="0" y="341617"/>
                  </a:lnTo>
                  <a:lnTo>
                    <a:pt x="1320" y="346506"/>
                  </a:lnTo>
                  <a:lnTo>
                    <a:pt x="1320" y="346900"/>
                  </a:lnTo>
                  <a:lnTo>
                    <a:pt x="1460" y="347052"/>
                  </a:lnTo>
                  <a:lnTo>
                    <a:pt x="1524" y="347256"/>
                  </a:lnTo>
                  <a:lnTo>
                    <a:pt x="1879" y="347472"/>
                  </a:lnTo>
                  <a:lnTo>
                    <a:pt x="5435" y="351028"/>
                  </a:lnTo>
                  <a:lnTo>
                    <a:pt x="8064" y="351028"/>
                  </a:lnTo>
                  <a:lnTo>
                    <a:pt x="195376" y="458990"/>
                  </a:lnTo>
                  <a:lnTo>
                    <a:pt x="196684" y="461251"/>
                  </a:lnTo>
                  <a:lnTo>
                    <a:pt x="201587" y="462572"/>
                  </a:lnTo>
                  <a:lnTo>
                    <a:pt x="201930" y="462762"/>
                  </a:lnTo>
                  <a:lnTo>
                    <a:pt x="202120" y="462711"/>
                  </a:lnTo>
                  <a:lnTo>
                    <a:pt x="202323" y="462762"/>
                  </a:lnTo>
                  <a:lnTo>
                    <a:pt x="202653" y="462572"/>
                  </a:lnTo>
                  <a:lnTo>
                    <a:pt x="207568" y="461251"/>
                  </a:lnTo>
                  <a:lnTo>
                    <a:pt x="208876" y="458990"/>
                  </a:lnTo>
                  <a:lnTo>
                    <a:pt x="396189" y="351028"/>
                  </a:lnTo>
                  <a:lnTo>
                    <a:pt x="398805" y="351028"/>
                  </a:lnTo>
                  <a:lnTo>
                    <a:pt x="402374" y="347472"/>
                  </a:lnTo>
                  <a:lnTo>
                    <a:pt x="402742" y="347256"/>
                  </a:lnTo>
                  <a:lnTo>
                    <a:pt x="402793" y="347052"/>
                  </a:lnTo>
                  <a:lnTo>
                    <a:pt x="402945" y="346900"/>
                  </a:lnTo>
                  <a:lnTo>
                    <a:pt x="402945" y="346506"/>
                  </a:lnTo>
                  <a:lnTo>
                    <a:pt x="404253" y="341617"/>
                  </a:lnTo>
                  <a:lnTo>
                    <a:pt x="402945" y="339356"/>
                  </a:lnTo>
                  <a:lnTo>
                    <a:pt x="402945" y="126263"/>
                  </a:lnTo>
                  <a:lnTo>
                    <a:pt x="584657" y="21539"/>
                  </a:lnTo>
                  <a:lnTo>
                    <a:pt x="706145" y="91554"/>
                  </a:lnTo>
                  <a:lnTo>
                    <a:pt x="711784" y="90055"/>
                  </a:lnTo>
                  <a:lnTo>
                    <a:pt x="716889" y="81241"/>
                  </a:lnTo>
                  <a:close/>
                </a:path>
                <a:path w="826135" h="462914">
                  <a:moveTo>
                    <a:pt x="825830" y="120573"/>
                  </a:moveTo>
                  <a:lnTo>
                    <a:pt x="824979" y="108788"/>
                  </a:lnTo>
                  <a:lnTo>
                    <a:pt x="822325" y="97904"/>
                  </a:lnTo>
                  <a:lnTo>
                    <a:pt x="817892" y="88455"/>
                  </a:lnTo>
                  <a:lnTo>
                    <a:pt x="814616" y="84226"/>
                  </a:lnTo>
                  <a:lnTo>
                    <a:pt x="811695" y="80429"/>
                  </a:lnTo>
                  <a:lnTo>
                    <a:pt x="804024" y="74041"/>
                  </a:lnTo>
                  <a:lnTo>
                    <a:pt x="803579" y="73812"/>
                  </a:lnTo>
                  <a:lnTo>
                    <a:pt x="803579" y="120573"/>
                  </a:lnTo>
                  <a:lnTo>
                    <a:pt x="803071" y="129260"/>
                  </a:lnTo>
                  <a:lnTo>
                    <a:pt x="782751" y="157657"/>
                  </a:lnTo>
                  <a:lnTo>
                    <a:pt x="765556" y="157657"/>
                  </a:lnTo>
                  <a:lnTo>
                    <a:pt x="744550" y="121602"/>
                  </a:lnTo>
                  <a:lnTo>
                    <a:pt x="744524" y="120573"/>
                  </a:lnTo>
                  <a:lnTo>
                    <a:pt x="745020" y="112255"/>
                  </a:lnTo>
                  <a:lnTo>
                    <a:pt x="765263" y="84226"/>
                  </a:lnTo>
                  <a:lnTo>
                    <a:pt x="783043" y="84226"/>
                  </a:lnTo>
                  <a:lnTo>
                    <a:pt x="803579" y="120573"/>
                  </a:lnTo>
                  <a:lnTo>
                    <a:pt x="803579" y="73812"/>
                  </a:lnTo>
                  <a:lnTo>
                    <a:pt x="795172" y="69481"/>
                  </a:lnTo>
                  <a:lnTo>
                    <a:pt x="785139" y="66738"/>
                  </a:lnTo>
                  <a:lnTo>
                    <a:pt x="773938" y="65836"/>
                  </a:lnTo>
                  <a:lnTo>
                    <a:pt x="765251" y="65836"/>
                  </a:lnTo>
                  <a:lnTo>
                    <a:pt x="729602" y="88823"/>
                  </a:lnTo>
                  <a:lnTo>
                    <a:pt x="722299" y="121602"/>
                  </a:lnTo>
                  <a:lnTo>
                    <a:pt x="723176" y="133642"/>
                  </a:lnTo>
                  <a:lnTo>
                    <a:pt x="743991" y="167894"/>
                  </a:lnTo>
                  <a:lnTo>
                    <a:pt x="774230" y="176047"/>
                  </a:lnTo>
                  <a:lnTo>
                    <a:pt x="785393" y="175145"/>
                  </a:lnTo>
                  <a:lnTo>
                    <a:pt x="795375" y="172415"/>
                  </a:lnTo>
                  <a:lnTo>
                    <a:pt x="804189" y="167855"/>
                  </a:lnTo>
                  <a:lnTo>
                    <a:pt x="811809" y="161480"/>
                  </a:lnTo>
                  <a:lnTo>
                    <a:pt x="814743" y="157657"/>
                  </a:lnTo>
                  <a:lnTo>
                    <a:pt x="817956" y="153479"/>
                  </a:lnTo>
                  <a:lnTo>
                    <a:pt x="822350" y="144081"/>
                  </a:lnTo>
                  <a:lnTo>
                    <a:pt x="824979" y="133286"/>
                  </a:lnTo>
                  <a:lnTo>
                    <a:pt x="825817" y="121602"/>
                  </a:lnTo>
                  <a:lnTo>
                    <a:pt x="825830" y="1205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2552682" y="5322296"/>
              <a:ext cx="103530" cy="110217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1387335" y="5452821"/>
              <a:ext cx="1250315" cy="596265"/>
            </a:xfrm>
            <a:custGeom>
              <a:avLst/>
              <a:gdLst/>
              <a:ahLst/>
              <a:cxnLst/>
              <a:rect l="l" t="t" r="r" b="b"/>
              <a:pathLst>
                <a:path w="1250314" h="596264">
                  <a:moveTo>
                    <a:pt x="103124" y="422300"/>
                  </a:moveTo>
                  <a:lnTo>
                    <a:pt x="70789" y="422300"/>
                  </a:lnTo>
                  <a:lnTo>
                    <a:pt x="51638" y="495020"/>
                  </a:lnTo>
                  <a:lnTo>
                    <a:pt x="38303" y="444982"/>
                  </a:lnTo>
                  <a:lnTo>
                    <a:pt x="32258" y="422300"/>
                  </a:lnTo>
                  <a:lnTo>
                    <a:pt x="0" y="422300"/>
                  </a:lnTo>
                  <a:lnTo>
                    <a:pt x="0" y="528904"/>
                  </a:lnTo>
                  <a:lnTo>
                    <a:pt x="20027" y="528904"/>
                  </a:lnTo>
                  <a:lnTo>
                    <a:pt x="20027" y="444982"/>
                  </a:lnTo>
                  <a:lnTo>
                    <a:pt x="41148" y="528904"/>
                  </a:lnTo>
                  <a:lnTo>
                    <a:pt x="61899" y="528904"/>
                  </a:lnTo>
                  <a:lnTo>
                    <a:pt x="70459" y="495020"/>
                  </a:lnTo>
                  <a:lnTo>
                    <a:pt x="83096" y="444982"/>
                  </a:lnTo>
                  <a:lnTo>
                    <a:pt x="83096" y="528904"/>
                  </a:lnTo>
                  <a:lnTo>
                    <a:pt x="103124" y="528904"/>
                  </a:lnTo>
                  <a:lnTo>
                    <a:pt x="103124" y="444982"/>
                  </a:lnTo>
                  <a:lnTo>
                    <a:pt x="103124" y="422300"/>
                  </a:lnTo>
                  <a:close/>
                </a:path>
                <a:path w="1250314" h="596264">
                  <a:moveTo>
                    <a:pt x="194386" y="496189"/>
                  </a:moveTo>
                  <a:lnTo>
                    <a:pt x="187706" y="465569"/>
                  </a:lnTo>
                  <a:lnTo>
                    <a:pt x="184848" y="461302"/>
                  </a:lnTo>
                  <a:lnTo>
                    <a:pt x="179400" y="456336"/>
                  </a:lnTo>
                  <a:lnTo>
                    <a:pt x="174066" y="453364"/>
                  </a:lnTo>
                  <a:lnTo>
                    <a:pt x="174066" y="483666"/>
                  </a:lnTo>
                  <a:lnTo>
                    <a:pt x="143484" y="483666"/>
                  </a:lnTo>
                  <a:lnTo>
                    <a:pt x="143548" y="477761"/>
                  </a:lnTo>
                  <a:lnTo>
                    <a:pt x="144868" y="473684"/>
                  </a:lnTo>
                  <a:lnTo>
                    <a:pt x="150685" y="467194"/>
                  </a:lnTo>
                  <a:lnTo>
                    <a:pt x="154381" y="465569"/>
                  </a:lnTo>
                  <a:lnTo>
                    <a:pt x="163029" y="465569"/>
                  </a:lnTo>
                  <a:lnTo>
                    <a:pt x="166560" y="467106"/>
                  </a:lnTo>
                  <a:lnTo>
                    <a:pt x="172402" y="473265"/>
                  </a:lnTo>
                  <a:lnTo>
                    <a:pt x="173913" y="477761"/>
                  </a:lnTo>
                  <a:lnTo>
                    <a:pt x="174066" y="483666"/>
                  </a:lnTo>
                  <a:lnTo>
                    <a:pt x="174066" y="453364"/>
                  </a:lnTo>
                  <a:lnTo>
                    <a:pt x="173037" y="452780"/>
                  </a:lnTo>
                  <a:lnTo>
                    <a:pt x="165773" y="450646"/>
                  </a:lnTo>
                  <a:lnTo>
                    <a:pt x="157607" y="449935"/>
                  </a:lnTo>
                  <a:lnTo>
                    <a:pt x="150253" y="450621"/>
                  </a:lnTo>
                  <a:lnTo>
                    <a:pt x="122770" y="481787"/>
                  </a:lnTo>
                  <a:lnTo>
                    <a:pt x="122148" y="490880"/>
                  </a:lnTo>
                  <a:lnTo>
                    <a:pt x="122618" y="498563"/>
                  </a:lnTo>
                  <a:lnTo>
                    <a:pt x="150215" y="529818"/>
                  </a:lnTo>
                  <a:lnTo>
                    <a:pt x="159651" y="530644"/>
                  </a:lnTo>
                  <a:lnTo>
                    <a:pt x="168148" y="530644"/>
                  </a:lnTo>
                  <a:lnTo>
                    <a:pt x="193294" y="507733"/>
                  </a:lnTo>
                  <a:lnTo>
                    <a:pt x="172910" y="504329"/>
                  </a:lnTo>
                  <a:lnTo>
                    <a:pt x="171780" y="508190"/>
                  </a:lnTo>
                  <a:lnTo>
                    <a:pt x="170141" y="511009"/>
                  </a:lnTo>
                  <a:lnTo>
                    <a:pt x="165760" y="514489"/>
                  </a:lnTo>
                  <a:lnTo>
                    <a:pt x="163068" y="515366"/>
                  </a:lnTo>
                  <a:lnTo>
                    <a:pt x="155155" y="515366"/>
                  </a:lnTo>
                  <a:lnTo>
                    <a:pt x="151231" y="513676"/>
                  </a:lnTo>
                  <a:lnTo>
                    <a:pt x="144907" y="506945"/>
                  </a:lnTo>
                  <a:lnTo>
                    <a:pt x="143256" y="502246"/>
                  </a:lnTo>
                  <a:lnTo>
                    <a:pt x="143116" y="496189"/>
                  </a:lnTo>
                  <a:lnTo>
                    <a:pt x="194386" y="496189"/>
                  </a:lnTo>
                  <a:close/>
                </a:path>
                <a:path w="1250314" h="596264">
                  <a:moveTo>
                    <a:pt x="312851" y="475234"/>
                  </a:moveTo>
                  <a:lnTo>
                    <a:pt x="298716" y="435089"/>
                  </a:lnTo>
                  <a:lnTo>
                    <a:pt x="290601" y="428472"/>
                  </a:lnTo>
                  <a:lnTo>
                    <a:pt x="290601" y="475234"/>
                  </a:lnTo>
                  <a:lnTo>
                    <a:pt x="290093" y="483920"/>
                  </a:lnTo>
                  <a:lnTo>
                    <a:pt x="269773" y="512318"/>
                  </a:lnTo>
                  <a:lnTo>
                    <a:pt x="252577" y="512318"/>
                  </a:lnTo>
                  <a:lnTo>
                    <a:pt x="231584" y="476262"/>
                  </a:lnTo>
                  <a:lnTo>
                    <a:pt x="231546" y="475234"/>
                  </a:lnTo>
                  <a:lnTo>
                    <a:pt x="232041" y="466915"/>
                  </a:lnTo>
                  <a:lnTo>
                    <a:pt x="252285" y="438886"/>
                  </a:lnTo>
                  <a:lnTo>
                    <a:pt x="270065" y="438886"/>
                  </a:lnTo>
                  <a:lnTo>
                    <a:pt x="290601" y="475234"/>
                  </a:lnTo>
                  <a:lnTo>
                    <a:pt x="290601" y="428472"/>
                  </a:lnTo>
                  <a:lnTo>
                    <a:pt x="282194" y="424141"/>
                  </a:lnTo>
                  <a:lnTo>
                    <a:pt x="272161" y="421398"/>
                  </a:lnTo>
                  <a:lnTo>
                    <a:pt x="260959" y="420497"/>
                  </a:lnTo>
                  <a:lnTo>
                    <a:pt x="252272" y="420497"/>
                  </a:lnTo>
                  <a:lnTo>
                    <a:pt x="216623" y="443484"/>
                  </a:lnTo>
                  <a:lnTo>
                    <a:pt x="209321" y="476262"/>
                  </a:lnTo>
                  <a:lnTo>
                    <a:pt x="210197" y="488302"/>
                  </a:lnTo>
                  <a:lnTo>
                    <a:pt x="231013" y="522554"/>
                  </a:lnTo>
                  <a:lnTo>
                    <a:pt x="261251" y="530707"/>
                  </a:lnTo>
                  <a:lnTo>
                    <a:pt x="272415" y="529793"/>
                  </a:lnTo>
                  <a:lnTo>
                    <a:pt x="282409" y="527075"/>
                  </a:lnTo>
                  <a:lnTo>
                    <a:pt x="291211" y="522516"/>
                  </a:lnTo>
                  <a:lnTo>
                    <a:pt x="298831" y="516140"/>
                  </a:lnTo>
                  <a:lnTo>
                    <a:pt x="301764" y="512318"/>
                  </a:lnTo>
                  <a:lnTo>
                    <a:pt x="304977" y="508139"/>
                  </a:lnTo>
                  <a:lnTo>
                    <a:pt x="309372" y="498741"/>
                  </a:lnTo>
                  <a:lnTo>
                    <a:pt x="312000" y="487946"/>
                  </a:lnTo>
                  <a:lnTo>
                    <a:pt x="312851" y="476262"/>
                  </a:lnTo>
                  <a:lnTo>
                    <a:pt x="312851" y="475234"/>
                  </a:lnTo>
                  <a:close/>
                </a:path>
                <a:path w="1250314" h="596264">
                  <a:moveTo>
                    <a:pt x="655027" y="475411"/>
                  </a:moveTo>
                  <a:lnTo>
                    <a:pt x="649947" y="466610"/>
                  </a:lnTo>
                  <a:lnTo>
                    <a:pt x="644309" y="465099"/>
                  </a:lnTo>
                  <a:lnTo>
                    <a:pt x="444550" y="580237"/>
                  </a:lnTo>
                  <a:lnTo>
                    <a:pt x="443039" y="585863"/>
                  </a:lnTo>
                  <a:lnTo>
                    <a:pt x="448132" y="594664"/>
                  </a:lnTo>
                  <a:lnTo>
                    <a:pt x="453771" y="596163"/>
                  </a:lnTo>
                  <a:lnTo>
                    <a:pt x="653529" y="481050"/>
                  </a:lnTo>
                  <a:lnTo>
                    <a:pt x="655027" y="475411"/>
                  </a:lnTo>
                  <a:close/>
                </a:path>
                <a:path w="1250314" h="596264">
                  <a:moveTo>
                    <a:pt x="1205534" y="4114"/>
                  </a:moveTo>
                  <a:lnTo>
                    <a:pt x="1201394" y="0"/>
                  </a:lnTo>
                  <a:lnTo>
                    <a:pt x="1191209" y="0"/>
                  </a:lnTo>
                  <a:lnTo>
                    <a:pt x="1187094" y="4114"/>
                  </a:lnTo>
                  <a:lnTo>
                    <a:pt x="1187094" y="162648"/>
                  </a:lnTo>
                  <a:lnTo>
                    <a:pt x="1191209" y="166776"/>
                  </a:lnTo>
                  <a:lnTo>
                    <a:pt x="1201394" y="166776"/>
                  </a:lnTo>
                  <a:lnTo>
                    <a:pt x="1205534" y="162648"/>
                  </a:lnTo>
                  <a:lnTo>
                    <a:pt x="1205534" y="4114"/>
                  </a:lnTo>
                  <a:close/>
                </a:path>
                <a:path w="1250314" h="596264">
                  <a:moveTo>
                    <a:pt x="1250162" y="4114"/>
                  </a:moveTo>
                  <a:lnTo>
                    <a:pt x="1246047" y="0"/>
                  </a:lnTo>
                  <a:lnTo>
                    <a:pt x="1235862" y="0"/>
                  </a:lnTo>
                  <a:lnTo>
                    <a:pt x="1231722" y="4114"/>
                  </a:lnTo>
                  <a:lnTo>
                    <a:pt x="1231722" y="162648"/>
                  </a:lnTo>
                  <a:lnTo>
                    <a:pt x="1235862" y="166776"/>
                  </a:lnTo>
                  <a:lnTo>
                    <a:pt x="1246047" y="166776"/>
                  </a:lnTo>
                  <a:lnTo>
                    <a:pt x="1250162" y="162648"/>
                  </a:lnTo>
                  <a:lnTo>
                    <a:pt x="1250162" y="41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1709858" y="5958491"/>
              <a:ext cx="181286" cy="355182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2854261" y="5542394"/>
              <a:ext cx="671830" cy="175895"/>
            </a:xfrm>
            <a:custGeom>
              <a:avLst/>
              <a:gdLst/>
              <a:ahLst/>
              <a:cxnLst/>
              <a:rect l="l" t="t" r="r" b="b"/>
              <a:pathLst>
                <a:path w="671829" h="175895">
                  <a:moveTo>
                    <a:pt x="453224" y="96888"/>
                  </a:moveTo>
                  <a:lnTo>
                    <a:pt x="447992" y="88087"/>
                  </a:lnTo>
                  <a:lnTo>
                    <a:pt x="442468" y="86588"/>
                  </a:lnTo>
                  <a:lnTo>
                    <a:pt x="324472" y="154533"/>
                  </a:lnTo>
                  <a:lnTo>
                    <a:pt x="140309" y="48361"/>
                  </a:lnTo>
                  <a:lnTo>
                    <a:pt x="139026" y="46126"/>
                  </a:lnTo>
                  <a:lnTo>
                    <a:pt x="134200" y="44843"/>
                  </a:lnTo>
                  <a:lnTo>
                    <a:pt x="133807" y="44602"/>
                  </a:lnTo>
                  <a:lnTo>
                    <a:pt x="133565" y="44665"/>
                  </a:lnTo>
                  <a:lnTo>
                    <a:pt x="133350" y="44602"/>
                  </a:lnTo>
                  <a:lnTo>
                    <a:pt x="132943" y="44843"/>
                  </a:lnTo>
                  <a:lnTo>
                    <a:pt x="128117" y="46126"/>
                  </a:lnTo>
                  <a:lnTo>
                    <a:pt x="126822" y="48374"/>
                  </a:lnTo>
                  <a:lnTo>
                    <a:pt x="1511" y="120624"/>
                  </a:lnTo>
                  <a:lnTo>
                    <a:pt x="0" y="126238"/>
                  </a:lnTo>
                  <a:lnTo>
                    <a:pt x="5092" y="135039"/>
                  </a:lnTo>
                  <a:lnTo>
                    <a:pt x="10731" y="136563"/>
                  </a:lnTo>
                  <a:lnTo>
                    <a:pt x="133578" y="65747"/>
                  </a:lnTo>
                  <a:lnTo>
                    <a:pt x="317779" y="171919"/>
                  </a:lnTo>
                  <a:lnTo>
                    <a:pt x="319087" y="174180"/>
                  </a:lnTo>
                  <a:lnTo>
                    <a:pt x="324040" y="175526"/>
                  </a:lnTo>
                  <a:lnTo>
                    <a:pt x="324319" y="175679"/>
                  </a:lnTo>
                  <a:lnTo>
                    <a:pt x="324472" y="175641"/>
                  </a:lnTo>
                  <a:lnTo>
                    <a:pt x="324624" y="175679"/>
                  </a:lnTo>
                  <a:lnTo>
                    <a:pt x="324878" y="175539"/>
                  </a:lnTo>
                  <a:lnTo>
                    <a:pt x="329996" y="174180"/>
                  </a:lnTo>
                  <a:lnTo>
                    <a:pt x="331368" y="171805"/>
                  </a:lnTo>
                  <a:lnTo>
                    <a:pt x="451688" y="102527"/>
                  </a:lnTo>
                  <a:lnTo>
                    <a:pt x="453224" y="96888"/>
                  </a:lnTo>
                  <a:close/>
                </a:path>
                <a:path w="671829" h="175895">
                  <a:moveTo>
                    <a:pt x="565645" y="54749"/>
                  </a:moveTo>
                  <a:lnTo>
                    <a:pt x="551548" y="14605"/>
                  </a:lnTo>
                  <a:lnTo>
                    <a:pt x="543407" y="7988"/>
                  </a:lnTo>
                  <a:lnTo>
                    <a:pt x="543407" y="54749"/>
                  </a:lnTo>
                  <a:lnTo>
                    <a:pt x="542886" y="63436"/>
                  </a:lnTo>
                  <a:lnTo>
                    <a:pt x="522668" y="91833"/>
                  </a:lnTo>
                  <a:lnTo>
                    <a:pt x="505460" y="91833"/>
                  </a:lnTo>
                  <a:lnTo>
                    <a:pt x="484454" y="55778"/>
                  </a:lnTo>
                  <a:lnTo>
                    <a:pt x="484428" y="54749"/>
                  </a:lnTo>
                  <a:lnTo>
                    <a:pt x="484898" y="46418"/>
                  </a:lnTo>
                  <a:lnTo>
                    <a:pt x="505142" y="18389"/>
                  </a:lnTo>
                  <a:lnTo>
                    <a:pt x="522820" y="18389"/>
                  </a:lnTo>
                  <a:lnTo>
                    <a:pt x="543407" y="54749"/>
                  </a:lnTo>
                  <a:lnTo>
                    <a:pt x="543407" y="7988"/>
                  </a:lnTo>
                  <a:lnTo>
                    <a:pt x="535012" y="3657"/>
                  </a:lnTo>
                  <a:lnTo>
                    <a:pt x="524992" y="914"/>
                  </a:lnTo>
                  <a:lnTo>
                    <a:pt x="513753" y="0"/>
                  </a:lnTo>
                  <a:lnTo>
                    <a:pt x="505142" y="0"/>
                  </a:lnTo>
                  <a:lnTo>
                    <a:pt x="497471" y="1397"/>
                  </a:lnTo>
                  <a:lnTo>
                    <a:pt x="485787" y="6299"/>
                  </a:lnTo>
                  <a:lnTo>
                    <a:pt x="481177" y="9499"/>
                  </a:lnTo>
                  <a:lnTo>
                    <a:pt x="477037" y="13804"/>
                  </a:lnTo>
                  <a:lnTo>
                    <a:pt x="472732" y="18135"/>
                  </a:lnTo>
                  <a:lnTo>
                    <a:pt x="462127" y="55778"/>
                  </a:lnTo>
                  <a:lnTo>
                    <a:pt x="463016" y="67818"/>
                  </a:lnTo>
                  <a:lnTo>
                    <a:pt x="483895" y="102069"/>
                  </a:lnTo>
                  <a:lnTo>
                    <a:pt x="514057" y="110223"/>
                  </a:lnTo>
                  <a:lnTo>
                    <a:pt x="525233" y="109308"/>
                  </a:lnTo>
                  <a:lnTo>
                    <a:pt x="557834" y="87655"/>
                  </a:lnTo>
                  <a:lnTo>
                    <a:pt x="565645" y="55778"/>
                  </a:lnTo>
                  <a:lnTo>
                    <a:pt x="565645" y="54749"/>
                  </a:lnTo>
                  <a:close/>
                </a:path>
                <a:path w="671829" h="175895">
                  <a:moveTo>
                    <a:pt x="671537" y="1816"/>
                  </a:moveTo>
                  <a:lnTo>
                    <a:pt x="649871" y="1816"/>
                  </a:lnTo>
                  <a:lnTo>
                    <a:pt x="649871" y="43764"/>
                  </a:lnTo>
                  <a:lnTo>
                    <a:pt x="607618" y="43764"/>
                  </a:lnTo>
                  <a:lnTo>
                    <a:pt x="607618" y="1816"/>
                  </a:lnTo>
                  <a:lnTo>
                    <a:pt x="586117" y="1816"/>
                  </a:lnTo>
                  <a:lnTo>
                    <a:pt x="586117" y="108407"/>
                  </a:lnTo>
                  <a:lnTo>
                    <a:pt x="607618" y="108407"/>
                  </a:lnTo>
                  <a:lnTo>
                    <a:pt x="607618" y="61798"/>
                  </a:lnTo>
                  <a:lnTo>
                    <a:pt x="649871" y="61798"/>
                  </a:lnTo>
                  <a:lnTo>
                    <a:pt x="649871" y="108407"/>
                  </a:lnTo>
                  <a:lnTo>
                    <a:pt x="671537" y="108407"/>
                  </a:lnTo>
                  <a:lnTo>
                    <a:pt x="671537" y="61798"/>
                  </a:lnTo>
                  <a:lnTo>
                    <a:pt x="671537" y="43764"/>
                  </a:lnTo>
                  <a:lnTo>
                    <a:pt x="671537" y="18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3" name="object 83"/>
          <p:cNvSpPr/>
          <p:nvPr/>
        </p:nvSpPr>
        <p:spPr>
          <a:xfrm>
            <a:off x="3950305" y="5508045"/>
            <a:ext cx="276541" cy="230563"/>
          </a:xfrm>
          <a:prstGeom prst="rect">
            <a:avLst/>
          </a:prstGeom>
          <a:blipFill>
            <a:blip r:embed="rId2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4" name="object 84"/>
          <p:cNvSpPr txBox="1"/>
          <p:nvPr/>
        </p:nvSpPr>
        <p:spPr>
          <a:xfrm>
            <a:off x="7517003" y="934973"/>
            <a:ext cx="4165600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000FF"/>
                </a:solidFill>
                <a:latin typeface="Arial"/>
                <a:cs typeface="Arial"/>
              </a:rPr>
              <a:t>Transesterification: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easier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to </a:t>
            </a:r>
            <a:r>
              <a:rPr sz="1800" b="1" spc="-15" dirty="0">
                <a:solidFill>
                  <a:srgbClr val="0000FF"/>
                </a:solidFill>
                <a:latin typeface="Arial"/>
                <a:cs typeface="Arial"/>
              </a:rPr>
              <a:t>remove 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MeOH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than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H</a:t>
            </a:r>
            <a:r>
              <a:rPr sz="1800" b="1" spc="-7" baseline="-20833" dirty="0">
                <a:solidFill>
                  <a:srgbClr val="0000FF"/>
                </a:solidFill>
                <a:latin typeface="Arial"/>
                <a:cs typeface="Arial"/>
              </a:rPr>
              <a:t>2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O </a:t>
            </a:r>
            <a:r>
              <a:rPr sz="1800" b="1" spc="5" dirty="0">
                <a:solidFill>
                  <a:srgbClr val="0000FF"/>
                </a:solidFill>
                <a:latin typeface="Arial"/>
                <a:cs typeface="Arial"/>
              </a:rPr>
              <a:t>(lower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boiling point,  and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also ester more </a:t>
            </a:r>
            <a:r>
              <a:rPr sz="1800" b="1" spc="-10" dirty="0">
                <a:solidFill>
                  <a:srgbClr val="0000FF"/>
                </a:solidFill>
                <a:latin typeface="Arial"/>
                <a:cs typeface="Arial"/>
              </a:rPr>
              <a:t>reactive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than 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carboxylic acid): Commercial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route to 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PET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85" name="object 85"/>
          <p:cNvGrpSpPr/>
          <p:nvPr/>
        </p:nvGrpSpPr>
        <p:grpSpPr>
          <a:xfrm>
            <a:off x="8109783" y="5051297"/>
            <a:ext cx="1843405" cy="1466215"/>
            <a:chOff x="8109783" y="5051297"/>
            <a:chExt cx="1843405" cy="1466215"/>
          </a:xfrm>
        </p:grpSpPr>
        <p:sp>
          <p:nvSpPr>
            <p:cNvPr id="86" name="object 86"/>
            <p:cNvSpPr/>
            <p:nvPr/>
          </p:nvSpPr>
          <p:spPr>
            <a:xfrm>
              <a:off x="8509099" y="6201629"/>
              <a:ext cx="103505" cy="110489"/>
            </a:xfrm>
            <a:custGeom>
              <a:avLst/>
              <a:gdLst/>
              <a:ahLst/>
              <a:cxnLst/>
              <a:rect l="l" t="t" r="r" b="b"/>
              <a:pathLst>
                <a:path w="103504" h="110489">
                  <a:moveTo>
                    <a:pt x="51513" y="0"/>
                  </a:moveTo>
                  <a:lnTo>
                    <a:pt x="42838" y="0"/>
                  </a:lnTo>
                  <a:lnTo>
                    <a:pt x="35190" y="1413"/>
                  </a:lnTo>
                  <a:lnTo>
                    <a:pt x="4873" y="28475"/>
                  </a:lnTo>
                  <a:lnTo>
                    <a:pt x="0" y="55845"/>
                  </a:lnTo>
                  <a:lnTo>
                    <a:pt x="876" y="67902"/>
                  </a:lnTo>
                  <a:lnTo>
                    <a:pt x="21645" y="102214"/>
                  </a:lnTo>
                  <a:lnTo>
                    <a:pt x="51804" y="110385"/>
                  </a:lnTo>
                  <a:lnTo>
                    <a:pt x="62949" y="109472"/>
                  </a:lnTo>
                  <a:lnTo>
                    <a:pt x="72911" y="106735"/>
                  </a:lnTo>
                  <a:lnTo>
                    <a:pt x="81692" y="102175"/>
                  </a:lnTo>
                  <a:lnTo>
                    <a:pt x="89293" y="95794"/>
                  </a:lnTo>
                  <a:lnTo>
                    <a:pt x="92224" y="91970"/>
                  </a:lnTo>
                  <a:lnTo>
                    <a:pt x="43160" y="91970"/>
                  </a:lnTo>
                  <a:lnTo>
                    <a:pt x="36094" y="88852"/>
                  </a:lnTo>
                  <a:lnTo>
                    <a:pt x="22179" y="54831"/>
                  </a:lnTo>
                  <a:lnTo>
                    <a:pt x="22671" y="46489"/>
                  </a:lnTo>
                  <a:lnTo>
                    <a:pt x="42868" y="18430"/>
                  </a:lnTo>
                  <a:lnTo>
                    <a:pt x="92107" y="18430"/>
                  </a:lnTo>
                  <a:lnTo>
                    <a:pt x="89186" y="14637"/>
                  </a:lnTo>
                  <a:lnTo>
                    <a:pt x="81530" y="8235"/>
                  </a:lnTo>
                  <a:lnTo>
                    <a:pt x="72700" y="3661"/>
                  </a:lnTo>
                  <a:lnTo>
                    <a:pt x="62695" y="915"/>
                  </a:lnTo>
                  <a:lnTo>
                    <a:pt x="51513" y="0"/>
                  </a:lnTo>
                  <a:close/>
                </a:path>
                <a:path w="103504" h="110489">
                  <a:moveTo>
                    <a:pt x="92107" y="18430"/>
                  </a:moveTo>
                  <a:lnTo>
                    <a:pt x="60602" y="18430"/>
                  </a:lnTo>
                  <a:lnTo>
                    <a:pt x="67713" y="21441"/>
                  </a:lnTo>
                  <a:lnTo>
                    <a:pt x="73062" y="27446"/>
                  </a:lnTo>
                  <a:lnTo>
                    <a:pt x="76574" y="32546"/>
                  </a:lnTo>
                  <a:lnTo>
                    <a:pt x="79084" y="38812"/>
                  </a:lnTo>
                  <a:lnTo>
                    <a:pt x="80591" y="46241"/>
                  </a:lnTo>
                  <a:lnTo>
                    <a:pt x="81093" y="54831"/>
                  </a:lnTo>
                  <a:lnTo>
                    <a:pt x="80577" y="63534"/>
                  </a:lnTo>
                  <a:lnTo>
                    <a:pt x="60310" y="91970"/>
                  </a:lnTo>
                  <a:lnTo>
                    <a:pt x="92224" y="91970"/>
                  </a:lnTo>
                  <a:lnTo>
                    <a:pt x="103281" y="54831"/>
                  </a:lnTo>
                  <a:lnTo>
                    <a:pt x="102435" y="43022"/>
                  </a:lnTo>
                  <a:lnTo>
                    <a:pt x="99786" y="32131"/>
                  </a:lnTo>
                  <a:lnTo>
                    <a:pt x="95371" y="22668"/>
                  </a:lnTo>
                  <a:lnTo>
                    <a:pt x="92107" y="184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8109783" y="5051297"/>
              <a:ext cx="1843313" cy="1465695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136763" y="1378965"/>
            <a:ext cx="31553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0000FF"/>
                </a:solidFill>
                <a:latin typeface="Arial"/>
                <a:cs typeface="Arial"/>
              </a:rPr>
              <a:t>Acid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chlorides: possible, but 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less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used for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 polyesters.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39391" y="625578"/>
            <a:ext cx="7381240" cy="1990725"/>
            <a:chOff x="239391" y="625578"/>
            <a:chExt cx="7381240" cy="1990725"/>
          </a:xfrm>
        </p:grpSpPr>
        <p:sp>
          <p:nvSpPr>
            <p:cNvPr id="4" name="object 4"/>
            <p:cNvSpPr/>
            <p:nvPr/>
          </p:nvSpPr>
          <p:spPr>
            <a:xfrm>
              <a:off x="907008" y="1201584"/>
              <a:ext cx="601345" cy="466725"/>
            </a:xfrm>
            <a:custGeom>
              <a:avLst/>
              <a:gdLst/>
              <a:ahLst/>
              <a:cxnLst/>
              <a:rect l="l" t="t" r="r" b="b"/>
              <a:pathLst>
                <a:path w="601344" h="466725">
                  <a:moveTo>
                    <a:pt x="65024" y="142697"/>
                  </a:moveTo>
                  <a:lnTo>
                    <a:pt x="60858" y="138531"/>
                  </a:lnTo>
                  <a:lnTo>
                    <a:pt x="50571" y="138531"/>
                  </a:lnTo>
                  <a:lnTo>
                    <a:pt x="46405" y="142697"/>
                  </a:lnTo>
                  <a:lnTo>
                    <a:pt x="46405" y="323672"/>
                  </a:lnTo>
                  <a:lnTo>
                    <a:pt x="50571" y="327825"/>
                  </a:lnTo>
                  <a:lnTo>
                    <a:pt x="60858" y="327825"/>
                  </a:lnTo>
                  <a:lnTo>
                    <a:pt x="65024" y="323672"/>
                  </a:lnTo>
                  <a:lnTo>
                    <a:pt x="65024" y="142697"/>
                  </a:lnTo>
                  <a:close/>
                </a:path>
                <a:path w="601344" h="466725">
                  <a:moveTo>
                    <a:pt x="363143" y="318338"/>
                  </a:moveTo>
                  <a:lnTo>
                    <a:pt x="358000" y="309473"/>
                  </a:lnTo>
                  <a:lnTo>
                    <a:pt x="352310" y="307949"/>
                  </a:lnTo>
                  <a:lnTo>
                    <a:pt x="195008" y="398437"/>
                  </a:lnTo>
                  <a:lnTo>
                    <a:pt x="193484" y="404114"/>
                  </a:lnTo>
                  <a:lnTo>
                    <a:pt x="198615" y="412978"/>
                  </a:lnTo>
                  <a:lnTo>
                    <a:pt x="204317" y="414502"/>
                  </a:lnTo>
                  <a:lnTo>
                    <a:pt x="361619" y="324015"/>
                  </a:lnTo>
                  <a:lnTo>
                    <a:pt x="363143" y="318338"/>
                  </a:lnTo>
                  <a:close/>
                </a:path>
                <a:path w="601344" h="466725">
                  <a:moveTo>
                    <a:pt x="363143" y="148031"/>
                  </a:moveTo>
                  <a:lnTo>
                    <a:pt x="361619" y="142354"/>
                  </a:lnTo>
                  <a:lnTo>
                    <a:pt x="204317" y="51866"/>
                  </a:lnTo>
                  <a:lnTo>
                    <a:pt x="198615" y="53378"/>
                  </a:lnTo>
                  <a:lnTo>
                    <a:pt x="193484" y="62255"/>
                  </a:lnTo>
                  <a:lnTo>
                    <a:pt x="195008" y="67919"/>
                  </a:lnTo>
                  <a:lnTo>
                    <a:pt x="352310" y="158419"/>
                  </a:lnTo>
                  <a:lnTo>
                    <a:pt x="358000" y="156883"/>
                  </a:lnTo>
                  <a:lnTo>
                    <a:pt x="363143" y="148031"/>
                  </a:lnTo>
                  <a:close/>
                </a:path>
                <a:path w="601344" h="466725">
                  <a:moveTo>
                    <a:pt x="601027" y="10782"/>
                  </a:moveTo>
                  <a:lnTo>
                    <a:pt x="595884" y="1905"/>
                  </a:lnTo>
                  <a:lnTo>
                    <a:pt x="590181" y="393"/>
                  </a:lnTo>
                  <a:lnTo>
                    <a:pt x="397586" y="111188"/>
                  </a:lnTo>
                  <a:lnTo>
                    <a:pt x="388277" y="105841"/>
                  </a:lnTo>
                  <a:lnTo>
                    <a:pt x="388277" y="127241"/>
                  </a:lnTo>
                  <a:lnTo>
                    <a:pt x="388277" y="339128"/>
                  </a:lnTo>
                  <a:lnTo>
                    <a:pt x="204101" y="445058"/>
                  </a:lnTo>
                  <a:lnTo>
                    <a:pt x="19939" y="339128"/>
                  </a:lnTo>
                  <a:lnTo>
                    <a:pt x="19939" y="127241"/>
                  </a:lnTo>
                  <a:lnTo>
                    <a:pt x="204101" y="21310"/>
                  </a:lnTo>
                  <a:lnTo>
                    <a:pt x="388277" y="127241"/>
                  </a:lnTo>
                  <a:lnTo>
                    <a:pt x="388277" y="105841"/>
                  </a:lnTo>
                  <a:lnTo>
                    <a:pt x="210908" y="3810"/>
                  </a:lnTo>
                  <a:lnTo>
                    <a:pt x="209600" y="1524"/>
                  </a:lnTo>
                  <a:lnTo>
                    <a:pt x="204660" y="215"/>
                  </a:lnTo>
                  <a:lnTo>
                    <a:pt x="204317" y="0"/>
                  </a:lnTo>
                  <a:lnTo>
                    <a:pt x="204101" y="63"/>
                  </a:lnTo>
                  <a:lnTo>
                    <a:pt x="203911" y="0"/>
                  </a:lnTo>
                  <a:lnTo>
                    <a:pt x="203555" y="203"/>
                  </a:lnTo>
                  <a:lnTo>
                    <a:pt x="198615" y="1524"/>
                  </a:lnTo>
                  <a:lnTo>
                    <a:pt x="197281" y="3810"/>
                  </a:lnTo>
                  <a:lnTo>
                    <a:pt x="8140" y="112610"/>
                  </a:lnTo>
                  <a:lnTo>
                    <a:pt x="5499" y="112610"/>
                  </a:lnTo>
                  <a:lnTo>
                    <a:pt x="1879" y="116217"/>
                  </a:lnTo>
                  <a:lnTo>
                    <a:pt x="1524" y="116420"/>
                  </a:lnTo>
                  <a:lnTo>
                    <a:pt x="1460" y="116636"/>
                  </a:lnTo>
                  <a:lnTo>
                    <a:pt x="1320" y="116776"/>
                  </a:lnTo>
                  <a:lnTo>
                    <a:pt x="1320" y="117182"/>
                  </a:lnTo>
                  <a:lnTo>
                    <a:pt x="0" y="122085"/>
                  </a:lnTo>
                  <a:lnTo>
                    <a:pt x="1320" y="124371"/>
                  </a:lnTo>
                  <a:lnTo>
                    <a:pt x="1320" y="341998"/>
                  </a:lnTo>
                  <a:lnTo>
                    <a:pt x="0" y="344271"/>
                  </a:lnTo>
                  <a:lnTo>
                    <a:pt x="1320" y="349199"/>
                  </a:lnTo>
                  <a:lnTo>
                    <a:pt x="1320" y="349592"/>
                  </a:lnTo>
                  <a:lnTo>
                    <a:pt x="1460" y="349745"/>
                  </a:lnTo>
                  <a:lnTo>
                    <a:pt x="1524" y="349948"/>
                  </a:lnTo>
                  <a:lnTo>
                    <a:pt x="1879" y="350164"/>
                  </a:lnTo>
                  <a:lnTo>
                    <a:pt x="5499" y="353745"/>
                  </a:lnTo>
                  <a:lnTo>
                    <a:pt x="8115" y="353745"/>
                  </a:lnTo>
                  <a:lnTo>
                    <a:pt x="197281" y="462546"/>
                  </a:lnTo>
                  <a:lnTo>
                    <a:pt x="198615" y="464845"/>
                  </a:lnTo>
                  <a:lnTo>
                    <a:pt x="203555" y="466166"/>
                  </a:lnTo>
                  <a:lnTo>
                    <a:pt x="203911" y="466356"/>
                  </a:lnTo>
                  <a:lnTo>
                    <a:pt x="204101" y="466305"/>
                  </a:lnTo>
                  <a:lnTo>
                    <a:pt x="204317" y="466356"/>
                  </a:lnTo>
                  <a:lnTo>
                    <a:pt x="204660" y="466166"/>
                  </a:lnTo>
                  <a:lnTo>
                    <a:pt x="209600" y="464845"/>
                  </a:lnTo>
                  <a:lnTo>
                    <a:pt x="210921" y="462559"/>
                  </a:lnTo>
                  <a:lnTo>
                    <a:pt x="400100" y="353745"/>
                  </a:lnTo>
                  <a:lnTo>
                    <a:pt x="402729" y="353745"/>
                  </a:lnTo>
                  <a:lnTo>
                    <a:pt x="406311" y="350177"/>
                  </a:lnTo>
                  <a:lnTo>
                    <a:pt x="406704" y="349948"/>
                  </a:lnTo>
                  <a:lnTo>
                    <a:pt x="406755" y="349732"/>
                  </a:lnTo>
                  <a:lnTo>
                    <a:pt x="406895" y="349592"/>
                  </a:lnTo>
                  <a:lnTo>
                    <a:pt x="406895" y="349237"/>
                  </a:lnTo>
                  <a:lnTo>
                    <a:pt x="408216" y="344271"/>
                  </a:lnTo>
                  <a:lnTo>
                    <a:pt x="406895" y="341998"/>
                  </a:lnTo>
                  <a:lnTo>
                    <a:pt x="406895" y="127241"/>
                  </a:lnTo>
                  <a:lnTo>
                    <a:pt x="599490" y="16446"/>
                  </a:lnTo>
                  <a:lnTo>
                    <a:pt x="601027" y="1078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41299" y="1267912"/>
              <a:ext cx="136525" cy="111125"/>
            </a:xfrm>
            <a:custGeom>
              <a:avLst/>
              <a:gdLst/>
              <a:ahLst/>
              <a:cxnLst/>
              <a:rect l="l" t="t" r="r" b="b"/>
              <a:pathLst>
                <a:path w="136525" h="111125">
                  <a:moveTo>
                    <a:pt x="50452" y="0"/>
                  </a:moveTo>
                  <a:lnTo>
                    <a:pt x="13900" y="14839"/>
                  </a:lnTo>
                  <a:lnTo>
                    <a:pt x="0" y="56496"/>
                  </a:lnTo>
                  <a:lnTo>
                    <a:pt x="863" y="68498"/>
                  </a:lnTo>
                  <a:lnTo>
                    <a:pt x="21214" y="102862"/>
                  </a:lnTo>
                  <a:lnTo>
                    <a:pt x="49133" y="111092"/>
                  </a:lnTo>
                  <a:lnTo>
                    <a:pt x="57433" y="110556"/>
                  </a:lnTo>
                  <a:lnTo>
                    <a:pt x="86863" y="92543"/>
                  </a:lnTo>
                  <a:lnTo>
                    <a:pt x="41066" y="92543"/>
                  </a:lnTo>
                  <a:lnTo>
                    <a:pt x="34690" y="89668"/>
                  </a:lnTo>
                  <a:lnTo>
                    <a:pt x="22433" y="54889"/>
                  </a:lnTo>
                  <a:lnTo>
                    <a:pt x="22899" y="45953"/>
                  </a:lnTo>
                  <a:lnTo>
                    <a:pt x="41361" y="18533"/>
                  </a:lnTo>
                  <a:lnTo>
                    <a:pt x="88778" y="18533"/>
                  </a:lnTo>
                  <a:lnTo>
                    <a:pt x="87501" y="16245"/>
                  </a:lnTo>
                  <a:lnTo>
                    <a:pt x="82598" y="11654"/>
                  </a:lnTo>
                  <a:lnTo>
                    <a:pt x="75954" y="6553"/>
                  </a:lnTo>
                  <a:lnTo>
                    <a:pt x="68381" y="2911"/>
                  </a:lnTo>
                  <a:lnTo>
                    <a:pt x="59880" y="727"/>
                  </a:lnTo>
                  <a:lnTo>
                    <a:pt x="50452" y="0"/>
                  </a:lnTo>
                  <a:close/>
                </a:path>
                <a:path w="136525" h="111125">
                  <a:moveTo>
                    <a:pt x="72808" y="69759"/>
                  </a:moveTo>
                  <a:lnTo>
                    <a:pt x="70993" y="77627"/>
                  </a:lnTo>
                  <a:lnTo>
                    <a:pt x="68014" y="83392"/>
                  </a:lnTo>
                  <a:lnTo>
                    <a:pt x="59668" y="90719"/>
                  </a:lnTo>
                  <a:lnTo>
                    <a:pt x="54703" y="92543"/>
                  </a:lnTo>
                  <a:lnTo>
                    <a:pt x="86863" y="92543"/>
                  </a:lnTo>
                  <a:lnTo>
                    <a:pt x="87454" y="91749"/>
                  </a:lnTo>
                  <a:lnTo>
                    <a:pt x="91090" y="84652"/>
                  </a:lnTo>
                  <a:lnTo>
                    <a:pt x="93923" y="76421"/>
                  </a:lnTo>
                  <a:lnTo>
                    <a:pt x="72808" y="69759"/>
                  </a:lnTo>
                  <a:close/>
                </a:path>
                <a:path w="136525" h="111125">
                  <a:moveTo>
                    <a:pt x="88778" y="18533"/>
                  </a:moveTo>
                  <a:lnTo>
                    <a:pt x="55138" y="18533"/>
                  </a:lnTo>
                  <a:lnTo>
                    <a:pt x="60056" y="20141"/>
                  </a:lnTo>
                  <a:lnTo>
                    <a:pt x="68139" y="26602"/>
                  </a:lnTo>
                  <a:lnTo>
                    <a:pt x="70807" y="30992"/>
                  </a:lnTo>
                  <a:lnTo>
                    <a:pt x="72079" y="36556"/>
                  </a:lnTo>
                  <a:lnTo>
                    <a:pt x="93629" y="31440"/>
                  </a:lnTo>
                  <a:lnTo>
                    <a:pt x="91177" y="22830"/>
                  </a:lnTo>
                  <a:lnTo>
                    <a:pt x="88778" y="18533"/>
                  </a:lnTo>
                  <a:close/>
                </a:path>
                <a:path w="136525" h="111125">
                  <a:moveTo>
                    <a:pt x="136355" y="1823"/>
                  </a:moveTo>
                  <a:lnTo>
                    <a:pt x="115690" y="1823"/>
                  </a:lnTo>
                  <a:lnTo>
                    <a:pt x="115690" y="109253"/>
                  </a:lnTo>
                  <a:lnTo>
                    <a:pt x="136355" y="109253"/>
                  </a:lnTo>
                  <a:lnTo>
                    <a:pt x="136355" y="182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86776" y="1201971"/>
              <a:ext cx="147955" cy="93980"/>
            </a:xfrm>
            <a:custGeom>
              <a:avLst/>
              <a:gdLst/>
              <a:ahLst/>
              <a:cxnLst/>
              <a:rect l="l" t="t" r="r" b="b"/>
              <a:pathLst>
                <a:path w="147955" h="93980">
                  <a:moveTo>
                    <a:pt x="10829" y="0"/>
                  </a:moveTo>
                  <a:lnTo>
                    <a:pt x="5135" y="1514"/>
                  </a:lnTo>
                  <a:lnTo>
                    <a:pt x="0" y="10387"/>
                  </a:lnTo>
                  <a:lnTo>
                    <a:pt x="1520" y="16060"/>
                  </a:lnTo>
                  <a:lnTo>
                    <a:pt x="136774" y="93857"/>
                  </a:lnTo>
                  <a:lnTo>
                    <a:pt x="142468" y="92342"/>
                  </a:lnTo>
                  <a:lnTo>
                    <a:pt x="147603" y="83470"/>
                  </a:lnTo>
                  <a:lnTo>
                    <a:pt x="146083" y="7779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443584" y="935191"/>
              <a:ext cx="104564" cy="111138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14197" y="1066736"/>
              <a:ext cx="815340" cy="601345"/>
            </a:xfrm>
            <a:custGeom>
              <a:avLst/>
              <a:gdLst/>
              <a:ahLst/>
              <a:cxnLst/>
              <a:rect l="l" t="t" r="r" b="b"/>
              <a:pathLst>
                <a:path w="815340" h="601344">
                  <a:moveTo>
                    <a:pt x="214083" y="479120"/>
                  </a:moveTo>
                  <a:lnTo>
                    <a:pt x="208940" y="470255"/>
                  </a:lnTo>
                  <a:lnTo>
                    <a:pt x="203238" y="468731"/>
                  </a:lnTo>
                  <a:lnTo>
                    <a:pt x="1536" y="584758"/>
                  </a:lnTo>
                  <a:lnTo>
                    <a:pt x="0" y="590435"/>
                  </a:lnTo>
                  <a:lnTo>
                    <a:pt x="5156" y="599300"/>
                  </a:lnTo>
                  <a:lnTo>
                    <a:pt x="10845" y="600824"/>
                  </a:lnTo>
                  <a:lnTo>
                    <a:pt x="212547" y="484797"/>
                  </a:lnTo>
                  <a:lnTo>
                    <a:pt x="214083" y="479120"/>
                  </a:lnTo>
                  <a:close/>
                </a:path>
                <a:path w="815340" h="601344">
                  <a:moveTo>
                    <a:pt x="769962" y="4178"/>
                  </a:moveTo>
                  <a:lnTo>
                    <a:pt x="765810" y="0"/>
                  </a:lnTo>
                  <a:lnTo>
                    <a:pt x="755523" y="0"/>
                  </a:lnTo>
                  <a:lnTo>
                    <a:pt x="751344" y="4178"/>
                  </a:lnTo>
                  <a:lnTo>
                    <a:pt x="751344" y="163918"/>
                  </a:lnTo>
                  <a:lnTo>
                    <a:pt x="755523" y="168071"/>
                  </a:lnTo>
                  <a:lnTo>
                    <a:pt x="765810" y="168071"/>
                  </a:lnTo>
                  <a:lnTo>
                    <a:pt x="769962" y="163918"/>
                  </a:lnTo>
                  <a:lnTo>
                    <a:pt x="769962" y="4178"/>
                  </a:lnTo>
                  <a:close/>
                </a:path>
                <a:path w="815340" h="601344">
                  <a:moveTo>
                    <a:pt x="815047" y="4178"/>
                  </a:moveTo>
                  <a:lnTo>
                    <a:pt x="810882" y="0"/>
                  </a:lnTo>
                  <a:lnTo>
                    <a:pt x="800608" y="0"/>
                  </a:lnTo>
                  <a:lnTo>
                    <a:pt x="796429" y="4178"/>
                  </a:lnTo>
                  <a:lnTo>
                    <a:pt x="796429" y="163918"/>
                  </a:lnTo>
                  <a:lnTo>
                    <a:pt x="800608" y="168071"/>
                  </a:lnTo>
                  <a:lnTo>
                    <a:pt x="810882" y="168071"/>
                  </a:lnTo>
                  <a:lnTo>
                    <a:pt x="815047" y="163918"/>
                  </a:lnTo>
                  <a:lnTo>
                    <a:pt x="815047" y="417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05565" y="1490499"/>
              <a:ext cx="136355" cy="111092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69188" y="1522717"/>
              <a:ext cx="1123950" cy="412115"/>
            </a:xfrm>
            <a:custGeom>
              <a:avLst/>
              <a:gdLst/>
              <a:ahLst/>
              <a:cxnLst/>
              <a:rect l="l" t="t" r="r" b="b"/>
              <a:pathLst>
                <a:path w="1123950" h="412114">
                  <a:moveTo>
                    <a:pt x="166281" y="134454"/>
                  </a:moveTo>
                  <a:lnTo>
                    <a:pt x="164757" y="128778"/>
                  </a:lnTo>
                  <a:lnTo>
                    <a:pt x="141846" y="115608"/>
                  </a:lnTo>
                  <a:lnTo>
                    <a:pt x="138252" y="112001"/>
                  </a:lnTo>
                  <a:lnTo>
                    <a:pt x="135585" y="112001"/>
                  </a:lnTo>
                  <a:lnTo>
                    <a:pt x="10833" y="40233"/>
                  </a:lnTo>
                  <a:lnTo>
                    <a:pt x="5130" y="41757"/>
                  </a:lnTo>
                  <a:lnTo>
                    <a:pt x="0" y="50622"/>
                  </a:lnTo>
                  <a:lnTo>
                    <a:pt x="1524" y="56299"/>
                  </a:lnTo>
                  <a:lnTo>
                    <a:pt x="123799" y="126644"/>
                  </a:lnTo>
                  <a:lnTo>
                    <a:pt x="123799" y="284213"/>
                  </a:lnTo>
                  <a:lnTo>
                    <a:pt x="127977" y="288378"/>
                  </a:lnTo>
                  <a:lnTo>
                    <a:pt x="138252" y="288378"/>
                  </a:lnTo>
                  <a:lnTo>
                    <a:pt x="142417" y="284213"/>
                  </a:lnTo>
                  <a:lnTo>
                    <a:pt x="142417" y="137350"/>
                  </a:lnTo>
                  <a:lnTo>
                    <a:pt x="155448" y="144843"/>
                  </a:lnTo>
                  <a:lnTo>
                    <a:pt x="161150" y="143319"/>
                  </a:lnTo>
                  <a:lnTo>
                    <a:pt x="166281" y="134454"/>
                  </a:lnTo>
                  <a:close/>
                </a:path>
                <a:path w="1123950" h="412114">
                  <a:moveTo>
                    <a:pt x="187502" y="116166"/>
                  </a:moveTo>
                  <a:lnTo>
                    <a:pt x="183337" y="112001"/>
                  </a:lnTo>
                  <a:lnTo>
                    <a:pt x="173050" y="112001"/>
                  </a:lnTo>
                  <a:lnTo>
                    <a:pt x="168884" y="116166"/>
                  </a:lnTo>
                  <a:lnTo>
                    <a:pt x="168884" y="284213"/>
                  </a:lnTo>
                  <a:lnTo>
                    <a:pt x="173050" y="288378"/>
                  </a:lnTo>
                  <a:lnTo>
                    <a:pt x="183337" y="288378"/>
                  </a:lnTo>
                  <a:lnTo>
                    <a:pt x="187502" y="284213"/>
                  </a:lnTo>
                  <a:lnTo>
                    <a:pt x="187502" y="116166"/>
                  </a:lnTo>
                  <a:close/>
                </a:path>
                <a:path w="1123950" h="412114">
                  <a:moveTo>
                    <a:pt x="206387" y="355688"/>
                  </a:moveTo>
                  <a:lnTo>
                    <a:pt x="195059" y="319036"/>
                  </a:lnTo>
                  <a:lnTo>
                    <a:pt x="183908" y="308559"/>
                  </a:lnTo>
                  <a:lnTo>
                    <a:pt x="183908" y="355688"/>
                  </a:lnTo>
                  <a:lnTo>
                    <a:pt x="183388" y="364439"/>
                  </a:lnTo>
                  <a:lnTo>
                    <a:pt x="162890" y="393052"/>
                  </a:lnTo>
                  <a:lnTo>
                    <a:pt x="145529" y="393052"/>
                  </a:lnTo>
                  <a:lnTo>
                    <a:pt x="124320" y="356717"/>
                  </a:lnTo>
                  <a:lnTo>
                    <a:pt x="124282" y="355688"/>
                  </a:lnTo>
                  <a:lnTo>
                    <a:pt x="124790" y="347294"/>
                  </a:lnTo>
                  <a:lnTo>
                    <a:pt x="145224" y="319036"/>
                  </a:lnTo>
                  <a:lnTo>
                    <a:pt x="163182" y="319036"/>
                  </a:lnTo>
                  <a:lnTo>
                    <a:pt x="183908" y="355688"/>
                  </a:lnTo>
                  <a:lnTo>
                    <a:pt x="183908" y="308559"/>
                  </a:lnTo>
                  <a:lnTo>
                    <a:pt x="175425" y="304190"/>
                  </a:lnTo>
                  <a:lnTo>
                    <a:pt x="165303" y="301434"/>
                  </a:lnTo>
                  <a:lnTo>
                    <a:pt x="153974" y="300507"/>
                  </a:lnTo>
                  <a:lnTo>
                    <a:pt x="145199" y="300507"/>
                  </a:lnTo>
                  <a:lnTo>
                    <a:pt x="109220" y="323684"/>
                  </a:lnTo>
                  <a:lnTo>
                    <a:pt x="101841" y="356717"/>
                  </a:lnTo>
                  <a:lnTo>
                    <a:pt x="102717" y="368846"/>
                  </a:lnTo>
                  <a:lnTo>
                    <a:pt x="123748" y="403377"/>
                  </a:lnTo>
                  <a:lnTo>
                    <a:pt x="154279" y="411607"/>
                  </a:lnTo>
                  <a:lnTo>
                    <a:pt x="165557" y="410679"/>
                  </a:lnTo>
                  <a:lnTo>
                    <a:pt x="175641" y="407924"/>
                  </a:lnTo>
                  <a:lnTo>
                    <a:pt x="184531" y="403339"/>
                  </a:lnTo>
                  <a:lnTo>
                    <a:pt x="192227" y="396900"/>
                  </a:lnTo>
                  <a:lnTo>
                    <a:pt x="195186" y="393052"/>
                  </a:lnTo>
                  <a:lnTo>
                    <a:pt x="198437" y="388848"/>
                  </a:lnTo>
                  <a:lnTo>
                    <a:pt x="202869" y="379387"/>
                  </a:lnTo>
                  <a:lnTo>
                    <a:pt x="205536" y="368503"/>
                  </a:lnTo>
                  <a:lnTo>
                    <a:pt x="206387" y="356717"/>
                  </a:lnTo>
                  <a:lnTo>
                    <a:pt x="206387" y="355688"/>
                  </a:lnTo>
                  <a:close/>
                </a:path>
                <a:path w="1123950" h="412114">
                  <a:moveTo>
                    <a:pt x="1123886" y="27914"/>
                  </a:moveTo>
                  <a:lnTo>
                    <a:pt x="1095565" y="27914"/>
                  </a:lnTo>
                  <a:lnTo>
                    <a:pt x="1095565" y="0"/>
                  </a:lnTo>
                  <a:lnTo>
                    <a:pt x="1076744" y="0"/>
                  </a:lnTo>
                  <a:lnTo>
                    <a:pt x="1076744" y="27914"/>
                  </a:lnTo>
                  <a:lnTo>
                    <a:pt x="1048486" y="27914"/>
                  </a:lnTo>
                  <a:lnTo>
                    <a:pt x="1048486" y="47193"/>
                  </a:lnTo>
                  <a:lnTo>
                    <a:pt x="1076744" y="47193"/>
                  </a:lnTo>
                  <a:lnTo>
                    <a:pt x="1076744" y="75107"/>
                  </a:lnTo>
                  <a:lnTo>
                    <a:pt x="1095565" y="75107"/>
                  </a:lnTo>
                  <a:lnTo>
                    <a:pt x="1095565" y="47193"/>
                  </a:lnTo>
                  <a:lnTo>
                    <a:pt x="1123886" y="47193"/>
                  </a:lnTo>
                  <a:lnTo>
                    <a:pt x="1123886" y="279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97028" y="1531739"/>
              <a:ext cx="86104" cy="107429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104542" y="1418627"/>
              <a:ext cx="683895" cy="222885"/>
            </a:xfrm>
            <a:custGeom>
              <a:avLst/>
              <a:gdLst/>
              <a:ahLst/>
              <a:cxnLst/>
              <a:rect l="l" t="t" r="r" b="b"/>
              <a:pathLst>
                <a:path w="683894" h="222885">
                  <a:moveTo>
                    <a:pt x="104521" y="166471"/>
                  </a:moveTo>
                  <a:lnTo>
                    <a:pt x="103657" y="154584"/>
                  </a:lnTo>
                  <a:lnTo>
                    <a:pt x="100977" y="143624"/>
                  </a:lnTo>
                  <a:lnTo>
                    <a:pt x="96507" y="134099"/>
                  </a:lnTo>
                  <a:lnTo>
                    <a:pt x="93218" y="129832"/>
                  </a:lnTo>
                  <a:lnTo>
                    <a:pt x="90284" y="126022"/>
                  </a:lnTo>
                  <a:lnTo>
                    <a:pt x="82486" y="119570"/>
                  </a:lnTo>
                  <a:lnTo>
                    <a:pt x="82067" y="119367"/>
                  </a:lnTo>
                  <a:lnTo>
                    <a:pt x="82067" y="166471"/>
                  </a:lnTo>
                  <a:lnTo>
                    <a:pt x="81546" y="175234"/>
                  </a:lnTo>
                  <a:lnTo>
                    <a:pt x="60960" y="203835"/>
                  </a:lnTo>
                  <a:lnTo>
                    <a:pt x="43738" y="203835"/>
                  </a:lnTo>
                  <a:lnTo>
                    <a:pt x="22529" y="167500"/>
                  </a:lnTo>
                  <a:lnTo>
                    <a:pt x="22504" y="166471"/>
                  </a:lnTo>
                  <a:lnTo>
                    <a:pt x="22987" y="158076"/>
                  </a:lnTo>
                  <a:lnTo>
                    <a:pt x="43434" y="129832"/>
                  </a:lnTo>
                  <a:lnTo>
                    <a:pt x="61277" y="129832"/>
                  </a:lnTo>
                  <a:lnTo>
                    <a:pt x="82067" y="166471"/>
                  </a:lnTo>
                  <a:lnTo>
                    <a:pt x="82067" y="119367"/>
                  </a:lnTo>
                  <a:lnTo>
                    <a:pt x="73533" y="114973"/>
                  </a:lnTo>
                  <a:lnTo>
                    <a:pt x="63411" y="112217"/>
                  </a:lnTo>
                  <a:lnTo>
                    <a:pt x="52120" y="111290"/>
                  </a:lnTo>
                  <a:lnTo>
                    <a:pt x="43281" y="111290"/>
                  </a:lnTo>
                  <a:lnTo>
                    <a:pt x="7289" y="134467"/>
                  </a:lnTo>
                  <a:lnTo>
                    <a:pt x="0" y="167500"/>
                  </a:lnTo>
                  <a:lnTo>
                    <a:pt x="863" y="179628"/>
                  </a:lnTo>
                  <a:lnTo>
                    <a:pt x="21844" y="214160"/>
                  </a:lnTo>
                  <a:lnTo>
                    <a:pt x="52438" y="222389"/>
                  </a:lnTo>
                  <a:lnTo>
                    <a:pt x="63715" y="221462"/>
                  </a:lnTo>
                  <a:lnTo>
                    <a:pt x="96647" y="199631"/>
                  </a:lnTo>
                  <a:lnTo>
                    <a:pt x="104521" y="167500"/>
                  </a:lnTo>
                  <a:lnTo>
                    <a:pt x="104521" y="166471"/>
                  </a:lnTo>
                  <a:close/>
                </a:path>
                <a:path w="683894" h="222885">
                  <a:moveTo>
                    <a:pt x="450684" y="166662"/>
                  </a:moveTo>
                  <a:lnTo>
                    <a:pt x="449135" y="160985"/>
                  </a:lnTo>
                  <a:lnTo>
                    <a:pt x="254025" y="48768"/>
                  </a:lnTo>
                  <a:lnTo>
                    <a:pt x="252717" y="46482"/>
                  </a:lnTo>
                  <a:lnTo>
                    <a:pt x="247713" y="45135"/>
                  </a:lnTo>
                  <a:lnTo>
                    <a:pt x="247446" y="44970"/>
                  </a:lnTo>
                  <a:lnTo>
                    <a:pt x="247281" y="45021"/>
                  </a:lnTo>
                  <a:lnTo>
                    <a:pt x="247142" y="44970"/>
                  </a:lnTo>
                  <a:lnTo>
                    <a:pt x="246875" y="45123"/>
                  </a:lnTo>
                  <a:lnTo>
                    <a:pt x="241706" y="46482"/>
                  </a:lnTo>
                  <a:lnTo>
                    <a:pt x="240309" y="48895"/>
                  </a:lnTo>
                  <a:lnTo>
                    <a:pt x="112941" y="122085"/>
                  </a:lnTo>
                  <a:lnTo>
                    <a:pt x="111544" y="127762"/>
                  </a:lnTo>
                  <a:lnTo>
                    <a:pt x="116662" y="136626"/>
                  </a:lnTo>
                  <a:lnTo>
                    <a:pt x="122250" y="138137"/>
                  </a:lnTo>
                  <a:lnTo>
                    <a:pt x="247281" y="66294"/>
                  </a:lnTo>
                  <a:lnTo>
                    <a:pt x="439826" y="177050"/>
                  </a:lnTo>
                  <a:lnTo>
                    <a:pt x="445566" y="175539"/>
                  </a:lnTo>
                  <a:lnTo>
                    <a:pt x="450684" y="166662"/>
                  </a:lnTo>
                  <a:close/>
                </a:path>
                <a:path w="683894" h="222885">
                  <a:moveTo>
                    <a:pt x="683679" y="55181"/>
                  </a:moveTo>
                  <a:lnTo>
                    <a:pt x="682815" y="43294"/>
                  </a:lnTo>
                  <a:lnTo>
                    <a:pt x="680110" y="32334"/>
                  </a:lnTo>
                  <a:lnTo>
                    <a:pt x="675601" y="22809"/>
                  </a:lnTo>
                  <a:lnTo>
                    <a:pt x="672249" y="18529"/>
                  </a:lnTo>
                  <a:lnTo>
                    <a:pt x="669290" y="14732"/>
                  </a:lnTo>
                  <a:lnTo>
                    <a:pt x="661581" y="8280"/>
                  </a:lnTo>
                  <a:lnTo>
                    <a:pt x="661212" y="8102"/>
                  </a:lnTo>
                  <a:lnTo>
                    <a:pt x="661212" y="55181"/>
                  </a:lnTo>
                  <a:lnTo>
                    <a:pt x="660692" y="63931"/>
                  </a:lnTo>
                  <a:lnTo>
                    <a:pt x="640118" y="92544"/>
                  </a:lnTo>
                  <a:lnTo>
                    <a:pt x="622744" y="92544"/>
                  </a:lnTo>
                  <a:lnTo>
                    <a:pt x="601535" y="56197"/>
                  </a:lnTo>
                  <a:lnTo>
                    <a:pt x="601497" y="55181"/>
                  </a:lnTo>
                  <a:lnTo>
                    <a:pt x="602005" y="46786"/>
                  </a:lnTo>
                  <a:lnTo>
                    <a:pt x="622427" y="18529"/>
                  </a:lnTo>
                  <a:lnTo>
                    <a:pt x="640422" y="18529"/>
                  </a:lnTo>
                  <a:lnTo>
                    <a:pt x="661212" y="55181"/>
                  </a:lnTo>
                  <a:lnTo>
                    <a:pt x="661212" y="8102"/>
                  </a:lnTo>
                  <a:lnTo>
                    <a:pt x="652665" y="3683"/>
                  </a:lnTo>
                  <a:lnTo>
                    <a:pt x="642556" y="914"/>
                  </a:lnTo>
                  <a:lnTo>
                    <a:pt x="631278" y="0"/>
                  </a:lnTo>
                  <a:lnTo>
                    <a:pt x="622427" y="0"/>
                  </a:lnTo>
                  <a:lnTo>
                    <a:pt x="614667" y="1409"/>
                  </a:lnTo>
                  <a:lnTo>
                    <a:pt x="607999" y="4254"/>
                  </a:lnTo>
                  <a:lnTo>
                    <a:pt x="602881" y="6350"/>
                  </a:lnTo>
                  <a:lnTo>
                    <a:pt x="580250" y="41109"/>
                  </a:lnTo>
                  <a:lnTo>
                    <a:pt x="578993" y="56197"/>
                  </a:lnTo>
                  <a:lnTo>
                    <a:pt x="579894" y="68338"/>
                  </a:lnTo>
                  <a:lnTo>
                    <a:pt x="600976" y="102857"/>
                  </a:lnTo>
                  <a:lnTo>
                    <a:pt x="631431" y="111086"/>
                  </a:lnTo>
                  <a:lnTo>
                    <a:pt x="642772" y="110172"/>
                  </a:lnTo>
                  <a:lnTo>
                    <a:pt x="652881" y="107416"/>
                  </a:lnTo>
                  <a:lnTo>
                    <a:pt x="661758" y="102819"/>
                  </a:lnTo>
                  <a:lnTo>
                    <a:pt x="669442" y="96393"/>
                  </a:lnTo>
                  <a:lnTo>
                    <a:pt x="672414" y="92544"/>
                  </a:lnTo>
                  <a:lnTo>
                    <a:pt x="675665" y="88341"/>
                  </a:lnTo>
                  <a:lnTo>
                    <a:pt x="680123" y="78867"/>
                  </a:lnTo>
                  <a:lnTo>
                    <a:pt x="682815" y="67995"/>
                  </a:lnTo>
                  <a:lnTo>
                    <a:pt x="683679" y="56197"/>
                  </a:lnTo>
                  <a:lnTo>
                    <a:pt x="683679" y="5518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808740" y="1420446"/>
              <a:ext cx="86259" cy="107429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533980" y="1062418"/>
              <a:ext cx="3190875" cy="533400"/>
            </a:xfrm>
            <a:custGeom>
              <a:avLst/>
              <a:gdLst/>
              <a:ahLst/>
              <a:cxnLst/>
              <a:rect l="l" t="t" r="r" b="b"/>
              <a:pathLst>
                <a:path w="3190875" h="533400">
                  <a:moveTo>
                    <a:pt x="140550" y="453859"/>
                  </a:moveTo>
                  <a:lnTo>
                    <a:pt x="135432" y="444982"/>
                  </a:lnTo>
                  <a:lnTo>
                    <a:pt x="129692" y="443471"/>
                  </a:lnTo>
                  <a:lnTo>
                    <a:pt x="1549" y="517194"/>
                  </a:lnTo>
                  <a:lnTo>
                    <a:pt x="0" y="522871"/>
                  </a:lnTo>
                  <a:lnTo>
                    <a:pt x="5118" y="531749"/>
                  </a:lnTo>
                  <a:lnTo>
                    <a:pt x="10858" y="533260"/>
                  </a:lnTo>
                  <a:lnTo>
                    <a:pt x="139001" y="459524"/>
                  </a:lnTo>
                  <a:lnTo>
                    <a:pt x="140550" y="453859"/>
                  </a:lnTo>
                  <a:close/>
                </a:path>
                <a:path w="3190875" h="533400">
                  <a:moveTo>
                    <a:pt x="2421318" y="142748"/>
                  </a:moveTo>
                  <a:lnTo>
                    <a:pt x="2417127" y="138582"/>
                  </a:lnTo>
                  <a:lnTo>
                    <a:pt x="2406891" y="138582"/>
                  </a:lnTo>
                  <a:lnTo>
                    <a:pt x="2402700" y="142748"/>
                  </a:lnTo>
                  <a:lnTo>
                    <a:pt x="2402700" y="323723"/>
                  </a:lnTo>
                  <a:lnTo>
                    <a:pt x="2406891" y="327875"/>
                  </a:lnTo>
                  <a:lnTo>
                    <a:pt x="2417127" y="327875"/>
                  </a:lnTo>
                  <a:lnTo>
                    <a:pt x="2421318" y="323723"/>
                  </a:lnTo>
                  <a:lnTo>
                    <a:pt x="2421318" y="142748"/>
                  </a:lnTo>
                  <a:close/>
                </a:path>
                <a:path w="3190875" h="533400">
                  <a:moveTo>
                    <a:pt x="2719501" y="318389"/>
                  </a:moveTo>
                  <a:lnTo>
                    <a:pt x="2714383" y="309524"/>
                  </a:lnTo>
                  <a:lnTo>
                    <a:pt x="2708643" y="308000"/>
                  </a:lnTo>
                  <a:lnTo>
                    <a:pt x="2551328" y="398487"/>
                  </a:lnTo>
                  <a:lnTo>
                    <a:pt x="2549779" y="404164"/>
                  </a:lnTo>
                  <a:lnTo>
                    <a:pt x="2554897" y="413029"/>
                  </a:lnTo>
                  <a:lnTo>
                    <a:pt x="2560637" y="414540"/>
                  </a:lnTo>
                  <a:lnTo>
                    <a:pt x="2717952" y="324053"/>
                  </a:lnTo>
                  <a:lnTo>
                    <a:pt x="2719501" y="318389"/>
                  </a:lnTo>
                  <a:close/>
                </a:path>
                <a:path w="3190875" h="533400">
                  <a:moveTo>
                    <a:pt x="2719501" y="148082"/>
                  </a:moveTo>
                  <a:lnTo>
                    <a:pt x="2717952" y="142405"/>
                  </a:lnTo>
                  <a:lnTo>
                    <a:pt x="2560637" y="51917"/>
                  </a:lnTo>
                  <a:lnTo>
                    <a:pt x="2554897" y="53428"/>
                  </a:lnTo>
                  <a:lnTo>
                    <a:pt x="2549779" y="62306"/>
                  </a:lnTo>
                  <a:lnTo>
                    <a:pt x="2551328" y="67970"/>
                  </a:lnTo>
                  <a:lnTo>
                    <a:pt x="2708643" y="158457"/>
                  </a:lnTo>
                  <a:lnTo>
                    <a:pt x="2714383" y="156933"/>
                  </a:lnTo>
                  <a:lnTo>
                    <a:pt x="2719501" y="148082"/>
                  </a:lnTo>
                  <a:close/>
                </a:path>
                <a:path w="3190875" h="533400">
                  <a:moveTo>
                    <a:pt x="3080220" y="81915"/>
                  </a:moveTo>
                  <a:lnTo>
                    <a:pt x="3078670" y="76250"/>
                  </a:lnTo>
                  <a:lnTo>
                    <a:pt x="2953512" y="4241"/>
                  </a:lnTo>
                  <a:lnTo>
                    <a:pt x="2952216" y="2006"/>
                  </a:lnTo>
                  <a:lnTo>
                    <a:pt x="2947352" y="698"/>
                  </a:lnTo>
                  <a:lnTo>
                    <a:pt x="2946946" y="457"/>
                  </a:lnTo>
                  <a:lnTo>
                    <a:pt x="2946704" y="520"/>
                  </a:lnTo>
                  <a:lnTo>
                    <a:pt x="2946476" y="457"/>
                  </a:lnTo>
                  <a:lnTo>
                    <a:pt x="2946057" y="698"/>
                  </a:lnTo>
                  <a:lnTo>
                    <a:pt x="2941205" y="2006"/>
                  </a:lnTo>
                  <a:lnTo>
                    <a:pt x="2939897" y="4241"/>
                  </a:lnTo>
                  <a:lnTo>
                    <a:pt x="2753944" y="111213"/>
                  </a:lnTo>
                  <a:lnTo>
                    <a:pt x="2744635" y="105867"/>
                  </a:lnTo>
                  <a:lnTo>
                    <a:pt x="2744635" y="127266"/>
                  </a:lnTo>
                  <a:lnTo>
                    <a:pt x="2744635" y="339204"/>
                  </a:lnTo>
                  <a:lnTo>
                    <a:pt x="2560409" y="445122"/>
                  </a:lnTo>
                  <a:lnTo>
                    <a:pt x="2376335" y="339204"/>
                  </a:lnTo>
                  <a:lnTo>
                    <a:pt x="2376335" y="127254"/>
                  </a:lnTo>
                  <a:lnTo>
                    <a:pt x="2560409" y="21297"/>
                  </a:lnTo>
                  <a:lnTo>
                    <a:pt x="2744635" y="127266"/>
                  </a:lnTo>
                  <a:lnTo>
                    <a:pt x="2744635" y="105867"/>
                  </a:lnTo>
                  <a:lnTo>
                    <a:pt x="2567190" y="3784"/>
                  </a:lnTo>
                  <a:lnTo>
                    <a:pt x="2565920" y="1536"/>
                  </a:lnTo>
                  <a:lnTo>
                    <a:pt x="2561031" y="241"/>
                  </a:lnTo>
                  <a:lnTo>
                    <a:pt x="2560637" y="0"/>
                  </a:lnTo>
                  <a:lnTo>
                    <a:pt x="2560409" y="63"/>
                  </a:lnTo>
                  <a:lnTo>
                    <a:pt x="2560180" y="0"/>
                  </a:lnTo>
                  <a:lnTo>
                    <a:pt x="2559774" y="241"/>
                  </a:lnTo>
                  <a:lnTo>
                    <a:pt x="2554897" y="1536"/>
                  </a:lnTo>
                  <a:lnTo>
                    <a:pt x="2553614" y="3784"/>
                  </a:lnTo>
                  <a:lnTo>
                    <a:pt x="2364486" y="112661"/>
                  </a:lnTo>
                  <a:lnTo>
                    <a:pt x="2361895" y="112661"/>
                  </a:lnTo>
                  <a:lnTo>
                    <a:pt x="2358352" y="116205"/>
                  </a:lnTo>
                  <a:lnTo>
                    <a:pt x="2357869" y="116471"/>
                  </a:lnTo>
                  <a:lnTo>
                    <a:pt x="2357780" y="116763"/>
                  </a:lnTo>
                  <a:lnTo>
                    <a:pt x="2357717" y="117030"/>
                  </a:lnTo>
                  <a:lnTo>
                    <a:pt x="2356320" y="122135"/>
                  </a:lnTo>
                  <a:lnTo>
                    <a:pt x="2357717" y="124561"/>
                  </a:lnTo>
                  <a:lnTo>
                    <a:pt x="2357717" y="341909"/>
                  </a:lnTo>
                  <a:lnTo>
                    <a:pt x="2356320" y="344322"/>
                  </a:lnTo>
                  <a:lnTo>
                    <a:pt x="2357717" y="349453"/>
                  </a:lnTo>
                  <a:lnTo>
                    <a:pt x="2357717" y="349643"/>
                  </a:lnTo>
                  <a:lnTo>
                    <a:pt x="2357869" y="349999"/>
                  </a:lnTo>
                  <a:lnTo>
                    <a:pt x="2358352" y="350291"/>
                  </a:lnTo>
                  <a:lnTo>
                    <a:pt x="2361895" y="353796"/>
                  </a:lnTo>
                  <a:lnTo>
                    <a:pt x="2364460" y="353796"/>
                  </a:lnTo>
                  <a:lnTo>
                    <a:pt x="2553576" y="462610"/>
                  </a:lnTo>
                  <a:lnTo>
                    <a:pt x="2554897" y="464896"/>
                  </a:lnTo>
                  <a:lnTo>
                    <a:pt x="2559786" y="466191"/>
                  </a:lnTo>
                  <a:lnTo>
                    <a:pt x="2560180" y="466407"/>
                  </a:lnTo>
                  <a:lnTo>
                    <a:pt x="2560409" y="466356"/>
                  </a:lnTo>
                  <a:lnTo>
                    <a:pt x="2560637" y="466407"/>
                  </a:lnTo>
                  <a:lnTo>
                    <a:pt x="2561018" y="466191"/>
                  </a:lnTo>
                  <a:lnTo>
                    <a:pt x="2565920" y="464896"/>
                  </a:lnTo>
                  <a:lnTo>
                    <a:pt x="2567228" y="462622"/>
                  </a:lnTo>
                  <a:lnTo>
                    <a:pt x="2756484" y="353796"/>
                  </a:lnTo>
                  <a:lnTo>
                    <a:pt x="2759075" y="353796"/>
                  </a:lnTo>
                  <a:lnTo>
                    <a:pt x="2762605" y="350291"/>
                  </a:lnTo>
                  <a:lnTo>
                    <a:pt x="2763101" y="349999"/>
                  </a:lnTo>
                  <a:lnTo>
                    <a:pt x="2763164" y="349732"/>
                  </a:lnTo>
                  <a:lnTo>
                    <a:pt x="2763253" y="349389"/>
                  </a:lnTo>
                  <a:lnTo>
                    <a:pt x="2764498" y="344322"/>
                  </a:lnTo>
                  <a:lnTo>
                    <a:pt x="2763253" y="342176"/>
                  </a:lnTo>
                  <a:lnTo>
                    <a:pt x="2763253" y="127266"/>
                  </a:lnTo>
                  <a:lnTo>
                    <a:pt x="2946704" y="21755"/>
                  </a:lnTo>
                  <a:lnTo>
                    <a:pt x="3069361" y="92303"/>
                  </a:lnTo>
                  <a:lnTo>
                    <a:pt x="3075101" y="90792"/>
                  </a:lnTo>
                  <a:lnTo>
                    <a:pt x="3080220" y="81915"/>
                  </a:lnTo>
                  <a:close/>
                </a:path>
                <a:path w="3190875" h="533400">
                  <a:moveTo>
                    <a:pt x="3190329" y="121564"/>
                  </a:moveTo>
                  <a:lnTo>
                    <a:pt x="3178911" y="84912"/>
                  </a:lnTo>
                  <a:lnTo>
                    <a:pt x="3167875" y="74485"/>
                  </a:lnTo>
                  <a:lnTo>
                    <a:pt x="3167875" y="121564"/>
                  </a:lnTo>
                  <a:lnTo>
                    <a:pt x="3167354" y="130314"/>
                  </a:lnTo>
                  <a:lnTo>
                    <a:pt x="3146768" y="158927"/>
                  </a:lnTo>
                  <a:lnTo>
                    <a:pt x="3129394" y="158927"/>
                  </a:lnTo>
                  <a:lnTo>
                    <a:pt x="3108185" y="122580"/>
                  </a:lnTo>
                  <a:lnTo>
                    <a:pt x="3108160" y="121564"/>
                  </a:lnTo>
                  <a:lnTo>
                    <a:pt x="3108668" y="113169"/>
                  </a:lnTo>
                  <a:lnTo>
                    <a:pt x="3129089" y="84912"/>
                  </a:lnTo>
                  <a:lnTo>
                    <a:pt x="3147085" y="84912"/>
                  </a:lnTo>
                  <a:lnTo>
                    <a:pt x="3167875" y="121564"/>
                  </a:lnTo>
                  <a:lnTo>
                    <a:pt x="3167875" y="74485"/>
                  </a:lnTo>
                  <a:lnTo>
                    <a:pt x="3159315" y="70065"/>
                  </a:lnTo>
                  <a:lnTo>
                    <a:pt x="3149219" y="67297"/>
                  </a:lnTo>
                  <a:lnTo>
                    <a:pt x="3137928" y="66382"/>
                  </a:lnTo>
                  <a:lnTo>
                    <a:pt x="3129089" y="66382"/>
                  </a:lnTo>
                  <a:lnTo>
                    <a:pt x="3121329" y="67792"/>
                  </a:lnTo>
                  <a:lnTo>
                    <a:pt x="3114662" y="70637"/>
                  </a:lnTo>
                  <a:lnTo>
                    <a:pt x="3109544" y="72732"/>
                  </a:lnTo>
                  <a:lnTo>
                    <a:pt x="3086912" y="107492"/>
                  </a:lnTo>
                  <a:lnTo>
                    <a:pt x="3085642" y="122580"/>
                  </a:lnTo>
                  <a:lnTo>
                    <a:pt x="3086544" y="134721"/>
                  </a:lnTo>
                  <a:lnTo>
                    <a:pt x="3107626" y="169240"/>
                  </a:lnTo>
                  <a:lnTo>
                    <a:pt x="3138081" y="177469"/>
                  </a:lnTo>
                  <a:lnTo>
                    <a:pt x="3149435" y="176555"/>
                  </a:lnTo>
                  <a:lnTo>
                    <a:pt x="3159531" y="173799"/>
                  </a:lnTo>
                  <a:lnTo>
                    <a:pt x="3168408" y="169202"/>
                  </a:lnTo>
                  <a:lnTo>
                    <a:pt x="3176092" y="162775"/>
                  </a:lnTo>
                  <a:lnTo>
                    <a:pt x="3179064" y="158927"/>
                  </a:lnTo>
                  <a:lnTo>
                    <a:pt x="3182315" y="154724"/>
                  </a:lnTo>
                  <a:lnTo>
                    <a:pt x="3186785" y="145249"/>
                  </a:lnTo>
                  <a:lnTo>
                    <a:pt x="3189465" y="134378"/>
                  </a:lnTo>
                  <a:lnTo>
                    <a:pt x="3190329" y="122580"/>
                  </a:lnTo>
                  <a:lnTo>
                    <a:pt x="3190329" y="1215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426944" y="796074"/>
              <a:ext cx="104533" cy="111138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461484" y="927620"/>
              <a:ext cx="1051560" cy="868044"/>
            </a:xfrm>
            <a:custGeom>
              <a:avLst/>
              <a:gdLst/>
              <a:ahLst/>
              <a:cxnLst/>
              <a:rect l="l" t="t" r="r" b="b"/>
              <a:pathLst>
                <a:path w="1051560" h="868044">
                  <a:moveTo>
                    <a:pt x="104521" y="478955"/>
                  </a:moveTo>
                  <a:lnTo>
                    <a:pt x="103682" y="467055"/>
                  </a:lnTo>
                  <a:lnTo>
                    <a:pt x="101028" y="456095"/>
                  </a:lnTo>
                  <a:lnTo>
                    <a:pt x="96570" y="446582"/>
                  </a:lnTo>
                  <a:lnTo>
                    <a:pt x="93243" y="442302"/>
                  </a:lnTo>
                  <a:lnTo>
                    <a:pt x="90284" y="438492"/>
                  </a:lnTo>
                  <a:lnTo>
                    <a:pt x="82575" y="432054"/>
                  </a:lnTo>
                  <a:lnTo>
                    <a:pt x="82067" y="431800"/>
                  </a:lnTo>
                  <a:lnTo>
                    <a:pt x="82067" y="478955"/>
                  </a:lnTo>
                  <a:lnTo>
                    <a:pt x="81546" y="487705"/>
                  </a:lnTo>
                  <a:lnTo>
                    <a:pt x="61125" y="516305"/>
                  </a:lnTo>
                  <a:lnTo>
                    <a:pt x="43738" y="516305"/>
                  </a:lnTo>
                  <a:lnTo>
                    <a:pt x="22529" y="479971"/>
                  </a:lnTo>
                  <a:lnTo>
                    <a:pt x="22504" y="478955"/>
                  </a:lnTo>
                  <a:lnTo>
                    <a:pt x="23012" y="470547"/>
                  </a:lnTo>
                  <a:lnTo>
                    <a:pt x="43434" y="442302"/>
                  </a:lnTo>
                  <a:lnTo>
                    <a:pt x="61429" y="442302"/>
                  </a:lnTo>
                  <a:lnTo>
                    <a:pt x="82067" y="478955"/>
                  </a:lnTo>
                  <a:lnTo>
                    <a:pt x="82067" y="431800"/>
                  </a:lnTo>
                  <a:lnTo>
                    <a:pt x="73647" y="427443"/>
                  </a:lnTo>
                  <a:lnTo>
                    <a:pt x="63500" y="424688"/>
                  </a:lnTo>
                  <a:lnTo>
                    <a:pt x="52120" y="423773"/>
                  </a:lnTo>
                  <a:lnTo>
                    <a:pt x="43434" y="423773"/>
                  </a:lnTo>
                  <a:lnTo>
                    <a:pt x="35674" y="425170"/>
                  </a:lnTo>
                  <a:lnTo>
                    <a:pt x="29006" y="428015"/>
                  </a:lnTo>
                  <a:lnTo>
                    <a:pt x="23888" y="430123"/>
                  </a:lnTo>
                  <a:lnTo>
                    <a:pt x="19227" y="433336"/>
                  </a:lnTo>
                  <a:lnTo>
                    <a:pt x="15049" y="437692"/>
                  </a:lnTo>
                  <a:lnTo>
                    <a:pt x="10693" y="442036"/>
                  </a:lnTo>
                  <a:lnTo>
                    <a:pt x="0" y="479971"/>
                  </a:lnTo>
                  <a:lnTo>
                    <a:pt x="889" y="492099"/>
                  </a:lnTo>
                  <a:lnTo>
                    <a:pt x="21971" y="526630"/>
                  </a:lnTo>
                  <a:lnTo>
                    <a:pt x="52438" y="534860"/>
                  </a:lnTo>
                  <a:lnTo>
                    <a:pt x="63715" y="533946"/>
                  </a:lnTo>
                  <a:lnTo>
                    <a:pt x="73825" y="531190"/>
                  </a:lnTo>
                  <a:lnTo>
                    <a:pt x="82740" y="526592"/>
                  </a:lnTo>
                  <a:lnTo>
                    <a:pt x="90436" y="520166"/>
                  </a:lnTo>
                  <a:lnTo>
                    <a:pt x="93408" y="516305"/>
                  </a:lnTo>
                  <a:lnTo>
                    <a:pt x="96647" y="512102"/>
                  </a:lnTo>
                  <a:lnTo>
                    <a:pt x="101053" y="502640"/>
                  </a:lnTo>
                  <a:lnTo>
                    <a:pt x="103682" y="491756"/>
                  </a:lnTo>
                  <a:lnTo>
                    <a:pt x="104521" y="479971"/>
                  </a:lnTo>
                  <a:lnTo>
                    <a:pt x="104521" y="478955"/>
                  </a:lnTo>
                  <a:close/>
                </a:path>
                <a:path w="1051560" h="868044">
                  <a:moveTo>
                    <a:pt x="297370" y="811669"/>
                  </a:moveTo>
                  <a:lnTo>
                    <a:pt x="296506" y="799782"/>
                  </a:lnTo>
                  <a:lnTo>
                    <a:pt x="293814" y="788822"/>
                  </a:lnTo>
                  <a:lnTo>
                    <a:pt x="289356" y="779297"/>
                  </a:lnTo>
                  <a:lnTo>
                    <a:pt x="286054" y="775017"/>
                  </a:lnTo>
                  <a:lnTo>
                    <a:pt x="283133" y="771220"/>
                  </a:lnTo>
                  <a:lnTo>
                    <a:pt x="275424" y="764768"/>
                  </a:lnTo>
                  <a:lnTo>
                    <a:pt x="274904" y="764501"/>
                  </a:lnTo>
                  <a:lnTo>
                    <a:pt x="274904" y="811669"/>
                  </a:lnTo>
                  <a:lnTo>
                    <a:pt x="274383" y="820420"/>
                  </a:lnTo>
                  <a:lnTo>
                    <a:pt x="253961" y="849033"/>
                  </a:lnTo>
                  <a:lnTo>
                    <a:pt x="236588" y="849033"/>
                  </a:lnTo>
                  <a:lnTo>
                    <a:pt x="215379" y="812698"/>
                  </a:lnTo>
                  <a:lnTo>
                    <a:pt x="215353" y="811669"/>
                  </a:lnTo>
                  <a:lnTo>
                    <a:pt x="215836" y="803275"/>
                  </a:lnTo>
                  <a:lnTo>
                    <a:pt x="236283" y="775017"/>
                  </a:lnTo>
                  <a:lnTo>
                    <a:pt x="254114" y="775017"/>
                  </a:lnTo>
                  <a:lnTo>
                    <a:pt x="274904" y="811669"/>
                  </a:lnTo>
                  <a:lnTo>
                    <a:pt x="274904" y="764501"/>
                  </a:lnTo>
                  <a:lnTo>
                    <a:pt x="266496" y="760171"/>
                  </a:lnTo>
                  <a:lnTo>
                    <a:pt x="256336" y="757402"/>
                  </a:lnTo>
                  <a:lnTo>
                    <a:pt x="244970" y="756488"/>
                  </a:lnTo>
                  <a:lnTo>
                    <a:pt x="236283" y="756488"/>
                  </a:lnTo>
                  <a:lnTo>
                    <a:pt x="228523" y="757897"/>
                  </a:lnTo>
                  <a:lnTo>
                    <a:pt x="216725" y="762838"/>
                  </a:lnTo>
                  <a:lnTo>
                    <a:pt x="212077" y="766051"/>
                  </a:lnTo>
                  <a:lnTo>
                    <a:pt x="207886" y="770420"/>
                  </a:lnTo>
                  <a:lnTo>
                    <a:pt x="203542" y="774763"/>
                  </a:lnTo>
                  <a:lnTo>
                    <a:pt x="192836" y="812698"/>
                  </a:lnTo>
                  <a:lnTo>
                    <a:pt x="193738" y="824826"/>
                  </a:lnTo>
                  <a:lnTo>
                    <a:pt x="214820" y="859358"/>
                  </a:lnTo>
                  <a:lnTo>
                    <a:pt x="245275" y="867587"/>
                  </a:lnTo>
                  <a:lnTo>
                    <a:pt x="256565" y="866660"/>
                  </a:lnTo>
                  <a:lnTo>
                    <a:pt x="266661" y="863904"/>
                  </a:lnTo>
                  <a:lnTo>
                    <a:pt x="275577" y="859307"/>
                  </a:lnTo>
                  <a:lnTo>
                    <a:pt x="283286" y="852881"/>
                  </a:lnTo>
                  <a:lnTo>
                    <a:pt x="286245" y="849033"/>
                  </a:lnTo>
                  <a:lnTo>
                    <a:pt x="289483" y="844829"/>
                  </a:lnTo>
                  <a:lnTo>
                    <a:pt x="293890" y="835355"/>
                  </a:lnTo>
                  <a:lnTo>
                    <a:pt x="296532" y="824484"/>
                  </a:lnTo>
                  <a:lnTo>
                    <a:pt x="297370" y="812698"/>
                  </a:lnTo>
                  <a:lnTo>
                    <a:pt x="297370" y="811669"/>
                  </a:lnTo>
                  <a:close/>
                </a:path>
                <a:path w="1051560" h="868044">
                  <a:moveTo>
                    <a:pt x="450062" y="479120"/>
                  </a:moveTo>
                  <a:lnTo>
                    <a:pt x="444944" y="470242"/>
                  </a:lnTo>
                  <a:lnTo>
                    <a:pt x="439204" y="468731"/>
                  </a:lnTo>
                  <a:lnTo>
                    <a:pt x="266674" y="567982"/>
                  </a:lnTo>
                  <a:lnTo>
                    <a:pt x="264045" y="567982"/>
                  </a:lnTo>
                  <a:lnTo>
                    <a:pt x="260413" y="571588"/>
                  </a:lnTo>
                  <a:lnTo>
                    <a:pt x="246659" y="579501"/>
                  </a:lnTo>
                  <a:lnTo>
                    <a:pt x="232943" y="571627"/>
                  </a:lnTo>
                  <a:lnTo>
                    <a:pt x="229298" y="567982"/>
                  </a:lnTo>
                  <a:lnTo>
                    <a:pt x="226631" y="567982"/>
                  </a:lnTo>
                  <a:lnTo>
                    <a:pt x="126276" y="510235"/>
                  </a:lnTo>
                  <a:lnTo>
                    <a:pt x="120535" y="511771"/>
                  </a:lnTo>
                  <a:lnTo>
                    <a:pt x="115417" y="520623"/>
                  </a:lnTo>
                  <a:lnTo>
                    <a:pt x="116967" y="526300"/>
                  </a:lnTo>
                  <a:lnTo>
                    <a:pt x="214871" y="582625"/>
                  </a:lnTo>
                  <a:lnTo>
                    <a:pt x="214871" y="740194"/>
                  </a:lnTo>
                  <a:lnTo>
                    <a:pt x="219062" y="744359"/>
                  </a:lnTo>
                  <a:lnTo>
                    <a:pt x="229298" y="744359"/>
                  </a:lnTo>
                  <a:lnTo>
                    <a:pt x="233489" y="740194"/>
                  </a:lnTo>
                  <a:lnTo>
                    <a:pt x="233489" y="593331"/>
                  </a:lnTo>
                  <a:lnTo>
                    <a:pt x="239852" y="596988"/>
                  </a:lnTo>
                  <a:lnTo>
                    <a:pt x="241236" y="599300"/>
                  </a:lnTo>
                  <a:lnTo>
                    <a:pt x="246240" y="600659"/>
                  </a:lnTo>
                  <a:lnTo>
                    <a:pt x="246519" y="600811"/>
                  </a:lnTo>
                  <a:lnTo>
                    <a:pt x="246672" y="600773"/>
                  </a:lnTo>
                  <a:lnTo>
                    <a:pt x="246824" y="600811"/>
                  </a:lnTo>
                  <a:lnTo>
                    <a:pt x="247091" y="600659"/>
                  </a:lnTo>
                  <a:lnTo>
                    <a:pt x="252107" y="599300"/>
                  </a:lnTo>
                  <a:lnTo>
                    <a:pt x="253479" y="596988"/>
                  </a:lnTo>
                  <a:lnTo>
                    <a:pt x="259854" y="593331"/>
                  </a:lnTo>
                  <a:lnTo>
                    <a:pt x="259854" y="740194"/>
                  </a:lnTo>
                  <a:lnTo>
                    <a:pt x="264045" y="744359"/>
                  </a:lnTo>
                  <a:lnTo>
                    <a:pt x="274294" y="744359"/>
                  </a:lnTo>
                  <a:lnTo>
                    <a:pt x="278472" y="740194"/>
                  </a:lnTo>
                  <a:lnTo>
                    <a:pt x="278472" y="582612"/>
                  </a:lnTo>
                  <a:lnTo>
                    <a:pt x="448513" y="484797"/>
                  </a:lnTo>
                  <a:lnTo>
                    <a:pt x="450062" y="479120"/>
                  </a:lnTo>
                  <a:close/>
                </a:path>
                <a:path w="1051560" h="868044">
                  <a:moveTo>
                    <a:pt x="1005941" y="4178"/>
                  </a:moveTo>
                  <a:lnTo>
                    <a:pt x="1001750" y="0"/>
                  </a:lnTo>
                  <a:lnTo>
                    <a:pt x="991514" y="0"/>
                  </a:lnTo>
                  <a:lnTo>
                    <a:pt x="987323" y="4178"/>
                  </a:lnTo>
                  <a:lnTo>
                    <a:pt x="987323" y="163855"/>
                  </a:lnTo>
                  <a:lnTo>
                    <a:pt x="991514" y="168021"/>
                  </a:lnTo>
                  <a:lnTo>
                    <a:pt x="1001750" y="168021"/>
                  </a:lnTo>
                  <a:lnTo>
                    <a:pt x="1005941" y="163855"/>
                  </a:lnTo>
                  <a:lnTo>
                    <a:pt x="1005941" y="4178"/>
                  </a:lnTo>
                  <a:close/>
                </a:path>
                <a:path w="1051560" h="868044">
                  <a:moveTo>
                    <a:pt x="1051090" y="4178"/>
                  </a:moveTo>
                  <a:lnTo>
                    <a:pt x="1046899" y="0"/>
                  </a:lnTo>
                  <a:lnTo>
                    <a:pt x="1036662" y="0"/>
                  </a:lnTo>
                  <a:lnTo>
                    <a:pt x="1032471" y="4178"/>
                  </a:lnTo>
                  <a:lnTo>
                    <a:pt x="1032471" y="163855"/>
                  </a:lnTo>
                  <a:lnTo>
                    <a:pt x="1036662" y="168021"/>
                  </a:lnTo>
                  <a:lnTo>
                    <a:pt x="1046899" y="168021"/>
                  </a:lnTo>
                  <a:lnTo>
                    <a:pt x="1051090" y="163855"/>
                  </a:lnTo>
                  <a:lnTo>
                    <a:pt x="1051090" y="417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731491" y="1062869"/>
              <a:ext cx="338213" cy="132068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048449" y="1062869"/>
              <a:ext cx="260985" cy="132080"/>
            </a:xfrm>
            <a:custGeom>
              <a:avLst/>
              <a:gdLst/>
              <a:ahLst/>
              <a:cxnLst/>
              <a:rect l="l" t="t" r="r" b="b"/>
              <a:pathLst>
                <a:path w="260985" h="132080">
                  <a:moveTo>
                    <a:pt x="250712" y="0"/>
                  </a:moveTo>
                  <a:lnTo>
                    <a:pt x="2172" y="115235"/>
                  </a:lnTo>
                  <a:lnTo>
                    <a:pt x="0" y="120753"/>
                  </a:lnTo>
                  <a:lnTo>
                    <a:pt x="4344" y="130027"/>
                  </a:lnTo>
                  <a:lnTo>
                    <a:pt x="9929" y="132052"/>
                  </a:lnTo>
                  <a:lnTo>
                    <a:pt x="258624" y="16848"/>
                  </a:lnTo>
                  <a:lnTo>
                    <a:pt x="260641" y="11283"/>
                  </a:lnTo>
                  <a:lnTo>
                    <a:pt x="256297" y="20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195724" y="1424557"/>
              <a:ext cx="251798" cy="103750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363732" y="845857"/>
              <a:ext cx="1776095" cy="1155065"/>
            </a:xfrm>
            <a:custGeom>
              <a:avLst/>
              <a:gdLst/>
              <a:ahLst/>
              <a:cxnLst/>
              <a:rect l="l" t="t" r="r" b="b"/>
              <a:pathLst>
                <a:path w="1776095" h="1155064">
                  <a:moveTo>
                    <a:pt x="91998" y="0"/>
                  </a:moveTo>
                  <a:lnTo>
                    <a:pt x="9309" y="0"/>
                  </a:lnTo>
                  <a:lnTo>
                    <a:pt x="9309" y="9258"/>
                  </a:lnTo>
                  <a:lnTo>
                    <a:pt x="0" y="9258"/>
                  </a:lnTo>
                  <a:lnTo>
                    <a:pt x="0" y="1145374"/>
                  </a:lnTo>
                  <a:lnTo>
                    <a:pt x="9309" y="1145374"/>
                  </a:lnTo>
                  <a:lnTo>
                    <a:pt x="9309" y="1154645"/>
                  </a:lnTo>
                  <a:lnTo>
                    <a:pt x="91998" y="1154645"/>
                  </a:lnTo>
                  <a:lnTo>
                    <a:pt x="91998" y="1136103"/>
                  </a:lnTo>
                  <a:lnTo>
                    <a:pt x="18618" y="1136103"/>
                  </a:lnTo>
                  <a:lnTo>
                    <a:pt x="18618" y="18542"/>
                  </a:lnTo>
                  <a:lnTo>
                    <a:pt x="91998" y="18542"/>
                  </a:lnTo>
                  <a:lnTo>
                    <a:pt x="91998" y="0"/>
                  </a:lnTo>
                  <a:close/>
                </a:path>
                <a:path w="1776095" h="1155064">
                  <a:moveTo>
                    <a:pt x="1775625" y="9258"/>
                  </a:moveTo>
                  <a:lnTo>
                    <a:pt x="1766303" y="9258"/>
                  </a:lnTo>
                  <a:lnTo>
                    <a:pt x="1766303" y="0"/>
                  </a:lnTo>
                  <a:lnTo>
                    <a:pt x="1683626" y="0"/>
                  </a:lnTo>
                  <a:lnTo>
                    <a:pt x="1683626" y="18542"/>
                  </a:lnTo>
                  <a:lnTo>
                    <a:pt x="1757006" y="18542"/>
                  </a:lnTo>
                  <a:lnTo>
                    <a:pt x="1757006" y="1136103"/>
                  </a:lnTo>
                  <a:lnTo>
                    <a:pt x="1683626" y="1136103"/>
                  </a:lnTo>
                  <a:lnTo>
                    <a:pt x="1683626" y="1154645"/>
                  </a:lnTo>
                  <a:lnTo>
                    <a:pt x="1766303" y="1154645"/>
                  </a:lnTo>
                  <a:lnTo>
                    <a:pt x="1766303" y="1145374"/>
                  </a:lnTo>
                  <a:lnTo>
                    <a:pt x="1775625" y="1145374"/>
                  </a:lnTo>
                  <a:lnTo>
                    <a:pt x="1775625" y="92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174116" y="1587803"/>
              <a:ext cx="71210" cy="79574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99834" y="2188019"/>
              <a:ext cx="1583055" cy="140970"/>
            </a:xfrm>
            <a:custGeom>
              <a:avLst/>
              <a:gdLst/>
              <a:ahLst/>
              <a:cxnLst/>
              <a:rect l="l" t="t" r="r" b="b"/>
              <a:pathLst>
                <a:path w="1583055" h="140969">
                  <a:moveTo>
                    <a:pt x="85674" y="1828"/>
                  </a:moveTo>
                  <a:lnTo>
                    <a:pt x="0" y="1828"/>
                  </a:lnTo>
                  <a:lnTo>
                    <a:pt x="0" y="20002"/>
                  </a:lnTo>
                  <a:lnTo>
                    <a:pt x="31991" y="20002"/>
                  </a:lnTo>
                  <a:lnTo>
                    <a:pt x="31991" y="109258"/>
                  </a:lnTo>
                  <a:lnTo>
                    <a:pt x="53759" y="109258"/>
                  </a:lnTo>
                  <a:lnTo>
                    <a:pt x="53759" y="20002"/>
                  </a:lnTo>
                  <a:lnTo>
                    <a:pt x="85674" y="20002"/>
                  </a:lnTo>
                  <a:lnTo>
                    <a:pt x="85674" y="1828"/>
                  </a:lnTo>
                  <a:close/>
                </a:path>
                <a:path w="1583055" h="140969">
                  <a:moveTo>
                    <a:pt x="157759" y="76288"/>
                  </a:moveTo>
                  <a:lnTo>
                    <a:pt x="157327" y="65214"/>
                  </a:lnTo>
                  <a:lnTo>
                    <a:pt x="157035" y="63677"/>
                  </a:lnTo>
                  <a:lnTo>
                    <a:pt x="155575" y="55664"/>
                  </a:lnTo>
                  <a:lnTo>
                    <a:pt x="137236" y="33134"/>
                  </a:lnTo>
                  <a:lnTo>
                    <a:pt x="137236" y="63677"/>
                  </a:lnTo>
                  <a:lnTo>
                    <a:pt x="106349" y="63677"/>
                  </a:lnTo>
                  <a:lnTo>
                    <a:pt x="106413" y="57721"/>
                  </a:lnTo>
                  <a:lnTo>
                    <a:pt x="107746" y="53606"/>
                  </a:lnTo>
                  <a:lnTo>
                    <a:pt x="113626" y="47066"/>
                  </a:lnTo>
                  <a:lnTo>
                    <a:pt x="117348" y="45427"/>
                  </a:lnTo>
                  <a:lnTo>
                    <a:pt x="126072" y="45427"/>
                  </a:lnTo>
                  <a:lnTo>
                    <a:pt x="129667" y="46977"/>
                  </a:lnTo>
                  <a:lnTo>
                    <a:pt x="135547" y="53187"/>
                  </a:lnTo>
                  <a:lnTo>
                    <a:pt x="137083" y="57721"/>
                  </a:lnTo>
                  <a:lnTo>
                    <a:pt x="137236" y="63677"/>
                  </a:lnTo>
                  <a:lnTo>
                    <a:pt x="137236" y="33134"/>
                  </a:lnTo>
                  <a:lnTo>
                    <a:pt x="136207" y="32550"/>
                  </a:lnTo>
                  <a:lnTo>
                    <a:pt x="128879" y="30391"/>
                  </a:lnTo>
                  <a:lnTo>
                    <a:pt x="120611" y="29679"/>
                  </a:lnTo>
                  <a:lnTo>
                    <a:pt x="113195" y="30365"/>
                  </a:lnTo>
                  <a:lnTo>
                    <a:pt x="85432" y="61785"/>
                  </a:lnTo>
                  <a:lnTo>
                    <a:pt x="84797" y="70942"/>
                  </a:lnTo>
                  <a:lnTo>
                    <a:pt x="85280" y="78689"/>
                  </a:lnTo>
                  <a:lnTo>
                    <a:pt x="113144" y="110185"/>
                  </a:lnTo>
                  <a:lnTo>
                    <a:pt x="122669" y="111023"/>
                  </a:lnTo>
                  <a:lnTo>
                    <a:pt x="131241" y="111023"/>
                  </a:lnTo>
                  <a:lnTo>
                    <a:pt x="156641" y="87934"/>
                  </a:lnTo>
                  <a:lnTo>
                    <a:pt x="136055" y="84493"/>
                  </a:lnTo>
                  <a:lnTo>
                    <a:pt x="134924" y="88404"/>
                  </a:lnTo>
                  <a:lnTo>
                    <a:pt x="133261" y="91236"/>
                  </a:lnTo>
                  <a:lnTo>
                    <a:pt x="128854" y="94742"/>
                  </a:lnTo>
                  <a:lnTo>
                    <a:pt x="126123" y="95618"/>
                  </a:lnTo>
                  <a:lnTo>
                    <a:pt x="118135" y="95618"/>
                  </a:lnTo>
                  <a:lnTo>
                    <a:pt x="114160" y="93941"/>
                  </a:lnTo>
                  <a:lnTo>
                    <a:pt x="107784" y="87134"/>
                  </a:lnTo>
                  <a:lnTo>
                    <a:pt x="106133" y="82384"/>
                  </a:lnTo>
                  <a:lnTo>
                    <a:pt x="105968" y="76288"/>
                  </a:lnTo>
                  <a:lnTo>
                    <a:pt x="157759" y="76288"/>
                  </a:lnTo>
                  <a:close/>
                </a:path>
                <a:path w="1583055" h="140969">
                  <a:moveTo>
                    <a:pt x="226809" y="33566"/>
                  </a:moveTo>
                  <a:lnTo>
                    <a:pt x="222453" y="30975"/>
                  </a:lnTo>
                  <a:lnTo>
                    <a:pt x="217906" y="29679"/>
                  </a:lnTo>
                  <a:lnTo>
                    <a:pt x="209867" y="29679"/>
                  </a:lnTo>
                  <a:lnTo>
                    <a:pt x="206895" y="30518"/>
                  </a:lnTo>
                  <a:lnTo>
                    <a:pt x="201650" y="33820"/>
                  </a:lnTo>
                  <a:lnTo>
                    <a:pt x="198704" y="37274"/>
                  </a:lnTo>
                  <a:lnTo>
                    <a:pt x="195414" y="42494"/>
                  </a:lnTo>
                  <a:lnTo>
                    <a:pt x="195414" y="31445"/>
                  </a:lnTo>
                  <a:lnTo>
                    <a:pt x="176199" y="31445"/>
                  </a:lnTo>
                  <a:lnTo>
                    <a:pt x="176199" y="109258"/>
                  </a:lnTo>
                  <a:lnTo>
                    <a:pt x="196888" y="109258"/>
                  </a:lnTo>
                  <a:lnTo>
                    <a:pt x="196989" y="76149"/>
                  </a:lnTo>
                  <a:lnTo>
                    <a:pt x="197319" y="68770"/>
                  </a:lnTo>
                  <a:lnTo>
                    <a:pt x="207810" y="48133"/>
                  </a:lnTo>
                  <a:lnTo>
                    <a:pt x="213702" y="48133"/>
                  </a:lnTo>
                  <a:lnTo>
                    <a:pt x="216928" y="49263"/>
                  </a:lnTo>
                  <a:lnTo>
                    <a:pt x="220421" y="51511"/>
                  </a:lnTo>
                  <a:lnTo>
                    <a:pt x="221627" y="48133"/>
                  </a:lnTo>
                  <a:lnTo>
                    <a:pt x="223634" y="42494"/>
                  </a:lnTo>
                  <a:lnTo>
                    <a:pt x="226809" y="33566"/>
                  </a:lnTo>
                  <a:close/>
                </a:path>
                <a:path w="1583055" h="140969">
                  <a:moveTo>
                    <a:pt x="304406" y="76288"/>
                  </a:moveTo>
                  <a:lnTo>
                    <a:pt x="289267" y="36131"/>
                  </a:lnTo>
                  <a:lnTo>
                    <a:pt x="283895" y="33134"/>
                  </a:lnTo>
                  <a:lnTo>
                    <a:pt x="283895" y="63677"/>
                  </a:lnTo>
                  <a:lnTo>
                    <a:pt x="252996" y="63677"/>
                  </a:lnTo>
                  <a:lnTo>
                    <a:pt x="253047" y="57721"/>
                  </a:lnTo>
                  <a:lnTo>
                    <a:pt x="254393" y="53606"/>
                  </a:lnTo>
                  <a:lnTo>
                    <a:pt x="260273" y="47066"/>
                  </a:lnTo>
                  <a:lnTo>
                    <a:pt x="264007" y="45427"/>
                  </a:lnTo>
                  <a:lnTo>
                    <a:pt x="272732" y="45427"/>
                  </a:lnTo>
                  <a:lnTo>
                    <a:pt x="276301" y="46977"/>
                  </a:lnTo>
                  <a:lnTo>
                    <a:pt x="282194" y="53187"/>
                  </a:lnTo>
                  <a:lnTo>
                    <a:pt x="283730" y="57721"/>
                  </a:lnTo>
                  <a:lnTo>
                    <a:pt x="283895" y="63677"/>
                  </a:lnTo>
                  <a:lnTo>
                    <a:pt x="283895" y="33134"/>
                  </a:lnTo>
                  <a:lnTo>
                    <a:pt x="282854" y="32550"/>
                  </a:lnTo>
                  <a:lnTo>
                    <a:pt x="275513" y="30391"/>
                  </a:lnTo>
                  <a:lnTo>
                    <a:pt x="267258" y="29679"/>
                  </a:lnTo>
                  <a:lnTo>
                    <a:pt x="259842" y="30365"/>
                  </a:lnTo>
                  <a:lnTo>
                    <a:pt x="232092" y="61785"/>
                  </a:lnTo>
                  <a:lnTo>
                    <a:pt x="231457" y="70942"/>
                  </a:lnTo>
                  <a:lnTo>
                    <a:pt x="231940" y="78689"/>
                  </a:lnTo>
                  <a:lnTo>
                    <a:pt x="259803" y="110185"/>
                  </a:lnTo>
                  <a:lnTo>
                    <a:pt x="269328" y="111023"/>
                  </a:lnTo>
                  <a:lnTo>
                    <a:pt x="277901" y="111023"/>
                  </a:lnTo>
                  <a:lnTo>
                    <a:pt x="285051" y="109054"/>
                  </a:lnTo>
                  <a:lnTo>
                    <a:pt x="296468" y="101180"/>
                  </a:lnTo>
                  <a:lnTo>
                    <a:pt x="300532" y="95618"/>
                  </a:lnTo>
                  <a:lnTo>
                    <a:pt x="300659" y="95453"/>
                  </a:lnTo>
                  <a:lnTo>
                    <a:pt x="303301" y="87934"/>
                  </a:lnTo>
                  <a:lnTo>
                    <a:pt x="282714" y="84493"/>
                  </a:lnTo>
                  <a:lnTo>
                    <a:pt x="281584" y="88404"/>
                  </a:lnTo>
                  <a:lnTo>
                    <a:pt x="279920" y="91236"/>
                  </a:lnTo>
                  <a:lnTo>
                    <a:pt x="275501" y="94742"/>
                  </a:lnTo>
                  <a:lnTo>
                    <a:pt x="272783" y="95618"/>
                  </a:lnTo>
                  <a:lnTo>
                    <a:pt x="264795" y="95618"/>
                  </a:lnTo>
                  <a:lnTo>
                    <a:pt x="260819" y="93941"/>
                  </a:lnTo>
                  <a:lnTo>
                    <a:pt x="254444" y="87134"/>
                  </a:lnTo>
                  <a:lnTo>
                    <a:pt x="252768" y="82384"/>
                  </a:lnTo>
                  <a:lnTo>
                    <a:pt x="252628" y="76288"/>
                  </a:lnTo>
                  <a:lnTo>
                    <a:pt x="304406" y="76288"/>
                  </a:lnTo>
                  <a:close/>
                </a:path>
                <a:path w="1583055" h="140969">
                  <a:moveTo>
                    <a:pt x="399351" y="69900"/>
                  </a:moveTo>
                  <a:lnTo>
                    <a:pt x="391693" y="42862"/>
                  </a:lnTo>
                  <a:lnTo>
                    <a:pt x="389864" y="40297"/>
                  </a:lnTo>
                  <a:lnTo>
                    <a:pt x="384860" y="35648"/>
                  </a:lnTo>
                  <a:lnTo>
                    <a:pt x="379349" y="32334"/>
                  </a:lnTo>
                  <a:lnTo>
                    <a:pt x="378244" y="31978"/>
                  </a:lnTo>
                  <a:lnTo>
                    <a:pt x="378244" y="79108"/>
                  </a:lnTo>
                  <a:lnTo>
                    <a:pt x="376732" y="85077"/>
                  </a:lnTo>
                  <a:lnTo>
                    <a:pt x="370357" y="92760"/>
                  </a:lnTo>
                  <a:lnTo>
                    <a:pt x="366344" y="94678"/>
                  </a:lnTo>
                  <a:lnTo>
                    <a:pt x="356539" y="94678"/>
                  </a:lnTo>
                  <a:lnTo>
                    <a:pt x="352310" y="92595"/>
                  </a:lnTo>
                  <a:lnTo>
                    <a:pt x="345338" y="84226"/>
                  </a:lnTo>
                  <a:lnTo>
                    <a:pt x="343611" y="77774"/>
                  </a:lnTo>
                  <a:lnTo>
                    <a:pt x="343611" y="61404"/>
                  </a:lnTo>
                  <a:lnTo>
                    <a:pt x="345287" y="55651"/>
                  </a:lnTo>
                  <a:lnTo>
                    <a:pt x="351942" y="47891"/>
                  </a:lnTo>
                  <a:lnTo>
                    <a:pt x="356146" y="45935"/>
                  </a:lnTo>
                  <a:lnTo>
                    <a:pt x="366039" y="45935"/>
                  </a:lnTo>
                  <a:lnTo>
                    <a:pt x="370103" y="47917"/>
                  </a:lnTo>
                  <a:lnTo>
                    <a:pt x="376682" y="55829"/>
                  </a:lnTo>
                  <a:lnTo>
                    <a:pt x="378193" y="61404"/>
                  </a:lnTo>
                  <a:lnTo>
                    <a:pt x="378244" y="79108"/>
                  </a:lnTo>
                  <a:lnTo>
                    <a:pt x="378244" y="31978"/>
                  </a:lnTo>
                  <a:lnTo>
                    <a:pt x="373316" y="30340"/>
                  </a:lnTo>
                  <a:lnTo>
                    <a:pt x="366763" y="29679"/>
                  </a:lnTo>
                  <a:lnTo>
                    <a:pt x="361569" y="29679"/>
                  </a:lnTo>
                  <a:lnTo>
                    <a:pt x="356844" y="30899"/>
                  </a:lnTo>
                  <a:lnTo>
                    <a:pt x="348310" y="35788"/>
                  </a:lnTo>
                  <a:lnTo>
                    <a:pt x="344919" y="38950"/>
                  </a:lnTo>
                  <a:lnTo>
                    <a:pt x="342430" y="42862"/>
                  </a:lnTo>
                  <a:lnTo>
                    <a:pt x="342430" y="31445"/>
                  </a:lnTo>
                  <a:lnTo>
                    <a:pt x="323164" y="31445"/>
                  </a:lnTo>
                  <a:lnTo>
                    <a:pt x="323164" y="138861"/>
                  </a:lnTo>
                  <a:lnTo>
                    <a:pt x="343827" y="138861"/>
                  </a:lnTo>
                  <a:lnTo>
                    <a:pt x="343827" y="99656"/>
                  </a:lnTo>
                  <a:lnTo>
                    <a:pt x="347700" y="103809"/>
                  </a:lnTo>
                  <a:lnTo>
                    <a:pt x="351396" y="106730"/>
                  </a:lnTo>
                  <a:lnTo>
                    <a:pt x="358406" y="110172"/>
                  </a:lnTo>
                  <a:lnTo>
                    <a:pt x="362318" y="111023"/>
                  </a:lnTo>
                  <a:lnTo>
                    <a:pt x="366623" y="111023"/>
                  </a:lnTo>
                  <a:lnTo>
                    <a:pt x="393674" y="94678"/>
                  </a:lnTo>
                  <a:lnTo>
                    <a:pt x="393979" y="94259"/>
                  </a:lnTo>
                  <a:lnTo>
                    <a:pt x="396963" y="87223"/>
                  </a:lnTo>
                  <a:lnTo>
                    <a:pt x="398754" y="79108"/>
                  </a:lnTo>
                  <a:lnTo>
                    <a:pt x="399351" y="69900"/>
                  </a:lnTo>
                  <a:close/>
                </a:path>
                <a:path w="1583055" h="140969">
                  <a:moveTo>
                    <a:pt x="489597" y="109258"/>
                  </a:moveTo>
                  <a:lnTo>
                    <a:pt x="489470" y="54813"/>
                  </a:lnTo>
                  <a:lnTo>
                    <a:pt x="489242" y="51460"/>
                  </a:lnTo>
                  <a:lnTo>
                    <a:pt x="487959" y="45427"/>
                  </a:lnTo>
                  <a:lnTo>
                    <a:pt x="487832" y="44818"/>
                  </a:lnTo>
                  <a:lnTo>
                    <a:pt x="486498" y="41795"/>
                  </a:lnTo>
                  <a:lnTo>
                    <a:pt x="486168" y="41338"/>
                  </a:lnTo>
                  <a:lnTo>
                    <a:pt x="482625" y="36322"/>
                  </a:lnTo>
                  <a:lnTo>
                    <a:pt x="479742" y="34074"/>
                  </a:lnTo>
                  <a:lnTo>
                    <a:pt x="472097" y="30556"/>
                  </a:lnTo>
                  <a:lnTo>
                    <a:pt x="467804" y="29679"/>
                  </a:lnTo>
                  <a:lnTo>
                    <a:pt x="463054" y="29679"/>
                  </a:lnTo>
                  <a:lnTo>
                    <a:pt x="456336" y="30403"/>
                  </a:lnTo>
                  <a:lnTo>
                    <a:pt x="450126" y="32588"/>
                  </a:lnTo>
                  <a:lnTo>
                    <a:pt x="444385" y="36233"/>
                  </a:lnTo>
                  <a:lnTo>
                    <a:pt x="439140" y="41338"/>
                  </a:lnTo>
                  <a:lnTo>
                    <a:pt x="439140" y="1828"/>
                  </a:lnTo>
                  <a:lnTo>
                    <a:pt x="418477" y="1828"/>
                  </a:lnTo>
                  <a:lnTo>
                    <a:pt x="418477" y="109258"/>
                  </a:lnTo>
                  <a:lnTo>
                    <a:pt x="439140" y="109258"/>
                  </a:lnTo>
                  <a:lnTo>
                    <a:pt x="439140" y="63728"/>
                  </a:lnTo>
                  <a:lnTo>
                    <a:pt x="439762" y="58788"/>
                  </a:lnTo>
                  <a:lnTo>
                    <a:pt x="442277" y="52095"/>
                  </a:lnTo>
                  <a:lnTo>
                    <a:pt x="444246" y="49593"/>
                  </a:lnTo>
                  <a:lnTo>
                    <a:pt x="449630" y="46266"/>
                  </a:lnTo>
                  <a:lnTo>
                    <a:pt x="452704" y="45427"/>
                  </a:lnTo>
                  <a:lnTo>
                    <a:pt x="459130" y="45427"/>
                  </a:lnTo>
                  <a:lnTo>
                    <a:pt x="468934" y="109258"/>
                  </a:lnTo>
                  <a:lnTo>
                    <a:pt x="489597" y="109258"/>
                  </a:lnTo>
                  <a:close/>
                </a:path>
                <a:path w="1583055" h="140969">
                  <a:moveTo>
                    <a:pt x="550862" y="107937"/>
                  </a:moveTo>
                  <a:lnTo>
                    <a:pt x="549313" y="93941"/>
                  </a:lnTo>
                  <a:lnTo>
                    <a:pt x="549097" y="91960"/>
                  </a:lnTo>
                  <a:lnTo>
                    <a:pt x="545465" y="93294"/>
                  </a:lnTo>
                  <a:lnTo>
                    <a:pt x="542696" y="93941"/>
                  </a:lnTo>
                  <a:lnTo>
                    <a:pt x="539407" y="93941"/>
                  </a:lnTo>
                  <a:lnTo>
                    <a:pt x="535051" y="85559"/>
                  </a:lnTo>
                  <a:lnTo>
                    <a:pt x="535051" y="47840"/>
                  </a:lnTo>
                  <a:lnTo>
                    <a:pt x="549173" y="47840"/>
                  </a:lnTo>
                  <a:lnTo>
                    <a:pt x="549173" y="31445"/>
                  </a:lnTo>
                  <a:lnTo>
                    <a:pt x="535051" y="31445"/>
                  </a:lnTo>
                  <a:lnTo>
                    <a:pt x="535051" y="3962"/>
                  </a:lnTo>
                  <a:lnTo>
                    <a:pt x="514311" y="15963"/>
                  </a:lnTo>
                  <a:lnTo>
                    <a:pt x="514311" y="31445"/>
                  </a:lnTo>
                  <a:lnTo>
                    <a:pt x="504812" y="31445"/>
                  </a:lnTo>
                  <a:lnTo>
                    <a:pt x="504812" y="47840"/>
                  </a:lnTo>
                  <a:lnTo>
                    <a:pt x="514311" y="47840"/>
                  </a:lnTo>
                  <a:lnTo>
                    <a:pt x="514413" y="91376"/>
                  </a:lnTo>
                  <a:lnTo>
                    <a:pt x="514540" y="93941"/>
                  </a:lnTo>
                  <a:lnTo>
                    <a:pt x="514972" y="96291"/>
                  </a:lnTo>
                  <a:lnTo>
                    <a:pt x="515505" y="99656"/>
                  </a:lnTo>
                  <a:lnTo>
                    <a:pt x="516483" y="102336"/>
                  </a:lnTo>
                  <a:lnTo>
                    <a:pt x="519277" y="106286"/>
                  </a:lnTo>
                  <a:lnTo>
                    <a:pt x="521462" y="107899"/>
                  </a:lnTo>
                  <a:lnTo>
                    <a:pt x="527456" y="110401"/>
                  </a:lnTo>
                  <a:lnTo>
                    <a:pt x="530796" y="111023"/>
                  </a:lnTo>
                  <a:lnTo>
                    <a:pt x="540626" y="111023"/>
                  </a:lnTo>
                  <a:lnTo>
                    <a:pt x="546049" y="109982"/>
                  </a:lnTo>
                  <a:lnTo>
                    <a:pt x="550862" y="107937"/>
                  </a:lnTo>
                  <a:close/>
                </a:path>
                <a:path w="1583055" h="140969">
                  <a:moveTo>
                    <a:pt x="632866" y="109258"/>
                  </a:moveTo>
                  <a:lnTo>
                    <a:pt x="631050" y="105549"/>
                  </a:lnTo>
                  <a:lnTo>
                    <a:pt x="629818" y="102069"/>
                  </a:lnTo>
                  <a:lnTo>
                    <a:pt x="629551" y="100749"/>
                  </a:lnTo>
                  <a:lnTo>
                    <a:pt x="628688" y="96507"/>
                  </a:lnTo>
                  <a:lnTo>
                    <a:pt x="628497" y="95554"/>
                  </a:lnTo>
                  <a:lnTo>
                    <a:pt x="628192" y="90982"/>
                  </a:lnTo>
                  <a:lnTo>
                    <a:pt x="628269" y="71882"/>
                  </a:lnTo>
                  <a:lnTo>
                    <a:pt x="628383" y="50698"/>
                  </a:lnTo>
                  <a:lnTo>
                    <a:pt x="627583" y="45427"/>
                  </a:lnTo>
                  <a:lnTo>
                    <a:pt x="604723" y="29679"/>
                  </a:lnTo>
                  <a:lnTo>
                    <a:pt x="585355" y="29679"/>
                  </a:lnTo>
                  <a:lnTo>
                    <a:pt x="577697" y="31483"/>
                  </a:lnTo>
                  <a:lnTo>
                    <a:pt x="567410" y="38709"/>
                  </a:lnTo>
                  <a:lnTo>
                    <a:pt x="563791" y="44284"/>
                  </a:lnTo>
                  <a:lnTo>
                    <a:pt x="561670" y="51803"/>
                  </a:lnTo>
                  <a:lnTo>
                    <a:pt x="580428" y="55181"/>
                  </a:lnTo>
                  <a:lnTo>
                    <a:pt x="581710" y="51574"/>
                  </a:lnTo>
                  <a:lnTo>
                    <a:pt x="583361" y="49034"/>
                  </a:lnTo>
                  <a:lnTo>
                    <a:pt x="587489" y="46164"/>
                  </a:lnTo>
                  <a:lnTo>
                    <a:pt x="590359" y="45427"/>
                  </a:lnTo>
                  <a:lnTo>
                    <a:pt x="599490" y="45427"/>
                  </a:lnTo>
                  <a:lnTo>
                    <a:pt x="603173" y="46278"/>
                  </a:lnTo>
                  <a:lnTo>
                    <a:pt x="607098" y="49657"/>
                  </a:lnTo>
                  <a:lnTo>
                    <a:pt x="608076" y="52463"/>
                  </a:lnTo>
                  <a:lnTo>
                    <a:pt x="608076" y="58483"/>
                  </a:lnTo>
                  <a:lnTo>
                    <a:pt x="608076" y="71882"/>
                  </a:lnTo>
                  <a:lnTo>
                    <a:pt x="608076" y="80924"/>
                  </a:lnTo>
                  <a:lnTo>
                    <a:pt x="607822" y="84277"/>
                  </a:lnTo>
                  <a:lnTo>
                    <a:pt x="607275" y="86017"/>
                  </a:lnTo>
                  <a:lnTo>
                    <a:pt x="606501" y="88709"/>
                  </a:lnTo>
                  <a:lnTo>
                    <a:pt x="604850" y="90982"/>
                  </a:lnTo>
                  <a:lnTo>
                    <a:pt x="602335" y="92837"/>
                  </a:lnTo>
                  <a:lnTo>
                    <a:pt x="598957" y="95288"/>
                  </a:lnTo>
                  <a:lnTo>
                    <a:pt x="595401" y="96507"/>
                  </a:lnTo>
                  <a:lnTo>
                    <a:pt x="588340" y="96507"/>
                  </a:lnTo>
                  <a:lnTo>
                    <a:pt x="585597" y="95453"/>
                  </a:lnTo>
                  <a:lnTo>
                    <a:pt x="581291" y="91249"/>
                  </a:lnTo>
                  <a:lnTo>
                    <a:pt x="580212" y="88760"/>
                  </a:lnTo>
                  <a:lnTo>
                    <a:pt x="580212" y="82943"/>
                  </a:lnTo>
                  <a:lnTo>
                    <a:pt x="601243" y="73812"/>
                  </a:lnTo>
                  <a:lnTo>
                    <a:pt x="605447" y="72758"/>
                  </a:lnTo>
                  <a:lnTo>
                    <a:pt x="608076" y="71882"/>
                  </a:lnTo>
                  <a:lnTo>
                    <a:pt x="608076" y="58483"/>
                  </a:lnTo>
                  <a:lnTo>
                    <a:pt x="604354" y="60032"/>
                  </a:lnTo>
                  <a:lnTo>
                    <a:pt x="597674" y="61722"/>
                  </a:lnTo>
                  <a:lnTo>
                    <a:pt x="560590" y="79679"/>
                  </a:lnTo>
                  <a:lnTo>
                    <a:pt x="559536" y="83616"/>
                  </a:lnTo>
                  <a:lnTo>
                    <a:pt x="559536" y="94653"/>
                  </a:lnTo>
                  <a:lnTo>
                    <a:pt x="561860" y="100152"/>
                  </a:lnTo>
                  <a:lnTo>
                    <a:pt x="571119" y="108839"/>
                  </a:lnTo>
                  <a:lnTo>
                    <a:pt x="577469" y="111023"/>
                  </a:lnTo>
                  <a:lnTo>
                    <a:pt x="590067" y="111023"/>
                  </a:lnTo>
                  <a:lnTo>
                    <a:pt x="594347" y="110172"/>
                  </a:lnTo>
                  <a:lnTo>
                    <a:pt x="602399" y="106730"/>
                  </a:lnTo>
                  <a:lnTo>
                    <a:pt x="606171" y="104165"/>
                  </a:lnTo>
                  <a:lnTo>
                    <a:pt x="609714" y="100749"/>
                  </a:lnTo>
                  <a:lnTo>
                    <a:pt x="609854" y="101142"/>
                  </a:lnTo>
                  <a:lnTo>
                    <a:pt x="611212" y="105854"/>
                  </a:lnTo>
                  <a:lnTo>
                    <a:pt x="611886" y="107899"/>
                  </a:lnTo>
                  <a:lnTo>
                    <a:pt x="612419" y="109258"/>
                  </a:lnTo>
                  <a:lnTo>
                    <a:pt x="632866" y="109258"/>
                  </a:lnTo>
                  <a:close/>
                </a:path>
                <a:path w="1583055" h="140969">
                  <a:moveTo>
                    <a:pt x="671918" y="1828"/>
                  </a:moveTo>
                  <a:lnTo>
                    <a:pt x="651256" y="1828"/>
                  </a:lnTo>
                  <a:lnTo>
                    <a:pt x="651256" y="109258"/>
                  </a:lnTo>
                  <a:lnTo>
                    <a:pt x="671918" y="109258"/>
                  </a:lnTo>
                  <a:lnTo>
                    <a:pt x="671918" y="1828"/>
                  </a:lnTo>
                  <a:close/>
                </a:path>
                <a:path w="1583055" h="140969">
                  <a:moveTo>
                    <a:pt x="770153" y="70345"/>
                  </a:moveTo>
                  <a:lnTo>
                    <a:pt x="752792" y="36131"/>
                  </a:lnTo>
                  <a:lnTo>
                    <a:pt x="748868" y="34086"/>
                  </a:lnTo>
                  <a:lnTo>
                    <a:pt x="748868" y="62407"/>
                  </a:lnTo>
                  <a:lnTo>
                    <a:pt x="748868" y="78181"/>
                  </a:lnTo>
                  <a:lnTo>
                    <a:pt x="747102" y="83985"/>
                  </a:lnTo>
                  <a:lnTo>
                    <a:pt x="739800" y="92189"/>
                  </a:lnTo>
                  <a:lnTo>
                    <a:pt x="735266" y="94234"/>
                  </a:lnTo>
                  <a:lnTo>
                    <a:pt x="724484" y="94234"/>
                  </a:lnTo>
                  <a:lnTo>
                    <a:pt x="719950" y="92189"/>
                  </a:lnTo>
                  <a:lnTo>
                    <a:pt x="712597" y="83985"/>
                  </a:lnTo>
                  <a:lnTo>
                    <a:pt x="710793" y="78181"/>
                  </a:lnTo>
                  <a:lnTo>
                    <a:pt x="710819" y="62407"/>
                  </a:lnTo>
                  <a:lnTo>
                    <a:pt x="712597" y="56718"/>
                  </a:lnTo>
                  <a:lnTo>
                    <a:pt x="719950" y="48514"/>
                  </a:lnTo>
                  <a:lnTo>
                    <a:pt x="724484" y="46456"/>
                  </a:lnTo>
                  <a:lnTo>
                    <a:pt x="735266" y="46456"/>
                  </a:lnTo>
                  <a:lnTo>
                    <a:pt x="739800" y="48514"/>
                  </a:lnTo>
                  <a:lnTo>
                    <a:pt x="747102" y="56718"/>
                  </a:lnTo>
                  <a:lnTo>
                    <a:pt x="748868" y="62407"/>
                  </a:lnTo>
                  <a:lnTo>
                    <a:pt x="748868" y="34086"/>
                  </a:lnTo>
                  <a:lnTo>
                    <a:pt x="745934" y="32550"/>
                  </a:lnTo>
                  <a:lnTo>
                    <a:pt x="738276" y="30391"/>
                  </a:lnTo>
                  <a:lnTo>
                    <a:pt x="729805" y="29679"/>
                  </a:lnTo>
                  <a:lnTo>
                    <a:pt x="722160" y="29679"/>
                  </a:lnTo>
                  <a:lnTo>
                    <a:pt x="691273" y="55791"/>
                  </a:lnTo>
                  <a:lnTo>
                    <a:pt x="689660" y="78574"/>
                  </a:lnTo>
                  <a:lnTo>
                    <a:pt x="691273" y="85775"/>
                  </a:lnTo>
                  <a:lnTo>
                    <a:pt x="698030" y="98234"/>
                  </a:lnTo>
                  <a:lnTo>
                    <a:pt x="702970" y="102946"/>
                  </a:lnTo>
                  <a:lnTo>
                    <a:pt x="715962" y="109410"/>
                  </a:lnTo>
                  <a:lnTo>
                    <a:pt x="722795" y="111023"/>
                  </a:lnTo>
                  <a:lnTo>
                    <a:pt x="729945" y="111023"/>
                  </a:lnTo>
                  <a:lnTo>
                    <a:pt x="763739" y="93218"/>
                  </a:lnTo>
                  <a:lnTo>
                    <a:pt x="769454" y="78574"/>
                  </a:lnTo>
                  <a:lnTo>
                    <a:pt x="770153" y="70345"/>
                  </a:lnTo>
                  <a:close/>
                </a:path>
                <a:path w="1583055" h="140969">
                  <a:moveTo>
                    <a:pt x="859688" y="31445"/>
                  </a:moveTo>
                  <a:lnTo>
                    <a:pt x="838276" y="31445"/>
                  </a:lnTo>
                  <a:lnTo>
                    <a:pt x="820051" y="86690"/>
                  </a:lnTo>
                  <a:lnTo>
                    <a:pt x="801370" y="31445"/>
                  </a:lnTo>
                  <a:lnTo>
                    <a:pt x="779373" y="31445"/>
                  </a:lnTo>
                  <a:lnTo>
                    <a:pt x="809078" y="109474"/>
                  </a:lnTo>
                  <a:lnTo>
                    <a:pt x="807859" y="113830"/>
                  </a:lnTo>
                  <a:lnTo>
                    <a:pt x="806094" y="117398"/>
                  </a:lnTo>
                  <a:lnTo>
                    <a:pt x="801484" y="123024"/>
                  </a:lnTo>
                  <a:lnTo>
                    <a:pt x="797928" y="124421"/>
                  </a:lnTo>
                  <a:lnTo>
                    <a:pt x="790524" y="124421"/>
                  </a:lnTo>
                  <a:lnTo>
                    <a:pt x="787615" y="124104"/>
                  </a:lnTo>
                  <a:lnTo>
                    <a:pt x="784364" y="123482"/>
                  </a:lnTo>
                  <a:lnTo>
                    <a:pt x="786218" y="139598"/>
                  </a:lnTo>
                  <a:lnTo>
                    <a:pt x="790028" y="140423"/>
                  </a:lnTo>
                  <a:lnTo>
                    <a:pt x="793940" y="140830"/>
                  </a:lnTo>
                  <a:lnTo>
                    <a:pt x="801839" y="140830"/>
                  </a:lnTo>
                  <a:lnTo>
                    <a:pt x="832104" y="106324"/>
                  </a:lnTo>
                  <a:lnTo>
                    <a:pt x="839343" y="86690"/>
                  </a:lnTo>
                  <a:lnTo>
                    <a:pt x="859688" y="31445"/>
                  </a:lnTo>
                  <a:close/>
                </a:path>
                <a:path w="1583055" h="140969">
                  <a:moveTo>
                    <a:pt x="896086" y="1828"/>
                  </a:moveTo>
                  <a:lnTo>
                    <a:pt x="875423" y="1828"/>
                  </a:lnTo>
                  <a:lnTo>
                    <a:pt x="875423" y="109258"/>
                  </a:lnTo>
                  <a:lnTo>
                    <a:pt x="896086" y="109258"/>
                  </a:lnTo>
                  <a:lnTo>
                    <a:pt x="896086" y="1828"/>
                  </a:lnTo>
                  <a:close/>
                </a:path>
                <a:path w="1583055" h="140969">
                  <a:moveTo>
                    <a:pt x="1063358" y="76428"/>
                  </a:moveTo>
                  <a:lnTo>
                    <a:pt x="1042263" y="69761"/>
                  </a:lnTo>
                  <a:lnTo>
                    <a:pt x="1040447" y="77635"/>
                  </a:lnTo>
                  <a:lnTo>
                    <a:pt x="1037450" y="83400"/>
                  </a:lnTo>
                  <a:lnTo>
                    <a:pt x="1029119" y="90716"/>
                  </a:lnTo>
                  <a:lnTo>
                    <a:pt x="1024140" y="92544"/>
                  </a:lnTo>
                  <a:lnTo>
                    <a:pt x="1010500" y="92544"/>
                  </a:lnTo>
                  <a:lnTo>
                    <a:pt x="991870" y="54889"/>
                  </a:lnTo>
                  <a:lnTo>
                    <a:pt x="992339" y="45961"/>
                  </a:lnTo>
                  <a:lnTo>
                    <a:pt x="1010805" y="18542"/>
                  </a:lnTo>
                  <a:lnTo>
                    <a:pt x="1024572" y="18542"/>
                  </a:lnTo>
                  <a:lnTo>
                    <a:pt x="1029500" y="20154"/>
                  </a:lnTo>
                  <a:lnTo>
                    <a:pt x="1037590" y="26606"/>
                  </a:lnTo>
                  <a:lnTo>
                    <a:pt x="1040244" y="31000"/>
                  </a:lnTo>
                  <a:lnTo>
                    <a:pt x="1041514" y="36563"/>
                  </a:lnTo>
                  <a:lnTo>
                    <a:pt x="1063066" y="31445"/>
                  </a:lnTo>
                  <a:lnTo>
                    <a:pt x="1060615" y="22834"/>
                  </a:lnTo>
                  <a:lnTo>
                    <a:pt x="1058214" y="18542"/>
                  </a:lnTo>
                  <a:lnTo>
                    <a:pt x="1056944" y="16243"/>
                  </a:lnTo>
                  <a:lnTo>
                    <a:pt x="1019911" y="0"/>
                  </a:lnTo>
                  <a:lnTo>
                    <a:pt x="1009129" y="927"/>
                  </a:lnTo>
                  <a:lnTo>
                    <a:pt x="977265" y="23012"/>
                  </a:lnTo>
                  <a:lnTo>
                    <a:pt x="969454" y="56502"/>
                  </a:lnTo>
                  <a:lnTo>
                    <a:pt x="970318" y="68503"/>
                  </a:lnTo>
                  <a:lnTo>
                    <a:pt x="990663" y="102870"/>
                  </a:lnTo>
                  <a:lnTo>
                    <a:pt x="1018578" y="111099"/>
                  </a:lnTo>
                  <a:lnTo>
                    <a:pt x="1026871" y="110553"/>
                  </a:lnTo>
                  <a:lnTo>
                    <a:pt x="1060538" y="84658"/>
                  </a:lnTo>
                  <a:lnTo>
                    <a:pt x="1063358" y="76428"/>
                  </a:lnTo>
                  <a:close/>
                </a:path>
                <a:path w="1583055" h="140969">
                  <a:moveTo>
                    <a:pt x="1156182" y="109258"/>
                  </a:moveTo>
                  <a:lnTo>
                    <a:pt x="1156055" y="54813"/>
                  </a:lnTo>
                  <a:lnTo>
                    <a:pt x="1155827" y="51460"/>
                  </a:lnTo>
                  <a:lnTo>
                    <a:pt x="1154531" y="45427"/>
                  </a:lnTo>
                  <a:lnTo>
                    <a:pt x="1154404" y="44818"/>
                  </a:lnTo>
                  <a:lnTo>
                    <a:pt x="1153083" y="41795"/>
                  </a:lnTo>
                  <a:lnTo>
                    <a:pt x="1152753" y="41338"/>
                  </a:lnTo>
                  <a:lnTo>
                    <a:pt x="1149210" y="36322"/>
                  </a:lnTo>
                  <a:lnTo>
                    <a:pt x="1146340" y="34074"/>
                  </a:lnTo>
                  <a:lnTo>
                    <a:pt x="1138682" y="30556"/>
                  </a:lnTo>
                  <a:lnTo>
                    <a:pt x="1134389" y="29679"/>
                  </a:lnTo>
                  <a:lnTo>
                    <a:pt x="1129639" y="29679"/>
                  </a:lnTo>
                  <a:lnTo>
                    <a:pt x="1122934" y="30403"/>
                  </a:lnTo>
                  <a:lnTo>
                    <a:pt x="1116711" y="32588"/>
                  </a:lnTo>
                  <a:lnTo>
                    <a:pt x="1110983" y="36233"/>
                  </a:lnTo>
                  <a:lnTo>
                    <a:pt x="1105738" y="41338"/>
                  </a:lnTo>
                  <a:lnTo>
                    <a:pt x="1105738" y="1828"/>
                  </a:lnTo>
                  <a:lnTo>
                    <a:pt x="1085062" y="1828"/>
                  </a:lnTo>
                  <a:lnTo>
                    <a:pt x="1085062" y="109258"/>
                  </a:lnTo>
                  <a:lnTo>
                    <a:pt x="1105738" y="109258"/>
                  </a:lnTo>
                  <a:lnTo>
                    <a:pt x="1105738" y="63728"/>
                  </a:lnTo>
                  <a:lnTo>
                    <a:pt x="1106360" y="58788"/>
                  </a:lnTo>
                  <a:lnTo>
                    <a:pt x="1108849" y="52095"/>
                  </a:lnTo>
                  <a:lnTo>
                    <a:pt x="1110843" y="49593"/>
                  </a:lnTo>
                  <a:lnTo>
                    <a:pt x="1116215" y="46266"/>
                  </a:lnTo>
                  <a:lnTo>
                    <a:pt x="1119289" y="45427"/>
                  </a:lnTo>
                  <a:lnTo>
                    <a:pt x="1125715" y="45427"/>
                  </a:lnTo>
                  <a:lnTo>
                    <a:pt x="1135519" y="109258"/>
                  </a:lnTo>
                  <a:lnTo>
                    <a:pt x="1156182" y="109258"/>
                  </a:lnTo>
                  <a:close/>
                </a:path>
                <a:path w="1583055" h="140969">
                  <a:moveTo>
                    <a:pt x="1200607" y="1828"/>
                  </a:moveTo>
                  <a:lnTo>
                    <a:pt x="1179944" y="1828"/>
                  </a:lnTo>
                  <a:lnTo>
                    <a:pt x="1179944" y="109258"/>
                  </a:lnTo>
                  <a:lnTo>
                    <a:pt x="1200607" y="109258"/>
                  </a:lnTo>
                  <a:lnTo>
                    <a:pt x="1200607" y="1828"/>
                  </a:lnTo>
                  <a:close/>
                </a:path>
                <a:path w="1583055" h="140969">
                  <a:moveTo>
                    <a:pt x="1298854" y="70345"/>
                  </a:moveTo>
                  <a:lnTo>
                    <a:pt x="1291844" y="46456"/>
                  </a:lnTo>
                  <a:lnTo>
                    <a:pt x="1287551" y="41148"/>
                  </a:lnTo>
                  <a:lnTo>
                    <a:pt x="1281480" y="36131"/>
                  </a:lnTo>
                  <a:lnTo>
                    <a:pt x="1277569" y="34099"/>
                  </a:lnTo>
                  <a:lnTo>
                    <a:pt x="1277569" y="62407"/>
                  </a:lnTo>
                  <a:lnTo>
                    <a:pt x="1277569" y="78181"/>
                  </a:lnTo>
                  <a:lnTo>
                    <a:pt x="1275791" y="83985"/>
                  </a:lnTo>
                  <a:lnTo>
                    <a:pt x="1268476" y="92189"/>
                  </a:lnTo>
                  <a:lnTo>
                    <a:pt x="1263954" y="94234"/>
                  </a:lnTo>
                  <a:lnTo>
                    <a:pt x="1253172" y="94234"/>
                  </a:lnTo>
                  <a:lnTo>
                    <a:pt x="1248638" y="92189"/>
                  </a:lnTo>
                  <a:lnTo>
                    <a:pt x="1241285" y="83985"/>
                  </a:lnTo>
                  <a:lnTo>
                    <a:pt x="1239469" y="78181"/>
                  </a:lnTo>
                  <a:lnTo>
                    <a:pt x="1239507" y="62407"/>
                  </a:lnTo>
                  <a:lnTo>
                    <a:pt x="1241285" y="56718"/>
                  </a:lnTo>
                  <a:lnTo>
                    <a:pt x="1248638" y="48514"/>
                  </a:lnTo>
                  <a:lnTo>
                    <a:pt x="1253172" y="46456"/>
                  </a:lnTo>
                  <a:lnTo>
                    <a:pt x="1263954" y="46456"/>
                  </a:lnTo>
                  <a:lnTo>
                    <a:pt x="1268476" y="48514"/>
                  </a:lnTo>
                  <a:lnTo>
                    <a:pt x="1275791" y="56718"/>
                  </a:lnTo>
                  <a:lnTo>
                    <a:pt x="1277569" y="62407"/>
                  </a:lnTo>
                  <a:lnTo>
                    <a:pt x="1277569" y="34099"/>
                  </a:lnTo>
                  <a:lnTo>
                    <a:pt x="1274622" y="32550"/>
                  </a:lnTo>
                  <a:lnTo>
                    <a:pt x="1266952" y="30391"/>
                  </a:lnTo>
                  <a:lnTo>
                    <a:pt x="1258493" y="29679"/>
                  </a:lnTo>
                  <a:lnTo>
                    <a:pt x="1250835" y="29679"/>
                  </a:lnTo>
                  <a:lnTo>
                    <a:pt x="1219949" y="55791"/>
                  </a:lnTo>
                  <a:lnTo>
                    <a:pt x="1218349" y="78574"/>
                  </a:lnTo>
                  <a:lnTo>
                    <a:pt x="1219949" y="85775"/>
                  </a:lnTo>
                  <a:lnTo>
                    <a:pt x="1226718" y="98234"/>
                  </a:lnTo>
                  <a:lnTo>
                    <a:pt x="1231658" y="102946"/>
                  </a:lnTo>
                  <a:lnTo>
                    <a:pt x="1244650" y="109410"/>
                  </a:lnTo>
                  <a:lnTo>
                    <a:pt x="1251470" y="111023"/>
                  </a:lnTo>
                  <a:lnTo>
                    <a:pt x="1258646" y="111023"/>
                  </a:lnTo>
                  <a:lnTo>
                    <a:pt x="1291615" y="94234"/>
                  </a:lnTo>
                  <a:lnTo>
                    <a:pt x="1292440" y="93218"/>
                  </a:lnTo>
                  <a:lnTo>
                    <a:pt x="1296009" y="86271"/>
                  </a:lnTo>
                  <a:lnTo>
                    <a:pt x="1298155" y="78574"/>
                  </a:lnTo>
                  <a:lnTo>
                    <a:pt x="1298854" y="70345"/>
                  </a:lnTo>
                  <a:close/>
                </a:path>
                <a:path w="1583055" h="140969">
                  <a:moveTo>
                    <a:pt x="1367548" y="33566"/>
                  </a:moveTo>
                  <a:lnTo>
                    <a:pt x="1363192" y="30975"/>
                  </a:lnTo>
                  <a:lnTo>
                    <a:pt x="1358658" y="29679"/>
                  </a:lnTo>
                  <a:lnTo>
                    <a:pt x="1350632" y="29679"/>
                  </a:lnTo>
                  <a:lnTo>
                    <a:pt x="1347647" y="30518"/>
                  </a:lnTo>
                  <a:lnTo>
                    <a:pt x="1342390" y="33820"/>
                  </a:lnTo>
                  <a:lnTo>
                    <a:pt x="1339443" y="37274"/>
                  </a:lnTo>
                  <a:lnTo>
                    <a:pt x="1336154" y="42494"/>
                  </a:lnTo>
                  <a:lnTo>
                    <a:pt x="1336154" y="31445"/>
                  </a:lnTo>
                  <a:lnTo>
                    <a:pt x="1316964" y="31445"/>
                  </a:lnTo>
                  <a:lnTo>
                    <a:pt x="1316964" y="109258"/>
                  </a:lnTo>
                  <a:lnTo>
                    <a:pt x="1337627" y="109258"/>
                  </a:lnTo>
                  <a:lnTo>
                    <a:pt x="1337729" y="76149"/>
                  </a:lnTo>
                  <a:lnTo>
                    <a:pt x="1338059" y="68770"/>
                  </a:lnTo>
                  <a:lnTo>
                    <a:pt x="1348562" y="48133"/>
                  </a:lnTo>
                  <a:lnTo>
                    <a:pt x="1354442" y="48133"/>
                  </a:lnTo>
                  <a:lnTo>
                    <a:pt x="1357680" y="49263"/>
                  </a:lnTo>
                  <a:lnTo>
                    <a:pt x="1361160" y="51511"/>
                  </a:lnTo>
                  <a:lnTo>
                    <a:pt x="1362367" y="48133"/>
                  </a:lnTo>
                  <a:lnTo>
                    <a:pt x="1364373" y="42494"/>
                  </a:lnTo>
                  <a:lnTo>
                    <a:pt x="1367548" y="33566"/>
                  </a:lnTo>
                  <a:close/>
                </a:path>
                <a:path w="1583055" h="140969">
                  <a:moveTo>
                    <a:pt x="1398892" y="31445"/>
                  </a:moveTo>
                  <a:lnTo>
                    <a:pt x="1378229" y="31445"/>
                  </a:lnTo>
                  <a:lnTo>
                    <a:pt x="1378229" y="109258"/>
                  </a:lnTo>
                  <a:lnTo>
                    <a:pt x="1398892" y="109258"/>
                  </a:lnTo>
                  <a:lnTo>
                    <a:pt x="1398892" y="31445"/>
                  </a:lnTo>
                  <a:close/>
                </a:path>
                <a:path w="1583055" h="140969">
                  <a:moveTo>
                    <a:pt x="1398892" y="1828"/>
                  </a:moveTo>
                  <a:lnTo>
                    <a:pt x="1378229" y="1828"/>
                  </a:lnTo>
                  <a:lnTo>
                    <a:pt x="1378229" y="20891"/>
                  </a:lnTo>
                  <a:lnTo>
                    <a:pt x="1398892" y="20891"/>
                  </a:lnTo>
                  <a:lnTo>
                    <a:pt x="1398892" y="1828"/>
                  </a:lnTo>
                  <a:close/>
                </a:path>
                <a:path w="1583055" h="140969">
                  <a:moveTo>
                    <a:pt x="1493024" y="1828"/>
                  </a:moveTo>
                  <a:lnTo>
                    <a:pt x="1472387" y="1828"/>
                  </a:lnTo>
                  <a:lnTo>
                    <a:pt x="1472387" y="61696"/>
                  </a:lnTo>
                  <a:lnTo>
                    <a:pt x="1472387" y="78651"/>
                  </a:lnTo>
                  <a:lnTo>
                    <a:pt x="1470672" y="84683"/>
                  </a:lnTo>
                  <a:lnTo>
                    <a:pt x="1467421" y="88696"/>
                  </a:lnTo>
                  <a:lnTo>
                    <a:pt x="1464005" y="92735"/>
                  </a:lnTo>
                  <a:lnTo>
                    <a:pt x="1459979" y="94742"/>
                  </a:lnTo>
                  <a:lnTo>
                    <a:pt x="1449247" y="94742"/>
                  </a:lnTo>
                  <a:lnTo>
                    <a:pt x="1444586" y="92062"/>
                  </a:lnTo>
                  <a:lnTo>
                    <a:pt x="1438948" y="82981"/>
                  </a:lnTo>
                  <a:lnTo>
                    <a:pt x="1437805" y="76962"/>
                  </a:lnTo>
                  <a:lnTo>
                    <a:pt x="1437855" y="60756"/>
                  </a:lnTo>
                  <a:lnTo>
                    <a:pt x="1439443" y="55143"/>
                  </a:lnTo>
                  <a:lnTo>
                    <a:pt x="1446072" y="47383"/>
                  </a:lnTo>
                  <a:lnTo>
                    <a:pt x="1450187" y="45427"/>
                  </a:lnTo>
                  <a:lnTo>
                    <a:pt x="1460131" y="45427"/>
                  </a:lnTo>
                  <a:lnTo>
                    <a:pt x="1464322" y="47396"/>
                  </a:lnTo>
                  <a:lnTo>
                    <a:pt x="1467573" y="51333"/>
                  </a:lnTo>
                  <a:lnTo>
                    <a:pt x="1470672" y="55257"/>
                  </a:lnTo>
                  <a:lnTo>
                    <a:pt x="1472387" y="61696"/>
                  </a:lnTo>
                  <a:lnTo>
                    <a:pt x="1472387" y="1828"/>
                  </a:lnTo>
                  <a:lnTo>
                    <a:pt x="1472234" y="1828"/>
                  </a:lnTo>
                  <a:lnTo>
                    <a:pt x="1472234" y="40513"/>
                  </a:lnTo>
                  <a:lnTo>
                    <a:pt x="1465872" y="33299"/>
                  </a:lnTo>
                  <a:lnTo>
                    <a:pt x="1458417" y="29679"/>
                  </a:lnTo>
                  <a:lnTo>
                    <a:pt x="1449641" y="29679"/>
                  </a:lnTo>
                  <a:lnTo>
                    <a:pt x="1419021" y="52641"/>
                  </a:lnTo>
                  <a:lnTo>
                    <a:pt x="1416685" y="70053"/>
                  </a:lnTo>
                  <a:lnTo>
                    <a:pt x="1417281" y="79197"/>
                  </a:lnTo>
                  <a:lnTo>
                    <a:pt x="1442859" y="110337"/>
                  </a:lnTo>
                  <a:lnTo>
                    <a:pt x="1449349" y="111023"/>
                  </a:lnTo>
                  <a:lnTo>
                    <a:pt x="1453756" y="111023"/>
                  </a:lnTo>
                  <a:lnTo>
                    <a:pt x="1458112" y="109931"/>
                  </a:lnTo>
                  <a:lnTo>
                    <a:pt x="1466799" y="105575"/>
                  </a:lnTo>
                  <a:lnTo>
                    <a:pt x="1470520" y="102273"/>
                  </a:lnTo>
                  <a:lnTo>
                    <a:pt x="1473784" y="97828"/>
                  </a:lnTo>
                  <a:lnTo>
                    <a:pt x="1473784" y="109258"/>
                  </a:lnTo>
                  <a:lnTo>
                    <a:pt x="1493024" y="109258"/>
                  </a:lnTo>
                  <a:lnTo>
                    <a:pt x="1493024" y="97828"/>
                  </a:lnTo>
                  <a:lnTo>
                    <a:pt x="1493024" y="94742"/>
                  </a:lnTo>
                  <a:lnTo>
                    <a:pt x="1493024" y="45427"/>
                  </a:lnTo>
                  <a:lnTo>
                    <a:pt x="1493024" y="40513"/>
                  </a:lnTo>
                  <a:lnTo>
                    <a:pt x="1493024" y="1828"/>
                  </a:lnTo>
                  <a:close/>
                </a:path>
                <a:path w="1583055" h="140969">
                  <a:moveTo>
                    <a:pt x="1583004" y="76288"/>
                  </a:moveTo>
                  <a:lnTo>
                    <a:pt x="1576298" y="45427"/>
                  </a:lnTo>
                  <a:lnTo>
                    <a:pt x="1573377" y="41148"/>
                  </a:lnTo>
                  <a:lnTo>
                    <a:pt x="1567916" y="36131"/>
                  </a:lnTo>
                  <a:lnTo>
                    <a:pt x="1562519" y="33121"/>
                  </a:lnTo>
                  <a:lnTo>
                    <a:pt x="1562519" y="63677"/>
                  </a:lnTo>
                  <a:lnTo>
                    <a:pt x="1531645" y="63677"/>
                  </a:lnTo>
                  <a:lnTo>
                    <a:pt x="1531759" y="57721"/>
                  </a:lnTo>
                  <a:lnTo>
                    <a:pt x="1533042" y="53606"/>
                  </a:lnTo>
                  <a:lnTo>
                    <a:pt x="1538935" y="47066"/>
                  </a:lnTo>
                  <a:lnTo>
                    <a:pt x="1542669" y="45427"/>
                  </a:lnTo>
                  <a:lnTo>
                    <a:pt x="1551355" y="45427"/>
                  </a:lnTo>
                  <a:lnTo>
                    <a:pt x="1554924" y="46977"/>
                  </a:lnTo>
                  <a:lnTo>
                    <a:pt x="1560817" y="53187"/>
                  </a:lnTo>
                  <a:lnTo>
                    <a:pt x="1562366" y="57721"/>
                  </a:lnTo>
                  <a:lnTo>
                    <a:pt x="1562519" y="63677"/>
                  </a:lnTo>
                  <a:lnTo>
                    <a:pt x="1562519" y="33121"/>
                  </a:lnTo>
                  <a:lnTo>
                    <a:pt x="1561515" y="32550"/>
                  </a:lnTo>
                  <a:lnTo>
                    <a:pt x="1554187" y="30391"/>
                  </a:lnTo>
                  <a:lnTo>
                    <a:pt x="1545920" y="29679"/>
                  </a:lnTo>
                  <a:lnTo>
                    <a:pt x="1538478" y="30365"/>
                  </a:lnTo>
                  <a:lnTo>
                    <a:pt x="1510728" y="61785"/>
                  </a:lnTo>
                  <a:lnTo>
                    <a:pt x="1510080" y="70942"/>
                  </a:lnTo>
                  <a:lnTo>
                    <a:pt x="1510576" y="78689"/>
                  </a:lnTo>
                  <a:lnTo>
                    <a:pt x="1538452" y="110185"/>
                  </a:lnTo>
                  <a:lnTo>
                    <a:pt x="1547939" y="111023"/>
                  </a:lnTo>
                  <a:lnTo>
                    <a:pt x="1556626" y="111023"/>
                  </a:lnTo>
                  <a:lnTo>
                    <a:pt x="1563763" y="109054"/>
                  </a:lnTo>
                  <a:lnTo>
                    <a:pt x="1569351" y="105117"/>
                  </a:lnTo>
                  <a:lnTo>
                    <a:pt x="1575092" y="101180"/>
                  </a:lnTo>
                  <a:lnTo>
                    <a:pt x="1579156" y="95618"/>
                  </a:lnTo>
                  <a:lnTo>
                    <a:pt x="1579283" y="95453"/>
                  </a:lnTo>
                  <a:lnTo>
                    <a:pt x="1581912" y="87934"/>
                  </a:lnTo>
                  <a:lnTo>
                    <a:pt x="1561287" y="84493"/>
                  </a:lnTo>
                  <a:lnTo>
                    <a:pt x="1560195" y="88404"/>
                  </a:lnTo>
                  <a:lnTo>
                    <a:pt x="1558493" y="91236"/>
                  </a:lnTo>
                  <a:lnTo>
                    <a:pt x="1554149" y="94742"/>
                  </a:lnTo>
                  <a:lnTo>
                    <a:pt x="1551355" y="95618"/>
                  </a:lnTo>
                  <a:lnTo>
                    <a:pt x="1543443" y="95618"/>
                  </a:lnTo>
                  <a:lnTo>
                    <a:pt x="1539405" y="93941"/>
                  </a:lnTo>
                  <a:lnTo>
                    <a:pt x="1536306" y="90538"/>
                  </a:lnTo>
                  <a:lnTo>
                    <a:pt x="1533042" y="87134"/>
                  </a:lnTo>
                  <a:lnTo>
                    <a:pt x="1531493" y="82384"/>
                  </a:lnTo>
                  <a:lnTo>
                    <a:pt x="1531340" y="76288"/>
                  </a:lnTo>
                  <a:lnTo>
                    <a:pt x="1583004" y="762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901615" y="1876826"/>
              <a:ext cx="1115482" cy="139008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310741" y="2176422"/>
              <a:ext cx="919381" cy="140832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267555" y="2176422"/>
              <a:ext cx="989195" cy="290877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487195" y="1337223"/>
              <a:ext cx="75399" cy="75107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6668713" y="1320359"/>
              <a:ext cx="305633" cy="145176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000721" y="1320359"/>
              <a:ext cx="86360" cy="107950"/>
            </a:xfrm>
            <a:custGeom>
              <a:avLst/>
              <a:gdLst/>
              <a:ahLst/>
              <a:cxnLst/>
              <a:rect l="l" t="t" r="r" b="b"/>
              <a:pathLst>
                <a:path w="86359" h="107950">
                  <a:moveTo>
                    <a:pt x="86259" y="0"/>
                  </a:moveTo>
                  <a:lnTo>
                    <a:pt x="64384" y="0"/>
                  </a:lnTo>
                  <a:lnTo>
                    <a:pt x="64384" y="42291"/>
                  </a:lnTo>
                  <a:lnTo>
                    <a:pt x="21875" y="42291"/>
                  </a:lnTo>
                  <a:lnTo>
                    <a:pt x="21875" y="0"/>
                  </a:lnTo>
                  <a:lnTo>
                    <a:pt x="0" y="0"/>
                  </a:lnTo>
                  <a:lnTo>
                    <a:pt x="0" y="107429"/>
                  </a:lnTo>
                  <a:lnTo>
                    <a:pt x="21875" y="107429"/>
                  </a:lnTo>
                  <a:lnTo>
                    <a:pt x="21875" y="60453"/>
                  </a:lnTo>
                  <a:lnTo>
                    <a:pt x="64384" y="60453"/>
                  </a:lnTo>
                  <a:lnTo>
                    <a:pt x="64384" y="107429"/>
                  </a:lnTo>
                  <a:lnTo>
                    <a:pt x="86259" y="107429"/>
                  </a:lnTo>
                  <a:lnTo>
                    <a:pt x="86259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880033" y="1156079"/>
              <a:ext cx="133551" cy="133115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151986" y="1318535"/>
              <a:ext cx="136525" cy="111125"/>
            </a:xfrm>
            <a:custGeom>
              <a:avLst/>
              <a:gdLst/>
              <a:ahLst/>
              <a:cxnLst/>
              <a:rect l="l" t="t" r="r" b="b"/>
              <a:pathLst>
                <a:path w="136525" h="111125">
                  <a:moveTo>
                    <a:pt x="50421" y="0"/>
                  </a:moveTo>
                  <a:lnTo>
                    <a:pt x="13962" y="14839"/>
                  </a:lnTo>
                  <a:lnTo>
                    <a:pt x="0" y="56496"/>
                  </a:lnTo>
                  <a:lnTo>
                    <a:pt x="870" y="68498"/>
                  </a:lnTo>
                  <a:lnTo>
                    <a:pt x="21232" y="102862"/>
                  </a:lnTo>
                  <a:lnTo>
                    <a:pt x="49180" y="111092"/>
                  </a:lnTo>
                  <a:lnTo>
                    <a:pt x="57437" y="110556"/>
                  </a:lnTo>
                  <a:lnTo>
                    <a:pt x="86887" y="92543"/>
                  </a:lnTo>
                  <a:lnTo>
                    <a:pt x="41113" y="92543"/>
                  </a:lnTo>
                  <a:lnTo>
                    <a:pt x="34752" y="89668"/>
                  </a:lnTo>
                  <a:lnTo>
                    <a:pt x="22495" y="54889"/>
                  </a:lnTo>
                  <a:lnTo>
                    <a:pt x="22961" y="45953"/>
                  </a:lnTo>
                  <a:lnTo>
                    <a:pt x="41423" y="18533"/>
                  </a:lnTo>
                  <a:lnTo>
                    <a:pt x="88794" y="18533"/>
                  </a:lnTo>
                  <a:lnTo>
                    <a:pt x="87501" y="16245"/>
                  </a:lnTo>
                  <a:lnTo>
                    <a:pt x="82536" y="11654"/>
                  </a:lnTo>
                  <a:lnTo>
                    <a:pt x="75904" y="6553"/>
                  </a:lnTo>
                  <a:lnTo>
                    <a:pt x="68340" y="2911"/>
                  </a:lnTo>
                  <a:lnTo>
                    <a:pt x="59846" y="727"/>
                  </a:lnTo>
                  <a:lnTo>
                    <a:pt x="50421" y="0"/>
                  </a:lnTo>
                  <a:close/>
                </a:path>
                <a:path w="136525" h="111125">
                  <a:moveTo>
                    <a:pt x="72762" y="69759"/>
                  </a:moveTo>
                  <a:lnTo>
                    <a:pt x="54765" y="92543"/>
                  </a:lnTo>
                  <a:lnTo>
                    <a:pt x="86887" y="92543"/>
                  </a:lnTo>
                  <a:lnTo>
                    <a:pt x="87481" y="91749"/>
                  </a:lnTo>
                  <a:lnTo>
                    <a:pt x="91100" y="84652"/>
                  </a:lnTo>
                  <a:lnTo>
                    <a:pt x="93861" y="76421"/>
                  </a:lnTo>
                  <a:lnTo>
                    <a:pt x="72762" y="69759"/>
                  </a:lnTo>
                  <a:close/>
                </a:path>
                <a:path w="136525" h="111125">
                  <a:moveTo>
                    <a:pt x="88794" y="18533"/>
                  </a:moveTo>
                  <a:lnTo>
                    <a:pt x="55075" y="18533"/>
                  </a:lnTo>
                  <a:lnTo>
                    <a:pt x="60040" y="20156"/>
                  </a:lnTo>
                  <a:lnTo>
                    <a:pt x="68108" y="26602"/>
                  </a:lnTo>
                  <a:lnTo>
                    <a:pt x="70745" y="30992"/>
                  </a:lnTo>
                  <a:lnTo>
                    <a:pt x="72141" y="36556"/>
                  </a:lnTo>
                  <a:lnTo>
                    <a:pt x="93706" y="31440"/>
                  </a:lnTo>
                  <a:lnTo>
                    <a:pt x="91224" y="22830"/>
                  </a:lnTo>
                  <a:lnTo>
                    <a:pt x="88794" y="18533"/>
                  </a:lnTo>
                  <a:close/>
                </a:path>
                <a:path w="136525" h="111125">
                  <a:moveTo>
                    <a:pt x="136371" y="1823"/>
                  </a:moveTo>
                  <a:lnTo>
                    <a:pt x="115737" y="1823"/>
                  </a:lnTo>
                  <a:lnTo>
                    <a:pt x="115737" y="109253"/>
                  </a:lnTo>
                  <a:lnTo>
                    <a:pt x="136371" y="109253"/>
                  </a:lnTo>
                  <a:lnTo>
                    <a:pt x="136371" y="182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108546" y="1178970"/>
              <a:ext cx="118745" cy="118745"/>
            </a:xfrm>
            <a:custGeom>
              <a:avLst/>
              <a:gdLst/>
              <a:ahLst/>
              <a:cxnLst/>
              <a:rect l="l" t="t" r="r" b="b"/>
              <a:pathLst>
                <a:path w="118745" h="118744">
                  <a:moveTo>
                    <a:pt x="118684" y="59124"/>
                  </a:moveTo>
                  <a:lnTo>
                    <a:pt x="114028" y="82135"/>
                  </a:lnTo>
                  <a:lnTo>
                    <a:pt x="101328" y="100929"/>
                  </a:lnTo>
                  <a:lnTo>
                    <a:pt x="82490" y="113601"/>
                  </a:lnTo>
                  <a:lnTo>
                    <a:pt x="59420" y="118249"/>
                  </a:lnTo>
                  <a:lnTo>
                    <a:pt x="36325" y="113601"/>
                  </a:lnTo>
                  <a:lnTo>
                    <a:pt x="17434" y="100929"/>
                  </a:lnTo>
                  <a:lnTo>
                    <a:pt x="4680" y="82135"/>
                  </a:lnTo>
                  <a:lnTo>
                    <a:pt x="0" y="59124"/>
                  </a:lnTo>
                  <a:lnTo>
                    <a:pt x="4680" y="36107"/>
                  </a:lnTo>
                  <a:lnTo>
                    <a:pt x="17434" y="17314"/>
                  </a:lnTo>
                  <a:lnTo>
                    <a:pt x="36325" y="4645"/>
                  </a:lnTo>
                  <a:lnTo>
                    <a:pt x="59420" y="0"/>
                  </a:lnTo>
                  <a:lnTo>
                    <a:pt x="82490" y="4645"/>
                  </a:lnTo>
                  <a:lnTo>
                    <a:pt x="101328" y="17314"/>
                  </a:lnTo>
                  <a:lnTo>
                    <a:pt x="114028" y="36107"/>
                  </a:lnTo>
                  <a:lnTo>
                    <a:pt x="118684" y="59124"/>
                  </a:lnTo>
                  <a:close/>
                </a:path>
              </a:pathLst>
            </a:custGeom>
            <a:ln w="1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132748" y="1230258"/>
              <a:ext cx="69850" cy="15240"/>
            </a:xfrm>
            <a:custGeom>
              <a:avLst/>
              <a:gdLst/>
              <a:ahLst/>
              <a:cxnLst/>
              <a:rect l="l" t="t" r="r" b="b"/>
              <a:pathLst>
                <a:path w="69850" h="15240">
                  <a:moveTo>
                    <a:pt x="69744" y="0"/>
                  </a:moveTo>
                  <a:lnTo>
                    <a:pt x="0" y="0"/>
                  </a:lnTo>
                  <a:lnTo>
                    <a:pt x="0" y="14839"/>
                  </a:lnTo>
                  <a:lnTo>
                    <a:pt x="69744" y="14839"/>
                  </a:lnTo>
                  <a:lnTo>
                    <a:pt x="6974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3156416" y="1262394"/>
              <a:ext cx="305633" cy="145176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526523" y="1290248"/>
              <a:ext cx="149159" cy="81336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729672" y="1262394"/>
              <a:ext cx="173760" cy="139008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7109167" y="1545759"/>
              <a:ext cx="118745" cy="118745"/>
            </a:xfrm>
            <a:custGeom>
              <a:avLst/>
              <a:gdLst/>
              <a:ahLst/>
              <a:cxnLst/>
              <a:rect l="l" t="t" r="r" b="b"/>
              <a:pathLst>
                <a:path w="118745" h="118744">
                  <a:moveTo>
                    <a:pt x="118684" y="59124"/>
                  </a:moveTo>
                  <a:lnTo>
                    <a:pt x="114025" y="82141"/>
                  </a:lnTo>
                  <a:lnTo>
                    <a:pt x="101308" y="100935"/>
                  </a:lnTo>
                  <a:lnTo>
                    <a:pt x="82424" y="113604"/>
                  </a:lnTo>
                  <a:lnTo>
                    <a:pt x="59264" y="118249"/>
                  </a:lnTo>
                  <a:lnTo>
                    <a:pt x="36194" y="113604"/>
                  </a:lnTo>
                  <a:lnTo>
                    <a:pt x="17356" y="100935"/>
                  </a:lnTo>
                  <a:lnTo>
                    <a:pt x="4656" y="82141"/>
                  </a:lnTo>
                  <a:lnTo>
                    <a:pt x="0" y="59124"/>
                  </a:lnTo>
                  <a:lnTo>
                    <a:pt x="4656" y="36113"/>
                  </a:lnTo>
                  <a:lnTo>
                    <a:pt x="17356" y="17320"/>
                  </a:lnTo>
                  <a:lnTo>
                    <a:pt x="36194" y="4647"/>
                  </a:lnTo>
                  <a:lnTo>
                    <a:pt x="59264" y="0"/>
                  </a:lnTo>
                  <a:lnTo>
                    <a:pt x="82424" y="4647"/>
                  </a:lnTo>
                  <a:lnTo>
                    <a:pt x="101308" y="17320"/>
                  </a:lnTo>
                  <a:lnTo>
                    <a:pt x="114025" y="36113"/>
                  </a:lnTo>
                  <a:lnTo>
                    <a:pt x="118684" y="59124"/>
                  </a:lnTo>
                  <a:close/>
                </a:path>
              </a:pathLst>
            </a:custGeom>
            <a:ln w="1486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133213" y="1597047"/>
              <a:ext cx="69850" cy="15240"/>
            </a:xfrm>
            <a:custGeom>
              <a:avLst/>
              <a:gdLst/>
              <a:ahLst/>
              <a:cxnLst/>
              <a:rect l="l" t="t" r="r" b="b"/>
              <a:pathLst>
                <a:path w="69850" h="15240">
                  <a:moveTo>
                    <a:pt x="69744" y="0"/>
                  </a:moveTo>
                  <a:lnTo>
                    <a:pt x="0" y="0"/>
                  </a:lnTo>
                  <a:lnTo>
                    <a:pt x="0" y="14838"/>
                  </a:lnTo>
                  <a:lnTo>
                    <a:pt x="69744" y="14838"/>
                  </a:lnTo>
                  <a:lnTo>
                    <a:pt x="6974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817200" y="1907094"/>
              <a:ext cx="133551" cy="133115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744889" y="1724679"/>
              <a:ext cx="37465" cy="140970"/>
            </a:xfrm>
            <a:custGeom>
              <a:avLst/>
              <a:gdLst/>
              <a:ahLst/>
              <a:cxnLst/>
              <a:rect l="l" t="t" r="r" b="b"/>
              <a:pathLst>
                <a:path w="37465" h="140969">
                  <a:moveTo>
                    <a:pt x="37389" y="0"/>
                  </a:moveTo>
                  <a:lnTo>
                    <a:pt x="23271" y="0"/>
                  </a:lnTo>
                  <a:lnTo>
                    <a:pt x="18614" y="7083"/>
                  </a:lnTo>
                  <a:lnTo>
                    <a:pt x="1842" y="49732"/>
                  </a:lnTo>
                  <a:lnTo>
                    <a:pt x="0" y="70346"/>
                  </a:lnTo>
                  <a:lnTo>
                    <a:pt x="375" y="78954"/>
                  </a:lnTo>
                  <a:lnTo>
                    <a:pt x="13090" y="123580"/>
                  </a:lnTo>
                  <a:lnTo>
                    <a:pt x="22961" y="140832"/>
                  </a:lnTo>
                  <a:lnTo>
                    <a:pt x="37234" y="140832"/>
                  </a:lnTo>
                  <a:lnTo>
                    <a:pt x="29787" y="124354"/>
                  </a:lnTo>
                  <a:lnTo>
                    <a:pt x="25598" y="111788"/>
                  </a:lnTo>
                  <a:lnTo>
                    <a:pt x="23426" y="103812"/>
                  </a:lnTo>
                  <a:lnTo>
                    <a:pt x="20478" y="86994"/>
                  </a:lnTo>
                  <a:lnTo>
                    <a:pt x="19703" y="78801"/>
                  </a:lnTo>
                  <a:lnTo>
                    <a:pt x="19960" y="62177"/>
                  </a:lnTo>
                  <a:lnTo>
                    <a:pt x="28914" y="20540"/>
                  </a:lnTo>
                  <a:lnTo>
                    <a:pt x="32766" y="10682"/>
                  </a:lnTo>
                  <a:lnTo>
                    <a:pt x="3738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799654" y="1726503"/>
              <a:ext cx="173990" cy="139065"/>
            </a:xfrm>
            <a:custGeom>
              <a:avLst/>
              <a:gdLst/>
              <a:ahLst/>
              <a:cxnLst/>
              <a:rect l="l" t="t" r="r" b="b"/>
              <a:pathLst>
                <a:path w="173990" h="139064">
                  <a:moveTo>
                    <a:pt x="34907" y="0"/>
                  </a:moveTo>
                  <a:lnTo>
                    <a:pt x="0" y="0"/>
                  </a:lnTo>
                  <a:lnTo>
                    <a:pt x="0" y="107429"/>
                  </a:lnTo>
                  <a:lnTo>
                    <a:pt x="21720" y="107429"/>
                  </a:lnTo>
                  <a:lnTo>
                    <a:pt x="21720" y="66915"/>
                  </a:lnTo>
                  <a:lnTo>
                    <a:pt x="45767" y="66915"/>
                  </a:lnTo>
                  <a:lnTo>
                    <a:pt x="79497" y="48659"/>
                  </a:lnTo>
                  <a:lnTo>
                    <a:pt x="21720" y="48659"/>
                  </a:lnTo>
                  <a:lnTo>
                    <a:pt x="21720" y="18177"/>
                  </a:lnTo>
                  <a:lnTo>
                    <a:pt x="80707" y="18177"/>
                  </a:lnTo>
                  <a:lnTo>
                    <a:pt x="80519" y="17528"/>
                  </a:lnTo>
                  <a:lnTo>
                    <a:pt x="43951" y="101"/>
                  </a:lnTo>
                  <a:lnTo>
                    <a:pt x="34907" y="0"/>
                  </a:lnTo>
                  <a:close/>
                </a:path>
                <a:path w="173990" h="139064">
                  <a:moveTo>
                    <a:pt x="80707" y="18177"/>
                  </a:moveTo>
                  <a:lnTo>
                    <a:pt x="40027" y="18177"/>
                  </a:lnTo>
                  <a:lnTo>
                    <a:pt x="45301" y="18425"/>
                  </a:lnTo>
                  <a:lnTo>
                    <a:pt x="51507" y="19553"/>
                  </a:lnTo>
                  <a:lnTo>
                    <a:pt x="54300" y="21130"/>
                  </a:lnTo>
                  <a:lnTo>
                    <a:pt x="58954" y="26215"/>
                  </a:lnTo>
                  <a:lnTo>
                    <a:pt x="60195" y="29430"/>
                  </a:lnTo>
                  <a:lnTo>
                    <a:pt x="60195" y="36525"/>
                  </a:lnTo>
                  <a:lnTo>
                    <a:pt x="59264" y="39308"/>
                  </a:lnTo>
                  <a:lnTo>
                    <a:pt x="42199" y="48659"/>
                  </a:lnTo>
                  <a:lnTo>
                    <a:pt x="79497" y="48659"/>
                  </a:lnTo>
                  <a:lnTo>
                    <a:pt x="81295" y="45197"/>
                  </a:lnTo>
                  <a:lnTo>
                    <a:pt x="82536" y="39648"/>
                  </a:lnTo>
                  <a:lnTo>
                    <a:pt x="82536" y="24500"/>
                  </a:lnTo>
                  <a:lnTo>
                    <a:pt x="80707" y="18177"/>
                  </a:lnTo>
                  <a:close/>
                </a:path>
                <a:path w="173990" h="139064">
                  <a:moveTo>
                    <a:pt x="98516" y="121649"/>
                  </a:moveTo>
                  <a:lnTo>
                    <a:pt x="100377" y="137772"/>
                  </a:lnTo>
                  <a:lnTo>
                    <a:pt x="104256" y="138591"/>
                  </a:lnTo>
                  <a:lnTo>
                    <a:pt x="108135" y="139008"/>
                  </a:lnTo>
                  <a:lnTo>
                    <a:pt x="116047" y="139008"/>
                  </a:lnTo>
                  <a:lnTo>
                    <a:pt x="139474" y="122592"/>
                  </a:lnTo>
                  <a:lnTo>
                    <a:pt x="104721" y="122592"/>
                  </a:lnTo>
                  <a:lnTo>
                    <a:pt x="101774" y="122283"/>
                  </a:lnTo>
                  <a:lnTo>
                    <a:pt x="98516" y="121649"/>
                  </a:lnTo>
                  <a:close/>
                </a:path>
                <a:path w="173990" h="139064">
                  <a:moveTo>
                    <a:pt x="115582" y="29616"/>
                  </a:moveTo>
                  <a:lnTo>
                    <a:pt x="93551" y="29616"/>
                  </a:lnTo>
                  <a:lnTo>
                    <a:pt x="123184" y="107645"/>
                  </a:lnTo>
                  <a:lnTo>
                    <a:pt x="121942" y="112004"/>
                  </a:lnTo>
                  <a:lnTo>
                    <a:pt x="120236" y="115575"/>
                  </a:lnTo>
                  <a:lnTo>
                    <a:pt x="115582" y="121186"/>
                  </a:lnTo>
                  <a:lnTo>
                    <a:pt x="112013" y="122592"/>
                  </a:lnTo>
                  <a:lnTo>
                    <a:pt x="139474" y="122592"/>
                  </a:lnTo>
                  <a:lnTo>
                    <a:pt x="141335" y="118048"/>
                  </a:lnTo>
                  <a:lnTo>
                    <a:pt x="153504" y="84861"/>
                  </a:lnTo>
                  <a:lnTo>
                    <a:pt x="134199" y="84861"/>
                  </a:lnTo>
                  <a:lnTo>
                    <a:pt x="115582" y="29616"/>
                  </a:lnTo>
                  <a:close/>
                </a:path>
                <a:path w="173990" h="139064">
                  <a:moveTo>
                    <a:pt x="173760" y="29616"/>
                  </a:moveTo>
                  <a:lnTo>
                    <a:pt x="152506" y="29616"/>
                  </a:lnTo>
                  <a:lnTo>
                    <a:pt x="134199" y="84861"/>
                  </a:lnTo>
                  <a:lnTo>
                    <a:pt x="153504" y="84861"/>
                  </a:lnTo>
                  <a:lnTo>
                    <a:pt x="173760" y="29616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989396" y="1724679"/>
              <a:ext cx="245110" cy="111125"/>
            </a:xfrm>
            <a:custGeom>
              <a:avLst/>
              <a:gdLst/>
              <a:ahLst/>
              <a:cxnLst/>
              <a:rect l="l" t="t" r="r" b="b"/>
              <a:pathLst>
                <a:path w="245109" h="111125">
                  <a:moveTo>
                    <a:pt x="21875" y="1823"/>
                  </a:moveTo>
                  <a:lnTo>
                    <a:pt x="0" y="1823"/>
                  </a:lnTo>
                  <a:lnTo>
                    <a:pt x="0" y="109253"/>
                  </a:lnTo>
                  <a:lnTo>
                    <a:pt x="21875" y="109253"/>
                  </a:lnTo>
                  <a:lnTo>
                    <a:pt x="21875" y="62277"/>
                  </a:lnTo>
                  <a:lnTo>
                    <a:pt x="86259" y="62277"/>
                  </a:lnTo>
                  <a:lnTo>
                    <a:pt x="86259" y="44115"/>
                  </a:lnTo>
                  <a:lnTo>
                    <a:pt x="21875" y="44115"/>
                  </a:lnTo>
                  <a:lnTo>
                    <a:pt x="21875" y="1823"/>
                  </a:lnTo>
                  <a:close/>
                </a:path>
                <a:path w="245109" h="111125">
                  <a:moveTo>
                    <a:pt x="86259" y="62277"/>
                  </a:moveTo>
                  <a:lnTo>
                    <a:pt x="64539" y="62277"/>
                  </a:lnTo>
                  <a:lnTo>
                    <a:pt x="64539" y="109253"/>
                  </a:lnTo>
                  <a:lnTo>
                    <a:pt x="86259" y="109253"/>
                  </a:lnTo>
                  <a:lnTo>
                    <a:pt x="86259" y="62277"/>
                  </a:lnTo>
                  <a:close/>
                </a:path>
                <a:path w="245109" h="111125">
                  <a:moveTo>
                    <a:pt x="86259" y="1823"/>
                  </a:moveTo>
                  <a:lnTo>
                    <a:pt x="64539" y="1823"/>
                  </a:lnTo>
                  <a:lnTo>
                    <a:pt x="64539" y="44115"/>
                  </a:lnTo>
                  <a:lnTo>
                    <a:pt x="86259" y="44115"/>
                  </a:lnTo>
                  <a:lnTo>
                    <a:pt x="86259" y="1823"/>
                  </a:lnTo>
                  <a:close/>
                </a:path>
                <a:path w="245109" h="111125">
                  <a:moveTo>
                    <a:pt x="158556" y="0"/>
                  </a:moveTo>
                  <a:lnTo>
                    <a:pt x="122098" y="14839"/>
                  </a:lnTo>
                  <a:lnTo>
                    <a:pt x="108135" y="56496"/>
                  </a:lnTo>
                  <a:lnTo>
                    <a:pt x="109005" y="68498"/>
                  </a:lnTo>
                  <a:lnTo>
                    <a:pt x="129389" y="102862"/>
                  </a:lnTo>
                  <a:lnTo>
                    <a:pt x="157315" y="111092"/>
                  </a:lnTo>
                  <a:lnTo>
                    <a:pt x="165640" y="110556"/>
                  </a:lnTo>
                  <a:lnTo>
                    <a:pt x="195065" y="92543"/>
                  </a:lnTo>
                  <a:lnTo>
                    <a:pt x="149248" y="92543"/>
                  </a:lnTo>
                  <a:lnTo>
                    <a:pt x="142887" y="89668"/>
                  </a:lnTo>
                  <a:lnTo>
                    <a:pt x="130630" y="54889"/>
                  </a:lnTo>
                  <a:lnTo>
                    <a:pt x="131096" y="45953"/>
                  </a:lnTo>
                  <a:lnTo>
                    <a:pt x="149558" y="18533"/>
                  </a:lnTo>
                  <a:lnTo>
                    <a:pt x="196929" y="18533"/>
                  </a:lnTo>
                  <a:lnTo>
                    <a:pt x="195636" y="16245"/>
                  </a:lnTo>
                  <a:lnTo>
                    <a:pt x="190826" y="11654"/>
                  </a:lnTo>
                  <a:lnTo>
                    <a:pt x="184170" y="6553"/>
                  </a:lnTo>
                  <a:lnTo>
                    <a:pt x="176553" y="2911"/>
                  </a:lnTo>
                  <a:lnTo>
                    <a:pt x="168006" y="727"/>
                  </a:lnTo>
                  <a:lnTo>
                    <a:pt x="158556" y="0"/>
                  </a:lnTo>
                  <a:close/>
                </a:path>
                <a:path w="245109" h="111125">
                  <a:moveTo>
                    <a:pt x="181052" y="69759"/>
                  </a:moveTo>
                  <a:lnTo>
                    <a:pt x="179190" y="77627"/>
                  </a:lnTo>
                  <a:lnTo>
                    <a:pt x="176243" y="83392"/>
                  </a:lnTo>
                  <a:lnTo>
                    <a:pt x="167865" y="90719"/>
                  </a:lnTo>
                  <a:lnTo>
                    <a:pt x="162900" y="92543"/>
                  </a:lnTo>
                  <a:lnTo>
                    <a:pt x="195065" y="92543"/>
                  </a:lnTo>
                  <a:lnTo>
                    <a:pt x="195655" y="91749"/>
                  </a:lnTo>
                  <a:lnTo>
                    <a:pt x="199303" y="84652"/>
                  </a:lnTo>
                  <a:lnTo>
                    <a:pt x="202152" y="76421"/>
                  </a:lnTo>
                  <a:lnTo>
                    <a:pt x="181052" y="69759"/>
                  </a:lnTo>
                  <a:close/>
                </a:path>
                <a:path w="245109" h="111125">
                  <a:moveTo>
                    <a:pt x="196929" y="18533"/>
                  </a:moveTo>
                  <a:lnTo>
                    <a:pt x="163366" y="18533"/>
                  </a:lnTo>
                  <a:lnTo>
                    <a:pt x="168175" y="20141"/>
                  </a:lnTo>
                  <a:lnTo>
                    <a:pt x="176243" y="26602"/>
                  </a:lnTo>
                  <a:lnTo>
                    <a:pt x="179035" y="30992"/>
                  </a:lnTo>
                  <a:lnTo>
                    <a:pt x="180276" y="36556"/>
                  </a:lnTo>
                  <a:lnTo>
                    <a:pt x="201841" y="31440"/>
                  </a:lnTo>
                  <a:lnTo>
                    <a:pt x="199359" y="22830"/>
                  </a:lnTo>
                  <a:lnTo>
                    <a:pt x="196929" y="18533"/>
                  </a:lnTo>
                  <a:close/>
                </a:path>
                <a:path w="245109" h="111125">
                  <a:moveTo>
                    <a:pt x="244506" y="1823"/>
                  </a:moveTo>
                  <a:lnTo>
                    <a:pt x="223872" y="1823"/>
                  </a:lnTo>
                  <a:lnTo>
                    <a:pt x="223872" y="109253"/>
                  </a:lnTo>
                  <a:lnTo>
                    <a:pt x="244506" y="109253"/>
                  </a:lnTo>
                  <a:lnTo>
                    <a:pt x="244506" y="182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250502" y="1724679"/>
              <a:ext cx="38100" cy="140970"/>
            </a:xfrm>
            <a:custGeom>
              <a:avLst/>
              <a:gdLst/>
              <a:ahLst/>
              <a:cxnLst/>
              <a:rect l="l" t="t" r="r" b="b"/>
              <a:pathLst>
                <a:path w="38100" h="140969">
                  <a:moveTo>
                    <a:pt x="14118" y="0"/>
                  </a:moveTo>
                  <a:lnTo>
                    <a:pt x="0" y="0"/>
                  </a:lnTo>
                  <a:lnTo>
                    <a:pt x="4688" y="10682"/>
                  </a:lnTo>
                  <a:lnTo>
                    <a:pt x="8532" y="20540"/>
                  </a:lnTo>
                  <a:lnTo>
                    <a:pt x="17429" y="62177"/>
                  </a:lnTo>
                  <a:lnTo>
                    <a:pt x="17686" y="76498"/>
                  </a:lnTo>
                  <a:lnTo>
                    <a:pt x="17220" y="82078"/>
                  </a:lnTo>
                  <a:lnTo>
                    <a:pt x="7136" y="125467"/>
                  </a:lnTo>
                  <a:lnTo>
                    <a:pt x="155" y="140832"/>
                  </a:lnTo>
                  <a:lnTo>
                    <a:pt x="14428" y="140832"/>
                  </a:lnTo>
                  <a:lnTo>
                    <a:pt x="32580" y="102065"/>
                  </a:lnTo>
                  <a:lnTo>
                    <a:pt x="37544" y="69249"/>
                  </a:lnTo>
                  <a:lnTo>
                    <a:pt x="37142" y="60192"/>
                  </a:lnTo>
                  <a:lnTo>
                    <a:pt x="23950" y="16228"/>
                  </a:lnTo>
                  <a:lnTo>
                    <a:pt x="19317" y="7993"/>
                  </a:lnTo>
                  <a:lnTo>
                    <a:pt x="1411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3023458" y="1518230"/>
              <a:ext cx="862330" cy="19050"/>
            </a:xfrm>
            <a:custGeom>
              <a:avLst/>
              <a:gdLst/>
              <a:ahLst/>
              <a:cxnLst/>
              <a:rect l="l" t="t" r="r" b="b"/>
              <a:pathLst>
                <a:path w="862329" h="19050">
                  <a:moveTo>
                    <a:pt x="862086" y="0"/>
                  </a:moveTo>
                  <a:lnTo>
                    <a:pt x="0" y="0"/>
                  </a:lnTo>
                  <a:lnTo>
                    <a:pt x="0" y="18548"/>
                  </a:lnTo>
                  <a:lnTo>
                    <a:pt x="862086" y="18548"/>
                  </a:lnTo>
                  <a:lnTo>
                    <a:pt x="86208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859996" y="1479338"/>
              <a:ext cx="182442" cy="94477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81263" y="685863"/>
              <a:ext cx="7339330" cy="1930400"/>
            </a:xfrm>
            <a:custGeom>
              <a:avLst/>
              <a:gdLst/>
              <a:ahLst/>
              <a:cxnLst/>
              <a:rect l="l" t="t" r="r" b="b"/>
              <a:pathLst>
                <a:path w="7339330" h="1930400">
                  <a:moveTo>
                    <a:pt x="0" y="1874197"/>
                  </a:moveTo>
                  <a:lnTo>
                    <a:pt x="4391" y="1895849"/>
                  </a:lnTo>
                  <a:lnTo>
                    <a:pt x="16364" y="1913538"/>
                  </a:lnTo>
                  <a:lnTo>
                    <a:pt x="34118" y="1925468"/>
                  </a:lnTo>
                  <a:lnTo>
                    <a:pt x="55850" y="1929843"/>
                  </a:lnTo>
                  <a:lnTo>
                    <a:pt x="7283249" y="1929843"/>
                  </a:lnTo>
                  <a:lnTo>
                    <a:pt x="7304935" y="1925468"/>
                  </a:lnTo>
                  <a:lnTo>
                    <a:pt x="7322694" y="1913538"/>
                  </a:lnTo>
                  <a:lnTo>
                    <a:pt x="7334693" y="1895849"/>
                  </a:lnTo>
                  <a:lnTo>
                    <a:pt x="7335325" y="1892745"/>
                  </a:lnTo>
                  <a:lnTo>
                    <a:pt x="18617" y="1892745"/>
                  </a:lnTo>
                  <a:lnTo>
                    <a:pt x="0" y="1874197"/>
                  </a:lnTo>
                  <a:close/>
                </a:path>
                <a:path w="7339330" h="1930400">
                  <a:moveTo>
                    <a:pt x="7301866" y="0"/>
                  </a:moveTo>
                  <a:lnTo>
                    <a:pt x="7301866" y="1837099"/>
                  </a:lnTo>
                  <a:lnTo>
                    <a:pt x="7285518" y="1876440"/>
                  </a:lnTo>
                  <a:lnTo>
                    <a:pt x="7246014" y="1892745"/>
                  </a:lnTo>
                  <a:lnTo>
                    <a:pt x="7335325" y="1892745"/>
                  </a:lnTo>
                  <a:lnTo>
                    <a:pt x="7339100" y="1874197"/>
                  </a:lnTo>
                  <a:lnTo>
                    <a:pt x="7339100" y="37097"/>
                  </a:lnTo>
                  <a:lnTo>
                    <a:pt x="7301866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44029" y="630216"/>
              <a:ext cx="7339330" cy="1948814"/>
            </a:xfrm>
            <a:custGeom>
              <a:avLst/>
              <a:gdLst/>
              <a:ahLst/>
              <a:cxnLst/>
              <a:rect l="l" t="t" r="r" b="b"/>
              <a:pathLst>
                <a:path w="7339330" h="1948814">
                  <a:moveTo>
                    <a:pt x="0" y="1892747"/>
                  </a:moveTo>
                  <a:lnTo>
                    <a:pt x="0" y="830673"/>
                  </a:lnTo>
                  <a:lnTo>
                    <a:pt x="0" y="285284"/>
                  </a:lnTo>
                  <a:lnTo>
                    <a:pt x="0" y="84351"/>
                  </a:lnTo>
                  <a:lnTo>
                    <a:pt x="0" y="55646"/>
                  </a:lnTo>
                  <a:lnTo>
                    <a:pt x="4391" y="33974"/>
                  </a:lnTo>
                  <a:lnTo>
                    <a:pt x="16365" y="16288"/>
                  </a:lnTo>
                  <a:lnTo>
                    <a:pt x="34119" y="4369"/>
                  </a:lnTo>
                  <a:lnTo>
                    <a:pt x="55851" y="0"/>
                  </a:lnTo>
                  <a:lnTo>
                    <a:pt x="4234191" y="0"/>
                  </a:lnTo>
                  <a:lnTo>
                    <a:pt x="6379824" y="0"/>
                  </a:lnTo>
                  <a:lnTo>
                    <a:pt x="7170321" y="0"/>
                  </a:lnTo>
                  <a:lnTo>
                    <a:pt x="7283249" y="0"/>
                  </a:lnTo>
                  <a:lnTo>
                    <a:pt x="7305001" y="4369"/>
                  </a:lnTo>
                  <a:lnTo>
                    <a:pt x="7322752" y="16288"/>
                  </a:lnTo>
                  <a:lnTo>
                    <a:pt x="7334715" y="33974"/>
                  </a:lnTo>
                  <a:lnTo>
                    <a:pt x="7339101" y="55646"/>
                  </a:lnTo>
                  <a:lnTo>
                    <a:pt x="7339101" y="1117720"/>
                  </a:lnTo>
                  <a:lnTo>
                    <a:pt x="7339101" y="1663109"/>
                  </a:lnTo>
                  <a:lnTo>
                    <a:pt x="7339101" y="1864042"/>
                  </a:lnTo>
                  <a:lnTo>
                    <a:pt x="7339101" y="1892747"/>
                  </a:lnTo>
                  <a:lnTo>
                    <a:pt x="7334715" y="1914399"/>
                  </a:lnTo>
                  <a:lnTo>
                    <a:pt x="7322752" y="1932087"/>
                  </a:lnTo>
                  <a:lnTo>
                    <a:pt x="7305001" y="1944017"/>
                  </a:lnTo>
                  <a:lnTo>
                    <a:pt x="7283249" y="1948392"/>
                  </a:lnTo>
                  <a:lnTo>
                    <a:pt x="3104910" y="1948392"/>
                  </a:lnTo>
                  <a:lnTo>
                    <a:pt x="959276" y="1948392"/>
                  </a:lnTo>
                  <a:lnTo>
                    <a:pt x="168779" y="1948392"/>
                  </a:lnTo>
                  <a:lnTo>
                    <a:pt x="55851" y="1948392"/>
                  </a:lnTo>
                  <a:lnTo>
                    <a:pt x="34119" y="1944017"/>
                  </a:lnTo>
                  <a:lnTo>
                    <a:pt x="16365" y="1932087"/>
                  </a:lnTo>
                  <a:lnTo>
                    <a:pt x="4391" y="1914399"/>
                  </a:lnTo>
                  <a:lnTo>
                    <a:pt x="0" y="1892747"/>
                  </a:lnTo>
                  <a:close/>
                </a:path>
              </a:pathLst>
            </a:custGeom>
            <a:ln w="9276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270757" y="1741789"/>
              <a:ext cx="40640" cy="20955"/>
            </a:xfrm>
            <a:custGeom>
              <a:avLst/>
              <a:gdLst/>
              <a:ahLst/>
              <a:cxnLst/>
              <a:rect l="l" t="t" r="r" b="b"/>
              <a:pathLst>
                <a:path w="40639" h="20955">
                  <a:moveTo>
                    <a:pt x="40597" y="0"/>
                  </a:moveTo>
                  <a:lnTo>
                    <a:pt x="0" y="0"/>
                  </a:lnTo>
                  <a:lnTo>
                    <a:pt x="0" y="20590"/>
                  </a:lnTo>
                  <a:lnTo>
                    <a:pt x="40597" y="20590"/>
                  </a:lnTo>
                  <a:lnTo>
                    <a:pt x="4059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325058" y="1681784"/>
              <a:ext cx="245110" cy="111125"/>
            </a:xfrm>
            <a:custGeom>
              <a:avLst/>
              <a:gdLst/>
              <a:ahLst/>
              <a:cxnLst/>
              <a:rect l="l" t="t" r="r" b="b"/>
              <a:pathLst>
                <a:path w="245110" h="111125">
                  <a:moveTo>
                    <a:pt x="21720" y="1823"/>
                  </a:moveTo>
                  <a:lnTo>
                    <a:pt x="0" y="1823"/>
                  </a:lnTo>
                  <a:lnTo>
                    <a:pt x="0" y="109253"/>
                  </a:lnTo>
                  <a:lnTo>
                    <a:pt x="21720" y="109253"/>
                  </a:lnTo>
                  <a:lnTo>
                    <a:pt x="21720" y="62277"/>
                  </a:lnTo>
                  <a:lnTo>
                    <a:pt x="86104" y="62277"/>
                  </a:lnTo>
                  <a:lnTo>
                    <a:pt x="86104" y="44115"/>
                  </a:lnTo>
                  <a:lnTo>
                    <a:pt x="21720" y="44115"/>
                  </a:lnTo>
                  <a:lnTo>
                    <a:pt x="21720" y="1823"/>
                  </a:lnTo>
                  <a:close/>
                </a:path>
                <a:path w="245110" h="111125">
                  <a:moveTo>
                    <a:pt x="86104" y="62277"/>
                  </a:moveTo>
                  <a:lnTo>
                    <a:pt x="64384" y="62277"/>
                  </a:lnTo>
                  <a:lnTo>
                    <a:pt x="64384" y="109253"/>
                  </a:lnTo>
                  <a:lnTo>
                    <a:pt x="86104" y="109253"/>
                  </a:lnTo>
                  <a:lnTo>
                    <a:pt x="86104" y="62277"/>
                  </a:lnTo>
                  <a:close/>
                </a:path>
                <a:path w="245110" h="111125">
                  <a:moveTo>
                    <a:pt x="86104" y="1823"/>
                  </a:moveTo>
                  <a:lnTo>
                    <a:pt x="64384" y="1823"/>
                  </a:lnTo>
                  <a:lnTo>
                    <a:pt x="64384" y="44115"/>
                  </a:lnTo>
                  <a:lnTo>
                    <a:pt x="86104" y="44115"/>
                  </a:lnTo>
                  <a:lnTo>
                    <a:pt x="86104" y="1823"/>
                  </a:lnTo>
                  <a:close/>
                </a:path>
                <a:path w="245110" h="111125">
                  <a:moveTo>
                    <a:pt x="158556" y="0"/>
                  </a:moveTo>
                  <a:lnTo>
                    <a:pt x="121942" y="14839"/>
                  </a:lnTo>
                  <a:lnTo>
                    <a:pt x="108135" y="56496"/>
                  </a:lnTo>
                  <a:lnTo>
                    <a:pt x="108983" y="68498"/>
                  </a:lnTo>
                  <a:lnTo>
                    <a:pt x="129300" y="102862"/>
                  </a:lnTo>
                  <a:lnTo>
                    <a:pt x="157160" y="111092"/>
                  </a:lnTo>
                  <a:lnTo>
                    <a:pt x="165484" y="110556"/>
                  </a:lnTo>
                  <a:lnTo>
                    <a:pt x="194909" y="92543"/>
                  </a:lnTo>
                  <a:lnTo>
                    <a:pt x="149093" y="92543"/>
                  </a:lnTo>
                  <a:lnTo>
                    <a:pt x="142732" y="89668"/>
                  </a:lnTo>
                  <a:lnTo>
                    <a:pt x="130475" y="54889"/>
                  </a:lnTo>
                  <a:lnTo>
                    <a:pt x="130941" y="45953"/>
                  </a:lnTo>
                  <a:lnTo>
                    <a:pt x="149403" y="18533"/>
                  </a:lnTo>
                  <a:lnTo>
                    <a:pt x="196875" y="18533"/>
                  </a:lnTo>
                  <a:lnTo>
                    <a:pt x="195636" y="16245"/>
                  </a:lnTo>
                  <a:lnTo>
                    <a:pt x="190671" y="11654"/>
                  </a:lnTo>
                  <a:lnTo>
                    <a:pt x="184039" y="6553"/>
                  </a:lnTo>
                  <a:lnTo>
                    <a:pt x="176475" y="2911"/>
                  </a:lnTo>
                  <a:lnTo>
                    <a:pt x="167981" y="727"/>
                  </a:lnTo>
                  <a:lnTo>
                    <a:pt x="158556" y="0"/>
                  </a:lnTo>
                  <a:close/>
                </a:path>
                <a:path w="245110" h="111125">
                  <a:moveTo>
                    <a:pt x="180897" y="69759"/>
                  </a:moveTo>
                  <a:lnTo>
                    <a:pt x="179035" y="77627"/>
                  </a:lnTo>
                  <a:lnTo>
                    <a:pt x="176088" y="83392"/>
                  </a:lnTo>
                  <a:lnTo>
                    <a:pt x="167710" y="90719"/>
                  </a:lnTo>
                  <a:lnTo>
                    <a:pt x="162745" y="92543"/>
                  </a:lnTo>
                  <a:lnTo>
                    <a:pt x="194909" y="92543"/>
                  </a:lnTo>
                  <a:lnTo>
                    <a:pt x="195500" y="91749"/>
                  </a:lnTo>
                  <a:lnTo>
                    <a:pt x="199148" y="84652"/>
                  </a:lnTo>
                  <a:lnTo>
                    <a:pt x="201997" y="76421"/>
                  </a:lnTo>
                  <a:lnTo>
                    <a:pt x="180897" y="69759"/>
                  </a:lnTo>
                  <a:close/>
                </a:path>
                <a:path w="245110" h="111125">
                  <a:moveTo>
                    <a:pt x="196875" y="18533"/>
                  </a:moveTo>
                  <a:lnTo>
                    <a:pt x="163211" y="18533"/>
                  </a:lnTo>
                  <a:lnTo>
                    <a:pt x="168175" y="20141"/>
                  </a:lnTo>
                  <a:lnTo>
                    <a:pt x="176243" y="26602"/>
                  </a:lnTo>
                  <a:lnTo>
                    <a:pt x="178880" y="30992"/>
                  </a:lnTo>
                  <a:lnTo>
                    <a:pt x="180121" y="36556"/>
                  </a:lnTo>
                  <a:lnTo>
                    <a:pt x="201686" y="31440"/>
                  </a:lnTo>
                  <a:lnTo>
                    <a:pt x="199204" y="22830"/>
                  </a:lnTo>
                  <a:lnTo>
                    <a:pt x="196875" y="18533"/>
                  </a:lnTo>
                  <a:close/>
                </a:path>
                <a:path w="245110" h="111125">
                  <a:moveTo>
                    <a:pt x="244506" y="1823"/>
                  </a:moveTo>
                  <a:lnTo>
                    <a:pt x="223717" y="1823"/>
                  </a:lnTo>
                  <a:lnTo>
                    <a:pt x="223717" y="109253"/>
                  </a:lnTo>
                  <a:lnTo>
                    <a:pt x="244506" y="109253"/>
                  </a:lnTo>
                  <a:lnTo>
                    <a:pt x="244506" y="182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9" name="object 49"/>
          <p:cNvGrpSpPr/>
          <p:nvPr/>
        </p:nvGrpSpPr>
        <p:grpSpPr>
          <a:xfrm>
            <a:off x="1308976" y="2858192"/>
            <a:ext cx="2477770" cy="1108075"/>
            <a:chOff x="1308976" y="2858192"/>
            <a:chExt cx="2477770" cy="1108075"/>
          </a:xfrm>
        </p:grpSpPr>
        <p:sp>
          <p:nvSpPr>
            <p:cNvPr id="50" name="object 50"/>
            <p:cNvSpPr/>
            <p:nvPr/>
          </p:nvSpPr>
          <p:spPr>
            <a:xfrm>
              <a:off x="1582486" y="3850903"/>
              <a:ext cx="107950" cy="114935"/>
            </a:xfrm>
            <a:custGeom>
              <a:avLst/>
              <a:gdLst/>
              <a:ahLst/>
              <a:cxnLst/>
              <a:rect l="l" t="t" r="r" b="b"/>
              <a:pathLst>
                <a:path w="107950" h="114935">
                  <a:moveTo>
                    <a:pt x="53721" y="0"/>
                  </a:moveTo>
                  <a:lnTo>
                    <a:pt x="44674" y="0"/>
                  </a:lnTo>
                  <a:lnTo>
                    <a:pt x="36698" y="1437"/>
                  </a:lnTo>
                  <a:lnTo>
                    <a:pt x="29777" y="4471"/>
                  </a:lnTo>
                  <a:lnTo>
                    <a:pt x="24567" y="6547"/>
                  </a:lnTo>
                  <a:lnTo>
                    <a:pt x="1262" y="42540"/>
                  </a:lnTo>
                  <a:lnTo>
                    <a:pt x="0" y="58131"/>
                  </a:lnTo>
                  <a:lnTo>
                    <a:pt x="911" y="70615"/>
                  </a:lnTo>
                  <a:lnTo>
                    <a:pt x="22557" y="106269"/>
                  </a:lnTo>
                  <a:lnTo>
                    <a:pt x="54025" y="114826"/>
                  </a:lnTo>
                  <a:lnTo>
                    <a:pt x="65641" y="113870"/>
                  </a:lnTo>
                  <a:lnTo>
                    <a:pt x="76030" y="111013"/>
                  </a:lnTo>
                  <a:lnTo>
                    <a:pt x="85192" y="106269"/>
                  </a:lnTo>
                  <a:lnTo>
                    <a:pt x="93121" y="99654"/>
                  </a:lnTo>
                  <a:lnTo>
                    <a:pt x="96176" y="95661"/>
                  </a:lnTo>
                  <a:lnTo>
                    <a:pt x="44994" y="95661"/>
                  </a:lnTo>
                  <a:lnTo>
                    <a:pt x="37625" y="92467"/>
                  </a:lnTo>
                  <a:lnTo>
                    <a:pt x="23115" y="57013"/>
                  </a:lnTo>
                  <a:lnTo>
                    <a:pt x="23627" y="48352"/>
                  </a:lnTo>
                  <a:lnTo>
                    <a:pt x="44690" y="19164"/>
                  </a:lnTo>
                  <a:lnTo>
                    <a:pt x="96076" y="19164"/>
                  </a:lnTo>
                  <a:lnTo>
                    <a:pt x="93009" y="15171"/>
                  </a:lnTo>
                  <a:lnTo>
                    <a:pt x="85025" y="8556"/>
                  </a:lnTo>
                  <a:lnTo>
                    <a:pt x="75817" y="3812"/>
                  </a:lnTo>
                  <a:lnTo>
                    <a:pt x="65383" y="955"/>
                  </a:lnTo>
                  <a:lnTo>
                    <a:pt x="53721" y="0"/>
                  </a:lnTo>
                  <a:close/>
                </a:path>
                <a:path w="107950" h="114935">
                  <a:moveTo>
                    <a:pt x="96076" y="19164"/>
                  </a:moveTo>
                  <a:lnTo>
                    <a:pt x="63183" y="19164"/>
                  </a:lnTo>
                  <a:lnTo>
                    <a:pt x="70600" y="22358"/>
                  </a:lnTo>
                  <a:lnTo>
                    <a:pt x="76178" y="28586"/>
                  </a:lnTo>
                  <a:lnTo>
                    <a:pt x="79840" y="33881"/>
                  </a:lnTo>
                  <a:lnTo>
                    <a:pt x="82458" y="40404"/>
                  </a:lnTo>
                  <a:lnTo>
                    <a:pt x="84030" y="48125"/>
                  </a:lnTo>
                  <a:lnTo>
                    <a:pt x="84554" y="57013"/>
                  </a:lnTo>
                  <a:lnTo>
                    <a:pt x="84017" y="66089"/>
                  </a:lnTo>
                  <a:lnTo>
                    <a:pt x="62880" y="95661"/>
                  </a:lnTo>
                  <a:lnTo>
                    <a:pt x="96176" y="95661"/>
                  </a:lnTo>
                  <a:lnTo>
                    <a:pt x="107701" y="58131"/>
                  </a:lnTo>
                  <a:lnTo>
                    <a:pt x="107712" y="57013"/>
                  </a:lnTo>
                  <a:lnTo>
                    <a:pt x="106824" y="44704"/>
                  </a:lnTo>
                  <a:lnTo>
                    <a:pt x="104058" y="33397"/>
                  </a:lnTo>
                  <a:lnTo>
                    <a:pt x="99452" y="23558"/>
                  </a:lnTo>
                  <a:lnTo>
                    <a:pt x="96076" y="191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1308976" y="2858192"/>
              <a:ext cx="2477484" cy="980253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2" name="object 52"/>
          <p:cNvGrpSpPr/>
          <p:nvPr/>
        </p:nvGrpSpPr>
        <p:grpSpPr>
          <a:xfrm>
            <a:off x="4054190" y="2877353"/>
            <a:ext cx="1671320" cy="1428750"/>
            <a:chOff x="4054190" y="2877353"/>
            <a:chExt cx="1671320" cy="1428750"/>
          </a:xfrm>
        </p:grpSpPr>
        <p:sp>
          <p:nvSpPr>
            <p:cNvPr id="53" name="object 53"/>
            <p:cNvSpPr/>
            <p:nvPr/>
          </p:nvSpPr>
          <p:spPr>
            <a:xfrm>
              <a:off x="4327673" y="4054523"/>
              <a:ext cx="107950" cy="114935"/>
            </a:xfrm>
            <a:custGeom>
              <a:avLst/>
              <a:gdLst/>
              <a:ahLst/>
              <a:cxnLst/>
              <a:rect l="l" t="t" r="r" b="b"/>
              <a:pathLst>
                <a:path w="107950" h="114935">
                  <a:moveTo>
                    <a:pt x="53705" y="0"/>
                  </a:moveTo>
                  <a:lnTo>
                    <a:pt x="44754" y="0"/>
                  </a:lnTo>
                  <a:lnTo>
                    <a:pt x="36762" y="1437"/>
                  </a:lnTo>
                  <a:lnTo>
                    <a:pt x="29729" y="4471"/>
                  </a:lnTo>
                  <a:lnTo>
                    <a:pt x="24615" y="6547"/>
                  </a:lnTo>
                  <a:lnTo>
                    <a:pt x="19819" y="9901"/>
                  </a:lnTo>
                  <a:lnTo>
                    <a:pt x="15504" y="14373"/>
                  </a:lnTo>
                  <a:lnTo>
                    <a:pt x="11028" y="18844"/>
                  </a:lnTo>
                  <a:lnTo>
                    <a:pt x="0" y="58131"/>
                  </a:lnTo>
                  <a:lnTo>
                    <a:pt x="926" y="70615"/>
                  </a:lnTo>
                  <a:lnTo>
                    <a:pt x="22647" y="106269"/>
                  </a:lnTo>
                  <a:lnTo>
                    <a:pt x="54025" y="114826"/>
                  </a:lnTo>
                  <a:lnTo>
                    <a:pt x="65650" y="113870"/>
                  </a:lnTo>
                  <a:lnTo>
                    <a:pt x="76062" y="111013"/>
                  </a:lnTo>
                  <a:lnTo>
                    <a:pt x="85246" y="106269"/>
                  </a:lnTo>
                  <a:lnTo>
                    <a:pt x="93185" y="99654"/>
                  </a:lnTo>
                  <a:lnTo>
                    <a:pt x="96234" y="95661"/>
                  </a:lnTo>
                  <a:lnTo>
                    <a:pt x="45074" y="95661"/>
                  </a:lnTo>
                  <a:lnTo>
                    <a:pt x="37721" y="92467"/>
                  </a:lnTo>
                  <a:lnTo>
                    <a:pt x="23194" y="57013"/>
                  </a:lnTo>
                  <a:lnTo>
                    <a:pt x="23690" y="48352"/>
                  </a:lnTo>
                  <a:lnTo>
                    <a:pt x="44754" y="19164"/>
                  </a:lnTo>
                  <a:lnTo>
                    <a:pt x="96109" y="19164"/>
                  </a:lnTo>
                  <a:lnTo>
                    <a:pt x="93025" y="15171"/>
                  </a:lnTo>
                  <a:lnTo>
                    <a:pt x="85083" y="8556"/>
                  </a:lnTo>
                  <a:lnTo>
                    <a:pt x="75883" y="3812"/>
                  </a:lnTo>
                  <a:lnTo>
                    <a:pt x="65423" y="955"/>
                  </a:lnTo>
                  <a:lnTo>
                    <a:pt x="53705" y="0"/>
                  </a:lnTo>
                  <a:close/>
                </a:path>
                <a:path w="107950" h="114935">
                  <a:moveTo>
                    <a:pt x="96109" y="19164"/>
                  </a:moveTo>
                  <a:lnTo>
                    <a:pt x="63295" y="19164"/>
                  </a:lnTo>
                  <a:lnTo>
                    <a:pt x="70648" y="22358"/>
                  </a:lnTo>
                  <a:lnTo>
                    <a:pt x="76242" y="28586"/>
                  </a:lnTo>
                  <a:lnTo>
                    <a:pt x="79901" y="33881"/>
                  </a:lnTo>
                  <a:lnTo>
                    <a:pt x="82496" y="40404"/>
                  </a:lnTo>
                  <a:lnTo>
                    <a:pt x="84042" y="48125"/>
                  </a:lnTo>
                  <a:lnTo>
                    <a:pt x="84554" y="57013"/>
                  </a:lnTo>
                  <a:lnTo>
                    <a:pt x="84014" y="66089"/>
                  </a:lnTo>
                  <a:lnTo>
                    <a:pt x="62976" y="95661"/>
                  </a:lnTo>
                  <a:lnTo>
                    <a:pt x="96234" y="95661"/>
                  </a:lnTo>
                  <a:lnTo>
                    <a:pt x="107685" y="58131"/>
                  </a:lnTo>
                  <a:lnTo>
                    <a:pt x="107696" y="57013"/>
                  </a:lnTo>
                  <a:lnTo>
                    <a:pt x="106826" y="44704"/>
                  </a:lnTo>
                  <a:lnTo>
                    <a:pt x="104094" y="33397"/>
                  </a:lnTo>
                  <a:lnTo>
                    <a:pt x="99504" y="23558"/>
                  </a:lnTo>
                  <a:lnTo>
                    <a:pt x="96109" y="191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4054190" y="2877353"/>
              <a:ext cx="1670947" cy="1428541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5" name="object 55"/>
          <p:cNvGrpSpPr/>
          <p:nvPr/>
        </p:nvGrpSpPr>
        <p:grpSpPr>
          <a:xfrm>
            <a:off x="4819655" y="5376892"/>
            <a:ext cx="2082164" cy="1032510"/>
            <a:chOff x="4819655" y="5376892"/>
            <a:chExt cx="2082164" cy="1032510"/>
          </a:xfrm>
        </p:grpSpPr>
        <p:sp>
          <p:nvSpPr>
            <p:cNvPr id="56" name="object 56"/>
            <p:cNvSpPr/>
            <p:nvPr/>
          </p:nvSpPr>
          <p:spPr>
            <a:xfrm>
              <a:off x="5336248" y="5652134"/>
              <a:ext cx="859155" cy="481965"/>
            </a:xfrm>
            <a:custGeom>
              <a:avLst/>
              <a:gdLst/>
              <a:ahLst/>
              <a:cxnLst/>
              <a:rect l="l" t="t" r="r" b="b"/>
              <a:pathLst>
                <a:path w="859154" h="481964">
                  <a:moveTo>
                    <a:pt x="66967" y="147421"/>
                  </a:moveTo>
                  <a:lnTo>
                    <a:pt x="62649" y="143141"/>
                  </a:lnTo>
                  <a:lnTo>
                    <a:pt x="52108" y="143141"/>
                  </a:lnTo>
                  <a:lnTo>
                    <a:pt x="47790" y="147421"/>
                  </a:lnTo>
                  <a:lnTo>
                    <a:pt x="47790" y="334391"/>
                  </a:lnTo>
                  <a:lnTo>
                    <a:pt x="52108" y="338696"/>
                  </a:lnTo>
                  <a:lnTo>
                    <a:pt x="62649" y="338696"/>
                  </a:lnTo>
                  <a:lnTo>
                    <a:pt x="66967" y="334391"/>
                  </a:lnTo>
                  <a:lnTo>
                    <a:pt x="66967" y="147421"/>
                  </a:lnTo>
                  <a:close/>
                </a:path>
                <a:path w="859154" h="481964">
                  <a:moveTo>
                    <a:pt x="374180" y="328904"/>
                  </a:moveTo>
                  <a:lnTo>
                    <a:pt x="368909" y="319735"/>
                  </a:lnTo>
                  <a:lnTo>
                    <a:pt x="362991" y="318160"/>
                  </a:lnTo>
                  <a:lnTo>
                    <a:pt x="200914" y="411645"/>
                  </a:lnTo>
                  <a:lnTo>
                    <a:pt x="199313" y="417499"/>
                  </a:lnTo>
                  <a:lnTo>
                    <a:pt x="204597" y="426669"/>
                  </a:lnTo>
                  <a:lnTo>
                    <a:pt x="210502" y="428231"/>
                  </a:lnTo>
                  <a:lnTo>
                    <a:pt x="372579" y="334759"/>
                  </a:lnTo>
                  <a:lnTo>
                    <a:pt x="374180" y="328904"/>
                  </a:lnTo>
                  <a:close/>
                </a:path>
                <a:path w="859154" h="481964">
                  <a:moveTo>
                    <a:pt x="374180" y="152920"/>
                  </a:moveTo>
                  <a:lnTo>
                    <a:pt x="372579" y="147066"/>
                  </a:lnTo>
                  <a:lnTo>
                    <a:pt x="210502" y="53581"/>
                  </a:lnTo>
                  <a:lnTo>
                    <a:pt x="204597" y="55143"/>
                  </a:lnTo>
                  <a:lnTo>
                    <a:pt x="199313" y="64312"/>
                  </a:lnTo>
                  <a:lnTo>
                    <a:pt x="200914" y="70167"/>
                  </a:lnTo>
                  <a:lnTo>
                    <a:pt x="362991" y="163652"/>
                  </a:lnTo>
                  <a:lnTo>
                    <a:pt x="368909" y="162090"/>
                  </a:lnTo>
                  <a:lnTo>
                    <a:pt x="374180" y="152920"/>
                  </a:lnTo>
                  <a:close/>
                </a:path>
                <a:path w="859154" h="481964">
                  <a:moveTo>
                    <a:pt x="745807" y="84569"/>
                  </a:moveTo>
                  <a:lnTo>
                    <a:pt x="744207" y="78714"/>
                  </a:lnTo>
                  <a:lnTo>
                    <a:pt x="615276" y="4305"/>
                  </a:lnTo>
                  <a:lnTo>
                    <a:pt x="613930" y="1955"/>
                  </a:lnTo>
                  <a:lnTo>
                    <a:pt x="608914" y="635"/>
                  </a:lnTo>
                  <a:lnTo>
                    <a:pt x="608507" y="393"/>
                  </a:lnTo>
                  <a:lnTo>
                    <a:pt x="608253" y="469"/>
                  </a:lnTo>
                  <a:lnTo>
                    <a:pt x="608025" y="393"/>
                  </a:lnTo>
                  <a:lnTo>
                    <a:pt x="607606" y="635"/>
                  </a:lnTo>
                  <a:lnTo>
                    <a:pt x="602589" y="1955"/>
                  </a:lnTo>
                  <a:lnTo>
                    <a:pt x="601230" y="4318"/>
                  </a:lnTo>
                  <a:lnTo>
                    <a:pt x="409575" y="114884"/>
                  </a:lnTo>
                  <a:lnTo>
                    <a:pt x="400075" y="109410"/>
                  </a:lnTo>
                  <a:lnTo>
                    <a:pt x="400075" y="131508"/>
                  </a:lnTo>
                  <a:lnTo>
                    <a:pt x="400075" y="350316"/>
                  </a:lnTo>
                  <a:lnTo>
                    <a:pt x="210261" y="459841"/>
                  </a:lnTo>
                  <a:lnTo>
                    <a:pt x="20612" y="350405"/>
                  </a:lnTo>
                  <a:lnTo>
                    <a:pt x="20612" y="131419"/>
                  </a:lnTo>
                  <a:lnTo>
                    <a:pt x="210261" y="21983"/>
                  </a:lnTo>
                  <a:lnTo>
                    <a:pt x="400075" y="131508"/>
                  </a:lnTo>
                  <a:lnTo>
                    <a:pt x="400075" y="109410"/>
                  </a:lnTo>
                  <a:lnTo>
                    <a:pt x="217284" y="3924"/>
                  </a:lnTo>
                  <a:lnTo>
                    <a:pt x="215938" y="1562"/>
                  </a:lnTo>
                  <a:lnTo>
                    <a:pt x="210908" y="241"/>
                  </a:lnTo>
                  <a:lnTo>
                    <a:pt x="210502" y="0"/>
                  </a:lnTo>
                  <a:lnTo>
                    <a:pt x="210261" y="76"/>
                  </a:lnTo>
                  <a:lnTo>
                    <a:pt x="210019" y="0"/>
                  </a:lnTo>
                  <a:lnTo>
                    <a:pt x="209600" y="241"/>
                  </a:lnTo>
                  <a:lnTo>
                    <a:pt x="204597" y="1562"/>
                  </a:lnTo>
                  <a:lnTo>
                    <a:pt x="203238" y="3911"/>
                  </a:lnTo>
                  <a:lnTo>
                    <a:pt x="8420" y="116332"/>
                  </a:lnTo>
                  <a:lnTo>
                    <a:pt x="5588" y="116332"/>
                  </a:lnTo>
                  <a:lnTo>
                    <a:pt x="2019" y="120027"/>
                  </a:lnTo>
                  <a:lnTo>
                    <a:pt x="1600" y="120269"/>
                  </a:lnTo>
                  <a:lnTo>
                    <a:pt x="1524" y="120548"/>
                  </a:lnTo>
                  <a:lnTo>
                    <a:pt x="1435" y="120878"/>
                  </a:lnTo>
                  <a:lnTo>
                    <a:pt x="0" y="126123"/>
                  </a:lnTo>
                  <a:lnTo>
                    <a:pt x="1435" y="128625"/>
                  </a:lnTo>
                  <a:lnTo>
                    <a:pt x="1435" y="353199"/>
                  </a:lnTo>
                  <a:lnTo>
                    <a:pt x="0" y="355688"/>
                  </a:lnTo>
                  <a:lnTo>
                    <a:pt x="1435" y="360946"/>
                  </a:lnTo>
                  <a:lnTo>
                    <a:pt x="1435" y="361175"/>
                  </a:lnTo>
                  <a:lnTo>
                    <a:pt x="1600" y="361543"/>
                  </a:lnTo>
                  <a:lnTo>
                    <a:pt x="2032" y="361797"/>
                  </a:lnTo>
                  <a:lnTo>
                    <a:pt x="5588" y="365467"/>
                  </a:lnTo>
                  <a:lnTo>
                    <a:pt x="8394" y="365467"/>
                  </a:lnTo>
                  <a:lnTo>
                    <a:pt x="203238" y="477913"/>
                  </a:lnTo>
                  <a:lnTo>
                    <a:pt x="204597" y="480250"/>
                  </a:lnTo>
                  <a:lnTo>
                    <a:pt x="209600" y="481584"/>
                  </a:lnTo>
                  <a:lnTo>
                    <a:pt x="210019" y="481812"/>
                  </a:lnTo>
                  <a:lnTo>
                    <a:pt x="210261" y="481749"/>
                  </a:lnTo>
                  <a:lnTo>
                    <a:pt x="210502" y="481812"/>
                  </a:lnTo>
                  <a:lnTo>
                    <a:pt x="210908" y="481584"/>
                  </a:lnTo>
                  <a:lnTo>
                    <a:pt x="215938" y="480250"/>
                  </a:lnTo>
                  <a:lnTo>
                    <a:pt x="217284" y="477901"/>
                  </a:lnTo>
                  <a:lnTo>
                    <a:pt x="412127" y="365467"/>
                  </a:lnTo>
                  <a:lnTo>
                    <a:pt x="414934" y="365467"/>
                  </a:lnTo>
                  <a:lnTo>
                    <a:pt x="418807" y="361619"/>
                  </a:lnTo>
                  <a:lnTo>
                    <a:pt x="418934" y="361543"/>
                  </a:lnTo>
                  <a:lnTo>
                    <a:pt x="419252" y="361175"/>
                  </a:lnTo>
                  <a:lnTo>
                    <a:pt x="419252" y="360387"/>
                  </a:lnTo>
                  <a:lnTo>
                    <a:pt x="420535" y="355688"/>
                  </a:lnTo>
                  <a:lnTo>
                    <a:pt x="419252" y="353466"/>
                  </a:lnTo>
                  <a:lnTo>
                    <a:pt x="419252" y="131419"/>
                  </a:lnTo>
                  <a:lnTo>
                    <a:pt x="608253" y="22390"/>
                  </a:lnTo>
                  <a:lnTo>
                    <a:pt x="734618" y="95300"/>
                  </a:lnTo>
                  <a:lnTo>
                    <a:pt x="740524" y="93738"/>
                  </a:lnTo>
                  <a:lnTo>
                    <a:pt x="745807" y="84569"/>
                  </a:lnTo>
                  <a:close/>
                </a:path>
                <a:path w="859154" h="481964">
                  <a:moveTo>
                    <a:pt x="859091" y="125539"/>
                  </a:moveTo>
                  <a:lnTo>
                    <a:pt x="847471" y="87668"/>
                  </a:lnTo>
                  <a:lnTo>
                    <a:pt x="835952" y="76822"/>
                  </a:lnTo>
                  <a:lnTo>
                    <a:pt x="835952" y="125539"/>
                  </a:lnTo>
                  <a:lnTo>
                    <a:pt x="835418" y="134581"/>
                  </a:lnTo>
                  <a:lnTo>
                    <a:pt x="814374" y="164134"/>
                  </a:lnTo>
                  <a:lnTo>
                    <a:pt x="796467" y="164134"/>
                  </a:lnTo>
                  <a:lnTo>
                    <a:pt x="774623" y="126593"/>
                  </a:lnTo>
                  <a:lnTo>
                    <a:pt x="774585" y="125539"/>
                  </a:lnTo>
                  <a:lnTo>
                    <a:pt x="775106" y="116865"/>
                  </a:lnTo>
                  <a:lnTo>
                    <a:pt x="796150" y="87668"/>
                  </a:lnTo>
                  <a:lnTo>
                    <a:pt x="814692" y="87668"/>
                  </a:lnTo>
                  <a:lnTo>
                    <a:pt x="835952" y="125539"/>
                  </a:lnTo>
                  <a:lnTo>
                    <a:pt x="835952" y="76822"/>
                  </a:lnTo>
                  <a:lnTo>
                    <a:pt x="827278" y="72326"/>
                  </a:lnTo>
                  <a:lnTo>
                    <a:pt x="816825" y="69469"/>
                  </a:lnTo>
                  <a:lnTo>
                    <a:pt x="805103" y="68529"/>
                  </a:lnTo>
                  <a:lnTo>
                    <a:pt x="796150" y="68529"/>
                  </a:lnTo>
                  <a:lnTo>
                    <a:pt x="788162" y="69989"/>
                  </a:lnTo>
                  <a:lnTo>
                    <a:pt x="781291" y="72910"/>
                  </a:lnTo>
                  <a:lnTo>
                    <a:pt x="776008" y="75082"/>
                  </a:lnTo>
                  <a:lnTo>
                    <a:pt x="771220" y="78409"/>
                  </a:lnTo>
                  <a:lnTo>
                    <a:pt x="766902" y="82918"/>
                  </a:lnTo>
                  <a:lnTo>
                    <a:pt x="762431" y="87401"/>
                  </a:lnTo>
                  <a:lnTo>
                    <a:pt x="751395" y="126593"/>
                  </a:lnTo>
                  <a:lnTo>
                    <a:pt x="752322" y="139128"/>
                  </a:lnTo>
                  <a:lnTo>
                    <a:pt x="774039" y="174802"/>
                  </a:lnTo>
                  <a:lnTo>
                    <a:pt x="805421" y="183299"/>
                  </a:lnTo>
                  <a:lnTo>
                    <a:pt x="817041" y="182346"/>
                  </a:lnTo>
                  <a:lnTo>
                    <a:pt x="827455" y="179501"/>
                  </a:lnTo>
                  <a:lnTo>
                    <a:pt x="836637" y="174752"/>
                  </a:lnTo>
                  <a:lnTo>
                    <a:pt x="844588" y="168109"/>
                  </a:lnTo>
                  <a:lnTo>
                    <a:pt x="847636" y="164134"/>
                  </a:lnTo>
                  <a:lnTo>
                    <a:pt x="850963" y="159804"/>
                  </a:lnTo>
                  <a:lnTo>
                    <a:pt x="855510" y="150012"/>
                  </a:lnTo>
                  <a:lnTo>
                    <a:pt x="858227" y="138772"/>
                  </a:lnTo>
                  <a:lnTo>
                    <a:pt x="859091" y="126593"/>
                  </a:lnTo>
                  <a:lnTo>
                    <a:pt x="859091" y="1255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5889132" y="5376892"/>
              <a:ext cx="107692" cy="114778"/>
            </a:xfrm>
            <a:prstGeom prst="rect">
              <a:avLst/>
            </a:prstGeom>
            <a:blipFill>
              <a:blip r:embed="rId2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5137569" y="5512803"/>
              <a:ext cx="840105" cy="621030"/>
            </a:xfrm>
            <a:custGeom>
              <a:avLst/>
              <a:gdLst/>
              <a:ahLst/>
              <a:cxnLst/>
              <a:rect l="l" t="t" r="r" b="b"/>
              <a:pathLst>
                <a:path w="840104" h="621029">
                  <a:moveTo>
                    <a:pt x="220573" y="495020"/>
                  </a:moveTo>
                  <a:lnTo>
                    <a:pt x="215303" y="485851"/>
                  </a:lnTo>
                  <a:lnTo>
                    <a:pt x="209384" y="484289"/>
                  </a:lnTo>
                  <a:lnTo>
                    <a:pt x="1600" y="604151"/>
                  </a:lnTo>
                  <a:lnTo>
                    <a:pt x="0" y="610019"/>
                  </a:lnTo>
                  <a:lnTo>
                    <a:pt x="5270" y="619188"/>
                  </a:lnTo>
                  <a:lnTo>
                    <a:pt x="11188" y="620750"/>
                  </a:lnTo>
                  <a:lnTo>
                    <a:pt x="218973" y="500875"/>
                  </a:lnTo>
                  <a:lnTo>
                    <a:pt x="220573" y="495020"/>
                  </a:lnTo>
                  <a:close/>
                </a:path>
                <a:path w="840104" h="621029">
                  <a:moveTo>
                    <a:pt x="793280" y="4279"/>
                  </a:moveTo>
                  <a:lnTo>
                    <a:pt x="788962" y="0"/>
                  </a:lnTo>
                  <a:lnTo>
                    <a:pt x="778408" y="0"/>
                  </a:lnTo>
                  <a:lnTo>
                    <a:pt x="774090" y="4279"/>
                  </a:lnTo>
                  <a:lnTo>
                    <a:pt x="774090" y="169354"/>
                  </a:lnTo>
                  <a:lnTo>
                    <a:pt x="778408" y="173647"/>
                  </a:lnTo>
                  <a:lnTo>
                    <a:pt x="788962" y="173647"/>
                  </a:lnTo>
                  <a:lnTo>
                    <a:pt x="793280" y="169354"/>
                  </a:lnTo>
                  <a:lnTo>
                    <a:pt x="793280" y="4279"/>
                  </a:lnTo>
                  <a:close/>
                </a:path>
                <a:path w="840104" h="621029">
                  <a:moveTo>
                    <a:pt x="839787" y="4279"/>
                  </a:moveTo>
                  <a:lnTo>
                    <a:pt x="835469" y="0"/>
                  </a:lnTo>
                  <a:lnTo>
                    <a:pt x="824928" y="0"/>
                  </a:lnTo>
                  <a:lnTo>
                    <a:pt x="820610" y="4279"/>
                  </a:lnTo>
                  <a:lnTo>
                    <a:pt x="820610" y="169354"/>
                  </a:lnTo>
                  <a:lnTo>
                    <a:pt x="824928" y="173647"/>
                  </a:lnTo>
                  <a:lnTo>
                    <a:pt x="835469" y="173647"/>
                  </a:lnTo>
                  <a:lnTo>
                    <a:pt x="839787" y="169354"/>
                  </a:lnTo>
                  <a:lnTo>
                    <a:pt x="839787" y="427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4819655" y="5950623"/>
              <a:ext cx="140497" cy="114778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4988280" y="5606072"/>
              <a:ext cx="1913255" cy="803275"/>
            </a:xfrm>
            <a:custGeom>
              <a:avLst/>
              <a:gdLst/>
              <a:ahLst/>
              <a:cxnLst/>
              <a:rect l="l" t="t" r="r" b="b"/>
              <a:pathLst>
                <a:path w="1913254" h="803275">
                  <a:moveTo>
                    <a:pt x="171183" y="516750"/>
                  </a:moveTo>
                  <a:lnTo>
                    <a:pt x="169583" y="510882"/>
                  </a:lnTo>
                  <a:lnTo>
                    <a:pt x="146342" y="497484"/>
                  </a:lnTo>
                  <a:lnTo>
                    <a:pt x="142417" y="493560"/>
                  </a:lnTo>
                  <a:lnTo>
                    <a:pt x="139547" y="493560"/>
                  </a:lnTo>
                  <a:lnTo>
                    <a:pt x="11023" y="419404"/>
                  </a:lnTo>
                  <a:lnTo>
                    <a:pt x="5270" y="420979"/>
                  </a:lnTo>
                  <a:lnTo>
                    <a:pt x="0" y="430136"/>
                  </a:lnTo>
                  <a:lnTo>
                    <a:pt x="1435" y="436003"/>
                  </a:lnTo>
                  <a:lnTo>
                    <a:pt x="127546" y="508762"/>
                  </a:lnTo>
                  <a:lnTo>
                    <a:pt x="127546" y="671487"/>
                  </a:lnTo>
                  <a:lnTo>
                    <a:pt x="131699" y="675779"/>
                  </a:lnTo>
                  <a:lnTo>
                    <a:pt x="142417" y="675779"/>
                  </a:lnTo>
                  <a:lnTo>
                    <a:pt x="146723" y="671487"/>
                  </a:lnTo>
                  <a:lnTo>
                    <a:pt x="146723" y="519836"/>
                  </a:lnTo>
                  <a:lnTo>
                    <a:pt x="159994" y="527481"/>
                  </a:lnTo>
                  <a:lnTo>
                    <a:pt x="165912" y="525919"/>
                  </a:lnTo>
                  <a:lnTo>
                    <a:pt x="171183" y="516750"/>
                  </a:lnTo>
                  <a:close/>
                </a:path>
                <a:path w="1913254" h="803275">
                  <a:moveTo>
                    <a:pt x="193078" y="497852"/>
                  </a:moveTo>
                  <a:lnTo>
                    <a:pt x="188772" y="493560"/>
                  </a:lnTo>
                  <a:lnTo>
                    <a:pt x="178219" y="493560"/>
                  </a:lnTo>
                  <a:lnTo>
                    <a:pt x="173901" y="497852"/>
                  </a:lnTo>
                  <a:lnTo>
                    <a:pt x="173901" y="671487"/>
                  </a:lnTo>
                  <a:lnTo>
                    <a:pt x="178219" y="675779"/>
                  </a:lnTo>
                  <a:lnTo>
                    <a:pt x="188772" y="675779"/>
                  </a:lnTo>
                  <a:lnTo>
                    <a:pt x="193078" y="671487"/>
                  </a:lnTo>
                  <a:lnTo>
                    <a:pt x="193078" y="497852"/>
                  </a:lnTo>
                  <a:close/>
                </a:path>
                <a:path w="1913254" h="803275">
                  <a:moveTo>
                    <a:pt x="212547" y="745324"/>
                  </a:moveTo>
                  <a:lnTo>
                    <a:pt x="200901" y="707466"/>
                  </a:lnTo>
                  <a:lnTo>
                    <a:pt x="189407" y="696658"/>
                  </a:lnTo>
                  <a:lnTo>
                    <a:pt x="189407" y="745324"/>
                  </a:lnTo>
                  <a:lnTo>
                    <a:pt x="188861" y="754380"/>
                  </a:lnTo>
                  <a:lnTo>
                    <a:pt x="167665" y="783932"/>
                  </a:lnTo>
                  <a:lnTo>
                    <a:pt x="149771" y="783932"/>
                  </a:lnTo>
                  <a:lnTo>
                    <a:pt x="127914" y="746379"/>
                  </a:lnTo>
                  <a:lnTo>
                    <a:pt x="127889" y="745324"/>
                  </a:lnTo>
                  <a:lnTo>
                    <a:pt x="128409" y="736650"/>
                  </a:lnTo>
                  <a:lnTo>
                    <a:pt x="149606" y="707466"/>
                  </a:lnTo>
                  <a:lnTo>
                    <a:pt x="167982" y="707466"/>
                  </a:lnTo>
                  <a:lnTo>
                    <a:pt x="189407" y="745324"/>
                  </a:lnTo>
                  <a:lnTo>
                    <a:pt x="189407" y="696658"/>
                  </a:lnTo>
                  <a:lnTo>
                    <a:pt x="180619" y="692124"/>
                  </a:lnTo>
                  <a:lnTo>
                    <a:pt x="170180" y="689267"/>
                  </a:lnTo>
                  <a:lnTo>
                    <a:pt x="158559" y="688314"/>
                  </a:lnTo>
                  <a:lnTo>
                    <a:pt x="149440" y="688314"/>
                  </a:lnTo>
                  <a:lnTo>
                    <a:pt x="115874" y="707186"/>
                  </a:lnTo>
                  <a:lnTo>
                    <a:pt x="104851" y="746379"/>
                  </a:lnTo>
                  <a:lnTo>
                    <a:pt x="105752" y="758926"/>
                  </a:lnTo>
                  <a:lnTo>
                    <a:pt x="127368" y="794588"/>
                  </a:lnTo>
                  <a:lnTo>
                    <a:pt x="158877" y="803084"/>
                  </a:lnTo>
                  <a:lnTo>
                    <a:pt x="170497" y="802144"/>
                  </a:lnTo>
                  <a:lnTo>
                    <a:pt x="204419" y="779589"/>
                  </a:lnTo>
                  <a:lnTo>
                    <a:pt x="212547" y="746379"/>
                  </a:lnTo>
                  <a:lnTo>
                    <a:pt x="212547" y="745324"/>
                  </a:lnTo>
                  <a:close/>
                </a:path>
                <a:path w="1913254" h="803275">
                  <a:moveTo>
                    <a:pt x="1685975" y="100888"/>
                  </a:moveTo>
                  <a:lnTo>
                    <a:pt x="1680692" y="91719"/>
                  </a:lnTo>
                  <a:lnTo>
                    <a:pt x="1674787" y="90157"/>
                  </a:lnTo>
                  <a:lnTo>
                    <a:pt x="1552092" y="160947"/>
                  </a:lnTo>
                  <a:lnTo>
                    <a:pt x="1360449" y="50380"/>
                  </a:lnTo>
                  <a:lnTo>
                    <a:pt x="1359103" y="48018"/>
                  </a:lnTo>
                  <a:lnTo>
                    <a:pt x="1353947" y="46621"/>
                  </a:lnTo>
                  <a:lnTo>
                    <a:pt x="1353667" y="46456"/>
                  </a:lnTo>
                  <a:lnTo>
                    <a:pt x="1353502" y="46507"/>
                  </a:lnTo>
                  <a:lnTo>
                    <a:pt x="1353350" y="46456"/>
                  </a:lnTo>
                  <a:lnTo>
                    <a:pt x="1353058" y="46621"/>
                  </a:lnTo>
                  <a:lnTo>
                    <a:pt x="1347914" y="48018"/>
                  </a:lnTo>
                  <a:lnTo>
                    <a:pt x="1346492" y="50406"/>
                  </a:lnTo>
                  <a:lnTo>
                    <a:pt x="1216050" y="125590"/>
                  </a:lnTo>
                  <a:lnTo>
                    <a:pt x="1214602" y="131445"/>
                  </a:lnTo>
                  <a:lnTo>
                    <a:pt x="1219885" y="140614"/>
                  </a:lnTo>
                  <a:lnTo>
                    <a:pt x="1225638" y="142176"/>
                  </a:lnTo>
                  <a:lnTo>
                    <a:pt x="1353502" y="68503"/>
                  </a:lnTo>
                  <a:lnTo>
                    <a:pt x="1545069" y="179006"/>
                  </a:lnTo>
                  <a:lnTo>
                    <a:pt x="1546428" y="181356"/>
                  </a:lnTo>
                  <a:lnTo>
                    <a:pt x="1551444" y="182689"/>
                  </a:lnTo>
                  <a:lnTo>
                    <a:pt x="1551863" y="182918"/>
                  </a:lnTo>
                  <a:lnTo>
                    <a:pt x="1552105" y="182854"/>
                  </a:lnTo>
                  <a:lnTo>
                    <a:pt x="1552346" y="182918"/>
                  </a:lnTo>
                  <a:lnTo>
                    <a:pt x="1552752" y="182689"/>
                  </a:lnTo>
                  <a:lnTo>
                    <a:pt x="1557782" y="181356"/>
                  </a:lnTo>
                  <a:lnTo>
                    <a:pt x="1559128" y="179006"/>
                  </a:lnTo>
                  <a:lnTo>
                    <a:pt x="1684375" y="106743"/>
                  </a:lnTo>
                  <a:lnTo>
                    <a:pt x="1685975" y="100888"/>
                  </a:lnTo>
                  <a:close/>
                </a:path>
                <a:path w="1913254" h="803275">
                  <a:moveTo>
                    <a:pt x="1803095" y="57010"/>
                  </a:moveTo>
                  <a:lnTo>
                    <a:pt x="1802206" y="44729"/>
                  </a:lnTo>
                  <a:lnTo>
                    <a:pt x="1799412" y="33401"/>
                  </a:lnTo>
                  <a:lnTo>
                    <a:pt x="1794764" y="23571"/>
                  </a:lnTo>
                  <a:lnTo>
                    <a:pt x="1791322" y="19151"/>
                  </a:lnTo>
                  <a:lnTo>
                    <a:pt x="1788261" y="15214"/>
                  </a:lnTo>
                  <a:lnTo>
                    <a:pt x="1780324" y="8559"/>
                  </a:lnTo>
                  <a:lnTo>
                    <a:pt x="1779955" y="8369"/>
                  </a:lnTo>
                  <a:lnTo>
                    <a:pt x="1779955" y="57010"/>
                  </a:lnTo>
                  <a:lnTo>
                    <a:pt x="1779409" y="66052"/>
                  </a:lnTo>
                  <a:lnTo>
                    <a:pt x="1758213" y="95618"/>
                  </a:lnTo>
                  <a:lnTo>
                    <a:pt x="1740319" y="95618"/>
                  </a:lnTo>
                  <a:lnTo>
                    <a:pt x="1718462" y="58064"/>
                  </a:lnTo>
                  <a:lnTo>
                    <a:pt x="1718437" y="57010"/>
                  </a:lnTo>
                  <a:lnTo>
                    <a:pt x="1718957" y="48336"/>
                  </a:lnTo>
                  <a:lnTo>
                    <a:pt x="1740001" y="19151"/>
                  </a:lnTo>
                  <a:lnTo>
                    <a:pt x="1758530" y="19151"/>
                  </a:lnTo>
                  <a:lnTo>
                    <a:pt x="1779955" y="57010"/>
                  </a:lnTo>
                  <a:lnTo>
                    <a:pt x="1779955" y="8369"/>
                  </a:lnTo>
                  <a:lnTo>
                    <a:pt x="1771142" y="3810"/>
                  </a:lnTo>
                  <a:lnTo>
                    <a:pt x="1760728" y="952"/>
                  </a:lnTo>
                  <a:lnTo>
                    <a:pt x="1749107" y="0"/>
                  </a:lnTo>
                  <a:lnTo>
                    <a:pt x="1740001" y="0"/>
                  </a:lnTo>
                  <a:lnTo>
                    <a:pt x="1732000" y="1473"/>
                  </a:lnTo>
                  <a:lnTo>
                    <a:pt x="1725129" y="4394"/>
                  </a:lnTo>
                  <a:lnTo>
                    <a:pt x="1719859" y="6565"/>
                  </a:lnTo>
                  <a:lnTo>
                    <a:pt x="1696618" y="42468"/>
                  </a:lnTo>
                  <a:lnTo>
                    <a:pt x="1695399" y="58064"/>
                  </a:lnTo>
                  <a:lnTo>
                    <a:pt x="1696300" y="70599"/>
                  </a:lnTo>
                  <a:lnTo>
                    <a:pt x="1717890" y="106273"/>
                  </a:lnTo>
                  <a:lnTo>
                    <a:pt x="1749425" y="114782"/>
                  </a:lnTo>
                  <a:lnTo>
                    <a:pt x="1761032" y="113830"/>
                  </a:lnTo>
                  <a:lnTo>
                    <a:pt x="1794840" y="91262"/>
                  </a:lnTo>
                  <a:lnTo>
                    <a:pt x="1803095" y="58064"/>
                  </a:lnTo>
                  <a:lnTo>
                    <a:pt x="1803095" y="57010"/>
                  </a:lnTo>
                  <a:close/>
                </a:path>
                <a:path w="1913254" h="803275">
                  <a:moveTo>
                    <a:pt x="1913102" y="1879"/>
                  </a:moveTo>
                  <a:lnTo>
                    <a:pt x="1890725" y="1879"/>
                  </a:lnTo>
                  <a:lnTo>
                    <a:pt x="1890725" y="45580"/>
                  </a:lnTo>
                  <a:lnTo>
                    <a:pt x="1846770" y="45580"/>
                  </a:lnTo>
                  <a:lnTo>
                    <a:pt x="1846770" y="1879"/>
                  </a:lnTo>
                  <a:lnTo>
                    <a:pt x="1824228" y="1879"/>
                  </a:lnTo>
                  <a:lnTo>
                    <a:pt x="1824228" y="112877"/>
                  </a:lnTo>
                  <a:lnTo>
                    <a:pt x="1846770" y="112877"/>
                  </a:lnTo>
                  <a:lnTo>
                    <a:pt x="1846770" y="64338"/>
                  </a:lnTo>
                  <a:lnTo>
                    <a:pt x="1890725" y="64338"/>
                  </a:lnTo>
                  <a:lnTo>
                    <a:pt x="1890725" y="112877"/>
                  </a:lnTo>
                  <a:lnTo>
                    <a:pt x="1913102" y="112877"/>
                  </a:lnTo>
                  <a:lnTo>
                    <a:pt x="1913102" y="64338"/>
                  </a:lnTo>
                  <a:lnTo>
                    <a:pt x="1913102" y="45580"/>
                  </a:lnTo>
                  <a:lnTo>
                    <a:pt x="1913102" y="187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1" name="object 61"/>
          <p:cNvGrpSpPr/>
          <p:nvPr/>
        </p:nvGrpSpPr>
        <p:grpSpPr>
          <a:xfrm>
            <a:off x="6036662" y="2886459"/>
            <a:ext cx="4265930" cy="3137535"/>
            <a:chOff x="6036662" y="2886459"/>
            <a:chExt cx="4265930" cy="3137535"/>
          </a:xfrm>
        </p:grpSpPr>
        <p:sp>
          <p:nvSpPr>
            <p:cNvPr id="62" name="object 62"/>
            <p:cNvSpPr/>
            <p:nvPr/>
          </p:nvSpPr>
          <p:spPr>
            <a:xfrm>
              <a:off x="8633552" y="5695498"/>
              <a:ext cx="107950" cy="114935"/>
            </a:xfrm>
            <a:custGeom>
              <a:avLst/>
              <a:gdLst/>
              <a:ahLst/>
              <a:cxnLst/>
              <a:rect l="l" t="t" r="r" b="b"/>
              <a:pathLst>
                <a:path w="107950" h="114935">
                  <a:moveTo>
                    <a:pt x="53705" y="0"/>
                  </a:moveTo>
                  <a:lnTo>
                    <a:pt x="15344" y="14389"/>
                  </a:lnTo>
                  <a:lnTo>
                    <a:pt x="304" y="49928"/>
                  </a:lnTo>
                  <a:lnTo>
                    <a:pt x="0" y="58067"/>
                  </a:lnTo>
                  <a:lnTo>
                    <a:pt x="901" y="70602"/>
                  </a:lnTo>
                  <a:lnTo>
                    <a:pt x="22512" y="106275"/>
                  </a:lnTo>
                  <a:lnTo>
                    <a:pt x="54025" y="114778"/>
                  </a:lnTo>
                  <a:lnTo>
                    <a:pt x="65650" y="113828"/>
                  </a:lnTo>
                  <a:lnTo>
                    <a:pt x="76062" y="110981"/>
                  </a:lnTo>
                  <a:lnTo>
                    <a:pt x="85246" y="106235"/>
                  </a:lnTo>
                  <a:lnTo>
                    <a:pt x="93185" y="99590"/>
                  </a:lnTo>
                  <a:lnTo>
                    <a:pt x="96239" y="95613"/>
                  </a:lnTo>
                  <a:lnTo>
                    <a:pt x="44914" y="95613"/>
                  </a:lnTo>
                  <a:lnTo>
                    <a:pt x="37561" y="92371"/>
                  </a:lnTo>
                  <a:lnTo>
                    <a:pt x="23034" y="57013"/>
                  </a:lnTo>
                  <a:lnTo>
                    <a:pt x="23556" y="48339"/>
                  </a:lnTo>
                  <a:lnTo>
                    <a:pt x="44754" y="19148"/>
                  </a:lnTo>
                  <a:lnTo>
                    <a:pt x="96042" y="19148"/>
                  </a:lnTo>
                  <a:lnTo>
                    <a:pt x="93025" y="15219"/>
                  </a:lnTo>
                  <a:lnTo>
                    <a:pt x="84993" y="8563"/>
                  </a:lnTo>
                  <a:lnTo>
                    <a:pt x="75763" y="3806"/>
                  </a:lnTo>
                  <a:lnTo>
                    <a:pt x="65333" y="951"/>
                  </a:lnTo>
                  <a:lnTo>
                    <a:pt x="53705" y="0"/>
                  </a:lnTo>
                  <a:close/>
                </a:path>
                <a:path w="107950" h="114935">
                  <a:moveTo>
                    <a:pt x="96042" y="19148"/>
                  </a:moveTo>
                  <a:lnTo>
                    <a:pt x="63136" y="19148"/>
                  </a:lnTo>
                  <a:lnTo>
                    <a:pt x="70648" y="22278"/>
                  </a:lnTo>
                  <a:lnTo>
                    <a:pt x="76242" y="28538"/>
                  </a:lnTo>
                  <a:lnTo>
                    <a:pt x="79834" y="33839"/>
                  </a:lnTo>
                  <a:lnTo>
                    <a:pt x="82436" y="40350"/>
                  </a:lnTo>
                  <a:lnTo>
                    <a:pt x="84019" y="48075"/>
                  </a:lnTo>
                  <a:lnTo>
                    <a:pt x="84554" y="57013"/>
                  </a:lnTo>
                  <a:lnTo>
                    <a:pt x="84014" y="66056"/>
                  </a:lnTo>
                  <a:lnTo>
                    <a:pt x="62816" y="95613"/>
                  </a:lnTo>
                  <a:lnTo>
                    <a:pt x="96239" y="95613"/>
                  </a:lnTo>
                  <a:lnTo>
                    <a:pt x="99571" y="91275"/>
                  </a:lnTo>
                  <a:lnTo>
                    <a:pt x="104114" y="81494"/>
                  </a:lnTo>
                  <a:lnTo>
                    <a:pt x="106829" y="70248"/>
                  </a:lnTo>
                  <a:lnTo>
                    <a:pt x="107693" y="58067"/>
                  </a:lnTo>
                  <a:lnTo>
                    <a:pt x="107692" y="57013"/>
                  </a:lnTo>
                  <a:lnTo>
                    <a:pt x="106804" y="44727"/>
                  </a:lnTo>
                  <a:lnTo>
                    <a:pt x="104034" y="33403"/>
                  </a:lnTo>
                  <a:lnTo>
                    <a:pt x="99436" y="23568"/>
                  </a:lnTo>
                  <a:lnTo>
                    <a:pt x="96042" y="1914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8360069" y="4233390"/>
              <a:ext cx="1942512" cy="1790009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7208755" y="3858888"/>
              <a:ext cx="107950" cy="114935"/>
            </a:xfrm>
            <a:custGeom>
              <a:avLst/>
              <a:gdLst/>
              <a:ahLst/>
              <a:cxnLst/>
              <a:rect l="l" t="t" r="r" b="b"/>
              <a:pathLst>
                <a:path w="107950" h="114935">
                  <a:moveTo>
                    <a:pt x="53705" y="0"/>
                  </a:moveTo>
                  <a:lnTo>
                    <a:pt x="44754" y="0"/>
                  </a:lnTo>
                  <a:lnTo>
                    <a:pt x="36762" y="1437"/>
                  </a:lnTo>
                  <a:lnTo>
                    <a:pt x="29729" y="4471"/>
                  </a:lnTo>
                  <a:lnTo>
                    <a:pt x="24615" y="6547"/>
                  </a:lnTo>
                  <a:lnTo>
                    <a:pt x="19819" y="9901"/>
                  </a:lnTo>
                  <a:lnTo>
                    <a:pt x="15504" y="14373"/>
                  </a:lnTo>
                  <a:lnTo>
                    <a:pt x="11028" y="18844"/>
                  </a:lnTo>
                  <a:lnTo>
                    <a:pt x="0" y="58131"/>
                  </a:lnTo>
                  <a:lnTo>
                    <a:pt x="926" y="70615"/>
                  </a:lnTo>
                  <a:lnTo>
                    <a:pt x="22647" y="106269"/>
                  </a:lnTo>
                  <a:lnTo>
                    <a:pt x="54025" y="114826"/>
                  </a:lnTo>
                  <a:lnTo>
                    <a:pt x="65650" y="113870"/>
                  </a:lnTo>
                  <a:lnTo>
                    <a:pt x="76062" y="111013"/>
                  </a:lnTo>
                  <a:lnTo>
                    <a:pt x="85246" y="106269"/>
                  </a:lnTo>
                  <a:lnTo>
                    <a:pt x="93185" y="99654"/>
                  </a:lnTo>
                  <a:lnTo>
                    <a:pt x="96234" y="95661"/>
                  </a:lnTo>
                  <a:lnTo>
                    <a:pt x="45074" y="95661"/>
                  </a:lnTo>
                  <a:lnTo>
                    <a:pt x="37721" y="92467"/>
                  </a:lnTo>
                  <a:lnTo>
                    <a:pt x="23194" y="57013"/>
                  </a:lnTo>
                  <a:lnTo>
                    <a:pt x="23690" y="48352"/>
                  </a:lnTo>
                  <a:lnTo>
                    <a:pt x="44754" y="19164"/>
                  </a:lnTo>
                  <a:lnTo>
                    <a:pt x="96109" y="19164"/>
                  </a:lnTo>
                  <a:lnTo>
                    <a:pt x="93025" y="15171"/>
                  </a:lnTo>
                  <a:lnTo>
                    <a:pt x="85083" y="8556"/>
                  </a:lnTo>
                  <a:lnTo>
                    <a:pt x="75883" y="3812"/>
                  </a:lnTo>
                  <a:lnTo>
                    <a:pt x="65423" y="955"/>
                  </a:lnTo>
                  <a:lnTo>
                    <a:pt x="53705" y="0"/>
                  </a:lnTo>
                  <a:close/>
                </a:path>
                <a:path w="107950" h="114935">
                  <a:moveTo>
                    <a:pt x="96109" y="19164"/>
                  </a:moveTo>
                  <a:lnTo>
                    <a:pt x="63295" y="19164"/>
                  </a:lnTo>
                  <a:lnTo>
                    <a:pt x="70648" y="22358"/>
                  </a:lnTo>
                  <a:lnTo>
                    <a:pt x="76242" y="28586"/>
                  </a:lnTo>
                  <a:lnTo>
                    <a:pt x="79901" y="33881"/>
                  </a:lnTo>
                  <a:lnTo>
                    <a:pt x="82496" y="40404"/>
                  </a:lnTo>
                  <a:lnTo>
                    <a:pt x="84042" y="48125"/>
                  </a:lnTo>
                  <a:lnTo>
                    <a:pt x="84554" y="57013"/>
                  </a:lnTo>
                  <a:lnTo>
                    <a:pt x="84014" y="66089"/>
                  </a:lnTo>
                  <a:lnTo>
                    <a:pt x="62976" y="95661"/>
                  </a:lnTo>
                  <a:lnTo>
                    <a:pt x="96234" y="95661"/>
                  </a:lnTo>
                  <a:lnTo>
                    <a:pt x="107685" y="58131"/>
                  </a:lnTo>
                  <a:lnTo>
                    <a:pt x="107696" y="57013"/>
                  </a:lnTo>
                  <a:lnTo>
                    <a:pt x="106826" y="44704"/>
                  </a:lnTo>
                  <a:lnTo>
                    <a:pt x="104094" y="33397"/>
                  </a:lnTo>
                  <a:lnTo>
                    <a:pt x="99504" y="23558"/>
                  </a:lnTo>
                  <a:lnTo>
                    <a:pt x="96109" y="191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6036662" y="2886459"/>
              <a:ext cx="2828014" cy="2059794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7253190" y="5577846"/>
              <a:ext cx="977900" cy="104775"/>
            </a:xfrm>
            <a:custGeom>
              <a:avLst/>
              <a:gdLst/>
              <a:ahLst/>
              <a:cxnLst/>
              <a:rect l="l" t="t" r="r" b="b"/>
              <a:pathLst>
                <a:path w="977900" h="104775">
                  <a:moveTo>
                    <a:pt x="975971" y="0"/>
                  </a:moveTo>
                  <a:lnTo>
                    <a:pt x="0" y="85584"/>
                  </a:lnTo>
                  <a:lnTo>
                    <a:pt x="1918" y="104748"/>
                  </a:lnTo>
                  <a:lnTo>
                    <a:pt x="977889" y="19164"/>
                  </a:lnTo>
                  <a:lnTo>
                    <a:pt x="97597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7093033" y="5623153"/>
              <a:ext cx="191644" cy="95342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8" name="object 68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100"/>
              </a:spcBef>
            </a:pPr>
            <a:r>
              <a:rPr spc="-160" dirty="0"/>
              <a:t>Formation </a:t>
            </a:r>
            <a:r>
              <a:rPr spc="-140" dirty="0"/>
              <a:t>of</a:t>
            </a:r>
            <a:r>
              <a:rPr spc="-475" dirty="0"/>
              <a:t> </a:t>
            </a:r>
            <a:r>
              <a:rPr spc="-180" dirty="0"/>
              <a:t>Polyesters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53945" y="417703"/>
            <a:ext cx="7879080" cy="757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b="1" spc="-70" dirty="0">
                <a:latin typeface="Arial"/>
                <a:cs typeface="Arial"/>
              </a:rPr>
              <a:t>PET: </a:t>
            </a:r>
            <a:r>
              <a:rPr sz="2400" b="1" dirty="0">
                <a:latin typeface="Arial"/>
                <a:cs typeface="Arial"/>
              </a:rPr>
              <a:t>thermoplastic and fibers and </a:t>
            </a:r>
            <a:r>
              <a:rPr sz="2400" b="1" spc="-5" dirty="0">
                <a:latin typeface="Arial"/>
                <a:cs typeface="Arial"/>
              </a:rPr>
              <a:t>metalised </a:t>
            </a:r>
            <a:r>
              <a:rPr sz="2400" b="1" dirty="0">
                <a:latin typeface="Arial"/>
                <a:cs typeface="Arial"/>
              </a:rPr>
              <a:t>film</a:t>
            </a:r>
            <a:r>
              <a:rPr sz="2400" b="1" spc="-35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(high  </a:t>
            </a:r>
            <a:r>
              <a:rPr sz="2400" b="1" spc="-5" dirty="0">
                <a:latin typeface="Arial"/>
                <a:cs typeface="Arial"/>
              </a:rPr>
              <a:t>resistance, </a:t>
            </a:r>
            <a:r>
              <a:rPr sz="2400" b="1" dirty="0">
                <a:latin typeface="Arial"/>
                <a:cs typeface="Arial"/>
              </a:rPr>
              <a:t>low</a:t>
            </a:r>
            <a:r>
              <a:rPr sz="2400" b="1" spc="-15" dirty="0">
                <a:latin typeface="Arial"/>
                <a:cs typeface="Arial"/>
              </a:rPr>
              <a:t> </a:t>
            </a:r>
            <a:r>
              <a:rPr sz="2400" b="1" spc="-5" dirty="0">
                <a:latin typeface="Arial"/>
                <a:cs typeface="Arial"/>
              </a:rPr>
              <a:t>permeability)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918716" y="1356360"/>
            <a:ext cx="7633970" cy="4983480"/>
            <a:chOff x="1918716" y="1356360"/>
            <a:chExt cx="7633970" cy="4983480"/>
          </a:xfrm>
        </p:grpSpPr>
        <p:sp>
          <p:nvSpPr>
            <p:cNvPr id="4" name="object 4"/>
            <p:cNvSpPr/>
            <p:nvPr/>
          </p:nvSpPr>
          <p:spPr>
            <a:xfrm>
              <a:off x="1918716" y="1356360"/>
              <a:ext cx="3067811" cy="3067812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519927" y="1499616"/>
              <a:ext cx="4032504" cy="2679192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440936" y="4029455"/>
              <a:ext cx="4495800" cy="2310383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440935" y="4029455"/>
            <a:ext cx="1211580" cy="367665"/>
          </a:xfrm>
          <a:prstGeom prst="rect">
            <a:avLst/>
          </a:prstGeom>
          <a:solidFill>
            <a:srgbClr val="9933FF"/>
          </a:solidFill>
        </p:spPr>
        <p:txBody>
          <a:bodyPr vert="horz" wrap="square" lIns="0" tIns="4127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25"/>
              </a:spcBef>
            </a:pPr>
            <a:r>
              <a:rPr sz="1800" b="1" spc="-5" dirty="0">
                <a:solidFill>
                  <a:srgbClr val="FFFF66"/>
                </a:solidFill>
                <a:latin typeface="Arial"/>
                <a:cs typeface="Arial"/>
              </a:rPr>
              <a:t>Polyester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389370" y="5720892"/>
            <a:ext cx="365887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Carboxylate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not </a:t>
            </a: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electrophilic</a:t>
            </a:r>
            <a:r>
              <a:rPr sz="1800" b="1" spc="-1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and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b="1" spc="-5" dirty="0">
                <a:solidFill>
                  <a:srgbClr val="0000FF"/>
                </a:solidFill>
                <a:latin typeface="Arial"/>
                <a:cs typeface="Arial"/>
              </a:rPr>
              <a:t>ammonium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ions non</a:t>
            </a:r>
            <a:r>
              <a:rPr sz="1800" b="1" spc="-10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000FF"/>
                </a:solidFill>
                <a:latin typeface="Arial"/>
                <a:cs typeface="Arial"/>
              </a:rPr>
              <a:t>nucleophilic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38263" y="1237713"/>
            <a:ext cx="2908300" cy="1819910"/>
            <a:chOff x="838263" y="1237713"/>
            <a:chExt cx="2908300" cy="1819910"/>
          </a:xfrm>
        </p:grpSpPr>
        <p:sp>
          <p:nvSpPr>
            <p:cNvPr id="4" name="object 4"/>
            <p:cNvSpPr/>
            <p:nvPr/>
          </p:nvSpPr>
          <p:spPr>
            <a:xfrm>
              <a:off x="1442758" y="1992439"/>
              <a:ext cx="497840" cy="432434"/>
            </a:xfrm>
            <a:custGeom>
              <a:avLst/>
              <a:gdLst/>
              <a:ahLst/>
              <a:cxnLst/>
              <a:rect l="l" t="t" r="r" b="b"/>
              <a:pathLst>
                <a:path w="497839" h="432435">
                  <a:moveTo>
                    <a:pt x="79222" y="36753"/>
                  </a:moveTo>
                  <a:lnTo>
                    <a:pt x="74142" y="31686"/>
                  </a:lnTo>
                  <a:lnTo>
                    <a:pt x="61607" y="31686"/>
                  </a:lnTo>
                  <a:lnTo>
                    <a:pt x="56540" y="36753"/>
                  </a:lnTo>
                  <a:lnTo>
                    <a:pt x="56540" y="257848"/>
                  </a:lnTo>
                  <a:lnTo>
                    <a:pt x="61607" y="262928"/>
                  </a:lnTo>
                  <a:lnTo>
                    <a:pt x="74142" y="262928"/>
                  </a:lnTo>
                  <a:lnTo>
                    <a:pt x="79222" y="257848"/>
                  </a:lnTo>
                  <a:lnTo>
                    <a:pt x="79222" y="36753"/>
                  </a:lnTo>
                  <a:close/>
                </a:path>
                <a:path w="497839" h="432435">
                  <a:moveTo>
                    <a:pt x="497382" y="283019"/>
                  </a:moveTo>
                  <a:lnTo>
                    <a:pt x="491109" y="272186"/>
                  </a:lnTo>
                  <a:lnTo>
                    <a:pt x="484187" y="270332"/>
                  </a:lnTo>
                  <a:lnTo>
                    <a:pt x="248678" y="406146"/>
                  </a:lnTo>
                  <a:lnTo>
                    <a:pt x="24295" y="276745"/>
                  </a:lnTo>
                  <a:lnTo>
                    <a:pt x="24295" y="5080"/>
                  </a:lnTo>
                  <a:lnTo>
                    <a:pt x="19202" y="0"/>
                  </a:lnTo>
                  <a:lnTo>
                    <a:pt x="6692" y="0"/>
                  </a:lnTo>
                  <a:lnTo>
                    <a:pt x="1612" y="5080"/>
                  </a:lnTo>
                  <a:lnTo>
                    <a:pt x="1612" y="280238"/>
                  </a:lnTo>
                  <a:lnTo>
                    <a:pt x="0" y="283019"/>
                  </a:lnTo>
                  <a:lnTo>
                    <a:pt x="1612" y="289052"/>
                  </a:lnTo>
                  <a:lnTo>
                    <a:pt x="1612" y="289534"/>
                  </a:lnTo>
                  <a:lnTo>
                    <a:pt x="1778" y="289712"/>
                  </a:lnTo>
                  <a:lnTo>
                    <a:pt x="1854" y="289953"/>
                  </a:lnTo>
                  <a:lnTo>
                    <a:pt x="2273" y="290207"/>
                  </a:lnTo>
                  <a:lnTo>
                    <a:pt x="6692" y="294601"/>
                  </a:lnTo>
                  <a:lnTo>
                    <a:pt x="9906" y="294601"/>
                  </a:lnTo>
                  <a:lnTo>
                    <a:pt x="240372" y="427520"/>
                  </a:lnTo>
                  <a:lnTo>
                    <a:pt x="241998" y="430314"/>
                  </a:lnTo>
                  <a:lnTo>
                    <a:pt x="248031" y="431939"/>
                  </a:lnTo>
                  <a:lnTo>
                    <a:pt x="248450" y="432168"/>
                  </a:lnTo>
                  <a:lnTo>
                    <a:pt x="248691" y="432104"/>
                  </a:lnTo>
                  <a:lnTo>
                    <a:pt x="248932" y="432168"/>
                  </a:lnTo>
                  <a:lnTo>
                    <a:pt x="249339" y="431939"/>
                  </a:lnTo>
                  <a:lnTo>
                    <a:pt x="255384" y="430314"/>
                  </a:lnTo>
                  <a:lnTo>
                    <a:pt x="256997" y="427520"/>
                  </a:lnTo>
                  <a:lnTo>
                    <a:pt x="495528" y="289953"/>
                  </a:lnTo>
                  <a:lnTo>
                    <a:pt x="497382" y="2830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78487" y="2231075"/>
              <a:ext cx="206723" cy="130189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678482" y="1854860"/>
              <a:ext cx="262255" cy="432434"/>
            </a:xfrm>
            <a:custGeom>
              <a:avLst/>
              <a:gdLst/>
              <a:ahLst/>
              <a:cxnLst/>
              <a:rect l="l" t="t" r="r" b="b"/>
              <a:pathLst>
                <a:path w="262255" h="432435">
                  <a:moveTo>
                    <a:pt x="261658" y="149148"/>
                  </a:moveTo>
                  <a:lnTo>
                    <a:pt x="260045" y="143129"/>
                  </a:lnTo>
                  <a:lnTo>
                    <a:pt x="260045" y="142659"/>
                  </a:lnTo>
                  <a:lnTo>
                    <a:pt x="259867" y="142494"/>
                  </a:lnTo>
                  <a:lnTo>
                    <a:pt x="259803" y="142227"/>
                  </a:lnTo>
                  <a:lnTo>
                    <a:pt x="259346" y="141973"/>
                  </a:lnTo>
                  <a:lnTo>
                    <a:pt x="254965" y="137579"/>
                  </a:lnTo>
                  <a:lnTo>
                    <a:pt x="251739" y="137579"/>
                  </a:lnTo>
                  <a:lnTo>
                    <a:pt x="13208" y="0"/>
                  </a:lnTo>
                  <a:lnTo>
                    <a:pt x="6273" y="1854"/>
                  </a:lnTo>
                  <a:lnTo>
                    <a:pt x="0" y="12700"/>
                  </a:lnTo>
                  <a:lnTo>
                    <a:pt x="1866" y="19621"/>
                  </a:lnTo>
                  <a:lnTo>
                    <a:pt x="237363" y="155460"/>
                  </a:lnTo>
                  <a:lnTo>
                    <a:pt x="237363" y="427113"/>
                  </a:lnTo>
                  <a:lnTo>
                    <a:pt x="242430" y="432181"/>
                  </a:lnTo>
                  <a:lnTo>
                    <a:pt x="254965" y="432181"/>
                  </a:lnTo>
                  <a:lnTo>
                    <a:pt x="260045" y="427113"/>
                  </a:lnTo>
                  <a:lnTo>
                    <a:pt x="260045" y="151942"/>
                  </a:lnTo>
                  <a:lnTo>
                    <a:pt x="261658" y="14914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678487" y="1918215"/>
              <a:ext cx="206723" cy="13017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442758" y="1854860"/>
              <a:ext cx="732790" cy="161925"/>
            </a:xfrm>
            <a:custGeom>
              <a:avLst/>
              <a:gdLst/>
              <a:ahLst/>
              <a:cxnLst/>
              <a:rect l="l" t="t" r="r" b="b"/>
              <a:pathLst>
                <a:path w="732789" h="161925">
                  <a:moveTo>
                    <a:pt x="261645" y="12700"/>
                  </a:moveTo>
                  <a:lnTo>
                    <a:pt x="255384" y="1854"/>
                  </a:lnTo>
                  <a:lnTo>
                    <a:pt x="248450" y="0"/>
                  </a:lnTo>
                  <a:lnTo>
                    <a:pt x="1854" y="142227"/>
                  </a:lnTo>
                  <a:lnTo>
                    <a:pt x="0" y="149148"/>
                  </a:lnTo>
                  <a:lnTo>
                    <a:pt x="6261" y="159994"/>
                  </a:lnTo>
                  <a:lnTo>
                    <a:pt x="13195" y="161861"/>
                  </a:lnTo>
                  <a:lnTo>
                    <a:pt x="259791" y="19621"/>
                  </a:lnTo>
                  <a:lnTo>
                    <a:pt x="261645" y="12700"/>
                  </a:lnTo>
                  <a:close/>
                </a:path>
                <a:path w="732789" h="161925">
                  <a:moveTo>
                    <a:pt x="732282" y="13169"/>
                  </a:moveTo>
                  <a:lnTo>
                    <a:pt x="726033" y="2324"/>
                  </a:lnTo>
                  <a:lnTo>
                    <a:pt x="719086" y="482"/>
                  </a:lnTo>
                  <a:lnTo>
                    <a:pt x="473329" y="142227"/>
                  </a:lnTo>
                  <a:lnTo>
                    <a:pt x="471462" y="149148"/>
                  </a:lnTo>
                  <a:lnTo>
                    <a:pt x="477735" y="159994"/>
                  </a:lnTo>
                  <a:lnTo>
                    <a:pt x="484670" y="161861"/>
                  </a:lnTo>
                  <a:lnTo>
                    <a:pt x="730440" y="20091"/>
                  </a:lnTo>
                  <a:lnTo>
                    <a:pt x="732282" y="131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342362" y="1938138"/>
              <a:ext cx="104212" cy="131228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42173" y="2095654"/>
              <a:ext cx="105025" cy="131247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149154" y="1855330"/>
              <a:ext cx="166370" cy="106680"/>
            </a:xfrm>
            <a:custGeom>
              <a:avLst/>
              <a:gdLst/>
              <a:ahLst/>
              <a:cxnLst/>
              <a:rect l="l" t="t" r="r" b="b"/>
              <a:pathLst>
                <a:path w="166369" h="106680">
                  <a:moveTo>
                    <a:pt x="13194" y="0"/>
                  </a:moveTo>
                  <a:lnTo>
                    <a:pt x="6256" y="1850"/>
                  </a:lnTo>
                  <a:lnTo>
                    <a:pt x="0" y="12690"/>
                  </a:lnTo>
                  <a:lnTo>
                    <a:pt x="1852" y="19620"/>
                  </a:lnTo>
                  <a:lnTo>
                    <a:pt x="152623" y="106584"/>
                  </a:lnTo>
                  <a:lnTo>
                    <a:pt x="159560" y="104733"/>
                  </a:lnTo>
                  <a:lnTo>
                    <a:pt x="165817" y="93893"/>
                  </a:lnTo>
                  <a:lnTo>
                    <a:pt x="163964" y="869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096528" y="1529402"/>
              <a:ext cx="127380" cy="135722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38250" y="1690115"/>
              <a:ext cx="1362710" cy="734060"/>
            </a:xfrm>
            <a:custGeom>
              <a:avLst/>
              <a:gdLst/>
              <a:ahLst/>
              <a:cxnLst/>
              <a:rect l="l" t="t" r="r" b="b"/>
              <a:pathLst>
                <a:path w="1362710" h="734060">
                  <a:moveTo>
                    <a:pt x="630402" y="585343"/>
                  </a:moveTo>
                  <a:lnTo>
                    <a:pt x="624154" y="574509"/>
                  </a:lnTo>
                  <a:lnTo>
                    <a:pt x="617207" y="572655"/>
                  </a:lnTo>
                  <a:lnTo>
                    <a:pt x="382041" y="708291"/>
                  </a:lnTo>
                  <a:lnTo>
                    <a:pt x="12230" y="530186"/>
                  </a:lnTo>
                  <a:lnTo>
                    <a:pt x="5448" y="532549"/>
                  </a:lnTo>
                  <a:lnTo>
                    <a:pt x="0" y="543814"/>
                  </a:lnTo>
                  <a:lnTo>
                    <a:pt x="2374" y="550595"/>
                  </a:lnTo>
                  <a:lnTo>
                    <a:pt x="374472" y="729792"/>
                  </a:lnTo>
                  <a:lnTo>
                    <a:pt x="375856" y="732167"/>
                  </a:lnTo>
                  <a:lnTo>
                    <a:pt x="382790" y="734021"/>
                  </a:lnTo>
                  <a:lnTo>
                    <a:pt x="383006" y="733907"/>
                  </a:lnTo>
                  <a:lnTo>
                    <a:pt x="383273" y="734021"/>
                  </a:lnTo>
                  <a:lnTo>
                    <a:pt x="390042" y="731647"/>
                  </a:lnTo>
                  <a:lnTo>
                    <a:pt x="391248" y="729145"/>
                  </a:lnTo>
                  <a:lnTo>
                    <a:pt x="628548" y="592277"/>
                  </a:lnTo>
                  <a:lnTo>
                    <a:pt x="630402" y="585343"/>
                  </a:lnTo>
                  <a:close/>
                </a:path>
                <a:path w="1362710" h="734060">
                  <a:moveTo>
                    <a:pt x="1307719" y="5080"/>
                  </a:moveTo>
                  <a:lnTo>
                    <a:pt x="1302651" y="0"/>
                  </a:lnTo>
                  <a:lnTo>
                    <a:pt x="1290116" y="0"/>
                  </a:lnTo>
                  <a:lnTo>
                    <a:pt x="1285036" y="5080"/>
                  </a:lnTo>
                  <a:lnTo>
                    <a:pt x="1285036" y="200253"/>
                  </a:lnTo>
                  <a:lnTo>
                    <a:pt x="1290116" y="205333"/>
                  </a:lnTo>
                  <a:lnTo>
                    <a:pt x="1302651" y="205333"/>
                  </a:lnTo>
                  <a:lnTo>
                    <a:pt x="1307719" y="200253"/>
                  </a:lnTo>
                  <a:lnTo>
                    <a:pt x="1307719" y="5080"/>
                  </a:lnTo>
                  <a:close/>
                </a:path>
                <a:path w="1362710" h="734060">
                  <a:moveTo>
                    <a:pt x="1362659" y="5080"/>
                  </a:moveTo>
                  <a:lnTo>
                    <a:pt x="1357566" y="0"/>
                  </a:lnTo>
                  <a:lnTo>
                    <a:pt x="1345031" y="0"/>
                  </a:lnTo>
                  <a:lnTo>
                    <a:pt x="1339964" y="5080"/>
                  </a:lnTo>
                  <a:lnTo>
                    <a:pt x="1339964" y="200253"/>
                  </a:lnTo>
                  <a:lnTo>
                    <a:pt x="1345031" y="205333"/>
                  </a:lnTo>
                  <a:lnTo>
                    <a:pt x="1357566" y="205333"/>
                  </a:lnTo>
                  <a:lnTo>
                    <a:pt x="1362659" y="200253"/>
                  </a:lnTo>
                  <a:lnTo>
                    <a:pt x="1362659" y="50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155233" y="2384020"/>
              <a:ext cx="127380" cy="366019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475363" y="1855330"/>
              <a:ext cx="169522" cy="108718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618988" y="1855330"/>
              <a:ext cx="262255" cy="161925"/>
            </a:xfrm>
            <a:custGeom>
              <a:avLst/>
              <a:gdLst/>
              <a:ahLst/>
              <a:cxnLst/>
              <a:rect l="l" t="t" r="r" b="b"/>
              <a:pathLst>
                <a:path w="262255" h="161925">
                  <a:moveTo>
                    <a:pt x="13194" y="0"/>
                  </a:moveTo>
                  <a:lnTo>
                    <a:pt x="6256" y="1850"/>
                  </a:lnTo>
                  <a:lnTo>
                    <a:pt x="0" y="12690"/>
                  </a:lnTo>
                  <a:lnTo>
                    <a:pt x="1852" y="19620"/>
                  </a:lnTo>
                  <a:lnTo>
                    <a:pt x="248404" y="161840"/>
                  </a:lnTo>
                  <a:lnTo>
                    <a:pt x="255398" y="159989"/>
                  </a:lnTo>
                  <a:lnTo>
                    <a:pt x="261636" y="149149"/>
                  </a:lnTo>
                  <a:lnTo>
                    <a:pt x="259746" y="1422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673902" y="1823642"/>
              <a:ext cx="206723" cy="130170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618981" y="1447342"/>
              <a:ext cx="497840" cy="570230"/>
            </a:xfrm>
            <a:custGeom>
              <a:avLst/>
              <a:gdLst/>
              <a:ahLst/>
              <a:cxnLst/>
              <a:rect l="l" t="t" r="r" b="b"/>
              <a:pathLst>
                <a:path w="497839" h="570230">
                  <a:moveTo>
                    <a:pt x="440842" y="174409"/>
                  </a:moveTo>
                  <a:lnTo>
                    <a:pt x="435737" y="169354"/>
                  </a:lnTo>
                  <a:lnTo>
                    <a:pt x="423252" y="169354"/>
                  </a:lnTo>
                  <a:lnTo>
                    <a:pt x="418160" y="174409"/>
                  </a:lnTo>
                  <a:lnTo>
                    <a:pt x="418160" y="395516"/>
                  </a:lnTo>
                  <a:lnTo>
                    <a:pt x="423252" y="400596"/>
                  </a:lnTo>
                  <a:lnTo>
                    <a:pt x="435737" y="400596"/>
                  </a:lnTo>
                  <a:lnTo>
                    <a:pt x="440842" y="395516"/>
                  </a:lnTo>
                  <a:lnTo>
                    <a:pt x="440842" y="174409"/>
                  </a:lnTo>
                  <a:close/>
                </a:path>
                <a:path w="497839" h="570230">
                  <a:moveTo>
                    <a:pt x="497357" y="149237"/>
                  </a:moveTo>
                  <a:lnTo>
                    <a:pt x="495846" y="143700"/>
                  </a:lnTo>
                  <a:lnTo>
                    <a:pt x="495846" y="142748"/>
                  </a:lnTo>
                  <a:lnTo>
                    <a:pt x="495477" y="142405"/>
                  </a:lnTo>
                  <a:lnTo>
                    <a:pt x="495300" y="142214"/>
                  </a:lnTo>
                  <a:lnTo>
                    <a:pt x="490740" y="137668"/>
                  </a:lnTo>
                  <a:lnTo>
                    <a:pt x="487426" y="137668"/>
                  </a:lnTo>
                  <a:lnTo>
                    <a:pt x="256946" y="4610"/>
                  </a:lnTo>
                  <a:lnTo>
                    <a:pt x="255397" y="1879"/>
                  </a:lnTo>
                  <a:lnTo>
                    <a:pt x="249453" y="292"/>
                  </a:lnTo>
                  <a:lnTo>
                    <a:pt x="248970" y="0"/>
                  </a:lnTo>
                  <a:lnTo>
                    <a:pt x="248678" y="76"/>
                  </a:lnTo>
                  <a:lnTo>
                    <a:pt x="248412" y="0"/>
                  </a:lnTo>
                  <a:lnTo>
                    <a:pt x="247916" y="292"/>
                  </a:lnTo>
                  <a:lnTo>
                    <a:pt x="241973" y="1879"/>
                  </a:lnTo>
                  <a:lnTo>
                    <a:pt x="240411" y="4622"/>
                  </a:lnTo>
                  <a:lnTo>
                    <a:pt x="1854" y="142303"/>
                  </a:lnTo>
                  <a:lnTo>
                    <a:pt x="0" y="149237"/>
                  </a:lnTo>
                  <a:lnTo>
                    <a:pt x="6261" y="160083"/>
                  </a:lnTo>
                  <a:lnTo>
                    <a:pt x="13195" y="161925"/>
                  </a:lnTo>
                  <a:lnTo>
                    <a:pt x="248678" y="26022"/>
                  </a:lnTo>
                  <a:lnTo>
                    <a:pt x="473163" y="155600"/>
                  </a:lnTo>
                  <a:lnTo>
                    <a:pt x="473163" y="414324"/>
                  </a:lnTo>
                  <a:lnTo>
                    <a:pt x="237629" y="550214"/>
                  </a:lnTo>
                  <a:lnTo>
                    <a:pt x="235737" y="557149"/>
                  </a:lnTo>
                  <a:lnTo>
                    <a:pt x="241973" y="567982"/>
                  </a:lnTo>
                  <a:lnTo>
                    <a:pt x="248970" y="569836"/>
                  </a:lnTo>
                  <a:lnTo>
                    <a:pt x="487400" y="432257"/>
                  </a:lnTo>
                  <a:lnTo>
                    <a:pt x="490740" y="432257"/>
                  </a:lnTo>
                  <a:lnTo>
                    <a:pt x="495388" y="427659"/>
                  </a:lnTo>
                  <a:lnTo>
                    <a:pt x="495846" y="427202"/>
                  </a:lnTo>
                  <a:lnTo>
                    <a:pt x="495846" y="426224"/>
                  </a:lnTo>
                  <a:lnTo>
                    <a:pt x="497357" y="420687"/>
                  </a:lnTo>
                  <a:lnTo>
                    <a:pt x="495846" y="418071"/>
                  </a:lnTo>
                  <a:lnTo>
                    <a:pt x="495846" y="151866"/>
                  </a:lnTo>
                  <a:lnTo>
                    <a:pt x="497357" y="14923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673902" y="1510782"/>
              <a:ext cx="206723" cy="130170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620595" y="1584998"/>
              <a:ext cx="22860" cy="294640"/>
            </a:xfrm>
            <a:custGeom>
              <a:avLst/>
              <a:gdLst/>
              <a:ahLst/>
              <a:cxnLst/>
              <a:rect l="l" t="t" r="r" b="b"/>
              <a:pathLst>
                <a:path w="22860" h="294639">
                  <a:moveTo>
                    <a:pt x="17598" y="0"/>
                  </a:moveTo>
                  <a:lnTo>
                    <a:pt x="5084" y="0"/>
                  </a:lnTo>
                  <a:lnTo>
                    <a:pt x="0" y="5079"/>
                  </a:lnTo>
                  <a:lnTo>
                    <a:pt x="0" y="289537"/>
                  </a:lnTo>
                  <a:lnTo>
                    <a:pt x="5084" y="294598"/>
                  </a:lnTo>
                  <a:lnTo>
                    <a:pt x="17598" y="294598"/>
                  </a:lnTo>
                  <a:lnTo>
                    <a:pt x="22683" y="289537"/>
                  </a:lnTo>
                  <a:lnTo>
                    <a:pt x="22683" y="507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090449" y="1505495"/>
              <a:ext cx="161053" cy="103770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283449" y="1237713"/>
              <a:ext cx="105100" cy="131247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283638" y="1395209"/>
              <a:ext cx="104155" cy="131247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964145" y="1250365"/>
              <a:ext cx="2764155" cy="1807210"/>
            </a:xfrm>
            <a:custGeom>
              <a:avLst/>
              <a:gdLst/>
              <a:ahLst/>
              <a:cxnLst/>
              <a:rect l="l" t="t" r="r" b="b"/>
              <a:pathLst>
                <a:path w="2764154" h="1807210">
                  <a:moveTo>
                    <a:pt x="140716" y="0"/>
                  </a:moveTo>
                  <a:lnTo>
                    <a:pt x="11341" y="0"/>
                  </a:lnTo>
                  <a:lnTo>
                    <a:pt x="11341" y="11239"/>
                  </a:lnTo>
                  <a:lnTo>
                    <a:pt x="0" y="11239"/>
                  </a:lnTo>
                  <a:lnTo>
                    <a:pt x="0" y="1795830"/>
                  </a:lnTo>
                  <a:lnTo>
                    <a:pt x="11341" y="1795830"/>
                  </a:lnTo>
                  <a:lnTo>
                    <a:pt x="11341" y="1807159"/>
                  </a:lnTo>
                  <a:lnTo>
                    <a:pt x="140716" y="1807159"/>
                  </a:lnTo>
                  <a:lnTo>
                    <a:pt x="140716" y="1784502"/>
                  </a:lnTo>
                  <a:lnTo>
                    <a:pt x="22694" y="1784502"/>
                  </a:lnTo>
                  <a:lnTo>
                    <a:pt x="22694" y="22669"/>
                  </a:lnTo>
                  <a:lnTo>
                    <a:pt x="140716" y="22669"/>
                  </a:lnTo>
                  <a:lnTo>
                    <a:pt x="140716" y="0"/>
                  </a:lnTo>
                  <a:close/>
                </a:path>
                <a:path w="2764154" h="1807210">
                  <a:moveTo>
                    <a:pt x="2763901" y="424014"/>
                  </a:moveTo>
                  <a:lnTo>
                    <a:pt x="2761818" y="417106"/>
                  </a:lnTo>
                  <a:lnTo>
                    <a:pt x="2631389" y="343242"/>
                  </a:lnTo>
                  <a:lnTo>
                    <a:pt x="2631389" y="11239"/>
                  </a:lnTo>
                  <a:lnTo>
                    <a:pt x="2619921" y="11239"/>
                  </a:lnTo>
                  <a:lnTo>
                    <a:pt x="2619921" y="0"/>
                  </a:lnTo>
                  <a:lnTo>
                    <a:pt x="2490559" y="0"/>
                  </a:lnTo>
                  <a:lnTo>
                    <a:pt x="2490559" y="22669"/>
                  </a:lnTo>
                  <a:lnTo>
                    <a:pt x="2608707" y="22669"/>
                  </a:lnTo>
                  <a:lnTo>
                    <a:pt x="2608707" y="330390"/>
                  </a:lnTo>
                  <a:lnTo>
                    <a:pt x="2470518" y="252120"/>
                  </a:lnTo>
                  <a:lnTo>
                    <a:pt x="2463711" y="254000"/>
                  </a:lnTo>
                  <a:lnTo>
                    <a:pt x="2457475" y="264960"/>
                  </a:lnTo>
                  <a:lnTo>
                    <a:pt x="2459367" y="271754"/>
                  </a:lnTo>
                  <a:lnTo>
                    <a:pt x="2608707" y="356387"/>
                  </a:lnTo>
                  <a:lnTo>
                    <a:pt x="2608707" y="1784502"/>
                  </a:lnTo>
                  <a:lnTo>
                    <a:pt x="2490559" y="1784502"/>
                  </a:lnTo>
                  <a:lnTo>
                    <a:pt x="2490559" y="1807159"/>
                  </a:lnTo>
                  <a:lnTo>
                    <a:pt x="2619921" y="1807159"/>
                  </a:lnTo>
                  <a:lnTo>
                    <a:pt x="2619921" y="1795830"/>
                  </a:lnTo>
                  <a:lnTo>
                    <a:pt x="2631389" y="1795830"/>
                  </a:lnTo>
                  <a:lnTo>
                    <a:pt x="2631389" y="369239"/>
                  </a:lnTo>
                  <a:lnTo>
                    <a:pt x="2750667" y="436829"/>
                  </a:lnTo>
                  <a:lnTo>
                    <a:pt x="2757652" y="434898"/>
                  </a:lnTo>
                  <a:lnTo>
                    <a:pt x="2763901" y="4240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659241" y="2421128"/>
              <a:ext cx="86764" cy="9721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/>
          <p:nvPr/>
        </p:nvSpPr>
        <p:spPr>
          <a:xfrm>
            <a:off x="1875249" y="3189708"/>
            <a:ext cx="758825" cy="131445"/>
          </a:xfrm>
          <a:custGeom>
            <a:avLst/>
            <a:gdLst/>
            <a:ahLst/>
            <a:cxnLst/>
            <a:rect l="l" t="t" r="r" b="b"/>
            <a:pathLst>
              <a:path w="758825" h="131445">
                <a:moveTo>
                  <a:pt x="26539" y="0"/>
                </a:moveTo>
                <a:lnTo>
                  <a:pt x="0" y="0"/>
                </a:lnTo>
                <a:lnTo>
                  <a:pt x="0" y="131234"/>
                </a:lnTo>
                <a:lnTo>
                  <a:pt x="26539" y="131234"/>
                </a:lnTo>
                <a:lnTo>
                  <a:pt x="26539" y="91574"/>
                </a:lnTo>
                <a:lnTo>
                  <a:pt x="48032" y="69640"/>
                </a:lnTo>
                <a:lnTo>
                  <a:pt x="78392" y="69640"/>
                </a:lnTo>
                <a:lnTo>
                  <a:pt x="70993" y="58271"/>
                </a:lnTo>
                <a:lnTo>
                  <a:pt x="26539" y="58271"/>
                </a:lnTo>
                <a:lnTo>
                  <a:pt x="26539" y="0"/>
                </a:lnTo>
                <a:close/>
              </a:path>
              <a:path w="758825" h="131445">
                <a:moveTo>
                  <a:pt x="78392" y="69640"/>
                </a:moveTo>
                <a:lnTo>
                  <a:pt x="48032" y="69640"/>
                </a:lnTo>
                <a:lnTo>
                  <a:pt x="84156" y="131234"/>
                </a:lnTo>
                <a:lnTo>
                  <a:pt x="118484" y="131234"/>
                </a:lnTo>
                <a:lnTo>
                  <a:pt x="78392" y="69640"/>
                </a:lnTo>
                <a:close/>
              </a:path>
              <a:path w="758825" h="131445">
                <a:moveTo>
                  <a:pt x="115781" y="0"/>
                </a:moveTo>
                <a:lnTo>
                  <a:pt x="80129" y="0"/>
                </a:lnTo>
                <a:lnTo>
                  <a:pt x="26539" y="58271"/>
                </a:lnTo>
                <a:lnTo>
                  <a:pt x="70993" y="58271"/>
                </a:lnTo>
                <a:lnTo>
                  <a:pt x="66330" y="51108"/>
                </a:lnTo>
                <a:lnTo>
                  <a:pt x="115781" y="0"/>
                </a:lnTo>
                <a:close/>
              </a:path>
              <a:path w="758825" h="131445">
                <a:moveTo>
                  <a:pt x="233527" y="0"/>
                </a:moveTo>
                <a:lnTo>
                  <a:pt x="136120" y="0"/>
                </a:lnTo>
                <a:lnTo>
                  <a:pt x="136120" y="131234"/>
                </a:lnTo>
                <a:lnTo>
                  <a:pt x="236042" y="131234"/>
                </a:lnTo>
                <a:lnTo>
                  <a:pt x="236042" y="109122"/>
                </a:lnTo>
                <a:lnTo>
                  <a:pt x="162660" y="109122"/>
                </a:lnTo>
                <a:lnTo>
                  <a:pt x="162660" y="73400"/>
                </a:lnTo>
                <a:lnTo>
                  <a:pt x="228613" y="73400"/>
                </a:lnTo>
                <a:lnTo>
                  <a:pt x="228613" y="51288"/>
                </a:lnTo>
                <a:lnTo>
                  <a:pt x="162660" y="51288"/>
                </a:lnTo>
                <a:lnTo>
                  <a:pt x="162660" y="22189"/>
                </a:lnTo>
                <a:lnTo>
                  <a:pt x="233527" y="22189"/>
                </a:lnTo>
                <a:lnTo>
                  <a:pt x="233527" y="0"/>
                </a:lnTo>
                <a:close/>
              </a:path>
              <a:path w="758825" h="131445">
                <a:moveTo>
                  <a:pt x="277534" y="0"/>
                </a:moveTo>
                <a:lnTo>
                  <a:pt x="248763" y="0"/>
                </a:lnTo>
                <a:lnTo>
                  <a:pt x="295718" y="131234"/>
                </a:lnTo>
                <a:lnTo>
                  <a:pt x="324035" y="131234"/>
                </a:lnTo>
                <a:lnTo>
                  <a:pt x="336264" y="97124"/>
                </a:lnTo>
                <a:lnTo>
                  <a:pt x="310784" y="97124"/>
                </a:lnTo>
                <a:lnTo>
                  <a:pt x="277534" y="0"/>
                </a:lnTo>
                <a:close/>
              </a:path>
              <a:path w="758825" h="131445">
                <a:moveTo>
                  <a:pt x="371085" y="0"/>
                </a:moveTo>
                <a:lnTo>
                  <a:pt x="342957" y="0"/>
                </a:lnTo>
                <a:lnTo>
                  <a:pt x="310784" y="97124"/>
                </a:lnTo>
                <a:lnTo>
                  <a:pt x="336264" y="97124"/>
                </a:lnTo>
                <a:lnTo>
                  <a:pt x="371085" y="0"/>
                </a:lnTo>
                <a:close/>
              </a:path>
              <a:path w="758825" h="131445">
                <a:moveTo>
                  <a:pt x="415545" y="1057"/>
                </a:moveTo>
                <a:lnTo>
                  <a:pt x="389005" y="1057"/>
                </a:lnTo>
                <a:lnTo>
                  <a:pt x="389005" y="131234"/>
                </a:lnTo>
                <a:lnTo>
                  <a:pt x="481497" y="131234"/>
                </a:lnTo>
                <a:lnTo>
                  <a:pt x="481497" y="109122"/>
                </a:lnTo>
                <a:lnTo>
                  <a:pt x="415545" y="109122"/>
                </a:lnTo>
                <a:lnTo>
                  <a:pt x="415545" y="1057"/>
                </a:lnTo>
                <a:close/>
              </a:path>
              <a:path w="758825" h="131445">
                <a:moveTo>
                  <a:pt x="569661" y="0"/>
                </a:moveTo>
                <a:lnTo>
                  <a:pt x="541628" y="0"/>
                </a:lnTo>
                <a:lnTo>
                  <a:pt x="490457" y="131234"/>
                </a:lnTo>
                <a:lnTo>
                  <a:pt x="518585" y="131234"/>
                </a:lnTo>
                <a:lnTo>
                  <a:pt x="529435" y="101422"/>
                </a:lnTo>
                <a:lnTo>
                  <a:pt x="610318" y="101422"/>
                </a:lnTo>
                <a:lnTo>
                  <a:pt x="601453" y="79309"/>
                </a:lnTo>
                <a:lnTo>
                  <a:pt x="537583" y="79309"/>
                </a:lnTo>
                <a:lnTo>
                  <a:pt x="555333" y="30611"/>
                </a:lnTo>
                <a:lnTo>
                  <a:pt x="581932" y="30611"/>
                </a:lnTo>
                <a:lnTo>
                  <a:pt x="569661" y="0"/>
                </a:lnTo>
                <a:close/>
              </a:path>
              <a:path w="758825" h="131445">
                <a:moveTo>
                  <a:pt x="610318" y="101422"/>
                </a:moveTo>
                <a:lnTo>
                  <a:pt x="581948" y="101422"/>
                </a:lnTo>
                <a:lnTo>
                  <a:pt x="593422" y="131234"/>
                </a:lnTo>
                <a:lnTo>
                  <a:pt x="622268" y="131234"/>
                </a:lnTo>
                <a:lnTo>
                  <a:pt x="610318" y="101422"/>
                </a:lnTo>
                <a:close/>
              </a:path>
              <a:path w="758825" h="131445">
                <a:moveTo>
                  <a:pt x="581932" y="30611"/>
                </a:moveTo>
                <a:lnTo>
                  <a:pt x="555333" y="30611"/>
                </a:lnTo>
                <a:lnTo>
                  <a:pt x="573442" y="79309"/>
                </a:lnTo>
                <a:lnTo>
                  <a:pt x="601453" y="79309"/>
                </a:lnTo>
                <a:lnTo>
                  <a:pt x="581932" y="30611"/>
                </a:lnTo>
                <a:close/>
              </a:path>
              <a:path w="758825" h="131445">
                <a:moveTo>
                  <a:pt x="696198" y="0"/>
                </a:moveTo>
                <a:lnTo>
                  <a:pt x="640377" y="0"/>
                </a:lnTo>
                <a:lnTo>
                  <a:pt x="640377" y="131234"/>
                </a:lnTo>
                <a:lnTo>
                  <a:pt x="666898" y="131234"/>
                </a:lnTo>
                <a:lnTo>
                  <a:pt x="666898" y="76444"/>
                </a:lnTo>
                <a:lnTo>
                  <a:pt x="718503" y="76444"/>
                </a:lnTo>
                <a:lnTo>
                  <a:pt x="713135" y="73311"/>
                </a:lnTo>
                <a:lnTo>
                  <a:pt x="721245" y="71613"/>
                </a:lnTo>
                <a:lnTo>
                  <a:pt x="728279" y="69025"/>
                </a:lnTo>
                <a:lnTo>
                  <a:pt x="734239" y="65548"/>
                </a:lnTo>
                <a:lnTo>
                  <a:pt x="739127" y="61181"/>
                </a:lnTo>
                <a:lnTo>
                  <a:pt x="742926" y="56047"/>
                </a:lnTo>
                <a:lnTo>
                  <a:pt x="743185" y="55495"/>
                </a:lnTo>
                <a:lnTo>
                  <a:pt x="666898" y="55495"/>
                </a:lnTo>
                <a:lnTo>
                  <a:pt x="666898" y="22189"/>
                </a:lnTo>
                <a:lnTo>
                  <a:pt x="745929" y="22189"/>
                </a:lnTo>
                <a:lnTo>
                  <a:pt x="706009" y="219"/>
                </a:lnTo>
                <a:lnTo>
                  <a:pt x="696198" y="0"/>
                </a:lnTo>
                <a:close/>
              </a:path>
              <a:path w="758825" h="131445">
                <a:moveTo>
                  <a:pt x="718503" y="76444"/>
                </a:moveTo>
                <a:lnTo>
                  <a:pt x="678372" y="76444"/>
                </a:lnTo>
                <a:lnTo>
                  <a:pt x="682815" y="76937"/>
                </a:lnTo>
                <a:lnTo>
                  <a:pt x="688429" y="78906"/>
                </a:lnTo>
                <a:lnTo>
                  <a:pt x="691094" y="80727"/>
                </a:lnTo>
                <a:lnTo>
                  <a:pt x="696103" y="86039"/>
                </a:lnTo>
                <a:lnTo>
                  <a:pt x="700891" y="92648"/>
                </a:lnTo>
                <a:lnTo>
                  <a:pt x="707578" y="102674"/>
                </a:lnTo>
                <a:lnTo>
                  <a:pt x="726764" y="131234"/>
                </a:lnTo>
                <a:lnTo>
                  <a:pt x="758483" y="131234"/>
                </a:lnTo>
                <a:lnTo>
                  <a:pt x="742435" y="105630"/>
                </a:lnTo>
                <a:lnTo>
                  <a:pt x="718863" y="76654"/>
                </a:lnTo>
                <a:lnTo>
                  <a:pt x="718503" y="76444"/>
                </a:lnTo>
                <a:close/>
              </a:path>
              <a:path w="758825" h="131445">
                <a:moveTo>
                  <a:pt x="745929" y="22189"/>
                </a:moveTo>
                <a:lnTo>
                  <a:pt x="698353" y="22189"/>
                </a:lnTo>
                <a:lnTo>
                  <a:pt x="704799" y="22340"/>
                </a:lnTo>
                <a:lnTo>
                  <a:pt x="706954" y="22642"/>
                </a:lnTo>
                <a:lnTo>
                  <a:pt x="720488" y="42425"/>
                </a:lnTo>
                <a:lnTo>
                  <a:pt x="719581" y="45708"/>
                </a:lnTo>
                <a:lnTo>
                  <a:pt x="716008" y="50959"/>
                </a:lnTo>
                <a:lnTo>
                  <a:pt x="713532" y="52810"/>
                </a:lnTo>
                <a:lnTo>
                  <a:pt x="707199" y="54959"/>
                </a:lnTo>
                <a:lnTo>
                  <a:pt x="699241" y="55495"/>
                </a:lnTo>
                <a:lnTo>
                  <a:pt x="743185" y="55495"/>
                </a:lnTo>
                <a:lnTo>
                  <a:pt x="745644" y="50270"/>
                </a:lnTo>
                <a:lnTo>
                  <a:pt x="747277" y="43850"/>
                </a:lnTo>
                <a:lnTo>
                  <a:pt x="747822" y="36786"/>
                </a:lnTo>
                <a:lnTo>
                  <a:pt x="747822" y="29025"/>
                </a:lnTo>
                <a:lnTo>
                  <a:pt x="745929" y="2218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7" name="object 27"/>
          <p:cNvGrpSpPr/>
          <p:nvPr/>
        </p:nvGrpSpPr>
        <p:grpSpPr>
          <a:xfrm>
            <a:off x="5974362" y="1354166"/>
            <a:ext cx="1815464" cy="1229995"/>
            <a:chOff x="5974362" y="1354166"/>
            <a:chExt cx="1815464" cy="1229995"/>
          </a:xfrm>
        </p:grpSpPr>
        <p:sp>
          <p:nvSpPr>
            <p:cNvPr id="28" name="object 28"/>
            <p:cNvSpPr/>
            <p:nvPr/>
          </p:nvSpPr>
          <p:spPr>
            <a:xfrm>
              <a:off x="6633451" y="1820519"/>
              <a:ext cx="501650" cy="435609"/>
            </a:xfrm>
            <a:custGeom>
              <a:avLst/>
              <a:gdLst/>
              <a:ahLst/>
              <a:cxnLst/>
              <a:rect l="l" t="t" r="r" b="b"/>
              <a:pathLst>
                <a:path w="501650" h="435610">
                  <a:moveTo>
                    <a:pt x="79883" y="37007"/>
                  </a:moveTo>
                  <a:lnTo>
                    <a:pt x="74777" y="31915"/>
                  </a:lnTo>
                  <a:lnTo>
                    <a:pt x="62128" y="31915"/>
                  </a:lnTo>
                  <a:lnTo>
                    <a:pt x="57010" y="37007"/>
                  </a:lnTo>
                  <a:lnTo>
                    <a:pt x="57010" y="259689"/>
                  </a:lnTo>
                  <a:lnTo>
                    <a:pt x="62128" y="264807"/>
                  </a:lnTo>
                  <a:lnTo>
                    <a:pt x="74777" y="264807"/>
                  </a:lnTo>
                  <a:lnTo>
                    <a:pt x="79883" y="259689"/>
                  </a:lnTo>
                  <a:lnTo>
                    <a:pt x="79883" y="37007"/>
                  </a:lnTo>
                  <a:close/>
                </a:path>
                <a:path w="501650" h="435610">
                  <a:moveTo>
                    <a:pt x="501637" y="285051"/>
                  </a:moveTo>
                  <a:lnTo>
                    <a:pt x="495300" y="274129"/>
                  </a:lnTo>
                  <a:lnTo>
                    <a:pt x="488302" y="272262"/>
                  </a:lnTo>
                  <a:lnTo>
                    <a:pt x="250812" y="409067"/>
                  </a:lnTo>
                  <a:lnTo>
                    <a:pt x="24498" y="278714"/>
                  </a:lnTo>
                  <a:lnTo>
                    <a:pt x="24498" y="5118"/>
                  </a:lnTo>
                  <a:lnTo>
                    <a:pt x="19367" y="0"/>
                  </a:lnTo>
                  <a:lnTo>
                    <a:pt x="6743" y="0"/>
                  </a:lnTo>
                  <a:lnTo>
                    <a:pt x="1625" y="5118"/>
                  </a:lnTo>
                  <a:lnTo>
                    <a:pt x="1625" y="282244"/>
                  </a:lnTo>
                  <a:lnTo>
                    <a:pt x="0" y="285051"/>
                  </a:lnTo>
                  <a:lnTo>
                    <a:pt x="1625" y="291134"/>
                  </a:lnTo>
                  <a:lnTo>
                    <a:pt x="1625" y="291604"/>
                  </a:lnTo>
                  <a:lnTo>
                    <a:pt x="1790" y="291782"/>
                  </a:lnTo>
                  <a:lnTo>
                    <a:pt x="1866" y="292023"/>
                  </a:lnTo>
                  <a:lnTo>
                    <a:pt x="2286" y="292277"/>
                  </a:lnTo>
                  <a:lnTo>
                    <a:pt x="6743" y="296710"/>
                  </a:lnTo>
                  <a:lnTo>
                    <a:pt x="9994" y="296710"/>
                  </a:lnTo>
                  <a:lnTo>
                    <a:pt x="242430" y="430580"/>
                  </a:lnTo>
                  <a:lnTo>
                    <a:pt x="244068" y="433400"/>
                  </a:lnTo>
                  <a:lnTo>
                    <a:pt x="250139" y="435025"/>
                  </a:lnTo>
                  <a:lnTo>
                    <a:pt x="250571" y="435267"/>
                  </a:lnTo>
                  <a:lnTo>
                    <a:pt x="250812" y="435203"/>
                  </a:lnTo>
                  <a:lnTo>
                    <a:pt x="251066" y="435267"/>
                  </a:lnTo>
                  <a:lnTo>
                    <a:pt x="251485" y="435025"/>
                  </a:lnTo>
                  <a:lnTo>
                    <a:pt x="257568" y="433400"/>
                  </a:lnTo>
                  <a:lnTo>
                    <a:pt x="259194" y="430593"/>
                  </a:lnTo>
                  <a:lnTo>
                    <a:pt x="499745" y="292023"/>
                  </a:lnTo>
                  <a:lnTo>
                    <a:pt x="501637" y="2850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871195" y="2060865"/>
              <a:ext cx="208492" cy="131122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6871195" y="1681962"/>
              <a:ext cx="264160" cy="435609"/>
            </a:xfrm>
            <a:custGeom>
              <a:avLst/>
              <a:gdLst/>
              <a:ahLst/>
              <a:cxnLst/>
              <a:rect l="l" t="t" r="r" b="b"/>
              <a:pathLst>
                <a:path w="264159" h="435610">
                  <a:moveTo>
                    <a:pt x="263893" y="150215"/>
                  </a:moveTo>
                  <a:lnTo>
                    <a:pt x="262242" y="144132"/>
                  </a:lnTo>
                  <a:lnTo>
                    <a:pt x="262242" y="143675"/>
                  </a:lnTo>
                  <a:lnTo>
                    <a:pt x="262064" y="143510"/>
                  </a:lnTo>
                  <a:lnTo>
                    <a:pt x="262001" y="143230"/>
                  </a:lnTo>
                  <a:lnTo>
                    <a:pt x="261518" y="142963"/>
                  </a:lnTo>
                  <a:lnTo>
                    <a:pt x="257136" y="138557"/>
                  </a:lnTo>
                  <a:lnTo>
                    <a:pt x="253885" y="138557"/>
                  </a:lnTo>
                  <a:lnTo>
                    <a:pt x="13322" y="0"/>
                  </a:lnTo>
                  <a:lnTo>
                    <a:pt x="6324" y="1866"/>
                  </a:lnTo>
                  <a:lnTo>
                    <a:pt x="0" y="12776"/>
                  </a:lnTo>
                  <a:lnTo>
                    <a:pt x="1879" y="19761"/>
                  </a:lnTo>
                  <a:lnTo>
                    <a:pt x="239369" y="156578"/>
                  </a:lnTo>
                  <a:lnTo>
                    <a:pt x="239369" y="430161"/>
                  </a:lnTo>
                  <a:lnTo>
                    <a:pt x="244500" y="435267"/>
                  </a:lnTo>
                  <a:lnTo>
                    <a:pt x="257136" y="435267"/>
                  </a:lnTo>
                  <a:lnTo>
                    <a:pt x="262255" y="430161"/>
                  </a:lnTo>
                  <a:lnTo>
                    <a:pt x="262242" y="153060"/>
                  </a:lnTo>
                  <a:lnTo>
                    <a:pt x="263893" y="15021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871195" y="1745764"/>
              <a:ext cx="208492" cy="131103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633451" y="1681962"/>
              <a:ext cx="1156335" cy="218440"/>
            </a:xfrm>
            <a:custGeom>
              <a:avLst/>
              <a:gdLst/>
              <a:ahLst/>
              <a:cxnLst/>
              <a:rect l="l" t="t" r="r" b="b"/>
              <a:pathLst>
                <a:path w="1156334" h="218439">
                  <a:moveTo>
                    <a:pt x="263880" y="12776"/>
                  </a:moveTo>
                  <a:lnTo>
                    <a:pt x="257568" y="1866"/>
                  </a:lnTo>
                  <a:lnTo>
                    <a:pt x="250571" y="0"/>
                  </a:lnTo>
                  <a:lnTo>
                    <a:pt x="1866" y="143230"/>
                  </a:lnTo>
                  <a:lnTo>
                    <a:pt x="0" y="150215"/>
                  </a:lnTo>
                  <a:lnTo>
                    <a:pt x="6311" y="161137"/>
                  </a:lnTo>
                  <a:lnTo>
                    <a:pt x="13309" y="163017"/>
                  </a:lnTo>
                  <a:lnTo>
                    <a:pt x="262001" y="19761"/>
                  </a:lnTo>
                  <a:lnTo>
                    <a:pt x="263880" y="12776"/>
                  </a:lnTo>
                  <a:close/>
                </a:path>
                <a:path w="1156334" h="218439">
                  <a:moveTo>
                    <a:pt x="889558" y="100723"/>
                  </a:moveTo>
                  <a:lnTo>
                    <a:pt x="887691" y="93751"/>
                  </a:lnTo>
                  <a:lnTo>
                    <a:pt x="733869" y="5156"/>
                  </a:lnTo>
                  <a:lnTo>
                    <a:pt x="732243" y="2336"/>
                  </a:lnTo>
                  <a:lnTo>
                    <a:pt x="726160" y="723"/>
                  </a:lnTo>
                  <a:lnTo>
                    <a:pt x="725741" y="469"/>
                  </a:lnTo>
                  <a:lnTo>
                    <a:pt x="725487" y="546"/>
                  </a:lnTo>
                  <a:lnTo>
                    <a:pt x="725246" y="469"/>
                  </a:lnTo>
                  <a:lnTo>
                    <a:pt x="724814" y="723"/>
                  </a:lnTo>
                  <a:lnTo>
                    <a:pt x="718743" y="2336"/>
                  </a:lnTo>
                  <a:lnTo>
                    <a:pt x="717105" y="5156"/>
                  </a:lnTo>
                  <a:lnTo>
                    <a:pt x="477367" y="143230"/>
                  </a:lnTo>
                  <a:lnTo>
                    <a:pt x="475500" y="150215"/>
                  </a:lnTo>
                  <a:lnTo>
                    <a:pt x="481799" y="161137"/>
                  </a:lnTo>
                  <a:lnTo>
                    <a:pt x="488797" y="163017"/>
                  </a:lnTo>
                  <a:lnTo>
                    <a:pt x="725474" y="26682"/>
                  </a:lnTo>
                  <a:lnTo>
                    <a:pt x="876249" y="113525"/>
                  </a:lnTo>
                  <a:lnTo>
                    <a:pt x="883246" y="111645"/>
                  </a:lnTo>
                  <a:lnTo>
                    <a:pt x="889558" y="100723"/>
                  </a:lnTo>
                  <a:close/>
                </a:path>
                <a:path w="1156334" h="218439">
                  <a:moveTo>
                    <a:pt x="1024763" y="149517"/>
                  </a:moveTo>
                  <a:lnTo>
                    <a:pt x="1023708" y="134874"/>
                  </a:lnTo>
                  <a:lnTo>
                    <a:pt x="1020406" y="121399"/>
                  </a:lnTo>
                  <a:lnTo>
                    <a:pt x="1014920" y="109677"/>
                  </a:lnTo>
                  <a:lnTo>
                    <a:pt x="1010843" y="104419"/>
                  </a:lnTo>
                  <a:lnTo>
                    <a:pt x="1007224" y="99733"/>
                  </a:lnTo>
                  <a:lnTo>
                    <a:pt x="997712" y="91808"/>
                  </a:lnTo>
                  <a:lnTo>
                    <a:pt x="997140" y="91516"/>
                  </a:lnTo>
                  <a:lnTo>
                    <a:pt x="997140" y="149517"/>
                  </a:lnTo>
                  <a:lnTo>
                    <a:pt x="996505" y="160286"/>
                  </a:lnTo>
                  <a:lnTo>
                    <a:pt x="975194" y="192608"/>
                  </a:lnTo>
                  <a:lnTo>
                    <a:pt x="960640" y="195478"/>
                  </a:lnTo>
                  <a:lnTo>
                    <a:pt x="952982" y="194754"/>
                  </a:lnTo>
                  <a:lnTo>
                    <a:pt x="924496" y="160413"/>
                  </a:lnTo>
                  <a:lnTo>
                    <a:pt x="923861" y="149517"/>
                  </a:lnTo>
                  <a:lnTo>
                    <a:pt x="924471" y="139179"/>
                  </a:lnTo>
                  <a:lnTo>
                    <a:pt x="945692" y="107251"/>
                  </a:lnTo>
                  <a:lnTo>
                    <a:pt x="960640" y="104419"/>
                  </a:lnTo>
                  <a:lnTo>
                    <a:pt x="968527" y="105130"/>
                  </a:lnTo>
                  <a:lnTo>
                    <a:pt x="996518" y="138861"/>
                  </a:lnTo>
                  <a:lnTo>
                    <a:pt x="997140" y="149517"/>
                  </a:lnTo>
                  <a:lnTo>
                    <a:pt x="997140" y="91516"/>
                  </a:lnTo>
                  <a:lnTo>
                    <a:pt x="986726" y="86144"/>
                  </a:lnTo>
                  <a:lnTo>
                    <a:pt x="974280" y="82740"/>
                  </a:lnTo>
                  <a:lnTo>
                    <a:pt x="960374" y="81610"/>
                  </a:lnTo>
                  <a:lnTo>
                    <a:pt x="952512" y="81940"/>
                  </a:lnTo>
                  <a:lnTo>
                    <a:pt x="909459" y="104089"/>
                  </a:lnTo>
                  <a:lnTo>
                    <a:pt x="896670" y="141071"/>
                  </a:lnTo>
                  <a:lnTo>
                    <a:pt x="896289" y="150761"/>
                  </a:lnTo>
                  <a:lnTo>
                    <a:pt x="897382" y="165696"/>
                  </a:lnTo>
                  <a:lnTo>
                    <a:pt x="913714" y="200317"/>
                  </a:lnTo>
                  <a:lnTo>
                    <a:pt x="960729" y="218300"/>
                  </a:lnTo>
                  <a:lnTo>
                    <a:pt x="974585" y="217170"/>
                  </a:lnTo>
                  <a:lnTo>
                    <a:pt x="986980" y="213779"/>
                  </a:lnTo>
                  <a:lnTo>
                    <a:pt x="997902" y="208127"/>
                  </a:lnTo>
                  <a:lnTo>
                    <a:pt x="1007364" y="200215"/>
                  </a:lnTo>
                  <a:lnTo>
                    <a:pt x="1011008" y="195478"/>
                  </a:lnTo>
                  <a:lnTo>
                    <a:pt x="1014996" y="190309"/>
                  </a:lnTo>
                  <a:lnTo>
                    <a:pt x="1020445" y="178663"/>
                  </a:lnTo>
                  <a:lnTo>
                    <a:pt x="1023721" y="165277"/>
                  </a:lnTo>
                  <a:lnTo>
                    <a:pt x="1024763" y="150761"/>
                  </a:lnTo>
                  <a:lnTo>
                    <a:pt x="1024763" y="149517"/>
                  </a:lnTo>
                  <a:close/>
                </a:path>
                <a:path w="1156334" h="218439">
                  <a:moveTo>
                    <a:pt x="1156068" y="83870"/>
                  </a:moveTo>
                  <a:lnTo>
                    <a:pt x="1129182" y="83870"/>
                  </a:lnTo>
                  <a:lnTo>
                    <a:pt x="1129182" y="135890"/>
                  </a:lnTo>
                  <a:lnTo>
                    <a:pt x="1076858" y="135890"/>
                  </a:lnTo>
                  <a:lnTo>
                    <a:pt x="1076858" y="83870"/>
                  </a:lnTo>
                  <a:lnTo>
                    <a:pt x="1050112" y="83870"/>
                  </a:lnTo>
                  <a:lnTo>
                    <a:pt x="1050112" y="216039"/>
                  </a:lnTo>
                  <a:lnTo>
                    <a:pt x="1076858" y="216039"/>
                  </a:lnTo>
                  <a:lnTo>
                    <a:pt x="1076858" y="158254"/>
                  </a:lnTo>
                  <a:lnTo>
                    <a:pt x="1129182" y="158254"/>
                  </a:lnTo>
                  <a:lnTo>
                    <a:pt x="1129182" y="216039"/>
                  </a:lnTo>
                  <a:lnTo>
                    <a:pt x="1156068" y="216039"/>
                  </a:lnTo>
                  <a:lnTo>
                    <a:pt x="1156068" y="158254"/>
                  </a:lnTo>
                  <a:lnTo>
                    <a:pt x="1156068" y="135890"/>
                  </a:lnTo>
                  <a:lnTo>
                    <a:pt x="1156068" y="8387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292812" y="1354166"/>
              <a:ext cx="128470" cy="136695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974359" y="1516036"/>
              <a:ext cx="1424305" cy="739775"/>
            </a:xfrm>
            <a:custGeom>
              <a:avLst/>
              <a:gdLst/>
              <a:ahLst/>
              <a:cxnLst/>
              <a:rect l="l" t="t" r="r" b="b"/>
              <a:pathLst>
                <a:path w="1424304" h="739775">
                  <a:moveTo>
                    <a:pt x="105930" y="523684"/>
                  </a:moveTo>
                  <a:lnTo>
                    <a:pt x="79159" y="523684"/>
                  </a:lnTo>
                  <a:lnTo>
                    <a:pt x="79159" y="575703"/>
                  </a:lnTo>
                  <a:lnTo>
                    <a:pt x="26746" y="575703"/>
                  </a:lnTo>
                  <a:lnTo>
                    <a:pt x="26746" y="523684"/>
                  </a:lnTo>
                  <a:lnTo>
                    <a:pt x="0" y="523684"/>
                  </a:lnTo>
                  <a:lnTo>
                    <a:pt x="0" y="655853"/>
                  </a:lnTo>
                  <a:lnTo>
                    <a:pt x="26746" y="655853"/>
                  </a:lnTo>
                  <a:lnTo>
                    <a:pt x="26746" y="598068"/>
                  </a:lnTo>
                  <a:lnTo>
                    <a:pt x="79159" y="598068"/>
                  </a:lnTo>
                  <a:lnTo>
                    <a:pt x="79159" y="655853"/>
                  </a:lnTo>
                  <a:lnTo>
                    <a:pt x="105930" y="655853"/>
                  </a:lnTo>
                  <a:lnTo>
                    <a:pt x="105930" y="598068"/>
                  </a:lnTo>
                  <a:lnTo>
                    <a:pt x="105930" y="575703"/>
                  </a:lnTo>
                  <a:lnTo>
                    <a:pt x="105930" y="523684"/>
                  </a:lnTo>
                  <a:close/>
                </a:path>
                <a:path w="1424304" h="739775">
                  <a:moveTo>
                    <a:pt x="260616" y="589318"/>
                  </a:moveTo>
                  <a:lnTo>
                    <a:pt x="250761" y="549490"/>
                  </a:lnTo>
                  <a:lnTo>
                    <a:pt x="232994" y="531342"/>
                  </a:lnTo>
                  <a:lnTo>
                    <a:pt x="232994" y="589318"/>
                  </a:lnTo>
                  <a:lnTo>
                    <a:pt x="232359" y="600100"/>
                  </a:lnTo>
                  <a:lnTo>
                    <a:pt x="211035" y="632421"/>
                  </a:lnTo>
                  <a:lnTo>
                    <a:pt x="196481" y="635292"/>
                  </a:lnTo>
                  <a:lnTo>
                    <a:pt x="188836" y="634568"/>
                  </a:lnTo>
                  <a:lnTo>
                    <a:pt x="160337" y="600227"/>
                  </a:lnTo>
                  <a:lnTo>
                    <a:pt x="159715" y="589318"/>
                  </a:lnTo>
                  <a:lnTo>
                    <a:pt x="160324" y="578993"/>
                  </a:lnTo>
                  <a:lnTo>
                    <a:pt x="181546" y="547065"/>
                  </a:lnTo>
                  <a:lnTo>
                    <a:pt x="196481" y="544220"/>
                  </a:lnTo>
                  <a:lnTo>
                    <a:pt x="204381" y="544931"/>
                  </a:lnTo>
                  <a:lnTo>
                    <a:pt x="232371" y="578675"/>
                  </a:lnTo>
                  <a:lnTo>
                    <a:pt x="232994" y="589318"/>
                  </a:lnTo>
                  <a:lnTo>
                    <a:pt x="232994" y="531342"/>
                  </a:lnTo>
                  <a:lnTo>
                    <a:pt x="222567" y="525957"/>
                  </a:lnTo>
                  <a:lnTo>
                    <a:pt x="210108" y="522554"/>
                  </a:lnTo>
                  <a:lnTo>
                    <a:pt x="196202" y="521423"/>
                  </a:lnTo>
                  <a:lnTo>
                    <a:pt x="188353" y="521754"/>
                  </a:lnTo>
                  <a:lnTo>
                    <a:pt x="145313" y="543902"/>
                  </a:lnTo>
                  <a:lnTo>
                    <a:pt x="132499" y="580885"/>
                  </a:lnTo>
                  <a:lnTo>
                    <a:pt x="132118" y="590575"/>
                  </a:lnTo>
                  <a:lnTo>
                    <a:pt x="133210" y="605510"/>
                  </a:lnTo>
                  <a:lnTo>
                    <a:pt x="149567" y="640118"/>
                  </a:lnTo>
                  <a:lnTo>
                    <a:pt x="196557" y="658114"/>
                  </a:lnTo>
                  <a:lnTo>
                    <a:pt x="210426" y="656983"/>
                  </a:lnTo>
                  <a:lnTo>
                    <a:pt x="222821" y="653592"/>
                  </a:lnTo>
                  <a:lnTo>
                    <a:pt x="233756" y="647941"/>
                  </a:lnTo>
                  <a:lnTo>
                    <a:pt x="243217" y="640029"/>
                  </a:lnTo>
                  <a:lnTo>
                    <a:pt x="246862" y="635292"/>
                  </a:lnTo>
                  <a:lnTo>
                    <a:pt x="250850" y="630123"/>
                  </a:lnTo>
                  <a:lnTo>
                    <a:pt x="256298" y="618477"/>
                  </a:lnTo>
                  <a:lnTo>
                    <a:pt x="259562" y="605078"/>
                  </a:lnTo>
                  <a:lnTo>
                    <a:pt x="260616" y="590575"/>
                  </a:lnTo>
                  <a:lnTo>
                    <a:pt x="260616" y="589318"/>
                  </a:lnTo>
                  <a:close/>
                </a:path>
                <a:path w="1424304" h="739775">
                  <a:moveTo>
                    <a:pt x="685215" y="589534"/>
                  </a:moveTo>
                  <a:lnTo>
                    <a:pt x="678903" y="578612"/>
                  </a:lnTo>
                  <a:lnTo>
                    <a:pt x="671906" y="576745"/>
                  </a:lnTo>
                  <a:lnTo>
                    <a:pt x="424027" y="719518"/>
                  </a:lnTo>
                  <a:lnTo>
                    <a:pt x="422160" y="726490"/>
                  </a:lnTo>
                  <a:lnTo>
                    <a:pt x="428459" y="737412"/>
                  </a:lnTo>
                  <a:lnTo>
                    <a:pt x="435457" y="739279"/>
                  </a:lnTo>
                  <a:lnTo>
                    <a:pt x="683348" y="596506"/>
                  </a:lnTo>
                  <a:lnTo>
                    <a:pt x="685215" y="589534"/>
                  </a:lnTo>
                  <a:close/>
                </a:path>
                <a:path w="1424304" h="739775">
                  <a:moveTo>
                    <a:pt x="1368323" y="5105"/>
                  </a:moveTo>
                  <a:lnTo>
                    <a:pt x="1363192" y="0"/>
                  </a:lnTo>
                  <a:lnTo>
                    <a:pt x="1350568" y="0"/>
                  </a:lnTo>
                  <a:lnTo>
                    <a:pt x="1345438" y="5105"/>
                  </a:lnTo>
                  <a:lnTo>
                    <a:pt x="1345438" y="201676"/>
                  </a:lnTo>
                  <a:lnTo>
                    <a:pt x="1350568" y="206794"/>
                  </a:lnTo>
                  <a:lnTo>
                    <a:pt x="1363192" y="206794"/>
                  </a:lnTo>
                  <a:lnTo>
                    <a:pt x="1368323" y="201676"/>
                  </a:lnTo>
                  <a:lnTo>
                    <a:pt x="1368323" y="5105"/>
                  </a:lnTo>
                  <a:close/>
                </a:path>
                <a:path w="1424304" h="739775">
                  <a:moveTo>
                    <a:pt x="1423720" y="5105"/>
                  </a:moveTo>
                  <a:lnTo>
                    <a:pt x="1418590" y="0"/>
                  </a:lnTo>
                  <a:lnTo>
                    <a:pt x="1405953" y="0"/>
                  </a:lnTo>
                  <a:lnTo>
                    <a:pt x="1400848" y="5105"/>
                  </a:lnTo>
                  <a:lnTo>
                    <a:pt x="1400848" y="201676"/>
                  </a:lnTo>
                  <a:lnTo>
                    <a:pt x="1405953" y="206794"/>
                  </a:lnTo>
                  <a:lnTo>
                    <a:pt x="1418590" y="206794"/>
                  </a:lnTo>
                  <a:lnTo>
                    <a:pt x="1423720" y="201676"/>
                  </a:lnTo>
                  <a:lnTo>
                    <a:pt x="1423720" y="510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6247968" y="2143677"/>
              <a:ext cx="223965" cy="439870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/>
          <p:nvPr/>
        </p:nvSpPr>
        <p:spPr>
          <a:xfrm>
            <a:off x="7954816" y="2039049"/>
            <a:ext cx="92654" cy="92417"/>
          </a:xfrm>
          <a:prstGeom prst="rect">
            <a:avLst/>
          </a:prstGeom>
          <a:blipFill>
            <a:blip r:embed="rId1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5887315" y="2897983"/>
            <a:ext cx="1108075" cy="168910"/>
          </a:xfrm>
          <a:custGeom>
            <a:avLst/>
            <a:gdLst/>
            <a:ahLst/>
            <a:cxnLst/>
            <a:rect l="l" t="t" r="r" b="b"/>
            <a:pathLst>
              <a:path w="1108075" h="168910">
                <a:moveTo>
                  <a:pt x="148215" y="34254"/>
                </a:moveTo>
                <a:lnTo>
                  <a:pt x="111221" y="55121"/>
                </a:lnTo>
                <a:lnTo>
                  <a:pt x="104206" y="85016"/>
                </a:lnTo>
                <a:lnTo>
                  <a:pt x="104799" y="94551"/>
                </a:lnTo>
                <a:lnTo>
                  <a:pt x="128969" y="130257"/>
                </a:lnTo>
                <a:lnTo>
                  <a:pt x="150750" y="134336"/>
                </a:lnTo>
                <a:lnTo>
                  <a:pt x="158328" y="133883"/>
                </a:lnTo>
                <a:lnTo>
                  <a:pt x="187903" y="115402"/>
                </a:lnTo>
                <a:lnTo>
                  <a:pt x="145176" y="115402"/>
                </a:lnTo>
                <a:lnTo>
                  <a:pt x="140295" y="113314"/>
                </a:lnTo>
                <a:lnTo>
                  <a:pt x="132463" y="104958"/>
                </a:lnTo>
                <a:lnTo>
                  <a:pt x="130414" y="99112"/>
                </a:lnTo>
                <a:lnTo>
                  <a:pt x="130233" y="91599"/>
                </a:lnTo>
                <a:lnTo>
                  <a:pt x="193856" y="91599"/>
                </a:lnTo>
                <a:lnTo>
                  <a:pt x="193319" y="77976"/>
                </a:lnTo>
                <a:lnTo>
                  <a:pt x="192974" y="76090"/>
                </a:lnTo>
                <a:lnTo>
                  <a:pt x="130686" y="76090"/>
                </a:lnTo>
                <a:lnTo>
                  <a:pt x="130625" y="69178"/>
                </a:lnTo>
                <a:lnTo>
                  <a:pt x="132402" y="63708"/>
                </a:lnTo>
                <a:lnTo>
                  <a:pt x="139634" y="55653"/>
                </a:lnTo>
                <a:lnTo>
                  <a:pt x="144213" y="53639"/>
                </a:lnTo>
                <a:lnTo>
                  <a:pt x="185568" y="53639"/>
                </a:lnTo>
                <a:lnTo>
                  <a:pt x="182016" y="48367"/>
                </a:lnTo>
                <a:lnTo>
                  <a:pt x="175260" y="42190"/>
                </a:lnTo>
                <a:lnTo>
                  <a:pt x="167375" y="37780"/>
                </a:lnTo>
                <a:lnTo>
                  <a:pt x="158359" y="35135"/>
                </a:lnTo>
                <a:lnTo>
                  <a:pt x="148215" y="34254"/>
                </a:lnTo>
                <a:close/>
              </a:path>
              <a:path w="1108075" h="168910">
                <a:moveTo>
                  <a:pt x="66065" y="22348"/>
                </a:moveTo>
                <a:lnTo>
                  <a:pt x="39313" y="22348"/>
                </a:lnTo>
                <a:lnTo>
                  <a:pt x="39313" y="132174"/>
                </a:lnTo>
                <a:lnTo>
                  <a:pt x="66065" y="132174"/>
                </a:lnTo>
                <a:lnTo>
                  <a:pt x="66065" y="22348"/>
                </a:lnTo>
                <a:close/>
              </a:path>
              <a:path w="1108075" h="168910">
                <a:moveTo>
                  <a:pt x="167203" y="101696"/>
                </a:moveTo>
                <a:lnTo>
                  <a:pt x="165811" y="106507"/>
                </a:lnTo>
                <a:lnTo>
                  <a:pt x="163771" y="109993"/>
                </a:lnTo>
                <a:lnTo>
                  <a:pt x="158338" y="114320"/>
                </a:lnTo>
                <a:lnTo>
                  <a:pt x="155002" y="115402"/>
                </a:lnTo>
                <a:lnTo>
                  <a:pt x="187903" y="115402"/>
                </a:lnTo>
                <a:lnTo>
                  <a:pt x="189706" y="112463"/>
                </a:lnTo>
                <a:lnTo>
                  <a:pt x="192502" y="105934"/>
                </a:lnTo>
                <a:lnTo>
                  <a:pt x="167203" y="101696"/>
                </a:lnTo>
                <a:close/>
              </a:path>
              <a:path w="1108075" h="168910">
                <a:moveTo>
                  <a:pt x="185568" y="53639"/>
                </a:moveTo>
                <a:lnTo>
                  <a:pt x="154944" y="53639"/>
                </a:lnTo>
                <a:lnTo>
                  <a:pt x="159329" y="55547"/>
                </a:lnTo>
                <a:lnTo>
                  <a:pt x="166574" y="63181"/>
                </a:lnTo>
                <a:lnTo>
                  <a:pt x="168461" y="68758"/>
                </a:lnTo>
                <a:lnTo>
                  <a:pt x="168652" y="76090"/>
                </a:lnTo>
                <a:lnTo>
                  <a:pt x="192974" y="76090"/>
                </a:lnTo>
                <a:lnTo>
                  <a:pt x="191168" y="66229"/>
                </a:lnTo>
                <a:lnTo>
                  <a:pt x="187400" y="56359"/>
                </a:lnTo>
                <a:lnTo>
                  <a:pt x="185568" y="53639"/>
                </a:lnTo>
                <a:close/>
              </a:path>
              <a:path w="1108075" h="168910">
                <a:moveTo>
                  <a:pt x="105288" y="0"/>
                </a:moveTo>
                <a:lnTo>
                  <a:pt x="0" y="0"/>
                </a:lnTo>
                <a:lnTo>
                  <a:pt x="0" y="22348"/>
                </a:lnTo>
                <a:lnTo>
                  <a:pt x="105288" y="22348"/>
                </a:lnTo>
                <a:lnTo>
                  <a:pt x="105288" y="0"/>
                </a:lnTo>
                <a:close/>
              </a:path>
              <a:path w="1108075" h="168910">
                <a:moveTo>
                  <a:pt x="240126" y="36422"/>
                </a:moveTo>
                <a:lnTo>
                  <a:pt x="216543" y="36422"/>
                </a:lnTo>
                <a:lnTo>
                  <a:pt x="216543" y="132174"/>
                </a:lnTo>
                <a:lnTo>
                  <a:pt x="241937" y="132174"/>
                </a:lnTo>
                <a:lnTo>
                  <a:pt x="241937" y="102598"/>
                </a:lnTo>
                <a:lnTo>
                  <a:pt x="242070" y="91429"/>
                </a:lnTo>
                <a:lnTo>
                  <a:pt x="255378" y="56975"/>
                </a:lnTo>
                <a:lnTo>
                  <a:pt x="272336" y="56975"/>
                </a:lnTo>
                <a:lnTo>
                  <a:pt x="274808" y="50041"/>
                </a:lnTo>
                <a:lnTo>
                  <a:pt x="240126" y="50041"/>
                </a:lnTo>
                <a:lnTo>
                  <a:pt x="240126" y="36422"/>
                </a:lnTo>
                <a:close/>
              </a:path>
              <a:path w="1108075" h="168910">
                <a:moveTo>
                  <a:pt x="272336" y="56975"/>
                </a:moveTo>
                <a:lnTo>
                  <a:pt x="262603" y="56975"/>
                </a:lnTo>
                <a:lnTo>
                  <a:pt x="266588" y="58358"/>
                </a:lnTo>
                <a:lnTo>
                  <a:pt x="270858" y="61123"/>
                </a:lnTo>
                <a:lnTo>
                  <a:pt x="272336" y="56975"/>
                </a:lnTo>
                <a:close/>
              </a:path>
              <a:path w="1108075" h="168910">
                <a:moveTo>
                  <a:pt x="267789" y="34254"/>
                </a:moveTo>
                <a:lnTo>
                  <a:pt x="257913" y="34254"/>
                </a:lnTo>
                <a:lnTo>
                  <a:pt x="254253" y="35281"/>
                </a:lnTo>
                <a:lnTo>
                  <a:pt x="247809" y="39370"/>
                </a:lnTo>
                <a:lnTo>
                  <a:pt x="244168" y="43593"/>
                </a:lnTo>
                <a:lnTo>
                  <a:pt x="240126" y="50041"/>
                </a:lnTo>
                <a:lnTo>
                  <a:pt x="274808" y="50041"/>
                </a:lnTo>
                <a:lnTo>
                  <a:pt x="278732" y="39028"/>
                </a:lnTo>
                <a:lnTo>
                  <a:pt x="273356" y="35852"/>
                </a:lnTo>
                <a:lnTo>
                  <a:pt x="267789" y="34254"/>
                </a:lnTo>
                <a:close/>
              </a:path>
              <a:path w="1108075" h="168910">
                <a:moveTo>
                  <a:pt x="328434" y="34254"/>
                </a:moveTo>
                <a:lnTo>
                  <a:pt x="291435" y="55121"/>
                </a:lnTo>
                <a:lnTo>
                  <a:pt x="284413" y="85016"/>
                </a:lnTo>
                <a:lnTo>
                  <a:pt x="285007" y="94551"/>
                </a:lnTo>
                <a:lnTo>
                  <a:pt x="309178" y="130257"/>
                </a:lnTo>
                <a:lnTo>
                  <a:pt x="330969" y="134336"/>
                </a:lnTo>
                <a:lnTo>
                  <a:pt x="338545" y="133883"/>
                </a:lnTo>
                <a:lnTo>
                  <a:pt x="368122" y="115402"/>
                </a:lnTo>
                <a:lnTo>
                  <a:pt x="325383" y="115402"/>
                </a:lnTo>
                <a:lnTo>
                  <a:pt x="320503" y="113314"/>
                </a:lnTo>
                <a:lnTo>
                  <a:pt x="312686" y="104958"/>
                </a:lnTo>
                <a:lnTo>
                  <a:pt x="310627" y="99112"/>
                </a:lnTo>
                <a:lnTo>
                  <a:pt x="310456" y="91599"/>
                </a:lnTo>
                <a:lnTo>
                  <a:pt x="374075" y="91599"/>
                </a:lnTo>
                <a:lnTo>
                  <a:pt x="373539" y="77976"/>
                </a:lnTo>
                <a:lnTo>
                  <a:pt x="373193" y="76090"/>
                </a:lnTo>
                <a:lnTo>
                  <a:pt x="310894" y="76090"/>
                </a:lnTo>
                <a:lnTo>
                  <a:pt x="310837" y="69178"/>
                </a:lnTo>
                <a:lnTo>
                  <a:pt x="312610" y="63708"/>
                </a:lnTo>
                <a:lnTo>
                  <a:pt x="319855" y="55653"/>
                </a:lnTo>
                <a:lnTo>
                  <a:pt x="324430" y="53639"/>
                </a:lnTo>
                <a:lnTo>
                  <a:pt x="365787" y="53639"/>
                </a:lnTo>
                <a:lnTo>
                  <a:pt x="362236" y="48367"/>
                </a:lnTo>
                <a:lnTo>
                  <a:pt x="355479" y="42190"/>
                </a:lnTo>
                <a:lnTo>
                  <a:pt x="347594" y="37780"/>
                </a:lnTo>
                <a:lnTo>
                  <a:pt x="338579" y="35135"/>
                </a:lnTo>
                <a:lnTo>
                  <a:pt x="328434" y="34254"/>
                </a:lnTo>
                <a:close/>
              </a:path>
              <a:path w="1108075" h="168910">
                <a:moveTo>
                  <a:pt x="347403" y="101696"/>
                </a:moveTo>
                <a:lnTo>
                  <a:pt x="346031" y="106507"/>
                </a:lnTo>
                <a:lnTo>
                  <a:pt x="343972" y="109993"/>
                </a:lnTo>
                <a:lnTo>
                  <a:pt x="338557" y="114320"/>
                </a:lnTo>
                <a:lnTo>
                  <a:pt x="335221" y="115402"/>
                </a:lnTo>
                <a:lnTo>
                  <a:pt x="368122" y="115402"/>
                </a:lnTo>
                <a:lnTo>
                  <a:pt x="369925" y="112463"/>
                </a:lnTo>
                <a:lnTo>
                  <a:pt x="372721" y="105934"/>
                </a:lnTo>
                <a:lnTo>
                  <a:pt x="347403" y="101696"/>
                </a:lnTo>
                <a:close/>
              </a:path>
              <a:path w="1108075" h="168910">
                <a:moveTo>
                  <a:pt x="365787" y="53639"/>
                </a:moveTo>
                <a:lnTo>
                  <a:pt x="335145" y="53639"/>
                </a:lnTo>
                <a:lnTo>
                  <a:pt x="339548" y="55547"/>
                </a:lnTo>
                <a:lnTo>
                  <a:pt x="346774" y="63181"/>
                </a:lnTo>
                <a:lnTo>
                  <a:pt x="348680" y="68758"/>
                </a:lnTo>
                <a:lnTo>
                  <a:pt x="348852" y="76090"/>
                </a:lnTo>
                <a:lnTo>
                  <a:pt x="373193" y="76090"/>
                </a:lnTo>
                <a:lnTo>
                  <a:pt x="371387" y="66229"/>
                </a:lnTo>
                <a:lnTo>
                  <a:pt x="367619" y="56359"/>
                </a:lnTo>
                <a:lnTo>
                  <a:pt x="365787" y="53639"/>
                </a:lnTo>
                <a:close/>
              </a:path>
              <a:path w="1108075" h="168910">
                <a:moveTo>
                  <a:pt x="420802" y="36422"/>
                </a:moveTo>
                <a:lnTo>
                  <a:pt x="397124" y="36422"/>
                </a:lnTo>
                <a:lnTo>
                  <a:pt x="397124" y="168600"/>
                </a:lnTo>
                <a:lnTo>
                  <a:pt x="422518" y="168600"/>
                </a:lnTo>
                <a:lnTo>
                  <a:pt x="422518" y="120361"/>
                </a:lnTo>
                <a:lnTo>
                  <a:pt x="479483" y="120361"/>
                </a:lnTo>
                <a:lnTo>
                  <a:pt x="483789" y="114230"/>
                </a:lnTo>
                <a:lnTo>
                  <a:pt x="438151" y="114230"/>
                </a:lnTo>
                <a:lnTo>
                  <a:pt x="432947" y="111661"/>
                </a:lnTo>
                <a:lnTo>
                  <a:pt x="424387" y="101383"/>
                </a:lnTo>
                <a:lnTo>
                  <a:pt x="422251" y="93432"/>
                </a:lnTo>
                <a:lnTo>
                  <a:pt x="422251" y="73296"/>
                </a:lnTo>
                <a:lnTo>
                  <a:pt x="424291" y="66217"/>
                </a:lnTo>
                <a:lnTo>
                  <a:pt x="432489" y="56659"/>
                </a:lnTo>
                <a:lnTo>
                  <a:pt x="437637" y="54271"/>
                </a:lnTo>
                <a:lnTo>
                  <a:pt x="484031" y="54271"/>
                </a:lnTo>
                <a:lnTo>
                  <a:pt x="481341" y="50478"/>
                </a:lnTo>
                <a:lnTo>
                  <a:pt x="420802" y="50478"/>
                </a:lnTo>
                <a:lnTo>
                  <a:pt x="420802" y="36422"/>
                </a:lnTo>
                <a:close/>
              </a:path>
              <a:path w="1108075" h="168910">
                <a:moveTo>
                  <a:pt x="479483" y="120361"/>
                </a:moveTo>
                <a:lnTo>
                  <a:pt x="422518" y="120361"/>
                </a:lnTo>
                <a:lnTo>
                  <a:pt x="427284" y="125471"/>
                </a:lnTo>
                <a:lnTo>
                  <a:pt x="431803" y="129077"/>
                </a:lnTo>
                <a:lnTo>
                  <a:pt x="440420" y="133285"/>
                </a:lnTo>
                <a:lnTo>
                  <a:pt x="445224" y="134336"/>
                </a:lnTo>
                <a:lnTo>
                  <a:pt x="450543" y="134336"/>
                </a:lnTo>
                <a:lnTo>
                  <a:pt x="479483" y="120361"/>
                </a:lnTo>
                <a:close/>
              </a:path>
              <a:path w="1108075" h="168910">
                <a:moveTo>
                  <a:pt x="484031" y="54271"/>
                </a:moveTo>
                <a:lnTo>
                  <a:pt x="449819" y="54271"/>
                </a:lnTo>
                <a:lnTo>
                  <a:pt x="454814" y="56705"/>
                </a:lnTo>
                <a:lnTo>
                  <a:pt x="462878" y="66443"/>
                </a:lnTo>
                <a:lnTo>
                  <a:pt x="464736" y="73296"/>
                </a:lnTo>
                <a:lnTo>
                  <a:pt x="464803" y="95078"/>
                </a:lnTo>
                <a:lnTo>
                  <a:pt x="462955" y="102434"/>
                </a:lnTo>
                <a:lnTo>
                  <a:pt x="455119" y="111870"/>
                </a:lnTo>
                <a:lnTo>
                  <a:pt x="450200" y="114230"/>
                </a:lnTo>
                <a:lnTo>
                  <a:pt x="483789" y="114230"/>
                </a:lnTo>
                <a:lnTo>
                  <a:pt x="484148" y="113720"/>
                </a:lnTo>
                <a:lnTo>
                  <a:pt x="487817" y="105067"/>
                </a:lnTo>
                <a:lnTo>
                  <a:pt x="490018" y="95078"/>
                </a:lnTo>
                <a:lnTo>
                  <a:pt x="490751" y="83755"/>
                </a:lnTo>
                <a:lnTo>
                  <a:pt x="490022" y="72720"/>
                </a:lnTo>
                <a:lnTo>
                  <a:pt x="487836" y="62970"/>
                </a:lnTo>
                <a:lnTo>
                  <a:pt x="484196" y="54504"/>
                </a:lnTo>
                <a:lnTo>
                  <a:pt x="484031" y="54271"/>
                </a:lnTo>
                <a:close/>
              </a:path>
              <a:path w="1108075" h="168910">
                <a:moveTo>
                  <a:pt x="450715" y="34254"/>
                </a:moveTo>
                <a:lnTo>
                  <a:pt x="444328" y="34254"/>
                </a:lnTo>
                <a:lnTo>
                  <a:pt x="438514" y="35757"/>
                </a:lnTo>
                <a:lnTo>
                  <a:pt x="428028" y="41767"/>
                </a:lnTo>
                <a:lnTo>
                  <a:pt x="423872" y="45666"/>
                </a:lnTo>
                <a:lnTo>
                  <a:pt x="420802" y="50478"/>
                </a:lnTo>
                <a:lnTo>
                  <a:pt x="481341" y="50478"/>
                </a:lnTo>
                <a:lnTo>
                  <a:pt x="450715" y="34254"/>
                </a:lnTo>
                <a:close/>
              </a:path>
              <a:path w="1108075" h="168910">
                <a:moveTo>
                  <a:pt x="539652" y="0"/>
                </a:moveTo>
                <a:lnTo>
                  <a:pt x="514258" y="0"/>
                </a:lnTo>
                <a:lnTo>
                  <a:pt x="514258" y="132174"/>
                </a:lnTo>
                <a:lnTo>
                  <a:pt x="539652" y="132174"/>
                </a:lnTo>
                <a:lnTo>
                  <a:pt x="539652" y="76151"/>
                </a:lnTo>
                <a:lnTo>
                  <a:pt x="540415" y="70065"/>
                </a:lnTo>
                <a:lnTo>
                  <a:pt x="543484" y="61829"/>
                </a:lnTo>
                <a:lnTo>
                  <a:pt x="545905" y="58748"/>
                </a:lnTo>
                <a:lnTo>
                  <a:pt x="552540" y="54660"/>
                </a:lnTo>
                <a:lnTo>
                  <a:pt x="556315" y="53639"/>
                </a:lnTo>
                <a:lnTo>
                  <a:pt x="599619" y="53639"/>
                </a:lnTo>
                <a:lnTo>
                  <a:pt x="599458" y="52888"/>
                </a:lnTo>
                <a:lnTo>
                  <a:pt x="597838" y="49166"/>
                </a:lnTo>
                <a:lnTo>
                  <a:pt x="597434" y="48595"/>
                </a:lnTo>
                <a:lnTo>
                  <a:pt x="539652" y="48595"/>
                </a:lnTo>
                <a:lnTo>
                  <a:pt x="539652" y="0"/>
                </a:lnTo>
                <a:close/>
              </a:path>
              <a:path w="1108075" h="168910">
                <a:moveTo>
                  <a:pt x="599619" y="53639"/>
                </a:moveTo>
                <a:lnTo>
                  <a:pt x="564208" y="53639"/>
                </a:lnTo>
                <a:lnTo>
                  <a:pt x="567258" y="54436"/>
                </a:lnTo>
                <a:lnTo>
                  <a:pt x="572138" y="57622"/>
                </a:lnTo>
                <a:lnTo>
                  <a:pt x="573835" y="59771"/>
                </a:lnTo>
                <a:lnTo>
                  <a:pt x="575761" y="65180"/>
                </a:lnTo>
                <a:lnTo>
                  <a:pt x="576141" y="70065"/>
                </a:lnTo>
                <a:lnTo>
                  <a:pt x="576256" y="132174"/>
                </a:lnTo>
                <a:lnTo>
                  <a:pt x="601651" y="132174"/>
                </a:lnTo>
                <a:lnTo>
                  <a:pt x="601651" y="67404"/>
                </a:lnTo>
                <a:lnTo>
                  <a:pt x="601212" y="61063"/>
                </a:lnTo>
                <a:lnTo>
                  <a:pt x="599619" y="53639"/>
                </a:lnTo>
                <a:close/>
              </a:path>
              <a:path w="1108075" h="168910">
                <a:moveTo>
                  <a:pt x="574865" y="34254"/>
                </a:moveTo>
                <a:lnTo>
                  <a:pt x="569012" y="34254"/>
                </a:lnTo>
                <a:lnTo>
                  <a:pt x="560776" y="35150"/>
                </a:lnTo>
                <a:lnTo>
                  <a:pt x="553138" y="37837"/>
                </a:lnTo>
                <a:lnTo>
                  <a:pt x="546097" y="42318"/>
                </a:lnTo>
                <a:lnTo>
                  <a:pt x="539652" y="48595"/>
                </a:lnTo>
                <a:lnTo>
                  <a:pt x="597434" y="48595"/>
                </a:lnTo>
                <a:lnTo>
                  <a:pt x="593072" y="42433"/>
                </a:lnTo>
                <a:lnTo>
                  <a:pt x="589545" y="39656"/>
                </a:lnTo>
                <a:lnTo>
                  <a:pt x="580146" y="35338"/>
                </a:lnTo>
                <a:lnTo>
                  <a:pt x="574865" y="34254"/>
                </a:lnTo>
                <a:close/>
              </a:path>
              <a:path w="1108075" h="168910">
                <a:moveTo>
                  <a:pt x="657491" y="56614"/>
                </a:moveTo>
                <a:lnTo>
                  <a:pt x="632021" y="56614"/>
                </a:lnTo>
                <a:lnTo>
                  <a:pt x="632032" y="107574"/>
                </a:lnTo>
                <a:lnTo>
                  <a:pt x="632299" y="113329"/>
                </a:lnTo>
                <a:lnTo>
                  <a:pt x="632822" y="116214"/>
                </a:lnTo>
                <a:lnTo>
                  <a:pt x="633489" y="120361"/>
                </a:lnTo>
                <a:lnTo>
                  <a:pt x="652287" y="134336"/>
                </a:lnTo>
                <a:lnTo>
                  <a:pt x="664336" y="134336"/>
                </a:lnTo>
                <a:lnTo>
                  <a:pt x="671027" y="133075"/>
                </a:lnTo>
                <a:lnTo>
                  <a:pt x="676937" y="130549"/>
                </a:lnTo>
                <a:lnTo>
                  <a:pt x="675033" y="113329"/>
                </a:lnTo>
                <a:lnTo>
                  <a:pt x="662868" y="113329"/>
                </a:lnTo>
                <a:lnTo>
                  <a:pt x="661438" y="112909"/>
                </a:lnTo>
                <a:lnTo>
                  <a:pt x="659074" y="111225"/>
                </a:lnTo>
                <a:lnTo>
                  <a:pt x="658330" y="110158"/>
                </a:lnTo>
                <a:lnTo>
                  <a:pt x="657663" y="107574"/>
                </a:lnTo>
                <a:lnTo>
                  <a:pt x="657491" y="103020"/>
                </a:lnTo>
                <a:lnTo>
                  <a:pt x="657491" y="56614"/>
                </a:lnTo>
                <a:close/>
              </a:path>
              <a:path w="1108075" h="168910">
                <a:moveTo>
                  <a:pt x="674764" y="110894"/>
                </a:moveTo>
                <a:lnTo>
                  <a:pt x="670303" y="112517"/>
                </a:lnTo>
                <a:lnTo>
                  <a:pt x="666890" y="113329"/>
                </a:lnTo>
                <a:lnTo>
                  <a:pt x="675033" y="113329"/>
                </a:lnTo>
                <a:lnTo>
                  <a:pt x="674764" y="110894"/>
                </a:lnTo>
                <a:close/>
              </a:path>
              <a:path w="1108075" h="168910">
                <a:moveTo>
                  <a:pt x="674859" y="36422"/>
                </a:moveTo>
                <a:lnTo>
                  <a:pt x="620353" y="36422"/>
                </a:lnTo>
                <a:lnTo>
                  <a:pt x="620353" y="56614"/>
                </a:lnTo>
                <a:lnTo>
                  <a:pt x="674859" y="56614"/>
                </a:lnTo>
                <a:lnTo>
                  <a:pt x="674859" y="36422"/>
                </a:lnTo>
                <a:close/>
              </a:path>
              <a:path w="1108075" h="168910">
                <a:moveTo>
                  <a:pt x="657491" y="2605"/>
                </a:moveTo>
                <a:lnTo>
                  <a:pt x="632021" y="17384"/>
                </a:lnTo>
                <a:lnTo>
                  <a:pt x="632021" y="36422"/>
                </a:lnTo>
                <a:lnTo>
                  <a:pt x="657491" y="36422"/>
                </a:lnTo>
                <a:lnTo>
                  <a:pt x="657491" y="2605"/>
                </a:lnTo>
                <a:close/>
              </a:path>
              <a:path w="1108075" h="168910">
                <a:moveTo>
                  <a:pt x="719585" y="0"/>
                </a:moveTo>
                <a:lnTo>
                  <a:pt x="694191" y="0"/>
                </a:lnTo>
                <a:lnTo>
                  <a:pt x="694191" y="132174"/>
                </a:lnTo>
                <a:lnTo>
                  <a:pt x="719585" y="132174"/>
                </a:lnTo>
                <a:lnTo>
                  <a:pt x="719585" y="76151"/>
                </a:lnTo>
                <a:lnTo>
                  <a:pt x="720367" y="70065"/>
                </a:lnTo>
                <a:lnTo>
                  <a:pt x="723436" y="61829"/>
                </a:lnTo>
                <a:lnTo>
                  <a:pt x="725858" y="58748"/>
                </a:lnTo>
                <a:lnTo>
                  <a:pt x="732492" y="54660"/>
                </a:lnTo>
                <a:lnTo>
                  <a:pt x="736248" y="53639"/>
                </a:lnTo>
                <a:lnTo>
                  <a:pt x="779570" y="53639"/>
                </a:lnTo>
                <a:lnTo>
                  <a:pt x="779410" y="52888"/>
                </a:lnTo>
                <a:lnTo>
                  <a:pt x="777771" y="49166"/>
                </a:lnTo>
                <a:lnTo>
                  <a:pt x="777369" y="48595"/>
                </a:lnTo>
                <a:lnTo>
                  <a:pt x="719585" y="48595"/>
                </a:lnTo>
                <a:lnTo>
                  <a:pt x="719585" y="0"/>
                </a:lnTo>
                <a:close/>
              </a:path>
              <a:path w="1108075" h="168910">
                <a:moveTo>
                  <a:pt x="779570" y="53639"/>
                </a:moveTo>
                <a:lnTo>
                  <a:pt x="744141" y="53639"/>
                </a:lnTo>
                <a:lnTo>
                  <a:pt x="747210" y="54436"/>
                </a:lnTo>
                <a:lnTo>
                  <a:pt x="752072" y="57622"/>
                </a:lnTo>
                <a:lnTo>
                  <a:pt x="753787" y="59771"/>
                </a:lnTo>
                <a:lnTo>
                  <a:pt x="755713" y="65180"/>
                </a:lnTo>
                <a:lnTo>
                  <a:pt x="756078" y="70065"/>
                </a:lnTo>
                <a:lnTo>
                  <a:pt x="756190" y="132174"/>
                </a:lnTo>
                <a:lnTo>
                  <a:pt x="781584" y="132174"/>
                </a:lnTo>
                <a:lnTo>
                  <a:pt x="781584" y="67404"/>
                </a:lnTo>
                <a:lnTo>
                  <a:pt x="781145" y="61063"/>
                </a:lnTo>
                <a:lnTo>
                  <a:pt x="779570" y="53639"/>
                </a:lnTo>
                <a:close/>
              </a:path>
              <a:path w="1108075" h="168910">
                <a:moveTo>
                  <a:pt x="754798" y="34254"/>
                </a:moveTo>
                <a:lnTo>
                  <a:pt x="748964" y="34254"/>
                </a:lnTo>
                <a:lnTo>
                  <a:pt x="740725" y="35150"/>
                </a:lnTo>
                <a:lnTo>
                  <a:pt x="733081" y="37837"/>
                </a:lnTo>
                <a:lnTo>
                  <a:pt x="726034" y="42318"/>
                </a:lnTo>
                <a:lnTo>
                  <a:pt x="719585" y="48595"/>
                </a:lnTo>
                <a:lnTo>
                  <a:pt x="777369" y="48595"/>
                </a:lnTo>
                <a:lnTo>
                  <a:pt x="773024" y="42433"/>
                </a:lnTo>
                <a:lnTo>
                  <a:pt x="769478" y="39656"/>
                </a:lnTo>
                <a:lnTo>
                  <a:pt x="760079" y="35338"/>
                </a:lnTo>
                <a:lnTo>
                  <a:pt x="754798" y="34254"/>
                </a:lnTo>
                <a:close/>
              </a:path>
              <a:path w="1108075" h="168910">
                <a:moveTo>
                  <a:pt x="887724" y="53639"/>
                </a:moveTo>
                <a:lnTo>
                  <a:pt x="853172" y="53639"/>
                </a:lnTo>
                <a:lnTo>
                  <a:pt x="857709" y="54676"/>
                </a:lnTo>
                <a:lnTo>
                  <a:pt x="862533" y="58824"/>
                </a:lnTo>
                <a:lnTo>
                  <a:pt x="863734" y="62295"/>
                </a:lnTo>
                <a:lnTo>
                  <a:pt x="863734" y="69688"/>
                </a:lnTo>
                <a:lnTo>
                  <a:pt x="859619" y="71159"/>
                </a:lnTo>
                <a:lnTo>
                  <a:pt x="854137" y="72687"/>
                </a:lnTo>
                <a:lnTo>
                  <a:pt x="847286" y="74270"/>
                </a:lnTo>
                <a:lnTo>
                  <a:pt x="830275" y="77593"/>
                </a:lnTo>
                <a:lnTo>
                  <a:pt x="823545" y="79561"/>
                </a:lnTo>
                <a:lnTo>
                  <a:pt x="814204" y="84071"/>
                </a:lnTo>
                <a:lnTo>
                  <a:pt x="810562" y="87316"/>
                </a:lnTo>
                <a:lnTo>
                  <a:pt x="805396" y="95791"/>
                </a:lnTo>
                <a:lnTo>
                  <a:pt x="804099" y="100616"/>
                </a:lnTo>
                <a:lnTo>
                  <a:pt x="804099" y="114200"/>
                </a:lnTo>
                <a:lnTo>
                  <a:pt x="806940" y="120962"/>
                </a:lnTo>
                <a:lnTo>
                  <a:pt x="818322" y="131662"/>
                </a:lnTo>
                <a:lnTo>
                  <a:pt x="826119" y="134336"/>
                </a:lnTo>
                <a:lnTo>
                  <a:pt x="841600" y="134336"/>
                </a:lnTo>
                <a:lnTo>
                  <a:pt x="846881" y="133285"/>
                </a:lnTo>
                <a:lnTo>
                  <a:pt x="856756" y="129077"/>
                </a:lnTo>
                <a:lnTo>
                  <a:pt x="861389" y="125922"/>
                </a:lnTo>
                <a:lnTo>
                  <a:pt x="865736" y="121715"/>
                </a:lnTo>
                <a:lnTo>
                  <a:pt x="890118" y="121715"/>
                </a:lnTo>
                <a:lnTo>
                  <a:pt x="889057" y="116484"/>
                </a:lnTo>
                <a:lnTo>
                  <a:pt x="839483" y="116484"/>
                </a:lnTo>
                <a:lnTo>
                  <a:pt x="836109" y="115191"/>
                </a:lnTo>
                <a:lnTo>
                  <a:pt x="830809" y="110023"/>
                </a:lnTo>
                <a:lnTo>
                  <a:pt x="829494" y="106957"/>
                </a:lnTo>
                <a:lnTo>
                  <a:pt x="829494" y="99804"/>
                </a:lnTo>
                <a:lnTo>
                  <a:pt x="831152" y="96827"/>
                </a:lnTo>
                <a:lnTo>
                  <a:pt x="834469" y="94484"/>
                </a:lnTo>
                <a:lnTo>
                  <a:pt x="836624" y="93041"/>
                </a:lnTo>
                <a:lnTo>
                  <a:pt x="841237" y="91568"/>
                </a:lnTo>
                <a:lnTo>
                  <a:pt x="855345" y="88563"/>
                </a:lnTo>
                <a:lnTo>
                  <a:pt x="860493" y="87270"/>
                </a:lnTo>
                <a:lnTo>
                  <a:pt x="863734" y="86190"/>
                </a:lnTo>
                <a:lnTo>
                  <a:pt x="888554" y="86190"/>
                </a:lnTo>
                <a:lnTo>
                  <a:pt x="888676" y="72687"/>
                </a:lnTo>
                <a:lnTo>
                  <a:pt x="888690" y="60131"/>
                </a:lnTo>
                <a:lnTo>
                  <a:pt x="887724" y="53639"/>
                </a:lnTo>
                <a:close/>
              </a:path>
              <a:path w="1108075" h="168910">
                <a:moveTo>
                  <a:pt x="890118" y="121715"/>
                </a:moveTo>
                <a:lnTo>
                  <a:pt x="865736" y="121715"/>
                </a:lnTo>
                <a:lnTo>
                  <a:pt x="865907" y="122194"/>
                </a:lnTo>
                <a:lnTo>
                  <a:pt x="866250" y="123322"/>
                </a:lnTo>
                <a:lnTo>
                  <a:pt x="866632" y="124689"/>
                </a:lnTo>
                <a:lnTo>
                  <a:pt x="867604" y="127995"/>
                </a:lnTo>
                <a:lnTo>
                  <a:pt x="868405" y="130490"/>
                </a:lnTo>
                <a:lnTo>
                  <a:pt x="869072" y="132174"/>
                </a:lnTo>
                <a:lnTo>
                  <a:pt x="894199" y="132174"/>
                </a:lnTo>
                <a:lnTo>
                  <a:pt x="891969" y="127605"/>
                </a:lnTo>
                <a:lnTo>
                  <a:pt x="890444" y="123322"/>
                </a:lnTo>
                <a:lnTo>
                  <a:pt x="890118" y="121715"/>
                </a:lnTo>
                <a:close/>
              </a:path>
              <a:path w="1108075" h="168910">
                <a:moveTo>
                  <a:pt x="888554" y="86190"/>
                </a:moveTo>
                <a:lnTo>
                  <a:pt x="863734" y="86190"/>
                </a:lnTo>
                <a:lnTo>
                  <a:pt x="863734" y="97309"/>
                </a:lnTo>
                <a:lnTo>
                  <a:pt x="863410" y="101426"/>
                </a:lnTo>
                <a:lnTo>
                  <a:pt x="862742" y="103591"/>
                </a:lnTo>
                <a:lnTo>
                  <a:pt x="861789" y="106896"/>
                </a:lnTo>
                <a:lnTo>
                  <a:pt x="859768" y="109692"/>
                </a:lnTo>
                <a:lnTo>
                  <a:pt x="856699" y="111977"/>
                </a:lnTo>
                <a:lnTo>
                  <a:pt x="852543" y="114982"/>
                </a:lnTo>
                <a:lnTo>
                  <a:pt x="848177" y="116484"/>
                </a:lnTo>
                <a:lnTo>
                  <a:pt x="889057" y="116484"/>
                </a:lnTo>
                <a:lnTo>
                  <a:pt x="888823" y="115328"/>
                </a:lnTo>
                <a:lnTo>
                  <a:pt x="888481" y="110023"/>
                </a:lnTo>
                <a:lnTo>
                  <a:pt x="888554" y="86190"/>
                </a:lnTo>
                <a:close/>
              </a:path>
              <a:path w="1108075" h="168910">
                <a:moveTo>
                  <a:pt x="848291" y="34254"/>
                </a:moveTo>
                <a:lnTo>
                  <a:pt x="809304" y="52226"/>
                </a:lnTo>
                <a:lnTo>
                  <a:pt x="806711" y="61483"/>
                </a:lnTo>
                <a:lnTo>
                  <a:pt x="829760" y="65631"/>
                </a:lnTo>
                <a:lnTo>
                  <a:pt x="831324" y="61182"/>
                </a:lnTo>
                <a:lnTo>
                  <a:pt x="833383" y="58073"/>
                </a:lnTo>
                <a:lnTo>
                  <a:pt x="838435" y="54525"/>
                </a:lnTo>
                <a:lnTo>
                  <a:pt x="841962" y="53639"/>
                </a:lnTo>
                <a:lnTo>
                  <a:pt x="887724" y="53639"/>
                </a:lnTo>
                <a:lnTo>
                  <a:pt x="887565" y="52572"/>
                </a:lnTo>
                <a:lnTo>
                  <a:pt x="856242" y="34504"/>
                </a:lnTo>
                <a:lnTo>
                  <a:pt x="848291" y="34254"/>
                </a:lnTo>
                <a:close/>
              </a:path>
              <a:path w="1108075" h="168910">
                <a:moveTo>
                  <a:pt x="942185" y="0"/>
                </a:moveTo>
                <a:lnTo>
                  <a:pt x="916791" y="0"/>
                </a:lnTo>
                <a:lnTo>
                  <a:pt x="916791" y="132174"/>
                </a:lnTo>
                <a:lnTo>
                  <a:pt x="942185" y="132174"/>
                </a:lnTo>
                <a:lnTo>
                  <a:pt x="942185" y="0"/>
                </a:lnTo>
                <a:close/>
              </a:path>
              <a:path w="1108075" h="168910">
                <a:moveTo>
                  <a:pt x="995147" y="0"/>
                </a:moveTo>
                <a:lnTo>
                  <a:pt x="969753" y="0"/>
                </a:lnTo>
                <a:lnTo>
                  <a:pt x="969753" y="23432"/>
                </a:lnTo>
                <a:lnTo>
                  <a:pt x="995147" y="23432"/>
                </a:lnTo>
                <a:lnTo>
                  <a:pt x="995147" y="0"/>
                </a:lnTo>
                <a:close/>
              </a:path>
              <a:path w="1108075" h="168910">
                <a:moveTo>
                  <a:pt x="995147" y="36422"/>
                </a:moveTo>
                <a:lnTo>
                  <a:pt x="969753" y="36422"/>
                </a:lnTo>
                <a:lnTo>
                  <a:pt x="969753" y="132174"/>
                </a:lnTo>
                <a:lnTo>
                  <a:pt x="995147" y="132174"/>
                </a:lnTo>
                <a:lnTo>
                  <a:pt x="995147" y="36422"/>
                </a:lnTo>
                <a:close/>
              </a:path>
              <a:path w="1108075" h="168910">
                <a:moveTo>
                  <a:pt x="1063666" y="34254"/>
                </a:moveTo>
                <a:lnTo>
                  <a:pt x="1024180" y="54721"/>
                </a:lnTo>
                <a:lnTo>
                  <a:pt x="1017110" y="84385"/>
                </a:lnTo>
                <a:lnTo>
                  <a:pt x="1017894" y="95475"/>
                </a:lnTo>
                <a:lnTo>
                  <a:pt x="1044291" y="131023"/>
                </a:lnTo>
                <a:lnTo>
                  <a:pt x="1063208" y="134336"/>
                </a:lnTo>
                <a:lnTo>
                  <a:pt x="1072005" y="133790"/>
                </a:lnTo>
                <a:lnTo>
                  <a:pt x="1102497" y="113688"/>
                </a:lnTo>
                <a:lnTo>
                  <a:pt x="1057927" y="113688"/>
                </a:lnTo>
                <a:lnTo>
                  <a:pt x="1052799" y="111345"/>
                </a:lnTo>
                <a:lnTo>
                  <a:pt x="1045154" y="101968"/>
                </a:lnTo>
                <a:lnTo>
                  <a:pt x="1043228" y="93944"/>
                </a:lnTo>
                <a:lnTo>
                  <a:pt x="1043228" y="72364"/>
                </a:lnTo>
                <a:lnTo>
                  <a:pt x="1045116" y="65076"/>
                </a:lnTo>
                <a:lnTo>
                  <a:pt x="1052646" y="56359"/>
                </a:lnTo>
                <a:lnTo>
                  <a:pt x="1057699" y="54179"/>
                </a:lnTo>
                <a:lnTo>
                  <a:pt x="1101990" y="54179"/>
                </a:lnTo>
                <a:lnTo>
                  <a:pt x="1100432" y="51286"/>
                </a:lnTo>
                <a:lnTo>
                  <a:pt x="1071981" y="34725"/>
                </a:lnTo>
                <a:lnTo>
                  <a:pt x="1063666" y="34254"/>
                </a:lnTo>
                <a:close/>
              </a:path>
              <a:path w="1108075" h="168910">
                <a:moveTo>
                  <a:pt x="1082731" y="95475"/>
                </a:moveTo>
                <a:lnTo>
                  <a:pt x="1081472" y="102147"/>
                </a:lnTo>
                <a:lnTo>
                  <a:pt x="1079299" y="106851"/>
                </a:lnTo>
                <a:lnTo>
                  <a:pt x="1073141" y="112321"/>
                </a:lnTo>
                <a:lnTo>
                  <a:pt x="1069195" y="113688"/>
                </a:lnTo>
                <a:lnTo>
                  <a:pt x="1102497" y="113688"/>
                </a:lnTo>
                <a:lnTo>
                  <a:pt x="1105279" y="107755"/>
                </a:lnTo>
                <a:lnTo>
                  <a:pt x="1107667" y="99713"/>
                </a:lnTo>
                <a:lnTo>
                  <a:pt x="1082731" y="95475"/>
                </a:lnTo>
                <a:close/>
              </a:path>
              <a:path w="1108075" h="168910">
                <a:moveTo>
                  <a:pt x="1101990" y="54179"/>
                </a:moveTo>
                <a:lnTo>
                  <a:pt x="1068775" y="54179"/>
                </a:lnTo>
                <a:lnTo>
                  <a:pt x="1072645" y="55442"/>
                </a:lnTo>
                <a:lnTo>
                  <a:pt x="1078613" y="60492"/>
                </a:lnTo>
                <a:lnTo>
                  <a:pt x="1080538" y="64248"/>
                </a:lnTo>
                <a:lnTo>
                  <a:pt x="1081377" y="69237"/>
                </a:lnTo>
                <a:lnTo>
                  <a:pt x="1106409" y="64730"/>
                </a:lnTo>
                <a:lnTo>
                  <a:pt x="1103785" y="57515"/>
                </a:lnTo>
                <a:lnTo>
                  <a:pt x="1101990" y="5417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7076447" y="2897983"/>
            <a:ext cx="360045" cy="134620"/>
          </a:xfrm>
          <a:custGeom>
            <a:avLst/>
            <a:gdLst/>
            <a:ahLst/>
            <a:cxnLst/>
            <a:rect l="l" t="t" r="r" b="b"/>
            <a:pathLst>
              <a:path w="360045" h="134619">
                <a:moveTo>
                  <a:pt x="83626" y="53639"/>
                </a:moveTo>
                <a:lnTo>
                  <a:pt x="49091" y="53639"/>
                </a:lnTo>
                <a:lnTo>
                  <a:pt x="53629" y="54676"/>
                </a:lnTo>
                <a:lnTo>
                  <a:pt x="58452" y="58824"/>
                </a:lnTo>
                <a:lnTo>
                  <a:pt x="59653" y="62295"/>
                </a:lnTo>
                <a:lnTo>
                  <a:pt x="59653" y="69688"/>
                </a:lnTo>
                <a:lnTo>
                  <a:pt x="55538" y="71159"/>
                </a:lnTo>
                <a:lnTo>
                  <a:pt x="50056" y="72687"/>
                </a:lnTo>
                <a:lnTo>
                  <a:pt x="43205" y="74270"/>
                </a:lnTo>
                <a:lnTo>
                  <a:pt x="26194" y="77593"/>
                </a:lnTo>
                <a:lnTo>
                  <a:pt x="19446" y="79561"/>
                </a:lnTo>
                <a:lnTo>
                  <a:pt x="10123" y="84071"/>
                </a:lnTo>
                <a:lnTo>
                  <a:pt x="6482" y="87316"/>
                </a:lnTo>
                <a:lnTo>
                  <a:pt x="1296" y="95791"/>
                </a:lnTo>
                <a:lnTo>
                  <a:pt x="0" y="100616"/>
                </a:lnTo>
                <a:lnTo>
                  <a:pt x="0" y="114200"/>
                </a:lnTo>
                <a:lnTo>
                  <a:pt x="2859" y="120962"/>
                </a:lnTo>
                <a:lnTo>
                  <a:pt x="14241" y="131662"/>
                </a:lnTo>
                <a:lnTo>
                  <a:pt x="22038" y="134336"/>
                </a:lnTo>
                <a:lnTo>
                  <a:pt x="37519" y="134336"/>
                </a:lnTo>
                <a:lnTo>
                  <a:pt x="42781" y="133285"/>
                </a:lnTo>
                <a:lnTo>
                  <a:pt x="52675" y="129077"/>
                </a:lnTo>
                <a:lnTo>
                  <a:pt x="57308" y="125922"/>
                </a:lnTo>
                <a:lnTo>
                  <a:pt x="61655" y="121715"/>
                </a:lnTo>
                <a:lnTo>
                  <a:pt x="86037" y="121715"/>
                </a:lnTo>
                <a:lnTo>
                  <a:pt x="84977" y="116484"/>
                </a:lnTo>
                <a:lnTo>
                  <a:pt x="35403" y="116484"/>
                </a:lnTo>
                <a:lnTo>
                  <a:pt x="32028" y="115191"/>
                </a:lnTo>
                <a:lnTo>
                  <a:pt x="26728" y="110023"/>
                </a:lnTo>
                <a:lnTo>
                  <a:pt x="25413" y="106957"/>
                </a:lnTo>
                <a:lnTo>
                  <a:pt x="25413" y="99804"/>
                </a:lnTo>
                <a:lnTo>
                  <a:pt x="27052" y="96827"/>
                </a:lnTo>
                <a:lnTo>
                  <a:pt x="30370" y="94484"/>
                </a:lnTo>
                <a:lnTo>
                  <a:pt x="32543" y="93041"/>
                </a:lnTo>
                <a:lnTo>
                  <a:pt x="37157" y="91568"/>
                </a:lnTo>
                <a:lnTo>
                  <a:pt x="51246" y="88563"/>
                </a:lnTo>
                <a:lnTo>
                  <a:pt x="56412" y="87270"/>
                </a:lnTo>
                <a:lnTo>
                  <a:pt x="59653" y="86190"/>
                </a:lnTo>
                <a:lnTo>
                  <a:pt x="84463" y="86190"/>
                </a:lnTo>
                <a:lnTo>
                  <a:pt x="84579" y="74270"/>
                </a:lnTo>
                <a:lnTo>
                  <a:pt x="84609" y="60131"/>
                </a:lnTo>
                <a:lnTo>
                  <a:pt x="83626" y="53639"/>
                </a:lnTo>
                <a:close/>
              </a:path>
              <a:path w="360045" h="134619">
                <a:moveTo>
                  <a:pt x="86037" y="121715"/>
                </a:moveTo>
                <a:lnTo>
                  <a:pt x="61655" y="121715"/>
                </a:lnTo>
                <a:lnTo>
                  <a:pt x="61826" y="122194"/>
                </a:lnTo>
                <a:lnTo>
                  <a:pt x="62169" y="123322"/>
                </a:lnTo>
                <a:lnTo>
                  <a:pt x="62551" y="124689"/>
                </a:lnTo>
                <a:lnTo>
                  <a:pt x="63523" y="127995"/>
                </a:lnTo>
                <a:lnTo>
                  <a:pt x="64324" y="130490"/>
                </a:lnTo>
                <a:lnTo>
                  <a:pt x="64991" y="132174"/>
                </a:lnTo>
                <a:lnTo>
                  <a:pt x="90119" y="132174"/>
                </a:lnTo>
                <a:lnTo>
                  <a:pt x="87888" y="127605"/>
                </a:lnTo>
                <a:lnTo>
                  <a:pt x="86363" y="123322"/>
                </a:lnTo>
                <a:lnTo>
                  <a:pt x="86037" y="121715"/>
                </a:lnTo>
                <a:close/>
              </a:path>
              <a:path w="360045" h="134619">
                <a:moveTo>
                  <a:pt x="84463" y="86190"/>
                </a:moveTo>
                <a:lnTo>
                  <a:pt x="59653" y="86190"/>
                </a:lnTo>
                <a:lnTo>
                  <a:pt x="59653" y="97309"/>
                </a:lnTo>
                <a:lnTo>
                  <a:pt x="59329" y="101426"/>
                </a:lnTo>
                <a:lnTo>
                  <a:pt x="58662" y="103591"/>
                </a:lnTo>
                <a:lnTo>
                  <a:pt x="57709" y="106896"/>
                </a:lnTo>
                <a:lnTo>
                  <a:pt x="55688" y="109692"/>
                </a:lnTo>
                <a:lnTo>
                  <a:pt x="52599" y="111977"/>
                </a:lnTo>
                <a:lnTo>
                  <a:pt x="48443" y="114982"/>
                </a:lnTo>
                <a:lnTo>
                  <a:pt x="44077" y="116484"/>
                </a:lnTo>
                <a:lnTo>
                  <a:pt x="84977" y="116484"/>
                </a:lnTo>
                <a:lnTo>
                  <a:pt x="84742" y="115328"/>
                </a:lnTo>
                <a:lnTo>
                  <a:pt x="84384" y="110023"/>
                </a:lnTo>
                <a:lnTo>
                  <a:pt x="84463" y="86190"/>
                </a:lnTo>
                <a:close/>
              </a:path>
              <a:path w="360045" h="134619">
                <a:moveTo>
                  <a:pt x="44211" y="34254"/>
                </a:moveTo>
                <a:lnTo>
                  <a:pt x="5223" y="52226"/>
                </a:lnTo>
                <a:lnTo>
                  <a:pt x="2630" y="61483"/>
                </a:lnTo>
                <a:lnTo>
                  <a:pt x="25680" y="65631"/>
                </a:lnTo>
                <a:lnTo>
                  <a:pt x="27243" y="61182"/>
                </a:lnTo>
                <a:lnTo>
                  <a:pt x="29283" y="58073"/>
                </a:lnTo>
                <a:lnTo>
                  <a:pt x="34354" y="54525"/>
                </a:lnTo>
                <a:lnTo>
                  <a:pt x="37881" y="53639"/>
                </a:lnTo>
                <a:lnTo>
                  <a:pt x="83626" y="53639"/>
                </a:lnTo>
                <a:lnTo>
                  <a:pt x="83465" y="52572"/>
                </a:lnTo>
                <a:lnTo>
                  <a:pt x="52161" y="34504"/>
                </a:lnTo>
                <a:lnTo>
                  <a:pt x="44211" y="34254"/>
                </a:lnTo>
                <a:close/>
              </a:path>
              <a:path w="360045" h="134619">
                <a:moveTo>
                  <a:pt x="153642" y="34254"/>
                </a:moveTo>
                <a:lnTo>
                  <a:pt x="114175" y="54721"/>
                </a:lnTo>
                <a:lnTo>
                  <a:pt x="107105" y="84385"/>
                </a:lnTo>
                <a:lnTo>
                  <a:pt x="107889" y="95475"/>
                </a:lnTo>
                <a:lnTo>
                  <a:pt x="134273" y="131023"/>
                </a:lnTo>
                <a:lnTo>
                  <a:pt x="153204" y="134336"/>
                </a:lnTo>
                <a:lnTo>
                  <a:pt x="161998" y="133790"/>
                </a:lnTo>
                <a:lnTo>
                  <a:pt x="192493" y="113688"/>
                </a:lnTo>
                <a:lnTo>
                  <a:pt x="147923" y="113688"/>
                </a:lnTo>
                <a:lnTo>
                  <a:pt x="142794" y="111345"/>
                </a:lnTo>
                <a:lnTo>
                  <a:pt x="135130" y="101968"/>
                </a:lnTo>
                <a:lnTo>
                  <a:pt x="133224" y="93944"/>
                </a:lnTo>
                <a:lnTo>
                  <a:pt x="133224" y="72364"/>
                </a:lnTo>
                <a:lnTo>
                  <a:pt x="135111" y="65076"/>
                </a:lnTo>
                <a:lnTo>
                  <a:pt x="142642" y="56359"/>
                </a:lnTo>
                <a:lnTo>
                  <a:pt x="147694" y="54179"/>
                </a:lnTo>
                <a:lnTo>
                  <a:pt x="191985" y="54179"/>
                </a:lnTo>
                <a:lnTo>
                  <a:pt x="190428" y="51286"/>
                </a:lnTo>
                <a:lnTo>
                  <a:pt x="161968" y="34725"/>
                </a:lnTo>
                <a:lnTo>
                  <a:pt x="153642" y="34254"/>
                </a:lnTo>
                <a:close/>
              </a:path>
              <a:path w="360045" h="134619">
                <a:moveTo>
                  <a:pt x="172726" y="95475"/>
                </a:moveTo>
                <a:lnTo>
                  <a:pt x="171449" y="102147"/>
                </a:lnTo>
                <a:lnTo>
                  <a:pt x="169294" y="106851"/>
                </a:lnTo>
                <a:lnTo>
                  <a:pt x="163137" y="112321"/>
                </a:lnTo>
                <a:lnTo>
                  <a:pt x="159190" y="113688"/>
                </a:lnTo>
                <a:lnTo>
                  <a:pt x="192493" y="113688"/>
                </a:lnTo>
                <a:lnTo>
                  <a:pt x="195274" y="107755"/>
                </a:lnTo>
                <a:lnTo>
                  <a:pt x="197663" y="99713"/>
                </a:lnTo>
                <a:lnTo>
                  <a:pt x="172726" y="95475"/>
                </a:lnTo>
                <a:close/>
              </a:path>
              <a:path w="360045" h="134619">
                <a:moveTo>
                  <a:pt x="191985" y="54179"/>
                </a:moveTo>
                <a:lnTo>
                  <a:pt x="158771" y="54179"/>
                </a:lnTo>
                <a:lnTo>
                  <a:pt x="162641" y="55442"/>
                </a:lnTo>
                <a:lnTo>
                  <a:pt x="168608" y="60492"/>
                </a:lnTo>
                <a:lnTo>
                  <a:pt x="170515" y="64248"/>
                </a:lnTo>
                <a:lnTo>
                  <a:pt x="171373" y="69237"/>
                </a:lnTo>
                <a:lnTo>
                  <a:pt x="196405" y="64730"/>
                </a:lnTo>
                <a:lnTo>
                  <a:pt x="193781" y="57515"/>
                </a:lnTo>
                <a:lnTo>
                  <a:pt x="191985" y="54179"/>
                </a:lnTo>
                <a:close/>
              </a:path>
              <a:path w="360045" h="134619">
                <a:moveTo>
                  <a:pt x="244124" y="0"/>
                </a:moveTo>
                <a:lnTo>
                  <a:pt x="218729" y="0"/>
                </a:lnTo>
                <a:lnTo>
                  <a:pt x="218729" y="23432"/>
                </a:lnTo>
                <a:lnTo>
                  <a:pt x="244124" y="23432"/>
                </a:lnTo>
                <a:lnTo>
                  <a:pt x="244124" y="0"/>
                </a:lnTo>
                <a:close/>
              </a:path>
              <a:path w="360045" h="134619">
                <a:moveTo>
                  <a:pt x="244124" y="36422"/>
                </a:moveTo>
                <a:lnTo>
                  <a:pt x="218729" y="36422"/>
                </a:lnTo>
                <a:lnTo>
                  <a:pt x="218729" y="132174"/>
                </a:lnTo>
                <a:lnTo>
                  <a:pt x="244124" y="132174"/>
                </a:lnTo>
                <a:lnTo>
                  <a:pt x="244124" y="36422"/>
                </a:lnTo>
                <a:close/>
              </a:path>
              <a:path w="360045" h="134619">
                <a:moveTo>
                  <a:pt x="306484" y="34254"/>
                </a:moveTo>
                <a:lnTo>
                  <a:pt x="272449" y="53986"/>
                </a:lnTo>
                <a:lnTo>
                  <a:pt x="265991" y="83934"/>
                </a:lnTo>
                <a:lnTo>
                  <a:pt x="266728" y="95180"/>
                </a:lnTo>
                <a:lnTo>
                  <a:pt x="290763" y="131012"/>
                </a:lnTo>
                <a:lnTo>
                  <a:pt x="306122" y="134336"/>
                </a:lnTo>
                <a:lnTo>
                  <a:pt x="311537" y="134336"/>
                </a:lnTo>
                <a:lnTo>
                  <a:pt x="316913" y="132999"/>
                </a:lnTo>
                <a:lnTo>
                  <a:pt x="327589" y="127649"/>
                </a:lnTo>
                <a:lnTo>
                  <a:pt x="332203" y="123577"/>
                </a:lnTo>
                <a:lnTo>
                  <a:pt x="336130" y="118107"/>
                </a:lnTo>
                <a:lnTo>
                  <a:pt x="359713" y="118107"/>
                </a:lnTo>
                <a:lnTo>
                  <a:pt x="359713" y="114320"/>
                </a:lnTo>
                <a:lnTo>
                  <a:pt x="306008" y="114320"/>
                </a:lnTo>
                <a:lnTo>
                  <a:pt x="300269" y="111014"/>
                </a:lnTo>
                <a:lnTo>
                  <a:pt x="293349" y="99834"/>
                </a:lnTo>
                <a:lnTo>
                  <a:pt x="291938" y="92440"/>
                </a:lnTo>
                <a:lnTo>
                  <a:pt x="292004" y="72492"/>
                </a:lnTo>
                <a:lnTo>
                  <a:pt x="293959" y="65585"/>
                </a:lnTo>
                <a:lnTo>
                  <a:pt x="302100" y="56028"/>
                </a:lnTo>
                <a:lnTo>
                  <a:pt x="307152" y="53639"/>
                </a:lnTo>
                <a:lnTo>
                  <a:pt x="359713" y="53639"/>
                </a:lnTo>
                <a:lnTo>
                  <a:pt x="359713" y="47606"/>
                </a:lnTo>
                <a:lnTo>
                  <a:pt x="334319" y="47606"/>
                </a:lnTo>
                <a:lnTo>
                  <a:pt x="328171" y="41765"/>
                </a:lnTo>
                <a:lnTo>
                  <a:pt x="321481" y="37592"/>
                </a:lnTo>
                <a:lnTo>
                  <a:pt x="314252" y="35089"/>
                </a:lnTo>
                <a:lnTo>
                  <a:pt x="306484" y="34254"/>
                </a:lnTo>
                <a:close/>
              </a:path>
              <a:path w="360045" h="134619">
                <a:moveTo>
                  <a:pt x="359713" y="118107"/>
                </a:moveTo>
                <a:lnTo>
                  <a:pt x="336130" y="118107"/>
                </a:lnTo>
                <a:lnTo>
                  <a:pt x="336130" y="132174"/>
                </a:lnTo>
                <a:lnTo>
                  <a:pt x="359713" y="132174"/>
                </a:lnTo>
                <a:lnTo>
                  <a:pt x="359713" y="118107"/>
                </a:lnTo>
                <a:close/>
              </a:path>
              <a:path w="360045" h="134619">
                <a:moveTo>
                  <a:pt x="359713" y="53639"/>
                </a:moveTo>
                <a:lnTo>
                  <a:pt x="319372" y="53639"/>
                </a:lnTo>
                <a:lnTo>
                  <a:pt x="324462" y="56058"/>
                </a:lnTo>
                <a:lnTo>
                  <a:pt x="332413" y="65736"/>
                </a:lnTo>
                <a:lnTo>
                  <a:pt x="334414" y="73656"/>
                </a:lnTo>
                <a:lnTo>
                  <a:pt x="334414" y="94515"/>
                </a:lnTo>
                <a:lnTo>
                  <a:pt x="332355" y="101923"/>
                </a:lnTo>
                <a:lnTo>
                  <a:pt x="324157" y="111842"/>
                </a:lnTo>
                <a:lnTo>
                  <a:pt x="319201" y="114320"/>
                </a:lnTo>
                <a:lnTo>
                  <a:pt x="359713" y="114320"/>
                </a:lnTo>
                <a:lnTo>
                  <a:pt x="359713" y="53639"/>
                </a:lnTo>
                <a:close/>
              </a:path>
              <a:path w="360045" h="134619">
                <a:moveTo>
                  <a:pt x="359713" y="0"/>
                </a:moveTo>
                <a:lnTo>
                  <a:pt x="334319" y="0"/>
                </a:lnTo>
                <a:lnTo>
                  <a:pt x="334319" y="47606"/>
                </a:lnTo>
                <a:lnTo>
                  <a:pt x="359713" y="47606"/>
                </a:lnTo>
                <a:lnTo>
                  <a:pt x="35971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9" name="object 39"/>
          <p:cNvGrpSpPr/>
          <p:nvPr/>
        </p:nvGrpSpPr>
        <p:grpSpPr>
          <a:xfrm>
            <a:off x="8589482" y="1426327"/>
            <a:ext cx="527685" cy="1270635"/>
            <a:chOff x="8589482" y="1426327"/>
            <a:chExt cx="527685" cy="1270635"/>
          </a:xfrm>
        </p:grpSpPr>
        <p:sp>
          <p:nvSpPr>
            <p:cNvPr id="40" name="object 40"/>
            <p:cNvSpPr/>
            <p:nvPr/>
          </p:nvSpPr>
          <p:spPr>
            <a:xfrm>
              <a:off x="8589480" y="1890890"/>
              <a:ext cx="501650" cy="435609"/>
            </a:xfrm>
            <a:custGeom>
              <a:avLst/>
              <a:gdLst/>
              <a:ahLst/>
              <a:cxnLst/>
              <a:rect l="l" t="t" r="r" b="b"/>
              <a:pathLst>
                <a:path w="501650" h="435610">
                  <a:moveTo>
                    <a:pt x="79883" y="37020"/>
                  </a:moveTo>
                  <a:lnTo>
                    <a:pt x="74726" y="31915"/>
                  </a:lnTo>
                  <a:lnTo>
                    <a:pt x="62153" y="31915"/>
                  </a:lnTo>
                  <a:lnTo>
                    <a:pt x="56997" y="37020"/>
                  </a:lnTo>
                  <a:lnTo>
                    <a:pt x="56997" y="259702"/>
                  </a:lnTo>
                  <a:lnTo>
                    <a:pt x="62153" y="264820"/>
                  </a:lnTo>
                  <a:lnTo>
                    <a:pt x="74726" y="264820"/>
                  </a:lnTo>
                  <a:lnTo>
                    <a:pt x="79883" y="259702"/>
                  </a:lnTo>
                  <a:lnTo>
                    <a:pt x="79883" y="37020"/>
                  </a:lnTo>
                  <a:close/>
                </a:path>
                <a:path w="501650" h="435610">
                  <a:moveTo>
                    <a:pt x="501586" y="285051"/>
                  </a:moveTo>
                  <a:lnTo>
                    <a:pt x="495300" y="274129"/>
                  </a:lnTo>
                  <a:lnTo>
                    <a:pt x="488238" y="272275"/>
                  </a:lnTo>
                  <a:lnTo>
                    <a:pt x="250786" y="409092"/>
                  </a:lnTo>
                  <a:lnTo>
                    <a:pt x="24396" y="278752"/>
                  </a:lnTo>
                  <a:lnTo>
                    <a:pt x="24396" y="5118"/>
                  </a:lnTo>
                  <a:lnTo>
                    <a:pt x="19253" y="0"/>
                  </a:lnTo>
                  <a:lnTo>
                    <a:pt x="6667" y="0"/>
                  </a:lnTo>
                  <a:lnTo>
                    <a:pt x="1524" y="5118"/>
                  </a:lnTo>
                  <a:lnTo>
                    <a:pt x="1524" y="282409"/>
                  </a:lnTo>
                  <a:lnTo>
                    <a:pt x="0" y="285051"/>
                  </a:lnTo>
                  <a:lnTo>
                    <a:pt x="1524" y="291261"/>
                  </a:lnTo>
                  <a:lnTo>
                    <a:pt x="1524" y="291617"/>
                  </a:lnTo>
                  <a:lnTo>
                    <a:pt x="1638" y="291744"/>
                  </a:lnTo>
                  <a:lnTo>
                    <a:pt x="1714" y="292036"/>
                  </a:lnTo>
                  <a:lnTo>
                    <a:pt x="2260" y="292366"/>
                  </a:lnTo>
                  <a:lnTo>
                    <a:pt x="6667" y="296710"/>
                  </a:lnTo>
                  <a:lnTo>
                    <a:pt x="9829" y="296710"/>
                  </a:lnTo>
                  <a:lnTo>
                    <a:pt x="242417" y="430618"/>
                  </a:lnTo>
                  <a:lnTo>
                    <a:pt x="244030" y="433400"/>
                  </a:lnTo>
                  <a:lnTo>
                    <a:pt x="250012" y="434987"/>
                  </a:lnTo>
                  <a:lnTo>
                    <a:pt x="250507" y="435267"/>
                  </a:lnTo>
                  <a:lnTo>
                    <a:pt x="250786" y="435203"/>
                  </a:lnTo>
                  <a:lnTo>
                    <a:pt x="251079" y="435267"/>
                  </a:lnTo>
                  <a:lnTo>
                    <a:pt x="251561" y="434987"/>
                  </a:lnTo>
                  <a:lnTo>
                    <a:pt x="257556" y="433400"/>
                  </a:lnTo>
                  <a:lnTo>
                    <a:pt x="259168" y="430606"/>
                  </a:lnTo>
                  <a:lnTo>
                    <a:pt x="499681" y="292036"/>
                  </a:lnTo>
                  <a:lnTo>
                    <a:pt x="501586" y="2850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8827220" y="2131238"/>
              <a:ext cx="208377" cy="131122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827211" y="1752333"/>
              <a:ext cx="264160" cy="435609"/>
            </a:xfrm>
            <a:custGeom>
              <a:avLst/>
              <a:gdLst/>
              <a:ahLst/>
              <a:cxnLst/>
              <a:rect l="l" t="t" r="r" b="b"/>
              <a:pathLst>
                <a:path w="264159" h="435610">
                  <a:moveTo>
                    <a:pt x="263855" y="150215"/>
                  </a:moveTo>
                  <a:lnTo>
                    <a:pt x="262140" y="143941"/>
                  </a:lnTo>
                  <a:lnTo>
                    <a:pt x="262140" y="143675"/>
                  </a:lnTo>
                  <a:lnTo>
                    <a:pt x="261950" y="143243"/>
                  </a:lnTo>
                  <a:lnTo>
                    <a:pt x="261366" y="142913"/>
                  </a:lnTo>
                  <a:lnTo>
                    <a:pt x="256997" y="138557"/>
                  </a:lnTo>
                  <a:lnTo>
                    <a:pt x="253809" y="138557"/>
                  </a:lnTo>
                  <a:lnTo>
                    <a:pt x="13347" y="0"/>
                  </a:lnTo>
                  <a:lnTo>
                    <a:pt x="6299" y="1866"/>
                  </a:lnTo>
                  <a:lnTo>
                    <a:pt x="0" y="12776"/>
                  </a:lnTo>
                  <a:lnTo>
                    <a:pt x="1905" y="19761"/>
                  </a:lnTo>
                  <a:lnTo>
                    <a:pt x="239268" y="156540"/>
                  </a:lnTo>
                  <a:lnTo>
                    <a:pt x="239268" y="430174"/>
                  </a:lnTo>
                  <a:lnTo>
                    <a:pt x="244411" y="435267"/>
                  </a:lnTo>
                  <a:lnTo>
                    <a:pt x="256997" y="435267"/>
                  </a:lnTo>
                  <a:lnTo>
                    <a:pt x="262140" y="430174"/>
                  </a:lnTo>
                  <a:lnTo>
                    <a:pt x="262140" y="153200"/>
                  </a:lnTo>
                  <a:lnTo>
                    <a:pt x="263855" y="15021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827220" y="1816137"/>
              <a:ext cx="208377" cy="131103"/>
            </a:xfrm>
            <a:prstGeom prst="rect">
              <a:avLst/>
            </a:prstGeom>
            <a:blipFill>
              <a:blip r:embed="rId2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8589482" y="1752326"/>
              <a:ext cx="264160" cy="163195"/>
            </a:xfrm>
            <a:custGeom>
              <a:avLst/>
              <a:gdLst/>
              <a:ahLst/>
              <a:cxnLst/>
              <a:rect l="l" t="t" r="r" b="b"/>
              <a:pathLst>
                <a:path w="264159" h="163194">
                  <a:moveTo>
                    <a:pt x="250510" y="0"/>
                  </a:moveTo>
                  <a:lnTo>
                    <a:pt x="1715" y="143238"/>
                  </a:lnTo>
                  <a:lnTo>
                    <a:pt x="0" y="150218"/>
                  </a:lnTo>
                  <a:lnTo>
                    <a:pt x="6291" y="161135"/>
                  </a:lnTo>
                  <a:lnTo>
                    <a:pt x="13154" y="162999"/>
                  </a:lnTo>
                  <a:lnTo>
                    <a:pt x="261949" y="19761"/>
                  </a:lnTo>
                  <a:lnTo>
                    <a:pt x="263856" y="12781"/>
                  </a:lnTo>
                  <a:lnTo>
                    <a:pt x="257564" y="18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8785086" y="1426327"/>
              <a:ext cx="243456" cy="132168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9050277" y="1503699"/>
              <a:ext cx="66726" cy="99549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8785085" y="1584693"/>
              <a:ext cx="243840" cy="1068070"/>
            </a:xfrm>
            <a:custGeom>
              <a:avLst/>
              <a:gdLst/>
              <a:ahLst/>
              <a:cxnLst/>
              <a:rect l="l" t="t" r="r" b="b"/>
              <a:pathLst>
                <a:path w="243840" h="1068070">
                  <a:moveTo>
                    <a:pt x="66535" y="5118"/>
                  </a:moveTo>
                  <a:lnTo>
                    <a:pt x="61379" y="0"/>
                  </a:lnTo>
                  <a:lnTo>
                    <a:pt x="48806" y="0"/>
                  </a:lnTo>
                  <a:lnTo>
                    <a:pt x="43649" y="5118"/>
                  </a:lnTo>
                  <a:lnTo>
                    <a:pt x="43649" y="186982"/>
                  </a:lnTo>
                  <a:lnTo>
                    <a:pt x="48806" y="192074"/>
                  </a:lnTo>
                  <a:lnTo>
                    <a:pt x="61379" y="192074"/>
                  </a:lnTo>
                  <a:lnTo>
                    <a:pt x="66535" y="186982"/>
                  </a:lnTo>
                  <a:lnTo>
                    <a:pt x="66535" y="5118"/>
                  </a:lnTo>
                  <a:close/>
                </a:path>
                <a:path w="243840" h="1068070">
                  <a:moveTo>
                    <a:pt x="105041" y="935278"/>
                  </a:moveTo>
                  <a:lnTo>
                    <a:pt x="80264" y="935278"/>
                  </a:lnTo>
                  <a:lnTo>
                    <a:pt x="80264" y="1023543"/>
                  </a:lnTo>
                  <a:lnTo>
                    <a:pt x="54317" y="981252"/>
                  </a:lnTo>
                  <a:lnTo>
                    <a:pt x="26111" y="935278"/>
                  </a:lnTo>
                  <a:lnTo>
                    <a:pt x="0" y="935278"/>
                  </a:lnTo>
                  <a:lnTo>
                    <a:pt x="0" y="1067447"/>
                  </a:lnTo>
                  <a:lnTo>
                    <a:pt x="24777" y="1067447"/>
                  </a:lnTo>
                  <a:lnTo>
                    <a:pt x="24777" y="981252"/>
                  </a:lnTo>
                  <a:lnTo>
                    <a:pt x="78346" y="1067447"/>
                  </a:lnTo>
                  <a:lnTo>
                    <a:pt x="105041" y="1067447"/>
                  </a:lnTo>
                  <a:lnTo>
                    <a:pt x="105041" y="1023543"/>
                  </a:lnTo>
                  <a:lnTo>
                    <a:pt x="105041" y="935278"/>
                  </a:lnTo>
                  <a:close/>
                </a:path>
                <a:path w="243840" h="1068070">
                  <a:moveTo>
                    <a:pt x="243446" y="935278"/>
                  </a:moveTo>
                  <a:lnTo>
                    <a:pt x="216573" y="935278"/>
                  </a:lnTo>
                  <a:lnTo>
                    <a:pt x="216573" y="987298"/>
                  </a:lnTo>
                  <a:lnTo>
                    <a:pt x="164147" y="987298"/>
                  </a:lnTo>
                  <a:lnTo>
                    <a:pt x="164147" y="935278"/>
                  </a:lnTo>
                  <a:lnTo>
                    <a:pt x="137452" y="935278"/>
                  </a:lnTo>
                  <a:lnTo>
                    <a:pt x="137452" y="1067447"/>
                  </a:lnTo>
                  <a:lnTo>
                    <a:pt x="164147" y="1067447"/>
                  </a:lnTo>
                  <a:lnTo>
                    <a:pt x="164147" y="1009662"/>
                  </a:lnTo>
                  <a:lnTo>
                    <a:pt x="216573" y="1009662"/>
                  </a:lnTo>
                  <a:lnTo>
                    <a:pt x="216573" y="1067447"/>
                  </a:lnTo>
                  <a:lnTo>
                    <a:pt x="243446" y="1067447"/>
                  </a:lnTo>
                  <a:lnTo>
                    <a:pt x="243446" y="1009662"/>
                  </a:lnTo>
                  <a:lnTo>
                    <a:pt x="243446" y="987298"/>
                  </a:lnTo>
                  <a:lnTo>
                    <a:pt x="243446" y="93527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9050278" y="2597337"/>
              <a:ext cx="66726" cy="99549"/>
            </a:xfrm>
            <a:prstGeom prst="rect">
              <a:avLst/>
            </a:prstGeom>
            <a:blipFill>
              <a:blip r:embed="rId2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8828745" y="2301713"/>
              <a:ext cx="23495" cy="204470"/>
            </a:xfrm>
            <a:custGeom>
              <a:avLst/>
              <a:gdLst/>
              <a:ahLst/>
              <a:cxnLst/>
              <a:rect l="l" t="t" r="r" b="b"/>
              <a:pathLst>
                <a:path w="23495" h="204469">
                  <a:moveTo>
                    <a:pt x="17730" y="0"/>
                  </a:moveTo>
                  <a:lnTo>
                    <a:pt x="5147" y="0"/>
                  </a:lnTo>
                  <a:lnTo>
                    <a:pt x="0" y="5116"/>
                  </a:lnTo>
                  <a:lnTo>
                    <a:pt x="0" y="199289"/>
                  </a:lnTo>
                  <a:lnTo>
                    <a:pt x="5147" y="204386"/>
                  </a:lnTo>
                  <a:lnTo>
                    <a:pt x="17730" y="204386"/>
                  </a:lnTo>
                  <a:lnTo>
                    <a:pt x="22877" y="199289"/>
                  </a:lnTo>
                  <a:lnTo>
                    <a:pt x="22877" y="51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/>
          <p:nvPr/>
        </p:nvSpPr>
        <p:spPr>
          <a:xfrm>
            <a:off x="8004957" y="2912248"/>
            <a:ext cx="1830978" cy="171035"/>
          </a:xfrm>
          <a:prstGeom prst="rect">
            <a:avLst/>
          </a:prstGeom>
          <a:blipFill>
            <a:blip r:embed="rId2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1" name="object 51"/>
          <p:cNvGrpSpPr/>
          <p:nvPr/>
        </p:nvGrpSpPr>
        <p:grpSpPr>
          <a:xfrm>
            <a:off x="6386734" y="3738869"/>
            <a:ext cx="2025650" cy="1456690"/>
            <a:chOff x="6386734" y="3738869"/>
            <a:chExt cx="2025650" cy="1456690"/>
          </a:xfrm>
        </p:grpSpPr>
        <p:sp>
          <p:nvSpPr>
            <p:cNvPr id="52" name="object 52"/>
            <p:cNvSpPr/>
            <p:nvPr/>
          </p:nvSpPr>
          <p:spPr>
            <a:xfrm>
              <a:off x="7010489" y="4291291"/>
              <a:ext cx="594360" cy="516255"/>
            </a:xfrm>
            <a:custGeom>
              <a:avLst/>
              <a:gdLst/>
              <a:ahLst/>
              <a:cxnLst/>
              <a:rect l="l" t="t" r="r" b="b"/>
              <a:pathLst>
                <a:path w="594359" h="516254">
                  <a:moveTo>
                    <a:pt x="94589" y="43853"/>
                  </a:moveTo>
                  <a:lnTo>
                    <a:pt x="88519" y="37807"/>
                  </a:lnTo>
                  <a:lnTo>
                    <a:pt x="73558" y="37807"/>
                  </a:lnTo>
                  <a:lnTo>
                    <a:pt x="67513" y="43853"/>
                  </a:lnTo>
                  <a:lnTo>
                    <a:pt x="67513" y="307632"/>
                  </a:lnTo>
                  <a:lnTo>
                    <a:pt x="73558" y="313690"/>
                  </a:lnTo>
                  <a:lnTo>
                    <a:pt x="88519" y="313690"/>
                  </a:lnTo>
                  <a:lnTo>
                    <a:pt x="94589" y="307632"/>
                  </a:lnTo>
                  <a:lnTo>
                    <a:pt x="94589" y="43853"/>
                  </a:lnTo>
                  <a:close/>
                </a:path>
                <a:path w="594359" h="516254">
                  <a:moveTo>
                    <a:pt x="593839" y="337667"/>
                  </a:moveTo>
                  <a:lnTo>
                    <a:pt x="586359" y="324739"/>
                  </a:lnTo>
                  <a:lnTo>
                    <a:pt x="578078" y="322529"/>
                  </a:lnTo>
                  <a:lnTo>
                    <a:pt x="296913" y="484568"/>
                  </a:lnTo>
                  <a:lnTo>
                    <a:pt x="29006" y="330174"/>
                  </a:lnTo>
                  <a:lnTo>
                    <a:pt x="29006" y="6070"/>
                  </a:lnTo>
                  <a:lnTo>
                    <a:pt x="22961" y="0"/>
                  </a:lnTo>
                  <a:lnTo>
                    <a:pt x="7988" y="0"/>
                  </a:lnTo>
                  <a:lnTo>
                    <a:pt x="1917" y="6070"/>
                  </a:lnTo>
                  <a:lnTo>
                    <a:pt x="1917" y="334365"/>
                  </a:lnTo>
                  <a:lnTo>
                    <a:pt x="0" y="337667"/>
                  </a:lnTo>
                  <a:lnTo>
                    <a:pt x="1917" y="344805"/>
                  </a:lnTo>
                  <a:lnTo>
                    <a:pt x="1917" y="345440"/>
                  </a:lnTo>
                  <a:lnTo>
                    <a:pt x="2146" y="345681"/>
                  </a:lnTo>
                  <a:lnTo>
                    <a:pt x="2222" y="345935"/>
                  </a:lnTo>
                  <a:lnTo>
                    <a:pt x="2679" y="346202"/>
                  </a:lnTo>
                  <a:lnTo>
                    <a:pt x="7988" y="351472"/>
                  </a:lnTo>
                  <a:lnTo>
                    <a:pt x="11823" y="351472"/>
                  </a:lnTo>
                  <a:lnTo>
                    <a:pt x="287007" y="510108"/>
                  </a:lnTo>
                  <a:lnTo>
                    <a:pt x="288925" y="513397"/>
                  </a:lnTo>
                  <a:lnTo>
                    <a:pt x="296087" y="515340"/>
                  </a:lnTo>
                  <a:lnTo>
                    <a:pt x="296621" y="515632"/>
                  </a:lnTo>
                  <a:lnTo>
                    <a:pt x="296913" y="515556"/>
                  </a:lnTo>
                  <a:lnTo>
                    <a:pt x="297218" y="515632"/>
                  </a:lnTo>
                  <a:lnTo>
                    <a:pt x="297738" y="515340"/>
                  </a:lnTo>
                  <a:lnTo>
                    <a:pt x="304914" y="513397"/>
                  </a:lnTo>
                  <a:lnTo>
                    <a:pt x="306819" y="510108"/>
                  </a:lnTo>
                  <a:lnTo>
                    <a:pt x="591616" y="345935"/>
                  </a:lnTo>
                  <a:lnTo>
                    <a:pt x="593839" y="33766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7291955" y="4576004"/>
              <a:ext cx="246811" cy="155323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7291946" y="4127156"/>
              <a:ext cx="312420" cy="515620"/>
            </a:xfrm>
            <a:custGeom>
              <a:avLst/>
              <a:gdLst/>
              <a:ahLst/>
              <a:cxnLst/>
              <a:rect l="l" t="t" r="r" b="b"/>
              <a:pathLst>
                <a:path w="312420" h="515620">
                  <a:moveTo>
                    <a:pt x="312381" y="177952"/>
                  </a:moveTo>
                  <a:lnTo>
                    <a:pt x="310451" y="170776"/>
                  </a:lnTo>
                  <a:lnTo>
                    <a:pt x="310451" y="170205"/>
                  </a:lnTo>
                  <a:lnTo>
                    <a:pt x="310235" y="170002"/>
                  </a:lnTo>
                  <a:lnTo>
                    <a:pt x="310159" y="169684"/>
                  </a:lnTo>
                  <a:lnTo>
                    <a:pt x="309613" y="169379"/>
                  </a:lnTo>
                  <a:lnTo>
                    <a:pt x="304380" y="164134"/>
                  </a:lnTo>
                  <a:lnTo>
                    <a:pt x="300520" y="164134"/>
                  </a:lnTo>
                  <a:lnTo>
                    <a:pt x="15760" y="0"/>
                  </a:lnTo>
                  <a:lnTo>
                    <a:pt x="7467" y="2209"/>
                  </a:lnTo>
                  <a:lnTo>
                    <a:pt x="0" y="15151"/>
                  </a:lnTo>
                  <a:lnTo>
                    <a:pt x="2209" y="23418"/>
                  </a:lnTo>
                  <a:lnTo>
                    <a:pt x="283375" y="185483"/>
                  </a:lnTo>
                  <a:lnTo>
                    <a:pt x="283375" y="509574"/>
                  </a:lnTo>
                  <a:lnTo>
                    <a:pt x="289420" y="515607"/>
                  </a:lnTo>
                  <a:lnTo>
                    <a:pt x="304380" y="515607"/>
                  </a:lnTo>
                  <a:lnTo>
                    <a:pt x="310451" y="509574"/>
                  </a:lnTo>
                  <a:lnTo>
                    <a:pt x="310451" y="181292"/>
                  </a:lnTo>
                  <a:lnTo>
                    <a:pt x="312381" y="1779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7291954" y="4202745"/>
              <a:ext cx="246811" cy="155301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7010489" y="4127156"/>
              <a:ext cx="1213485" cy="259079"/>
            </a:xfrm>
            <a:custGeom>
              <a:avLst/>
              <a:gdLst/>
              <a:ahLst/>
              <a:cxnLst/>
              <a:rect l="l" t="t" r="r" b="b"/>
              <a:pathLst>
                <a:path w="1213484" h="259079">
                  <a:moveTo>
                    <a:pt x="312381" y="15151"/>
                  </a:moveTo>
                  <a:lnTo>
                    <a:pt x="304914" y="2209"/>
                  </a:lnTo>
                  <a:lnTo>
                    <a:pt x="296621" y="0"/>
                  </a:lnTo>
                  <a:lnTo>
                    <a:pt x="2222" y="169684"/>
                  </a:lnTo>
                  <a:lnTo>
                    <a:pt x="0" y="177952"/>
                  </a:lnTo>
                  <a:lnTo>
                    <a:pt x="7480" y="190881"/>
                  </a:lnTo>
                  <a:lnTo>
                    <a:pt x="15760" y="193116"/>
                  </a:lnTo>
                  <a:lnTo>
                    <a:pt x="310172" y="23418"/>
                  </a:lnTo>
                  <a:lnTo>
                    <a:pt x="312381" y="15151"/>
                  </a:lnTo>
                  <a:close/>
                </a:path>
                <a:path w="1213484" h="259079">
                  <a:moveTo>
                    <a:pt x="1053058" y="119329"/>
                  </a:moveTo>
                  <a:lnTo>
                    <a:pt x="1050848" y="111061"/>
                  </a:lnTo>
                  <a:lnTo>
                    <a:pt x="868756" y="6134"/>
                  </a:lnTo>
                  <a:lnTo>
                    <a:pt x="866825" y="2781"/>
                  </a:lnTo>
                  <a:lnTo>
                    <a:pt x="859624" y="863"/>
                  </a:lnTo>
                  <a:lnTo>
                    <a:pt x="859129" y="571"/>
                  </a:lnTo>
                  <a:lnTo>
                    <a:pt x="858837" y="660"/>
                  </a:lnTo>
                  <a:lnTo>
                    <a:pt x="858545" y="571"/>
                  </a:lnTo>
                  <a:lnTo>
                    <a:pt x="858037" y="863"/>
                  </a:lnTo>
                  <a:lnTo>
                    <a:pt x="850849" y="2781"/>
                  </a:lnTo>
                  <a:lnTo>
                    <a:pt x="848918" y="6121"/>
                  </a:lnTo>
                  <a:lnTo>
                    <a:pt x="565124" y="169684"/>
                  </a:lnTo>
                  <a:lnTo>
                    <a:pt x="562889" y="177952"/>
                  </a:lnTo>
                  <a:lnTo>
                    <a:pt x="570382" y="190881"/>
                  </a:lnTo>
                  <a:lnTo>
                    <a:pt x="578662" y="193116"/>
                  </a:lnTo>
                  <a:lnTo>
                    <a:pt x="858824" y="31623"/>
                  </a:lnTo>
                  <a:lnTo>
                    <a:pt x="1037310" y="134493"/>
                  </a:lnTo>
                  <a:lnTo>
                    <a:pt x="1045591" y="132257"/>
                  </a:lnTo>
                  <a:lnTo>
                    <a:pt x="1053058" y="119329"/>
                  </a:lnTo>
                  <a:close/>
                </a:path>
                <a:path w="1213484" h="259079">
                  <a:moveTo>
                    <a:pt x="1213116" y="177114"/>
                  </a:moveTo>
                  <a:lnTo>
                    <a:pt x="1201458" y="129933"/>
                  </a:lnTo>
                  <a:lnTo>
                    <a:pt x="1180414" y="108419"/>
                  </a:lnTo>
                  <a:lnTo>
                    <a:pt x="1180414" y="177114"/>
                  </a:lnTo>
                  <a:lnTo>
                    <a:pt x="1179664" y="189877"/>
                  </a:lnTo>
                  <a:lnTo>
                    <a:pt x="1161783" y="223926"/>
                  </a:lnTo>
                  <a:lnTo>
                    <a:pt x="1137196" y="231571"/>
                  </a:lnTo>
                  <a:lnTo>
                    <a:pt x="1128153" y="230708"/>
                  </a:lnTo>
                  <a:lnTo>
                    <a:pt x="1096733" y="200914"/>
                  </a:lnTo>
                  <a:lnTo>
                    <a:pt x="1093685" y="177114"/>
                  </a:lnTo>
                  <a:lnTo>
                    <a:pt x="1094409" y="164884"/>
                  </a:lnTo>
                  <a:lnTo>
                    <a:pt x="1119530" y="127050"/>
                  </a:lnTo>
                  <a:lnTo>
                    <a:pt x="1137196" y="123698"/>
                  </a:lnTo>
                  <a:lnTo>
                    <a:pt x="1146543" y="124536"/>
                  </a:lnTo>
                  <a:lnTo>
                    <a:pt x="1177467" y="153606"/>
                  </a:lnTo>
                  <a:lnTo>
                    <a:pt x="1180414" y="177114"/>
                  </a:lnTo>
                  <a:lnTo>
                    <a:pt x="1180414" y="108419"/>
                  </a:lnTo>
                  <a:lnTo>
                    <a:pt x="1168082" y="102057"/>
                  </a:lnTo>
                  <a:lnTo>
                    <a:pt x="1153350" y="98031"/>
                  </a:lnTo>
                  <a:lnTo>
                    <a:pt x="1136878" y="96685"/>
                  </a:lnTo>
                  <a:lnTo>
                    <a:pt x="1127582" y="97066"/>
                  </a:lnTo>
                  <a:lnTo>
                    <a:pt x="1088974" y="110629"/>
                  </a:lnTo>
                  <a:lnTo>
                    <a:pt x="1065060" y="147040"/>
                  </a:lnTo>
                  <a:lnTo>
                    <a:pt x="1061034" y="178600"/>
                  </a:lnTo>
                  <a:lnTo>
                    <a:pt x="1062316" y="196291"/>
                  </a:lnTo>
                  <a:lnTo>
                    <a:pt x="1081684" y="237299"/>
                  </a:lnTo>
                  <a:lnTo>
                    <a:pt x="1120711" y="257276"/>
                  </a:lnTo>
                  <a:lnTo>
                    <a:pt x="1137310" y="258610"/>
                  </a:lnTo>
                  <a:lnTo>
                    <a:pt x="1153718" y="257263"/>
                  </a:lnTo>
                  <a:lnTo>
                    <a:pt x="1168387" y="253250"/>
                  </a:lnTo>
                  <a:lnTo>
                    <a:pt x="1181315" y="246557"/>
                  </a:lnTo>
                  <a:lnTo>
                    <a:pt x="1192517" y="237185"/>
                  </a:lnTo>
                  <a:lnTo>
                    <a:pt x="1196835" y="231571"/>
                  </a:lnTo>
                  <a:lnTo>
                    <a:pt x="1201547" y="225450"/>
                  </a:lnTo>
                  <a:lnTo>
                    <a:pt x="1207998" y="211658"/>
                  </a:lnTo>
                  <a:lnTo>
                    <a:pt x="1211872" y="195783"/>
                  </a:lnTo>
                  <a:lnTo>
                    <a:pt x="1213116" y="178600"/>
                  </a:lnTo>
                  <a:lnTo>
                    <a:pt x="1213116" y="1771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791039" y="3738869"/>
              <a:ext cx="152104" cy="161925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6730009" y="3930611"/>
              <a:ext cx="1186180" cy="876300"/>
            </a:xfrm>
            <a:custGeom>
              <a:avLst/>
              <a:gdLst/>
              <a:ahLst/>
              <a:cxnLst/>
              <a:rect l="l" t="t" r="r" b="b"/>
              <a:pathLst>
                <a:path w="1186179" h="876300">
                  <a:moveTo>
                    <a:pt x="311429" y="698347"/>
                  </a:moveTo>
                  <a:lnTo>
                    <a:pt x="303936" y="685419"/>
                  </a:lnTo>
                  <a:lnTo>
                    <a:pt x="295656" y="683209"/>
                  </a:lnTo>
                  <a:lnTo>
                    <a:pt x="2235" y="852322"/>
                  </a:lnTo>
                  <a:lnTo>
                    <a:pt x="0" y="860590"/>
                  </a:lnTo>
                  <a:lnTo>
                    <a:pt x="7493" y="873518"/>
                  </a:lnTo>
                  <a:lnTo>
                    <a:pt x="15773" y="875753"/>
                  </a:lnTo>
                  <a:lnTo>
                    <a:pt x="309194" y="706615"/>
                  </a:lnTo>
                  <a:lnTo>
                    <a:pt x="311429" y="698347"/>
                  </a:lnTo>
                  <a:close/>
                </a:path>
                <a:path w="1186179" h="876300">
                  <a:moveTo>
                    <a:pt x="1120063" y="6057"/>
                  </a:moveTo>
                  <a:lnTo>
                    <a:pt x="1114018" y="0"/>
                  </a:lnTo>
                  <a:lnTo>
                    <a:pt x="1099058" y="0"/>
                  </a:lnTo>
                  <a:lnTo>
                    <a:pt x="1092987" y="6057"/>
                  </a:lnTo>
                  <a:lnTo>
                    <a:pt x="1092987" y="238912"/>
                  </a:lnTo>
                  <a:lnTo>
                    <a:pt x="1099058" y="244970"/>
                  </a:lnTo>
                  <a:lnTo>
                    <a:pt x="1114018" y="244970"/>
                  </a:lnTo>
                  <a:lnTo>
                    <a:pt x="1120063" y="238912"/>
                  </a:lnTo>
                  <a:lnTo>
                    <a:pt x="1120063" y="6057"/>
                  </a:lnTo>
                  <a:close/>
                </a:path>
                <a:path w="1186179" h="876300">
                  <a:moveTo>
                    <a:pt x="1185646" y="6057"/>
                  </a:moveTo>
                  <a:lnTo>
                    <a:pt x="1179576" y="0"/>
                  </a:lnTo>
                  <a:lnTo>
                    <a:pt x="1164640" y="0"/>
                  </a:lnTo>
                  <a:lnTo>
                    <a:pt x="1158570" y="6057"/>
                  </a:lnTo>
                  <a:lnTo>
                    <a:pt x="1158570" y="238912"/>
                  </a:lnTo>
                  <a:lnTo>
                    <a:pt x="1164640" y="244970"/>
                  </a:lnTo>
                  <a:lnTo>
                    <a:pt x="1179576" y="244970"/>
                  </a:lnTo>
                  <a:lnTo>
                    <a:pt x="1185646" y="238912"/>
                  </a:lnTo>
                  <a:lnTo>
                    <a:pt x="1185646" y="605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6386734" y="4548270"/>
              <a:ext cx="374223" cy="258084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667207" y="5033234"/>
              <a:ext cx="152082" cy="161925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6699161" y="4758486"/>
              <a:ext cx="92710" cy="257175"/>
            </a:xfrm>
            <a:custGeom>
              <a:avLst/>
              <a:gdLst/>
              <a:ahLst/>
              <a:cxnLst/>
              <a:rect l="l" t="t" r="r" b="b"/>
              <a:pathLst>
                <a:path w="92709" h="257175">
                  <a:moveTo>
                    <a:pt x="27076" y="6057"/>
                  </a:moveTo>
                  <a:lnTo>
                    <a:pt x="21005" y="0"/>
                  </a:lnTo>
                  <a:lnTo>
                    <a:pt x="6070" y="0"/>
                  </a:lnTo>
                  <a:lnTo>
                    <a:pt x="0" y="6057"/>
                  </a:lnTo>
                  <a:lnTo>
                    <a:pt x="0" y="251028"/>
                  </a:lnTo>
                  <a:lnTo>
                    <a:pt x="6070" y="257073"/>
                  </a:lnTo>
                  <a:lnTo>
                    <a:pt x="21005" y="257073"/>
                  </a:lnTo>
                  <a:lnTo>
                    <a:pt x="27076" y="251028"/>
                  </a:lnTo>
                  <a:lnTo>
                    <a:pt x="27076" y="6057"/>
                  </a:lnTo>
                  <a:close/>
                </a:path>
                <a:path w="92709" h="257175">
                  <a:moveTo>
                    <a:pt x="92659" y="6057"/>
                  </a:moveTo>
                  <a:lnTo>
                    <a:pt x="86588" y="0"/>
                  </a:lnTo>
                  <a:lnTo>
                    <a:pt x="71628" y="0"/>
                  </a:lnTo>
                  <a:lnTo>
                    <a:pt x="65582" y="6057"/>
                  </a:lnTo>
                  <a:lnTo>
                    <a:pt x="65582" y="251028"/>
                  </a:lnTo>
                  <a:lnTo>
                    <a:pt x="71628" y="257073"/>
                  </a:lnTo>
                  <a:lnTo>
                    <a:pt x="86588" y="257073"/>
                  </a:lnTo>
                  <a:lnTo>
                    <a:pt x="92659" y="251028"/>
                  </a:lnTo>
                  <a:lnTo>
                    <a:pt x="92659" y="605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8228376" y="4055216"/>
              <a:ext cx="172720" cy="172720"/>
            </a:xfrm>
            <a:custGeom>
              <a:avLst/>
              <a:gdLst/>
              <a:ahLst/>
              <a:cxnLst/>
              <a:rect l="l" t="t" r="r" b="b"/>
              <a:pathLst>
                <a:path w="172720" h="172720">
                  <a:moveTo>
                    <a:pt x="172650" y="86178"/>
                  </a:moveTo>
                  <a:lnTo>
                    <a:pt x="165868" y="119718"/>
                  </a:lnTo>
                  <a:lnTo>
                    <a:pt x="147370" y="147111"/>
                  </a:lnTo>
                  <a:lnTo>
                    <a:pt x="119932" y="165582"/>
                  </a:lnTo>
                  <a:lnTo>
                    <a:pt x="86325" y="172356"/>
                  </a:lnTo>
                  <a:lnTo>
                    <a:pt x="52728" y="165582"/>
                  </a:lnTo>
                  <a:lnTo>
                    <a:pt x="25288" y="147111"/>
                  </a:lnTo>
                  <a:lnTo>
                    <a:pt x="6785" y="119718"/>
                  </a:lnTo>
                  <a:lnTo>
                    <a:pt x="0" y="86178"/>
                  </a:lnTo>
                  <a:lnTo>
                    <a:pt x="6785" y="52629"/>
                  </a:lnTo>
                  <a:lnTo>
                    <a:pt x="25288" y="25236"/>
                  </a:lnTo>
                  <a:lnTo>
                    <a:pt x="52728" y="6770"/>
                  </a:lnTo>
                  <a:lnTo>
                    <a:pt x="86325" y="0"/>
                  </a:lnTo>
                  <a:lnTo>
                    <a:pt x="119931" y="6770"/>
                  </a:lnTo>
                  <a:lnTo>
                    <a:pt x="147370" y="25236"/>
                  </a:lnTo>
                  <a:lnTo>
                    <a:pt x="165868" y="52629"/>
                  </a:lnTo>
                  <a:lnTo>
                    <a:pt x="172650" y="86178"/>
                  </a:lnTo>
                  <a:close/>
                </a:path>
              </a:pathLst>
            </a:custGeom>
            <a:ln w="2164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8263380" y="4129972"/>
              <a:ext cx="101600" cy="22225"/>
            </a:xfrm>
            <a:custGeom>
              <a:avLst/>
              <a:gdLst/>
              <a:ahLst/>
              <a:cxnLst/>
              <a:rect l="l" t="t" r="r" b="b"/>
              <a:pathLst>
                <a:path w="101600" h="22225">
                  <a:moveTo>
                    <a:pt x="101457" y="0"/>
                  </a:moveTo>
                  <a:lnTo>
                    <a:pt x="0" y="0"/>
                  </a:lnTo>
                  <a:lnTo>
                    <a:pt x="0" y="21629"/>
                  </a:lnTo>
                  <a:lnTo>
                    <a:pt x="101457" y="21629"/>
                  </a:lnTo>
                  <a:lnTo>
                    <a:pt x="1014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6543600" y="4379653"/>
              <a:ext cx="172720" cy="172720"/>
            </a:xfrm>
            <a:custGeom>
              <a:avLst/>
              <a:gdLst/>
              <a:ahLst/>
              <a:cxnLst/>
              <a:rect l="l" t="t" r="r" b="b"/>
              <a:pathLst>
                <a:path w="172720" h="172720">
                  <a:moveTo>
                    <a:pt x="172648" y="86178"/>
                  </a:moveTo>
                  <a:lnTo>
                    <a:pt x="165863" y="119718"/>
                  </a:lnTo>
                  <a:lnTo>
                    <a:pt x="147360" y="147111"/>
                  </a:lnTo>
                  <a:lnTo>
                    <a:pt x="119920" y="165582"/>
                  </a:lnTo>
                  <a:lnTo>
                    <a:pt x="86323" y="172356"/>
                  </a:lnTo>
                  <a:lnTo>
                    <a:pt x="52726" y="165582"/>
                  </a:lnTo>
                  <a:lnTo>
                    <a:pt x="25287" y="147111"/>
                  </a:lnTo>
                  <a:lnTo>
                    <a:pt x="6785" y="119718"/>
                  </a:lnTo>
                  <a:lnTo>
                    <a:pt x="0" y="86178"/>
                  </a:lnTo>
                  <a:lnTo>
                    <a:pt x="6785" y="52629"/>
                  </a:lnTo>
                  <a:lnTo>
                    <a:pt x="25287" y="25236"/>
                  </a:lnTo>
                  <a:lnTo>
                    <a:pt x="52726" y="6770"/>
                  </a:lnTo>
                  <a:lnTo>
                    <a:pt x="86323" y="0"/>
                  </a:lnTo>
                  <a:lnTo>
                    <a:pt x="119920" y="6770"/>
                  </a:lnTo>
                  <a:lnTo>
                    <a:pt x="147360" y="25236"/>
                  </a:lnTo>
                  <a:lnTo>
                    <a:pt x="165863" y="52629"/>
                  </a:lnTo>
                  <a:lnTo>
                    <a:pt x="172648" y="86178"/>
                  </a:lnTo>
                  <a:close/>
                </a:path>
              </a:pathLst>
            </a:custGeom>
            <a:ln w="2164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6578602" y="4454408"/>
              <a:ext cx="101600" cy="22225"/>
            </a:xfrm>
            <a:custGeom>
              <a:avLst/>
              <a:gdLst/>
              <a:ahLst/>
              <a:cxnLst/>
              <a:rect l="l" t="t" r="r" b="b"/>
              <a:pathLst>
                <a:path w="101600" h="22225">
                  <a:moveTo>
                    <a:pt x="101457" y="0"/>
                  </a:moveTo>
                  <a:lnTo>
                    <a:pt x="0" y="0"/>
                  </a:lnTo>
                  <a:lnTo>
                    <a:pt x="0" y="21628"/>
                  </a:lnTo>
                  <a:lnTo>
                    <a:pt x="101457" y="21628"/>
                  </a:lnTo>
                  <a:lnTo>
                    <a:pt x="1014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object 66"/>
          <p:cNvSpPr/>
          <p:nvPr/>
        </p:nvSpPr>
        <p:spPr>
          <a:xfrm>
            <a:off x="8676207" y="4493836"/>
            <a:ext cx="109684" cy="109474"/>
          </a:xfrm>
          <a:prstGeom prst="rect">
            <a:avLst/>
          </a:prstGeom>
          <a:blipFill>
            <a:blip r:embed="rId2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7" name="object 67"/>
          <p:cNvGrpSpPr/>
          <p:nvPr/>
        </p:nvGrpSpPr>
        <p:grpSpPr>
          <a:xfrm>
            <a:off x="9393667" y="3790553"/>
            <a:ext cx="626110" cy="1703705"/>
            <a:chOff x="9393667" y="3790553"/>
            <a:chExt cx="626110" cy="1703705"/>
          </a:xfrm>
        </p:grpSpPr>
        <p:sp>
          <p:nvSpPr>
            <p:cNvPr id="68" name="object 68"/>
            <p:cNvSpPr/>
            <p:nvPr/>
          </p:nvSpPr>
          <p:spPr>
            <a:xfrm>
              <a:off x="9393657" y="4340859"/>
              <a:ext cx="594360" cy="516255"/>
            </a:xfrm>
            <a:custGeom>
              <a:avLst/>
              <a:gdLst/>
              <a:ahLst/>
              <a:cxnLst/>
              <a:rect l="l" t="t" r="r" b="b"/>
              <a:pathLst>
                <a:path w="594359" h="516254">
                  <a:moveTo>
                    <a:pt x="94564" y="43840"/>
                  </a:moveTo>
                  <a:lnTo>
                    <a:pt x="88468" y="37807"/>
                  </a:lnTo>
                  <a:lnTo>
                    <a:pt x="73583" y="37807"/>
                  </a:lnTo>
                  <a:lnTo>
                    <a:pt x="67487" y="43840"/>
                  </a:lnTo>
                  <a:lnTo>
                    <a:pt x="67487" y="307632"/>
                  </a:lnTo>
                  <a:lnTo>
                    <a:pt x="73583" y="313690"/>
                  </a:lnTo>
                  <a:lnTo>
                    <a:pt x="88468" y="313690"/>
                  </a:lnTo>
                  <a:lnTo>
                    <a:pt x="94564" y="307632"/>
                  </a:lnTo>
                  <a:lnTo>
                    <a:pt x="94564" y="43840"/>
                  </a:lnTo>
                  <a:close/>
                </a:path>
                <a:path w="594359" h="516254">
                  <a:moveTo>
                    <a:pt x="593788" y="337667"/>
                  </a:moveTo>
                  <a:lnTo>
                    <a:pt x="586346" y="324726"/>
                  </a:lnTo>
                  <a:lnTo>
                    <a:pt x="577989" y="322529"/>
                  </a:lnTo>
                  <a:lnTo>
                    <a:pt x="296887" y="484593"/>
                  </a:lnTo>
                  <a:lnTo>
                    <a:pt x="29121" y="330212"/>
                  </a:lnTo>
                  <a:lnTo>
                    <a:pt x="29121" y="6057"/>
                  </a:lnTo>
                  <a:lnTo>
                    <a:pt x="23025" y="0"/>
                  </a:lnTo>
                  <a:lnTo>
                    <a:pt x="7899" y="0"/>
                  </a:lnTo>
                  <a:lnTo>
                    <a:pt x="2032" y="6057"/>
                  </a:lnTo>
                  <a:lnTo>
                    <a:pt x="2032" y="334149"/>
                  </a:lnTo>
                  <a:lnTo>
                    <a:pt x="0" y="337667"/>
                  </a:lnTo>
                  <a:lnTo>
                    <a:pt x="2032" y="345109"/>
                  </a:lnTo>
                  <a:lnTo>
                    <a:pt x="2032" y="345440"/>
                  </a:lnTo>
                  <a:lnTo>
                    <a:pt x="2159" y="345579"/>
                  </a:lnTo>
                  <a:lnTo>
                    <a:pt x="2260" y="345935"/>
                  </a:lnTo>
                  <a:lnTo>
                    <a:pt x="2832" y="346278"/>
                  </a:lnTo>
                  <a:lnTo>
                    <a:pt x="7899" y="351472"/>
                  </a:lnTo>
                  <a:lnTo>
                    <a:pt x="11861" y="351472"/>
                  </a:lnTo>
                  <a:lnTo>
                    <a:pt x="286994" y="510120"/>
                  </a:lnTo>
                  <a:lnTo>
                    <a:pt x="288886" y="513397"/>
                  </a:lnTo>
                  <a:lnTo>
                    <a:pt x="295973" y="515302"/>
                  </a:lnTo>
                  <a:lnTo>
                    <a:pt x="296557" y="515632"/>
                  </a:lnTo>
                  <a:lnTo>
                    <a:pt x="296887" y="515543"/>
                  </a:lnTo>
                  <a:lnTo>
                    <a:pt x="297230" y="515632"/>
                  </a:lnTo>
                  <a:lnTo>
                    <a:pt x="297802" y="515302"/>
                  </a:lnTo>
                  <a:lnTo>
                    <a:pt x="304914" y="513397"/>
                  </a:lnTo>
                  <a:lnTo>
                    <a:pt x="306793" y="510120"/>
                  </a:lnTo>
                  <a:lnTo>
                    <a:pt x="591527" y="345935"/>
                  </a:lnTo>
                  <a:lnTo>
                    <a:pt x="593788" y="33766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9675099" y="4625571"/>
              <a:ext cx="246901" cy="155323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9675089" y="4176724"/>
              <a:ext cx="312420" cy="515620"/>
            </a:xfrm>
            <a:custGeom>
              <a:avLst/>
              <a:gdLst/>
              <a:ahLst/>
              <a:cxnLst/>
              <a:rect l="l" t="t" r="r" b="b"/>
              <a:pathLst>
                <a:path w="312420" h="515620">
                  <a:moveTo>
                    <a:pt x="312356" y="177952"/>
                  </a:moveTo>
                  <a:lnTo>
                    <a:pt x="310553" y="171361"/>
                  </a:lnTo>
                  <a:lnTo>
                    <a:pt x="310553" y="170192"/>
                  </a:lnTo>
                  <a:lnTo>
                    <a:pt x="310108" y="169760"/>
                  </a:lnTo>
                  <a:lnTo>
                    <a:pt x="309956" y="169621"/>
                  </a:lnTo>
                  <a:lnTo>
                    <a:pt x="304457" y="164134"/>
                  </a:lnTo>
                  <a:lnTo>
                    <a:pt x="300469" y="164134"/>
                  </a:lnTo>
                  <a:lnTo>
                    <a:pt x="15798" y="0"/>
                  </a:lnTo>
                  <a:lnTo>
                    <a:pt x="7454" y="2209"/>
                  </a:lnTo>
                  <a:lnTo>
                    <a:pt x="0" y="15138"/>
                  </a:lnTo>
                  <a:lnTo>
                    <a:pt x="2260" y="23418"/>
                  </a:lnTo>
                  <a:lnTo>
                    <a:pt x="283464" y="185572"/>
                  </a:lnTo>
                  <a:lnTo>
                    <a:pt x="283464" y="509574"/>
                  </a:lnTo>
                  <a:lnTo>
                    <a:pt x="289560" y="515607"/>
                  </a:lnTo>
                  <a:lnTo>
                    <a:pt x="304457" y="515607"/>
                  </a:lnTo>
                  <a:lnTo>
                    <a:pt x="310553" y="509574"/>
                  </a:lnTo>
                  <a:lnTo>
                    <a:pt x="310553" y="181089"/>
                  </a:lnTo>
                  <a:lnTo>
                    <a:pt x="312356" y="1779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9675099" y="4252311"/>
              <a:ext cx="246901" cy="155301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9393657" y="3790555"/>
              <a:ext cx="520065" cy="579755"/>
            </a:xfrm>
            <a:custGeom>
              <a:avLst/>
              <a:gdLst/>
              <a:ahLst/>
              <a:cxnLst/>
              <a:rect l="l" t="t" r="r" b="b"/>
              <a:pathLst>
                <a:path w="520065" h="579754">
                  <a:moveTo>
                    <a:pt x="312356" y="401307"/>
                  </a:moveTo>
                  <a:lnTo>
                    <a:pt x="304914" y="388378"/>
                  </a:lnTo>
                  <a:lnTo>
                    <a:pt x="296557" y="386168"/>
                  </a:lnTo>
                  <a:lnTo>
                    <a:pt x="2260" y="555853"/>
                  </a:lnTo>
                  <a:lnTo>
                    <a:pt x="0" y="564121"/>
                  </a:lnTo>
                  <a:lnTo>
                    <a:pt x="7454" y="577049"/>
                  </a:lnTo>
                  <a:lnTo>
                    <a:pt x="15798" y="579285"/>
                  </a:lnTo>
                  <a:lnTo>
                    <a:pt x="310095" y="409587"/>
                  </a:lnTo>
                  <a:lnTo>
                    <a:pt x="312356" y="401307"/>
                  </a:lnTo>
                  <a:close/>
                </a:path>
                <a:path w="520065" h="579754">
                  <a:moveTo>
                    <a:pt x="356133" y="0"/>
                  </a:moveTo>
                  <a:lnTo>
                    <a:pt x="326580" y="0"/>
                  </a:lnTo>
                  <a:lnTo>
                    <a:pt x="326580" y="104571"/>
                  </a:lnTo>
                  <a:lnTo>
                    <a:pt x="295859" y="54457"/>
                  </a:lnTo>
                  <a:lnTo>
                    <a:pt x="262483" y="0"/>
                  </a:lnTo>
                  <a:lnTo>
                    <a:pt x="231559" y="0"/>
                  </a:lnTo>
                  <a:lnTo>
                    <a:pt x="231559" y="156565"/>
                  </a:lnTo>
                  <a:lnTo>
                    <a:pt x="261124" y="156565"/>
                  </a:lnTo>
                  <a:lnTo>
                    <a:pt x="261124" y="54457"/>
                  </a:lnTo>
                  <a:lnTo>
                    <a:pt x="324319" y="156565"/>
                  </a:lnTo>
                  <a:lnTo>
                    <a:pt x="356133" y="156565"/>
                  </a:lnTo>
                  <a:lnTo>
                    <a:pt x="356133" y="104571"/>
                  </a:lnTo>
                  <a:lnTo>
                    <a:pt x="356133" y="0"/>
                  </a:lnTo>
                  <a:close/>
                </a:path>
                <a:path w="520065" h="579754">
                  <a:moveTo>
                    <a:pt x="519760" y="0"/>
                  </a:moveTo>
                  <a:lnTo>
                    <a:pt x="488162" y="0"/>
                  </a:lnTo>
                  <a:lnTo>
                    <a:pt x="488162" y="61620"/>
                  </a:lnTo>
                  <a:lnTo>
                    <a:pt x="426097" y="61620"/>
                  </a:lnTo>
                  <a:lnTo>
                    <a:pt x="426097" y="0"/>
                  </a:lnTo>
                  <a:lnTo>
                    <a:pt x="394284" y="0"/>
                  </a:lnTo>
                  <a:lnTo>
                    <a:pt x="394284" y="156565"/>
                  </a:lnTo>
                  <a:lnTo>
                    <a:pt x="426097" y="156565"/>
                  </a:lnTo>
                  <a:lnTo>
                    <a:pt x="426097" y="88125"/>
                  </a:lnTo>
                  <a:lnTo>
                    <a:pt x="488162" y="88125"/>
                  </a:lnTo>
                  <a:lnTo>
                    <a:pt x="488162" y="156565"/>
                  </a:lnTo>
                  <a:lnTo>
                    <a:pt x="519760" y="156565"/>
                  </a:lnTo>
                  <a:lnTo>
                    <a:pt x="519760" y="88125"/>
                  </a:lnTo>
                  <a:lnTo>
                    <a:pt x="519760" y="61620"/>
                  </a:lnTo>
                  <a:lnTo>
                    <a:pt x="51976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9941184" y="3882206"/>
              <a:ext cx="78087" cy="119928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9625216" y="3978147"/>
              <a:ext cx="288290" cy="1264920"/>
            </a:xfrm>
            <a:custGeom>
              <a:avLst/>
              <a:gdLst/>
              <a:ahLst/>
              <a:cxnLst/>
              <a:rect l="l" t="t" r="r" b="b"/>
              <a:pathLst>
                <a:path w="288290" h="1264920">
                  <a:moveTo>
                    <a:pt x="78994" y="6057"/>
                  </a:moveTo>
                  <a:lnTo>
                    <a:pt x="72898" y="0"/>
                  </a:lnTo>
                  <a:lnTo>
                    <a:pt x="57772" y="0"/>
                  </a:lnTo>
                  <a:lnTo>
                    <a:pt x="51904" y="6057"/>
                  </a:lnTo>
                  <a:lnTo>
                    <a:pt x="51904" y="221500"/>
                  </a:lnTo>
                  <a:lnTo>
                    <a:pt x="57772" y="227533"/>
                  </a:lnTo>
                  <a:lnTo>
                    <a:pt x="72898" y="227533"/>
                  </a:lnTo>
                  <a:lnTo>
                    <a:pt x="78994" y="221500"/>
                  </a:lnTo>
                  <a:lnTo>
                    <a:pt x="78994" y="6057"/>
                  </a:lnTo>
                  <a:close/>
                </a:path>
                <a:path w="288290" h="1264920">
                  <a:moveTo>
                    <a:pt x="124574" y="1107909"/>
                  </a:moveTo>
                  <a:lnTo>
                    <a:pt x="95021" y="1107909"/>
                  </a:lnTo>
                  <a:lnTo>
                    <a:pt x="95021" y="1212469"/>
                  </a:lnTo>
                  <a:lnTo>
                    <a:pt x="64300" y="1162354"/>
                  </a:lnTo>
                  <a:lnTo>
                    <a:pt x="30924" y="1107909"/>
                  </a:lnTo>
                  <a:lnTo>
                    <a:pt x="0" y="1107909"/>
                  </a:lnTo>
                  <a:lnTo>
                    <a:pt x="0" y="1264462"/>
                  </a:lnTo>
                  <a:lnTo>
                    <a:pt x="29565" y="1264462"/>
                  </a:lnTo>
                  <a:lnTo>
                    <a:pt x="29565" y="1162354"/>
                  </a:lnTo>
                  <a:lnTo>
                    <a:pt x="92760" y="1264462"/>
                  </a:lnTo>
                  <a:lnTo>
                    <a:pt x="124574" y="1264462"/>
                  </a:lnTo>
                  <a:lnTo>
                    <a:pt x="124574" y="1212469"/>
                  </a:lnTo>
                  <a:lnTo>
                    <a:pt x="124574" y="1107909"/>
                  </a:lnTo>
                  <a:close/>
                </a:path>
                <a:path w="288290" h="1264920">
                  <a:moveTo>
                    <a:pt x="288201" y="1107909"/>
                  </a:moveTo>
                  <a:lnTo>
                    <a:pt x="256603" y="1107909"/>
                  </a:lnTo>
                  <a:lnTo>
                    <a:pt x="256603" y="1169530"/>
                  </a:lnTo>
                  <a:lnTo>
                    <a:pt x="194538" y="1169530"/>
                  </a:lnTo>
                  <a:lnTo>
                    <a:pt x="194538" y="1107909"/>
                  </a:lnTo>
                  <a:lnTo>
                    <a:pt x="162725" y="1107909"/>
                  </a:lnTo>
                  <a:lnTo>
                    <a:pt x="162725" y="1264462"/>
                  </a:lnTo>
                  <a:lnTo>
                    <a:pt x="194538" y="1264462"/>
                  </a:lnTo>
                  <a:lnTo>
                    <a:pt x="194538" y="1196022"/>
                  </a:lnTo>
                  <a:lnTo>
                    <a:pt x="256603" y="1196022"/>
                  </a:lnTo>
                  <a:lnTo>
                    <a:pt x="256603" y="1264462"/>
                  </a:lnTo>
                  <a:lnTo>
                    <a:pt x="288201" y="1264462"/>
                  </a:lnTo>
                  <a:lnTo>
                    <a:pt x="288201" y="1196022"/>
                  </a:lnTo>
                  <a:lnTo>
                    <a:pt x="288201" y="1169530"/>
                  </a:lnTo>
                  <a:lnTo>
                    <a:pt x="288201" y="11079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9941185" y="5177698"/>
              <a:ext cx="78087" cy="119928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9677131" y="4827510"/>
              <a:ext cx="27305" cy="242570"/>
            </a:xfrm>
            <a:custGeom>
              <a:avLst/>
              <a:gdLst/>
              <a:ahLst/>
              <a:cxnLst/>
              <a:rect l="l" t="t" r="r" b="b"/>
              <a:pathLst>
                <a:path w="27304" h="242570">
                  <a:moveTo>
                    <a:pt x="20988" y="0"/>
                  </a:moveTo>
                  <a:lnTo>
                    <a:pt x="5867" y="0"/>
                  </a:lnTo>
                  <a:lnTo>
                    <a:pt x="0" y="6060"/>
                  </a:lnTo>
                  <a:lnTo>
                    <a:pt x="0" y="236072"/>
                  </a:lnTo>
                  <a:lnTo>
                    <a:pt x="5867" y="242110"/>
                  </a:lnTo>
                  <a:lnTo>
                    <a:pt x="20988" y="242110"/>
                  </a:lnTo>
                  <a:lnTo>
                    <a:pt x="27082" y="236072"/>
                  </a:lnTo>
                  <a:lnTo>
                    <a:pt x="27082" y="6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9594087" y="5299916"/>
              <a:ext cx="194298" cy="193988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8" name="object 78"/>
          <p:cNvSpPr/>
          <p:nvPr/>
        </p:nvSpPr>
        <p:spPr>
          <a:xfrm>
            <a:off x="9594087" y="3540480"/>
            <a:ext cx="194298" cy="194004"/>
          </a:xfrm>
          <a:prstGeom prst="rect">
            <a:avLst/>
          </a:prstGeom>
          <a:blipFill>
            <a:blip r:embed="rId3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9" name="object 79"/>
          <p:cNvGrpSpPr/>
          <p:nvPr/>
        </p:nvGrpSpPr>
        <p:grpSpPr>
          <a:xfrm>
            <a:off x="961687" y="3847958"/>
            <a:ext cx="2117090" cy="1432560"/>
            <a:chOff x="961687" y="3847958"/>
            <a:chExt cx="2117090" cy="1432560"/>
          </a:xfrm>
        </p:grpSpPr>
        <p:sp>
          <p:nvSpPr>
            <p:cNvPr id="80" name="object 80"/>
            <p:cNvSpPr/>
            <p:nvPr/>
          </p:nvSpPr>
          <p:spPr>
            <a:xfrm>
              <a:off x="1730273" y="4391215"/>
              <a:ext cx="585470" cy="507365"/>
            </a:xfrm>
            <a:custGeom>
              <a:avLst/>
              <a:gdLst/>
              <a:ahLst/>
              <a:cxnLst/>
              <a:rect l="l" t="t" r="r" b="b"/>
              <a:pathLst>
                <a:path w="585469" h="507364">
                  <a:moveTo>
                    <a:pt x="93141" y="43116"/>
                  </a:moveTo>
                  <a:lnTo>
                    <a:pt x="87185" y="37172"/>
                  </a:lnTo>
                  <a:lnTo>
                    <a:pt x="72453" y="37172"/>
                  </a:lnTo>
                  <a:lnTo>
                    <a:pt x="66471" y="43116"/>
                  </a:lnTo>
                  <a:lnTo>
                    <a:pt x="66471" y="302514"/>
                  </a:lnTo>
                  <a:lnTo>
                    <a:pt x="72453" y="308470"/>
                  </a:lnTo>
                  <a:lnTo>
                    <a:pt x="87185" y="308470"/>
                  </a:lnTo>
                  <a:lnTo>
                    <a:pt x="93141" y="302514"/>
                  </a:lnTo>
                  <a:lnTo>
                    <a:pt x="93141" y="43116"/>
                  </a:lnTo>
                  <a:close/>
                </a:path>
                <a:path w="585469" h="507364">
                  <a:moveTo>
                    <a:pt x="584962" y="332054"/>
                  </a:moveTo>
                  <a:lnTo>
                    <a:pt x="577583" y="319328"/>
                  </a:lnTo>
                  <a:lnTo>
                    <a:pt x="569417" y="317157"/>
                  </a:lnTo>
                  <a:lnTo>
                    <a:pt x="292468" y="476516"/>
                  </a:lnTo>
                  <a:lnTo>
                    <a:pt x="28562" y="324662"/>
                  </a:lnTo>
                  <a:lnTo>
                    <a:pt x="28562" y="5956"/>
                  </a:lnTo>
                  <a:lnTo>
                    <a:pt x="22580" y="0"/>
                  </a:lnTo>
                  <a:lnTo>
                    <a:pt x="7848" y="0"/>
                  </a:lnTo>
                  <a:lnTo>
                    <a:pt x="1892" y="5956"/>
                  </a:lnTo>
                  <a:lnTo>
                    <a:pt x="1892" y="328790"/>
                  </a:lnTo>
                  <a:lnTo>
                    <a:pt x="0" y="332054"/>
                  </a:lnTo>
                  <a:lnTo>
                    <a:pt x="1892" y="339140"/>
                  </a:lnTo>
                  <a:lnTo>
                    <a:pt x="1892" y="339686"/>
                  </a:lnTo>
                  <a:lnTo>
                    <a:pt x="2082" y="339890"/>
                  </a:lnTo>
                  <a:lnTo>
                    <a:pt x="2171" y="340182"/>
                  </a:lnTo>
                  <a:lnTo>
                    <a:pt x="2679" y="340487"/>
                  </a:lnTo>
                  <a:lnTo>
                    <a:pt x="7848" y="345630"/>
                  </a:lnTo>
                  <a:lnTo>
                    <a:pt x="11633" y="345630"/>
                  </a:lnTo>
                  <a:lnTo>
                    <a:pt x="282714" y="501611"/>
                  </a:lnTo>
                  <a:lnTo>
                    <a:pt x="284607" y="504863"/>
                  </a:lnTo>
                  <a:lnTo>
                    <a:pt x="291668" y="506768"/>
                  </a:lnTo>
                  <a:lnTo>
                    <a:pt x="292188" y="507060"/>
                  </a:lnTo>
                  <a:lnTo>
                    <a:pt x="292481" y="506984"/>
                  </a:lnTo>
                  <a:lnTo>
                    <a:pt x="292773" y="507060"/>
                  </a:lnTo>
                  <a:lnTo>
                    <a:pt x="293281" y="506768"/>
                  </a:lnTo>
                  <a:lnTo>
                    <a:pt x="300355" y="504863"/>
                  </a:lnTo>
                  <a:lnTo>
                    <a:pt x="302221" y="501624"/>
                  </a:lnTo>
                  <a:lnTo>
                    <a:pt x="582764" y="340182"/>
                  </a:lnTo>
                  <a:lnTo>
                    <a:pt x="584962" y="33205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2007507" y="4671191"/>
              <a:ext cx="243127" cy="152744"/>
            </a:xfrm>
            <a:prstGeom prst="rect">
              <a:avLst/>
            </a:prstGeom>
            <a:blipFill>
              <a:blip r:embed="rId3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2007501" y="4229798"/>
              <a:ext cx="307975" cy="507365"/>
            </a:xfrm>
            <a:custGeom>
              <a:avLst/>
              <a:gdLst/>
              <a:ahLst/>
              <a:cxnLst/>
              <a:rect l="l" t="t" r="r" b="b"/>
              <a:pathLst>
                <a:path w="307975" h="507364">
                  <a:moveTo>
                    <a:pt x="307733" y="174993"/>
                  </a:moveTo>
                  <a:lnTo>
                    <a:pt x="305816" y="167906"/>
                  </a:lnTo>
                  <a:lnTo>
                    <a:pt x="305816" y="167373"/>
                  </a:lnTo>
                  <a:lnTo>
                    <a:pt x="305612" y="167182"/>
                  </a:lnTo>
                  <a:lnTo>
                    <a:pt x="305536" y="166865"/>
                  </a:lnTo>
                  <a:lnTo>
                    <a:pt x="304990" y="166560"/>
                  </a:lnTo>
                  <a:lnTo>
                    <a:pt x="299859" y="161417"/>
                  </a:lnTo>
                  <a:lnTo>
                    <a:pt x="296062" y="161417"/>
                  </a:lnTo>
                  <a:lnTo>
                    <a:pt x="15544" y="0"/>
                  </a:lnTo>
                  <a:lnTo>
                    <a:pt x="7378" y="2171"/>
                  </a:lnTo>
                  <a:lnTo>
                    <a:pt x="0" y="14897"/>
                  </a:lnTo>
                  <a:lnTo>
                    <a:pt x="2197" y="23025"/>
                  </a:lnTo>
                  <a:lnTo>
                    <a:pt x="279146" y="182410"/>
                  </a:lnTo>
                  <a:lnTo>
                    <a:pt x="279146" y="501103"/>
                  </a:lnTo>
                  <a:lnTo>
                    <a:pt x="285127" y="507047"/>
                  </a:lnTo>
                  <a:lnTo>
                    <a:pt x="299859" y="507047"/>
                  </a:lnTo>
                  <a:lnTo>
                    <a:pt x="305816" y="501103"/>
                  </a:lnTo>
                  <a:lnTo>
                    <a:pt x="305816" y="178308"/>
                  </a:lnTo>
                  <a:lnTo>
                    <a:pt x="307733" y="1749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2007507" y="4304130"/>
              <a:ext cx="243127" cy="152722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1730273" y="4229798"/>
              <a:ext cx="1348105" cy="254635"/>
            </a:xfrm>
            <a:custGeom>
              <a:avLst/>
              <a:gdLst/>
              <a:ahLst/>
              <a:cxnLst/>
              <a:rect l="l" t="t" r="r" b="b"/>
              <a:pathLst>
                <a:path w="1348105" h="254635">
                  <a:moveTo>
                    <a:pt x="307708" y="14897"/>
                  </a:moveTo>
                  <a:lnTo>
                    <a:pt x="300355" y="2171"/>
                  </a:lnTo>
                  <a:lnTo>
                    <a:pt x="292188" y="0"/>
                  </a:lnTo>
                  <a:lnTo>
                    <a:pt x="2171" y="166865"/>
                  </a:lnTo>
                  <a:lnTo>
                    <a:pt x="0" y="174993"/>
                  </a:lnTo>
                  <a:lnTo>
                    <a:pt x="7353" y="187706"/>
                  </a:lnTo>
                  <a:lnTo>
                    <a:pt x="15519" y="189903"/>
                  </a:lnTo>
                  <a:lnTo>
                    <a:pt x="305523" y="23025"/>
                  </a:lnTo>
                  <a:lnTo>
                    <a:pt x="307708" y="14897"/>
                  </a:lnTo>
                  <a:close/>
                </a:path>
                <a:path w="1348105" h="254635">
                  <a:moveTo>
                    <a:pt x="1037336" y="117348"/>
                  </a:moveTo>
                  <a:lnTo>
                    <a:pt x="1035151" y="109207"/>
                  </a:lnTo>
                  <a:lnTo>
                    <a:pt x="855776" y="6019"/>
                  </a:lnTo>
                  <a:lnTo>
                    <a:pt x="853884" y="2730"/>
                  </a:lnTo>
                  <a:lnTo>
                    <a:pt x="846797" y="850"/>
                  </a:lnTo>
                  <a:lnTo>
                    <a:pt x="846302" y="558"/>
                  </a:lnTo>
                  <a:lnTo>
                    <a:pt x="846010" y="647"/>
                  </a:lnTo>
                  <a:lnTo>
                    <a:pt x="845718" y="558"/>
                  </a:lnTo>
                  <a:lnTo>
                    <a:pt x="845210" y="850"/>
                  </a:lnTo>
                  <a:lnTo>
                    <a:pt x="838136" y="2730"/>
                  </a:lnTo>
                  <a:lnTo>
                    <a:pt x="836218" y="6019"/>
                  </a:lnTo>
                  <a:lnTo>
                    <a:pt x="556666" y="166865"/>
                  </a:lnTo>
                  <a:lnTo>
                    <a:pt x="554482" y="174993"/>
                  </a:lnTo>
                  <a:lnTo>
                    <a:pt x="561835" y="187706"/>
                  </a:lnTo>
                  <a:lnTo>
                    <a:pt x="570001" y="189903"/>
                  </a:lnTo>
                  <a:lnTo>
                    <a:pt x="845997" y="31102"/>
                  </a:lnTo>
                  <a:lnTo>
                    <a:pt x="1021816" y="132257"/>
                  </a:lnTo>
                  <a:lnTo>
                    <a:pt x="1029957" y="130060"/>
                  </a:lnTo>
                  <a:lnTo>
                    <a:pt x="1037336" y="117348"/>
                  </a:lnTo>
                  <a:close/>
                </a:path>
                <a:path w="1348105" h="254635">
                  <a:moveTo>
                    <a:pt x="1194993" y="174180"/>
                  </a:moveTo>
                  <a:lnTo>
                    <a:pt x="1193761" y="157124"/>
                  </a:lnTo>
                  <a:lnTo>
                    <a:pt x="1189913" y="141414"/>
                  </a:lnTo>
                  <a:lnTo>
                    <a:pt x="1183500" y="127774"/>
                  </a:lnTo>
                  <a:lnTo>
                    <a:pt x="1178750" y="121640"/>
                  </a:lnTo>
                  <a:lnTo>
                    <a:pt x="1174534" y="116192"/>
                  </a:lnTo>
                  <a:lnTo>
                    <a:pt x="1163434" y="106959"/>
                  </a:lnTo>
                  <a:lnTo>
                    <a:pt x="1162786" y="106629"/>
                  </a:lnTo>
                  <a:lnTo>
                    <a:pt x="1162786" y="174180"/>
                  </a:lnTo>
                  <a:lnTo>
                    <a:pt x="1162037" y="186728"/>
                  </a:lnTo>
                  <a:lnTo>
                    <a:pt x="1137196" y="224383"/>
                  </a:lnTo>
                  <a:lnTo>
                    <a:pt x="1120216" y="227723"/>
                  </a:lnTo>
                  <a:lnTo>
                    <a:pt x="1111288" y="226885"/>
                  </a:lnTo>
                  <a:lnTo>
                    <a:pt x="1080338" y="197573"/>
                  </a:lnTo>
                  <a:lnTo>
                    <a:pt x="1077328" y="174180"/>
                  </a:lnTo>
                  <a:lnTo>
                    <a:pt x="1078052" y="162140"/>
                  </a:lnTo>
                  <a:lnTo>
                    <a:pt x="1102791" y="124942"/>
                  </a:lnTo>
                  <a:lnTo>
                    <a:pt x="1120216" y="121640"/>
                  </a:lnTo>
                  <a:lnTo>
                    <a:pt x="1129423" y="122466"/>
                  </a:lnTo>
                  <a:lnTo>
                    <a:pt x="1159878" y="151053"/>
                  </a:lnTo>
                  <a:lnTo>
                    <a:pt x="1162786" y="174180"/>
                  </a:lnTo>
                  <a:lnTo>
                    <a:pt x="1162786" y="106629"/>
                  </a:lnTo>
                  <a:lnTo>
                    <a:pt x="1150620" y="100355"/>
                  </a:lnTo>
                  <a:lnTo>
                    <a:pt x="1136103" y="96393"/>
                  </a:lnTo>
                  <a:lnTo>
                    <a:pt x="1119886" y="95072"/>
                  </a:lnTo>
                  <a:lnTo>
                    <a:pt x="1110729" y="95453"/>
                  </a:lnTo>
                  <a:lnTo>
                    <a:pt x="1072680" y="108813"/>
                  </a:lnTo>
                  <a:lnTo>
                    <a:pt x="1049134" y="144602"/>
                  </a:lnTo>
                  <a:lnTo>
                    <a:pt x="1045159" y="175641"/>
                  </a:lnTo>
                  <a:lnTo>
                    <a:pt x="1046429" y="193027"/>
                  </a:lnTo>
                  <a:lnTo>
                    <a:pt x="1065504" y="233349"/>
                  </a:lnTo>
                  <a:lnTo>
                    <a:pt x="1103960" y="253009"/>
                  </a:lnTo>
                  <a:lnTo>
                    <a:pt x="1120305" y="254317"/>
                  </a:lnTo>
                  <a:lnTo>
                    <a:pt x="1136472" y="252996"/>
                  </a:lnTo>
                  <a:lnTo>
                    <a:pt x="1174711" y="233248"/>
                  </a:lnTo>
                  <a:lnTo>
                    <a:pt x="1193774" y="192532"/>
                  </a:lnTo>
                  <a:lnTo>
                    <a:pt x="1194993" y="175641"/>
                  </a:lnTo>
                  <a:lnTo>
                    <a:pt x="1194993" y="174180"/>
                  </a:lnTo>
                  <a:close/>
                </a:path>
                <a:path w="1348105" h="254635">
                  <a:moveTo>
                    <a:pt x="1348066" y="97713"/>
                  </a:moveTo>
                  <a:lnTo>
                    <a:pt x="1316875" y="97713"/>
                  </a:lnTo>
                  <a:lnTo>
                    <a:pt x="1316875" y="158305"/>
                  </a:lnTo>
                  <a:lnTo>
                    <a:pt x="1255737" y="158305"/>
                  </a:lnTo>
                  <a:lnTo>
                    <a:pt x="1255737" y="97713"/>
                  </a:lnTo>
                  <a:lnTo>
                    <a:pt x="1224546" y="97713"/>
                  </a:lnTo>
                  <a:lnTo>
                    <a:pt x="1224546" y="251675"/>
                  </a:lnTo>
                  <a:lnTo>
                    <a:pt x="1255737" y="251675"/>
                  </a:lnTo>
                  <a:lnTo>
                    <a:pt x="1255737" y="184365"/>
                  </a:lnTo>
                  <a:lnTo>
                    <a:pt x="1316875" y="184365"/>
                  </a:lnTo>
                  <a:lnTo>
                    <a:pt x="1316875" y="251675"/>
                  </a:lnTo>
                  <a:lnTo>
                    <a:pt x="1348066" y="251675"/>
                  </a:lnTo>
                  <a:lnTo>
                    <a:pt x="1348066" y="184365"/>
                  </a:lnTo>
                  <a:lnTo>
                    <a:pt x="1348066" y="158305"/>
                  </a:lnTo>
                  <a:lnTo>
                    <a:pt x="1348066" y="977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2499165" y="3847958"/>
              <a:ext cx="149812" cy="159236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961682" y="4036517"/>
              <a:ext cx="1660525" cy="1243965"/>
            </a:xfrm>
            <a:custGeom>
              <a:avLst/>
              <a:gdLst/>
              <a:ahLst/>
              <a:cxnLst/>
              <a:rect l="l" t="t" r="r" b="b"/>
              <a:pathLst>
                <a:path w="1660525" h="1243964">
                  <a:moveTo>
                    <a:pt x="123520" y="610044"/>
                  </a:moveTo>
                  <a:lnTo>
                    <a:pt x="92329" y="610044"/>
                  </a:lnTo>
                  <a:lnTo>
                    <a:pt x="92329" y="670636"/>
                  </a:lnTo>
                  <a:lnTo>
                    <a:pt x="31191" y="670636"/>
                  </a:lnTo>
                  <a:lnTo>
                    <a:pt x="31191" y="610044"/>
                  </a:lnTo>
                  <a:lnTo>
                    <a:pt x="0" y="610044"/>
                  </a:lnTo>
                  <a:lnTo>
                    <a:pt x="0" y="764006"/>
                  </a:lnTo>
                  <a:lnTo>
                    <a:pt x="31191" y="764006"/>
                  </a:lnTo>
                  <a:lnTo>
                    <a:pt x="31191" y="696696"/>
                  </a:lnTo>
                  <a:lnTo>
                    <a:pt x="92329" y="696696"/>
                  </a:lnTo>
                  <a:lnTo>
                    <a:pt x="92329" y="764006"/>
                  </a:lnTo>
                  <a:lnTo>
                    <a:pt x="123520" y="764006"/>
                  </a:lnTo>
                  <a:lnTo>
                    <a:pt x="123520" y="696696"/>
                  </a:lnTo>
                  <a:lnTo>
                    <a:pt x="123520" y="670636"/>
                  </a:lnTo>
                  <a:lnTo>
                    <a:pt x="123520" y="610044"/>
                  </a:lnTo>
                  <a:close/>
                </a:path>
                <a:path w="1660525" h="1243964">
                  <a:moveTo>
                    <a:pt x="303885" y="686498"/>
                  </a:moveTo>
                  <a:lnTo>
                    <a:pt x="292417" y="640105"/>
                  </a:lnTo>
                  <a:lnTo>
                    <a:pt x="271703" y="618959"/>
                  </a:lnTo>
                  <a:lnTo>
                    <a:pt x="271703" y="686498"/>
                  </a:lnTo>
                  <a:lnTo>
                    <a:pt x="270954" y="699058"/>
                  </a:lnTo>
                  <a:lnTo>
                    <a:pt x="246100" y="736714"/>
                  </a:lnTo>
                  <a:lnTo>
                    <a:pt x="229133" y="740054"/>
                  </a:lnTo>
                  <a:lnTo>
                    <a:pt x="220205" y="739216"/>
                  </a:lnTo>
                  <a:lnTo>
                    <a:pt x="189255" y="709904"/>
                  </a:lnTo>
                  <a:lnTo>
                    <a:pt x="186245" y="686498"/>
                  </a:lnTo>
                  <a:lnTo>
                    <a:pt x="186956" y="674471"/>
                  </a:lnTo>
                  <a:lnTo>
                    <a:pt x="211709" y="637273"/>
                  </a:lnTo>
                  <a:lnTo>
                    <a:pt x="229133" y="633971"/>
                  </a:lnTo>
                  <a:lnTo>
                    <a:pt x="238328" y="634796"/>
                  </a:lnTo>
                  <a:lnTo>
                    <a:pt x="268795" y="663384"/>
                  </a:lnTo>
                  <a:lnTo>
                    <a:pt x="271703" y="686498"/>
                  </a:lnTo>
                  <a:lnTo>
                    <a:pt x="271703" y="618959"/>
                  </a:lnTo>
                  <a:lnTo>
                    <a:pt x="259537" y="612686"/>
                  </a:lnTo>
                  <a:lnTo>
                    <a:pt x="245021" y="608723"/>
                  </a:lnTo>
                  <a:lnTo>
                    <a:pt x="228803" y="607402"/>
                  </a:lnTo>
                  <a:lnTo>
                    <a:pt x="219646" y="607783"/>
                  </a:lnTo>
                  <a:lnTo>
                    <a:pt x="181597" y="621144"/>
                  </a:lnTo>
                  <a:lnTo>
                    <a:pt x="158051" y="656932"/>
                  </a:lnTo>
                  <a:lnTo>
                    <a:pt x="154089" y="687971"/>
                  </a:lnTo>
                  <a:lnTo>
                    <a:pt x="155359" y="705358"/>
                  </a:lnTo>
                  <a:lnTo>
                    <a:pt x="174421" y="745680"/>
                  </a:lnTo>
                  <a:lnTo>
                    <a:pt x="212877" y="765327"/>
                  </a:lnTo>
                  <a:lnTo>
                    <a:pt x="229222" y="766648"/>
                  </a:lnTo>
                  <a:lnTo>
                    <a:pt x="245389" y="765327"/>
                  </a:lnTo>
                  <a:lnTo>
                    <a:pt x="283603" y="745566"/>
                  </a:lnTo>
                  <a:lnTo>
                    <a:pt x="302666" y="704862"/>
                  </a:lnTo>
                  <a:lnTo>
                    <a:pt x="303885" y="687971"/>
                  </a:lnTo>
                  <a:lnTo>
                    <a:pt x="303885" y="686498"/>
                  </a:lnTo>
                  <a:close/>
                </a:path>
                <a:path w="1660525" h="1243964">
                  <a:moveTo>
                    <a:pt x="580224" y="1163408"/>
                  </a:moveTo>
                  <a:lnTo>
                    <a:pt x="568744" y="1117015"/>
                  </a:lnTo>
                  <a:lnTo>
                    <a:pt x="548030" y="1095870"/>
                  </a:lnTo>
                  <a:lnTo>
                    <a:pt x="548030" y="1163408"/>
                  </a:lnTo>
                  <a:lnTo>
                    <a:pt x="547281" y="1175969"/>
                  </a:lnTo>
                  <a:lnTo>
                    <a:pt x="522427" y="1213624"/>
                  </a:lnTo>
                  <a:lnTo>
                    <a:pt x="505447" y="1216977"/>
                  </a:lnTo>
                  <a:lnTo>
                    <a:pt x="496531" y="1216126"/>
                  </a:lnTo>
                  <a:lnTo>
                    <a:pt x="465582" y="1186815"/>
                  </a:lnTo>
                  <a:lnTo>
                    <a:pt x="462572" y="1163408"/>
                  </a:lnTo>
                  <a:lnTo>
                    <a:pt x="463283" y="1151382"/>
                  </a:lnTo>
                  <a:lnTo>
                    <a:pt x="488022" y="1114183"/>
                  </a:lnTo>
                  <a:lnTo>
                    <a:pt x="505447" y="1110881"/>
                  </a:lnTo>
                  <a:lnTo>
                    <a:pt x="514654" y="1111707"/>
                  </a:lnTo>
                  <a:lnTo>
                    <a:pt x="545109" y="1140294"/>
                  </a:lnTo>
                  <a:lnTo>
                    <a:pt x="548030" y="1163408"/>
                  </a:lnTo>
                  <a:lnTo>
                    <a:pt x="548030" y="1095870"/>
                  </a:lnTo>
                  <a:lnTo>
                    <a:pt x="535876" y="1089596"/>
                  </a:lnTo>
                  <a:lnTo>
                    <a:pt x="521360" y="1085634"/>
                  </a:lnTo>
                  <a:lnTo>
                    <a:pt x="505142" y="1084313"/>
                  </a:lnTo>
                  <a:lnTo>
                    <a:pt x="495985" y="1084694"/>
                  </a:lnTo>
                  <a:lnTo>
                    <a:pt x="457936" y="1098054"/>
                  </a:lnTo>
                  <a:lnTo>
                    <a:pt x="434378" y="1133843"/>
                  </a:lnTo>
                  <a:lnTo>
                    <a:pt x="430415" y="1164882"/>
                  </a:lnTo>
                  <a:lnTo>
                    <a:pt x="431685" y="1182268"/>
                  </a:lnTo>
                  <a:lnTo>
                    <a:pt x="450735" y="1222590"/>
                  </a:lnTo>
                  <a:lnTo>
                    <a:pt x="489204" y="1242237"/>
                  </a:lnTo>
                  <a:lnTo>
                    <a:pt x="505561" y="1243545"/>
                  </a:lnTo>
                  <a:lnTo>
                    <a:pt x="521716" y="1242237"/>
                  </a:lnTo>
                  <a:lnTo>
                    <a:pt x="559943" y="1222489"/>
                  </a:lnTo>
                  <a:lnTo>
                    <a:pt x="579018" y="1181773"/>
                  </a:lnTo>
                  <a:lnTo>
                    <a:pt x="580224" y="1164882"/>
                  </a:lnTo>
                  <a:lnTo>
                    <a:pt x="580224" y="1163408"/>
                  </a:lnTo>
                  <a:close/>
                </a:path>
                <a:path w="1660525" h="1243964">
                  <a:moveTo>
                    <a:pt x="799045" y="686752"/>
                  </a:moveTo>
                  <a:lnTo>
                    <a:pt x="791692" y="674027"/>
                  </a:lnTo>
                  <a:lnTo>
                    <a:pt x="783526" y="671855"/>
                  </a:lnTo>
                  <a:lnTo>
                    <a:pt x="536206" y="814146"/>
                  </a:lnTo>
                  <a:lnTo>
                    <a:pt x="532460" y="814146"/>
                  </a:lnTo>
                  <a:lnTo>
                    <a:pt x="527265" y="819302"/>
                  </a:lnTo>
                  <a:lnTo>
                    <a:pt x="507517" y="830656"/>
                  </a:lnTo>
                  <a:lnTo>
                    <a:pt x="487819" y="819327"/>
                  </a:lnTo>
                  <a:lnTo>
                    <a:pt x="482600" y="814146"/>
                  </a:lnTo>
                  <a:lnTo>
                    <a:pt x="478815" y="814146"/>
                  </a:lnTo>
                  <a:lnTo>
                    <a:pt x="334581" y="731151"/>
                  </a:lnTo>
                  <a:lnTo>
                    <a:pt x="326415" y="733323"/>
                  </a:lnTo>
                  <a:lnTo>
                    <a:pt x="319062" y="746036"/>
                  </a:lnTo>
                  <a:lnTo>
                    <a:pt x="321233" y="754164"/>
                  </a:lnTo>
                  <a:lnTo>
                    <a:pt x="461899" y="835126"/>
                  </a:lnTo>
                  <a:lnTo>
                    <a:pt x="461899" y="1060983"/>
                  </a:lnTo>
                  <a:lnTo>
                    <a:pt x="467855" y="1066927"/>
                  </a:lnTo>
                  <a:lnTo>
                    <a:pt x="482600" y="1066927"/>
                  </a:lnTo>
                  <a:lnTo>
                    <a:pt x="488581" y="1060983"/>
                  </a:lnTo>
                  <a:lnTo>
                    <a:pt x="488581" y="850480"/>
                  </a:lnTo>
                  <a:lnTo>
                    <a:pt x="497751" y="855751"/>
                  </a:lnTo>
                  <a:lnTo>
                    <a:pt x="499643" y="859015"/>
                  </a:lnTo>
                  <a:lnTo>
                    <a:pt x="506717" y="860920"/>
                  </a:lnTo>
                  <a:lnTo>
                    <a:pt x="507225" y="861199"/>
                  </a:lnTo>
                  <a:lnTo>
                    <a:pt x="507517" y="861123"/>
                  </a:lnTo>
                  <a:lnTo>
                    <a:pt x="507809" y="861199"/>
                  </a:lnTo>
                  <a:lnTo>
                    <a:pt x="508304" y="860920"/>
                  </a:lnTo>
                  <a:lnTo>
                    <a:pt x="515391" y="859015"/>
                  </a:lnTo>
                  <a:lnTo>
                    <a:pt x="517283" y="855751"/>
                  </a:lnTo>
                  <a:lnTo>
                    <a:pt x="526478" y="850468"/>
                  </a:lnTo>
                  <a:lnTo>
                    <a:pt x="526478" y="1060983"/>
                  </a:lnTo>
                  <a:lnTo>
                    <a:pt x="532460" y="1066927"/>
                  </a:lnTo>
                  <a:lnTo>
                    <a:pt x="547179" y="1066927"/>
                  </a:lnTo>
                  <a:lnTo>
                    <a:pt x="553161" y="1060983"/>
                  </a:lnTo>
                  <a:lnTo>
                    <a:pt x="553161" y="835113"/>
                  </a:lnTo>
                  <a:lnTo>
                    <a:pt x="796861" y="694880"/>
                  </a:lnTo>
                  <a:lnTo>
                    <a:pt x="799045" y="686752"/>
                  </a:lnTo>
                  <a:close/>
                </a:path>
                <a:path w="1660525" h="1243964">
                  <a:moveTo>
                    <a:pt x="1595640" y="5956"/>
                  </a:moveTo>
                  <a:lnTo>
                    <a:pt x="1589659" y="0"/>
                  </a:lnTo>
                  <a:lnTo>
                    <a:pt x="1574939" y="0"/>
                  </a:lnTo>
                  <a:lnTo>
                    <a:pt x="1568958" y="5956"/>
                  </a:lnTo>
                  <a:lnTo>
                    <a:pt x="1568958" y="234937"/>
                  </a:lnTo>
                  <a:lnTo>
                    <a:pt x="1574939" y="240893"/>
                  </a:lnTo>
                  <a:lnTo>
                    <a:pt x="1589659" y="240893"/>
                  </a:lnTo>
                  <a:lnTo>
                    <a:pt x="1595640" y="234937"/>
                  </a:lnTo>
                  <a:lnTo>
                    <a:pt x="1595640" y="5956"/>
                  </a:lnTo>
                  <a:close/>
                </a:path>
                <a:path w="1660525" h="1243964">
                  <a:moveTo>
                    <a:pt x="1660245" y="5956"/>
                  </a:moveTo>
                  <a:lnTo>
                    <a:pt x="1654263" y="0"/>
                  </a:lnTo>
                  <a:lnTo>
                    <a:pt x="1639519" y="0"/>
                  </a:lnTo>
                  <a:lnTo>
                    <a:pt x="1633562" y="5956"/>
                  </a:lnTo>
                  <a:lnTo>
                    <a:pt x="1633562" y="234937"/>
                  </a:lnTo>
                  <a:lnTo>
                    <a:pt x="1639519" y="240893"/>
                  </a:lnTo>
                  <a:lnTo>
                    <a:pt x="1654263" y="240893"/>
                  </a:lnTo>
                  <a:lnTo>
                    <a:pt x="1660245" y="234937"/>
                  </a:lnTo>
                  <a:lnTo>
                    <a:pt x="1660245" y="5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7" name="object 87"/>
          <p:cNvSpPr/>
          <p:nvPr/>
        </p:nvSpPr>
        <p:spPr>
          <a:xfrm>
            <a:off x="3315542" y="4568232"/>
            <a:ext cx="108046" cy="107656"/>
          </a:xfrm>
          <a:prstGeom prst="rect">
            <a:avLst/>
          </a:prstGeom>
          <a:blipFill>
            <a:blip r:embed="rId3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8" name="object 88"/>
          <p:cNvGrpSpPr/>
          <p:nvPr/>
        </p:nvGrpSpPr>
        <p:grpSpPr>
          <a:xfrm>
            <a:off x="3733279" y="3876628"/>
            <a:ext cx="615315" cy="1480185"/>
            <a:chOff x="3733279" y="3876628"/>
            <a:chExt cx="615315" cy="1480185"/>
          </a:xfrm>
        </p:grpSpPr>
        <p:sp>
          <p:nvSpPr>
            <p:cNvPr id="89" name="object 89"/>
            <p:cNvSpPr/>
            <p:nvPr/>
          </p:nvSpPr>
          <p:spPr>
            <a:xfrm>
              <a:off x="3733266" y="4417796"/>
              <a:ext cx="585470" cy="507365"/>
            </a:xfrm>
            <a:custGeom>
              <a:avLst/>
              <a:gdLst/>
              <a:ahLst/>
              <a:cxnLst/>
              <a:rect l="l" t="t" r="r" b="b"/>
              <a:pathLst>
                <a:path w="585470" h="507364">
                  <a:moveTo>
                    <a:pt x="93154" y="43116"/>
                  </a:moveTo>
                  <a:lnTo>
                    <a:pt x="87160" y="37185"/>
                  </a:lnTo>
                  <a:lnTo>
                    <a:pt x="72478" y="37185"/>
                  </a:lnTo>
                  <a:lnTo>
                    <a:pt x="66484" y="43116"/>
                  </a:lnTo>
                  <a:lnTo>
                    <a:pt x="66484" y="302526"/>
                  </a:lnTo>
                  <a:lnTo>
                    <a:pt x="72478" y="308483"/>
                  </a:lnTo>
                  <a:lnTo>
                    <a:pt x="87160" y="308483"/>
                  </a:lnTo>
                  <a:lnTo>
                    <a:pt x="93154" y="302526"/>
                  </a:lnTo>
                  <a:lnTo>
                    <a:pt x="93154" y="43116"/>
                  </a:lnTo>
                  <a:close/>
                </a:path>
                <a:path w="585470" h="507364">
                  <a:moveTo>
                    <a:pt x="584923" y="332054"/>
                  </a:moveTo>
                  <a:lnTo>
                    <a:pt x="577596" y="319341"/>
                  </a:lnTo>
                  <a:lnTo>
                    <a:pt x="569366" y="317169"/>
                  </a:lnTo>
                  <a:lnTo>
                    <a:pt x="292455" y="476542"/>
                  </a:lnTo>
                  <a:lnTo>
                    <a:pt x="28460" y="324599"/>
                  </a:lnTo>
                  <a:lnTo>
                    <a:pt x="28460" y="5956"/>
                  </a:lnTo>
                  <a:lnTo>
                    <a:pt x="22682" y="0"/>
                  </a:lnTo>
                  <a:lnTo>
                    <a:pt x="7785" y="0"/>
                  </a:lnTo>
                  <a:lnTo>
                    <a:pt x="1790" y="5956"/>
                  </a:lnTo>
                  <a:lnTo>
                    <a:pt x="1790" y="328955"/>
                  </a:lnTo>
                  <a:lnTo>
                    <a:pt x="0" y="332054"/>
                  </a:lnTo>
                  <a:lnTo>
                    <a:pt x="1790" y="338569"/>
                  </a:lnTo>
                  <a:lnTo>
                    <a:pt x="1790" y="339699"/>
                  </a:lnTo>
                  <a:lnTo>
                    <a:pt x="2209" y="340131"/>
                  </a:lnTo>
                  <a:lnTo>
                    <a:pt x="7785" y="345643"/>
                  </a:lnTo>
                  <a:lnTo>
                    <a:pt x="11709" y="345643"/>
                  </a:lnTo>
                  <a:lnTo>
                    <a:pt x="282702" y="501650"/>
                  </a:lnTo>
                  <a:lnTo>
                    <a:pt x="284568" y="504875"/>
                  </a:lnTo>
                  <a:lnTo>
                    <a:pt x="291566" y="506755"/>
                  </a:lnTo>
                  <a:lnTo>
                    <a:pt x="292138" y="507072"/>
                  </a:lnTo>
                  <a:lnTo>
                    <a:pt x="292455" y="506996"/>
                  </a:lnTo>
                  <a:lnTo>
                    <a:pt x="292798" y="507072"/>
                  </a:lnTo>
                  <a:lnTo>
                    <a:pt x="293370" y="506755"/>
                  </a:lnTo>
                  <a:lnTo>
                    <a:pt x="300355" y="504875"/>
                  </a:lnTo>
                  <a:lnTo>
                    <a:pt x="302209" y="501662"/>
                  </a:lnTo>
                  <a:lnTo>
                    <a:pt x="582701" y="340182"/>
                  </a:lnTo>
                  <a:lnTo>
                    <a:pt x="584923" y="33205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4010510" y="4697778"/>
              <a:ext cx="243216" cy="152744"/>
            </a:xfrm>
            <a:prstGeom prst="rect">
              <a:avLst/>
            </a:prstGeom>
            <a:blipFill>
              <a:blip r:embed="rId3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4010507" y="4256392"/>
              <a:ext cx="307975" cy="507365"/>
            </a:xfrm>
            <a:custGeom>
              <a:avLst/>
              <a:gdLst/>
              <a:ahLst/>
              <a:cxnLst/>
              <a:rect l="l" t="t" r="r" b="b"/>
              <a:pathLst>
                <a:path w="307975" h="507364">
                  <a:moveTo>
                    <a:pt x="307682" y="174993"/>
                  </a:moveTo>
                  <a:lnTo>
                    <a:pt x="305904" y="168490"/>
                  </a:lnTo>
                  <a:lnTo>
                    <a:pt x="305904" y="167360"/>
                  </a:lnTo>
                  <a:lnTo>
                    <a:pt x="305473" y="166954"/>
                  </a:lnTo>
                  <a:lnTo>
                    <a:pt x="305295" y="166763"/>
                  </a:lnTo>
                  <a:lnTo>
                    <a:pt x="299910" y="161404"/>
                  </a:lnTo>
                  <a:lnTo>
                    <a:pt x="295986" y="161404"/>
                  </a:lnTo>
                  <a:lnTo>
                    <a:pt x="15557" y="0"/>
                  </a:lnTo>
                  <a:lnTo>
                    <a:pt x="7327" y="2171"/>
                  </a:lnTo>
                  <a:lnTo>
                    <a:pt x="0" y="14884"/>
                  </a:lnTo>
                  <a:lnTo>
                    <a:pt x="2222" y="23012"/>
                  </a:lnTo>
                  <a:lnTo>
                    <a:pt x="279234" y="182486"/>
                  </a:lnTo>
                  <a:lnTo>
                    <a:pt x="279234" y="501103"/>
                  </a:lnTo>
                  <a:lnTo>
                    <a:pt x="285013" y="507047"/>
                  </a:lnTo>
                  <a:lnTo>
                    <a:pt x="299910" y="507047"/>
                  </a:lnTo>
                  <a:lnTo>
                    <a:pt x="305904" y="501103"/>
                  </a:lnTo>
                  <a:lnTo>
                    <a:pt x="305904" y="178079"/>
                  </a:lnTo>
                  <a:lnTo>
                    <a:pt x="307682" y="17499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4010510" y="4330718"/>
              <a:ext cx="243216" cy="152722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3733266" y="3876636"/>
              <a:ext cx="512445" cy="570230"/>
            </a:xfrm>
            <a:custGeom>
              <a:avLst/>
              <a:gdLst/>
              <a:ahLst/>
              <a:cxnLst/>
              <a:rect l="l" t="t" r="r" b="b"/>
              <a:pathLst>
                <a:path w="512445" h="570229">
                  <a:moveTo>
                    <a:pt x="307695" y="394639"/>
                  </a:moveTo>
                  <a:lnTo>
                    <a:pt x="300355" y="381927"/>
                  </a:lnTo>
                  <a:lnTo>
                    <a:pt x="292138" y="379755"/>
                  </a:lnTo>
                  <a:lnTo>
                    <a:pt x="2235" y="546608"/>
                  </a:lnTo>
                  <a:lnTo>
                    <a:pt x="0" y="554748"/>
                  </a:lnTo>
                  <a:lnTo>
                    <a:pt x="7340" y="567461"/>
                  </a:lnTo>
                  <a:lnTo>
                    <a:pt x="15570" y="569658"/>
                  </a:lnTo>
                  <a:lnTo>
                    <a:pt x="305473" y="402767"/>
                  </a:lnTo>
                  <a:lnTo>
                    <a:pt x="307695" y="394639"/>
                  </a:lnTo>
                  <a:close/>
                </a:path>
                <a:path w="512445" h="570229">
                  <a:moveTo>
                    <a:pt x="350824" y="0"/>
                  </a:moveTo>
                  <a:lnTo>
                    <a:pt x="321703" y="0"/>
                  </a:lnTo>
                  <a:lnTo>
                    <a:pt x="321703" y="102819"/>
                  </a:lnTo>
                  <a:lnTo>
                    <a:pt x="291439" y="53543"/>
                  </a:lnTo>
                  <a:lnTo>
                    <a:pt x="258559" y="0"/>
                  </a:lnTo>
                  <a:lnTo>
                    <a:pt x="228104" y="0"/>
                  </a:lnTo>
                  <a:lnTo>
                    <a:pt x="228104" y="153962"/>
                  </a:lnTo>
                  <a:lnTo>
                    <a:pt x="257225" y="153962"/>
                  </a:lnTo>
                  <a:lnTo>
                    <a:pt x="257225" y="53543"/>
                  </a:lnTo>
                  <a:lnTo>
                    <a:pt x="319481" y="153962"/>
                  </a:lnTo>
                  <a:lnTo>
                    <a:pt x="350824" y="153962"/>
                  </a:lnTo>
                  <a:lnTo>
                    <a:pt x="350824" y="102819"/>
                  </a:lnTo>
                  <a:lnTo>
                    <a:pt x="350824" y="0"/>
                  </a:lnTo>
                  <a:close/>
                </a:path>
                <a:path w="512445" h="570229">
                  <a:moveTo>
                    <a:pt x="512000" y="0"/>
                  </a:moveTo>
                  <a:lnTo>
                    <a:pt x="480885" y="0"/>
                  </a:lnTo>
                  <a:lnTo>
                    <a:pt x="480885" y="60591"/>
                  </a:lnTo>
                  <a:lnTo>
                    <a:pt x="419747" y="60591"/>
                  </a:lnTo>
                  <a:lnTo>
                    <a:pt x="419747" y="0"/>
                  </a:lnTo>
                  <a:lnTo>
                    <a:pt x="388391" y="0"/>
                  </a:lnTo>
                  <a:lnTo>
                    <a:pt x="388391" y="153962"/>
                  </a:lnTo>
                  <a:lnTo>
                    <a:pt x="419747" y="153962"/>
                  </a:lnTo>
                  <a:lnTo>
                    <a:pt x="419747" y="86652"/>
                  </a:lnTo>
                  <a:lnTo>
                    <a:pt x="480885" y="86652"/>
                  </a:lnTo>
                  <a:lnTo>
                    <a:pt x="480885" y="153962"/>
                  </a:lnTo>
                  <a:lnTo>
                    <a:pt x="512000" y="153962"/>
                  </a:lnTo>
                  <a:lnTo>
                    <a:pt x="512000" y="86652"/>
                  </a:lnTo>
                  <a:lnTo>
                    <a:pt x="512000" y="60591"/>
                  </a:lnTo>
                  <a:lnTo>
                    <a:pt x="5120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4270623" y="3966759"/>
              <a:ext cx="77811" cy="115965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3961371" y="4061104"/>
              <a:ext cx="284480" cy="1243965"/>
            </a:xfrm>
            <a:custGeom>
              <a:avLst/>
              <a:gdLst/>
              <a:ahLst/>
              <a:cxnLst/>
              <a:rect l="l" t="t" r="r" b="b"/>
              <a:pathLst>
                <a:path w="284479" h="1243964">
                  <a:moveTo>
                    <a:pt x="77812" y="5956"/>
                  </a:moveTo>
                  <a:lnTo>
                    <a:pt x="71805" y="0"/>
                  </a:lnTo>
                  <a:lnTo>
                    <a:pt x="56908" y="0"/>
                  </a:lnTo>
                  <a:lnTo>
                    <a:pt x="51130" y="5956"/>
                  </a:lnTo>
                  <a:lnTo>
                    <a:pt x="51130" y="217817"/>
                  </a:lnTo>
                  <a:lnTo>
                    <a:pt x="56908" y="223761"/>
                  </a:lnTo>
                  <a:lnTo>
                    <a:pt x="71805" y="223761"/>
                  </a:lnTo>
                  <a:lnTo>
                    <a:pt x="77812" y="217817"/>
                  </a:lnTo>
                  <a:lnTo>
                    <a:pt x="77812" y="5956"/>
                  </a:lnTo>
                  <a:close/>
                </a:path>
                <a:path w="284479" h="1243964">
                  <a:moveTo>
                    <a:pt x="122720" y="1089507"/>
                  </a:moveTo>
                  <a:lnTo>
                    <a:pt x="93599" y="1089507"/>
                  </a:lnTo>
                  <a:lnTo>
                    <a:pt x="93599" y="1192326"/>
                  </a:lnTo>
                  <a:lnTo>
                    <a:pt x="63347" y="1143063"/>
                  </a:lnTo>
                  <a:lnTo>
                    <a:pt x="30454" y="1089507"/>
                  </a:lnTo>
                  <a:lnTo>
                    <a:pt x="0" y="1089507"/>
                  </a:lnTo>
                  <a:lnTo>
                    <a:pt x="0" y="1243482"/>
                  </a:lnTo>
                  <a:lnTo>
                    <a:pt x="29121" y="1243482"/>
                  </a:lnTo>
                  <a:lnTo>
                    <a:pt x="29121" y="1143063"/>
                  </a:lnTo>
                  <a:lnTo>
                    <a:pt x="91376" y="1243482"/>
                  </a:lnTo>
                  <a:lnTo>
                    <a:pt x="122720" y="1243482"/>
                  </a:lnTo>
                  <a:lnTo>
                    <a:pt x="122720" y="1192326"/>
                  </a:lnTo>
                  <a:lnTo>
                    <a:pt x="122720" y="1089507"/>
                  </a:lnTo>
                  <a:close/>
                </a:path>
                <a:path w="284479" h="1243964">
                  <a:moveTo>
                    <a:pt x="283895" y="1089507"/>
                  </a:moveTo>
                  <a:lnTo>
                    <a:pt x="252780" y="1089507"/>
                  </a:lnTo>
                  <a:lnTo>
                    <a:pt x="252780" y="1150099"/>
                  </a:lnTo>
                  <a:lnTo>
                    <a:pt x="191643" y="1150099"/>
                  </a:lnTo>
                  <a:lnTo>
                    <a:pt x="191643" y="1089507"/>
                  </a:lnTo>
                  <a:lnTo>
                    <a:pt x="160286" y="1089507"/>
                  </a:lnTo>
                  <a:lnTo>
                    <a:pt x="160286" y="1243482"/>
                  </a:lnTo>
                  <a:lnTo>
                    <a:pt x="191643" y="1243482"/>
                  </a:lnTo>
                  <a:lnTo>
                    <a:pt x="191643" y="1176147"/>
                  </a:lnTo>
                  <a:lnTo>
                    <a:pt x="252780" y="1176147"/>
                  </a:lnTo>
                  <a:lnTo>
                    <a:pt x="252780" y="1243482"/>
                  </a:lnTo>
                  <a:lnTo>
                    <a:pt x="283895" y="1243482"/>
                  </a:lnTo>
                  <a:lnTo>
                    <a:pt x="283895" y="1176147"/>
                  </a:lnTo>
                  <a:lnTo>
                    <a:pt x="283895" y="1150099"/>
                  </a:lnTo>
                  <a:lnTo>
                    <a:pt x="283895" y="10895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4270623" y="5240746"/>
              <a:ext cx="77811" cy="115956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7"/>
            <p:cNvSpPr/>
            <p:nvPr/>
          </p:nvSpPr>
          <p:spPr>
            <a:xfrm>
              <a:off x="4012511" y="4896364"/>
              <a:ext cx="27305" cy="238125"/>
            </a:xfrm>
            <a:custGeom>
              <a:avLst/>
              <a:gdLst/>
              <a:ahLst/>
              <a:cxnLst/>
              <a:rect l="l" t="t" r="r" b="b"/>
              <a:pathLst>
                <a:path w="27304" h="238125">
                  <a:moveTo>
                    <a:pt x="20675" y="0"/>
                  </a:moveTo>
                  <a:lnTo>
                    <a:pt x="5780" y="0"/>
                  </a:lnTo>
                  <a:lnTo>
                    <a:pt x="0" y="5960"/>
                  </a:lnTo>
                  <a:lnTo>
                    <a:pt x="0" y="232152"/>
                  </a:lnTo>
                  <a:lnTo>
                    <a:pt x="5780" y="238089"/>
                  </a:lnTo>
                  <a:lnTo>
                    <a:pt x="20675" y="238089"/>
                  </a:lnTo>
                  <a:lnTo>
                    <a:pt x="26678" y="232152"/>
                  </a:lnTo>
                  <a:lnTo>
                    <a:pt x="26678" y="59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8" name="object 98"/>
          <p:cNvGrpSpPr/>
          <p:nvPr/>
        </p:nvGrpSpPr>
        <p:grpSpPr>
          <a:xfrm>
            <a:off x="4548744" y="4494982"/>
            <a:ext cx="1490345" cy="135890"/>
            <a:chOff x="4548744" y="4494982"/>
            <a:chExt cx="1490345" cy="135890"/>
          </a:xfrm>
        </p:grpSpPr>
        <p:sp>
          <p:nvSpPr>
            <p:cNvPr id="99" name="object 99"/>
            <p:cNvSpPr/>
            <p:nvPr/>
          </p:nvSpPr>
          <p:spPr>
            <a:xfrm>
              <a:off x="4548744" y="4550728"/>
              <a:ext cx="1265555" cy="26670"/>
            </a:xfrm>
            <a:custGeom>
              <a:avLst/>
              <a:gdLst/>
              <a:ahLst/>
              <a:cxnLst/>
              <a:rect l="l" t="t" r="r" b="b"/>
              <a:pathLst>
                <a:path w="1265554" h="26670">
                  <a:moveTo>
                    <a:pt x="1265149" y="0"/>
                  </a:moveTo>
                  <a:lnTo>
                    <a:pt x="0" y="0"/>
                  </a:lnTo>
                  <a:lnTo>
                    <a:pt x="0" y="26587"/>
                  </a:lnTo>
                  <a:lnTo>
                    <a:pt x="1265149" y="26587"/>
                  </a:lnTo>
                  <a:lnTo>
                    <a:pt x="126514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5779055" y="4496534"/>
              <a:ext cx="258445" cy="132715"/>
            </a:xfrm>
            <a:custGeom>
              <a:avLst/>
              <a:gdLst/>
              <a:ahLst/>
              <a:cxnLst/>
              <a:rect l="l" t="t" r="r" b="b"/>
              <a:pathLst>
                <a:path w="258445" h="132714">
                  <a:moveTo>
                    <a:pt x="258334" y="67487"/>
                  </a:moveTo>
                  <a:lnTo>
                    <a:pt x="108984" y="104979"/>
                  </a:lnTo>
                  <a:lnTo>
                    <a:pt x="32291" y="124232"/>
                  </a:lnTo>
                  <a:lnTo>
                    <a:pt x="4036" y="131325"/>
                  </a:lnTo>
                  <a:lnTo>
                    <a:pt x="0" y="132338"/>
                  </a:lnTo>
                  <a:lnTo>
                    <a:pt x="18636" y="110811"/>
                  </a:lnTo>
                  <a:lnTo>
                    <a:pt x="28206" y="96880"/>
                  </a:lnTo>
                  <a:lnTo>
                    <a:pt x="31732" y="84465"/>
                  </a:lnTo>
                  <a:lnTo>
                    <a:pt x="32236" y="67487"/>
                  </a:lnTo>
                  <a:lnTo>
                    <a:pt x="27199" y="44482"/>
                  </a:lnTo>
                  <a:lnTo>
                    <a:pt x="16118" y="22668"/>
                  </a:lnTo>
                  <a:lnTo>
                    <a:pt x="5036" y="6391"/>
                  </a:lnTo>
                  <a:lnTo>
                    <a:pt x="0" y="0"/>
                  </a:lnTo>
                  <a:lnTo>
                    <a:pt x="149349" y="39016"/>
                  </a:lnTo>
                  <a:lnTo>
                    <a:pt x="226042" y="59051"/>
                  </a:lnTo>
                  <a:lnTo>
                    <a:pt x="254297" y="66433"/>
                  </a:lnTo>
                  <a:lnTo>
                    <a:pt x="258334" y="67487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101"/>
            <p:cNvSpPr/>
            <p:nvPr/>
          </p:nvSpPr>
          <p:spPr>
            <a:xfrm>
              <a:off x="5779055" y="4496534"/>
              <a:ext cx="258445" cy="132715"/>
            </a:xfrm>
            <a:custGeom>
              <a:avLst/>
              <a:gdLst/>
              <a:ahLst/>
              <a:cxnLst/>
              <a:rect l="l" t="t" r="r" b="b"/>
              <a:pathLst>
                <a:path w="258445" h="132714">
                  <a:moveTo>
                    <a:pt x="0" y="0"/>
                  </a:moveTo>
                  <a:lnTo>
                    <a:pt x="5036" y="6391"/>
                  </a:lnTo>
                  <a:lnTo>
                    <a:pt x="16118" y="22668"/>
                  </a:lnTo>
                  <a:lnTo>
                    <a:pt x="27199" y="44482"/>
                  </a:lnTo>
                  <a:lnTo>
                    <a:pt x="32236" y="67487"/>
                  </a:lnTo>
                  <a:lnTo>
                    <a:pt x="31732" y="84465"/>
                  </a:lnTo>
                  <a:lnTo>
                    <a:pt x="28206" y="96880"/>
                  </a:lnTo>
                  <a:lnTo>
                    <a:pt x="18636" y="110811"/>
                  </a:lnTo>
                  <a:lnTo>
                    <a:pt x="0" y="132338"/>
                  </a:lnTo>
                  <a:lnTo>
                    <a:pt x="258334" y="674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2" name="object 102"/>
          <p:cNvSpPr txBox="1">
            <a:spLocks noGrp="1"/>
          </p:cNvSpPr>
          <p:nvPr>
            <p:ph type="title"/>
          </p:nvPr>
        </p:nvSpPr>
        <p:spPr>
          <a:xfrm>
            <a:off x="3664711" y="118957"/>
            <a:ext cx="3754754" cy="1632585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pc="-160" dirty="0"/>
              <a:t>Formation </a:t>
            </a:r>
            <a:r>
              <a:rPr spc="-140" dirty="0"/>
              <a:t>of</a:t>
            </a:r>
            <a:r>
              <a:rPr spc="-520" dirty="0"/>
              <a:t> </a:t>
            </a:r>
            <a:r>
              <a:rPr spc="-170" dirty="0"/>
              <a:t>Polyamides</a:t>
            </a:r>
          </a:p>
          <a:p>
            <a:pPr marL="1069340">
              <a:lnSpc>
                <a:spcPct val="100000"/>
              </a:lnSpc>
              <a:spcBef>
                <a:spcPts val="780"/>
              </a:spcBef>
            </a:pPr>
            <a:r>
              <a:rPr sz="6600" b="1" dirty="0">
                <a:latin typeface="Carlito"/>
                <a:cs typeface="Carlito"/>
              </a:rPr>
              <a:t>?</a:t>
            </a:r>
            <a:endParaRPr sz="6600">
              <a:latin typeface="Carlito"/>
              <a:cs typeface="Carlito"/>
            </a:endParaRPr>
          </a:p>
        </p:txBody>
      </p:sp>
      <p:grpSp>
        <p:nvGrpSpPr>
          <p:cNvPr id="103" name="object 103"/>
          <p:cNvGrpSpPr/>
          <p:nvPr/>
        </p:nvGrpSpPr>
        <p:grpSpPr>
          <a:xfrm>
            <a:off x="4385817" y="1837689"/>
            <a:ext cx="1140460" cy="625475"/>
            <a:chOff x="4385817" y="1837689"/>
            <a:chExt cx="1140460" cy="625475"/>
          </a:xfrm>
        </p:grpSpPr>
        <p:sp>
          <p:nvSpPr>
            <p:cNvPr id="104" name="object 104"/>
            <p:cNvSpPr/>
            <p:nvPr/>
          </p:nvSpPr>
          <p:spPr>
            <a:xfrm>
              <a:off x="4392167" y="1844039"/>
              <a:ext cx="1127760" cy="612775"/>
            </a:xfrm>
            <a:custGeom>
              <a:avLst/>
              <a:gdLst/>
              <a:ahLst/>
              <a:cxnLst/>
              <a:rect l="l" t="t" r="r" b="b"/>
              <a:pathLst>
                <a:path w="1127760" h="612775">
                  <a:moveTo>
                    <a:pt x="821436" y="0"/>
                  </a:moveTo>
                  <a:lnTo>
                    <a:pt x="821436" y="153162"/>
                  </a:lnTo>
                  <a:lnTo>
                    <a:pt x="0" y="153162"/>
                  </a:lnTo>
                  <a:lnTo>
                    <a:pt x="0" y="459486"/>
                  </a:lnTo>
                  <a:lnTo>
                    <a:pt x="821436" y="459486"/>
                  </a:lnTo>
                  <a:lnTo>
                    <a:pt x="821436" y="612648"/>
                  </a:lnTo>
                  <a:lnTo>
                    <a:pt x="1127760" y="306324"/>
                  </a:lnTo>
                  <a:lnTo>
                    <a:pt x="821436" y="0"/>
                  </a:lnTo>
                  <a:close/>
                </a:path>
              </a:pathLst>
            </a:custGeom>
            <a:solidFill>
              <a:srgbClr val="5B9B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4392167" y="1844039"/>
              <a:ext cx="1127760" cy="612775"/>
            </a:xfrm>
            <a:custGeom>
              <a:avLst/>
              <a:gdLst/>
              <a:ahLst/>
              <a:cxnLst/>
              <a:rect l="l" t="t" r="r" b="b"/>
              <a:pathLst>
                <a:path w="1127760" h="612775">
                  <a:moveTo>
                    <a:pt x="0" y="153162"/>
                  </a:moveTo>
                  <a:lnTo>
                    <a:pt x="821436" y="153162"/>
                  </a:lnTo>
                  <a:lnTo>
                    <a:pt x="821436" y="0"/>
                  </a:lnTo>
                  <a:lnTo>
                    <a:pt x="1127760" y="306324"/>
                  </a:lnTo>
                  <a:lnTo>
                    <a:pt x="821436" y="612648"/>
                  </a:lnTo>
                  <a:lnTo>
                    <a:pt x="821436" y="459486"/>
                  </a:lnTo>
                  <a:lnTo>
                    <a:pt x="0" y="459486"/>
                  </a:lnTo>
                  <a:lnTo>
                    <a:pt x="0" y="153162"/>
                  </a:lnTo>
                  <a:close/>
                </a:path>
              </a:pathLst>
            </a:custGeom>
            <a:ln w="12700">
              <a:solidFill>
                <a:srgbClr val="4170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089443" y="1563336"/>
            <a:ext cx="699135" cy="544830"/>
            <a:chOff x="8089443" y="1563336"/>
            <a:chExt cx="699135" cy="544830"/>
          </a:xfrm>
        </p:grpSpPr>
        <p:sp>
          <p:nvSpPr>
            <p:cNvPr id="3" name="object 3"/>
            <p:cNvSpPr/>
            <p:nvPr/>
          </p:nvSpPr>
          <p:spPr>
            <a:xfrm>
              <a:off x="8091067" y="1694913"/>
              <a:ext cx="22225" cy="281940"/>
            </a:xfrm>
            <a:custGeom>
              <a:avLst/>
              <a:gdLst/>
              <a:ahLst/>
              <a:cxnLst/>
              <a:rect l="l" t="t" r="r" b="b"/>
              <a:pathLst>
                <a:path w="22225" h="281939">
                  <a:moveTo>
                    <a:pt x="16778" y="0"/>
                  </a:moveTo>
                  <a:lnTo>
                    <a:pt x="4690" y="0"/>
                  </a:lnTo>
                  <a:lnTo>
                    <a:pt x="0" y="4692"/>
                  </a:lnTo>
                  <a:lnTo>
                    <a:pt x="0" y="276690"/>
                  </a:lnTo>
                  <a:lnTo>
                    <a:pt x="4690" y="281563"/>
                  </a:lnTo>
                  <a:lnTo>
                    <a:pt x="16778" y="281563"/>
                  </a:lnTo>
                  <a:lnTo>
                    <a:pt x="21649" y="276690"/>
                  </a:lnTo>
                  <a:lnTo>
                    <a:pt x="21649" y="46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089443" y="1725055"/>
              <a:ext cx="474669" cy="382817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089443" y="1563344"/>
              <a:ext cx="699135" cy="413384"/>
            </a:xfrm>
            <a:custGeom>
              <a:avLst/>
              <a:gdLst/>
              <a:ahLst/>
              <a:cxnLst/>
              <a:rect l="l" t="t" r="r" b="b"/>
              <a:pathLst>
                <a:path w="699134" h="413385">
                  <a:moveTo>
                    <a:pt x="422338" y="172910"/>
                  </a:moveTo>
                  <a:lnTo>
                    <a:pt x="420535" y="166230"/>
                  </a:lnTo>
                  <a:lnTo>
                    <a:pt x="237604" y="60464"/>
                  </a:lnTo>
                  <a:lnTo>
                    <a:pt x="230924" y="62268"/>
                  </a:lnTo>
                  <a:lnTo>
                    <a:pt x="224967" y="72732"/>
                  </a:lnTo>
                  <a:lnTo>
                    <a:pt x="226771" y="79235"/>
                  </a:lnTo>
                  <a:lnTo>
                    <a:pt x="409714" y="185000"/>
                  </a:lnTo>
                  <a:lnTo>
                    <a:pt x="416394" y="183197"/>
                  </a:lnTo>
                  <a:lnTo>
                    <a:pt x="422338" y="172910"/>
                  </a:lnTo>
                  <a:close/>
                </a:path>
                <a:path w="699134" h="413385">
                  <a:moveTo>
                    <a:pt x="698919" y="12636"/>
                  </a:moveTo>
                  <a:lnTo>
                    <a:pt x="692962" y="2159"/>
                  </a:lnTo>
                  <a:lnTo>
                    <a:pt x="686282" y="355"/>
                  </a:lnTo>
                  <a:lnTo>
                    <a:pt x="462292" y="129819"/>
                  </a:lnTo>
                  <a:lnTo>
                    <a:pt x="245237" y="4419"/>
                  </a:lnTo>
                  <a:lnTo>
                    <a:pt x="243738" y="1803"/>
                  </a:lnTo>
                  <a:lnTo>
                    <a:pt x="238074" y="279"/>
                  </a:lnTo>
                  <a:lnTo>
                    <a:pt x="237604" y="0"/>
                  </a:lnTo>
                  <a:lnTo>
                    <a:pt x="237324" y="76"/>
                  </a:lnTo>
                  <a:lnTo>
                    <a:pt x="237058" y="0"/>
                  </a:lnTo>
                  <a:lnTo>
                    <a:pt x="236575" y="279"/>
                  </a:lnTo>
                  <a:lnTo>
                    <a:pt x="230924" y="1803"/>
                  </a:lnTo>
                  <a:lnTo>
                    <a:pt x="229400" y="4419"/>
                  </a:lnTo>
                  <a:lnTo>
                    <a:pt x="1803" y="135902"/>
                  </a:lnTo>
                  <a:lnTo>
                    <a:pt x="0" y="142582"/>
                  </a:lnTo>
                  <a:lnTo>
                    <a:pt x="5943" y="152869"/>
                  </a:lnTo>
                  <a:lnTo>
                    <a:pt x="12623" y="154673"/>
                  </a:lnTo>
                  <a:lnTo>
                    <a:pt x="237312" y="24879"/>
                  </a:lnTo>
                  <a:lnTo>
                    <a:pt x="451573" y="148640"/>
                  </a:lnTo>
                  <a:lnTo>
                    <a:pt x="451573" y="408266"/>
                  </a:lnTo>
                  <a:lnTo>
                    <a:pt x="456438" y="413143"/>
                  </a:lnTo>
                  <a:lnTo>
                    <a:pt x="468350" y="413143"/>
                  </a:lnTo>
                  <a:lnTo>
                    <a:pt x="473214" y="408266"/>
                  </a:lnTo>
                  <a:lnTo>
                    <a:pt x="473214" y="148526"/>
                  </a:lnTo>
                  <a:lnTo>
                    <a:pt x="697115" y="19126"/>
                  </a:lnTo>
                  <a:lnTo>
                    <a:pt x="698919" y="1263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763650" y="1563697"/>
            <a:ext cx="285115" cy="355600"/>
            <a:chOff x="8763650" y="1563697"/>
            <a:chExt cx="285115" cy="355600"/>
          </a:xfrm>
        </p:grpSpPr>
        <p:sp>
          <p:nvSpPr>
            <p:cNvPr id="7" name="object 7"/>
            <p:cNvSpPr/>
            <p:nvPr/>
          </p:nvSpPr>
          <p:spPr>
            <a:xfrm>
              <a:off x="8948033" y="1642932"/>
              <a:ext cx="99408" cy="12544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947852" y="1793460"/>
              <a:ext cx="100310" cy="12544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763650" y="1563697"/>
              <a:ext cx="158750" cy="102235"/>
            </a:xfrm>
            <a:custGeom>
              <a:avLst/>
              <a:gdLst/>
              <a:ahLst/>
              <a:cxnLst/>
              <a:rect l="l" t="t" r="r" b="b"/>
              <a:pathLst>
                <a:path w="158750" h="102235">
                  <a:moveTo>
                    <a:pt x="12628" y="0"/>
                  </a:moveTo>
                  <a:lnTo>
                    <a:pt x="5953" y="1804"/>
                  </a:lnTo>
                  <a:lnTo>
                    <a:pt x="0" y="12273"/>
                  </a:lnTo>
                  <a:lnTo>
                    <a:pt x="1804" y="18770"/>
                  </a:lnTo>
                  <a:lnTo>
                    <a:pt x="145594" y="101976"/>
                  </a:lnTo>
                  <a:lnTo>
                    <a:pt x="152269" y="100171"/>
                  </a:lnTo>
                  <a:lnTo>
                    <a:pt x="158223" y="89883"/>
                  </a:lnTo>
                  <a:lnTo>
                    <a:pt x="156418" y="8320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8713495" y="1252353"/>
            <a:ext cx="121920" cy="349885"/>
            <a:chOff x="8713495" y="1252353"/>
            <a:chExt cx="121920" cy="349885"/>
          </a:xfrm>
        </p:grpSpPr>
        <p:sp>
          <p:nvSpPr>
            <p:cNvPr id="11" name="object 11"/>
            <p:cNvSpPr/>
            <p:nvPr/>
          </p:nvSpPr>
          <p:spPr>
            <a:xfrm>
              <a:off x="8713495" y="1252353"/>
              <a:ext cx="121559" cy="129591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738921" y="1405953"/>
              <a:ext cx="74295" cy="196215"/>
            </a:xfrm>
            <a:custGeom>
              <a:avLst/>
              <a:gdLst/>
              <a:ahLst/>
              <a:cxnLst/>
              <a:rect l="l" t="t" r="r" b="b"/>
              <a:pathLst>
                <a:path w="74295" h="196215">
                  <a:moveTo>
                    <a:pt x="21653" y="4699"/>
                  </a:moveTo>
                  <a:lnTo>
                    <a:pt x="16789" y="0"/>
                  </a:lnTo>
                  <a:lnTo>
                    <a:pt x="4876" y="0"/>
                  </a:lnTo>
                  <a:lnTo>
                    <a:pt x="0" y="4699"/>
                  </a:lnTo>
                  <a:lnTo>
                    <a:pt x="0" y="191325"/>
                  </a:lnTo>
                  <a:lnTo>
                    <a:pt x="4876" y="196189"/>
                  </a:lnTo>
                  <a:lnTo>
                    <a:pt x="16789" y="196189"/>
                  </a:lnTo>
                  <a:lnTo>
                    <a:pt x="21653" y="191325"/>
                  </a:lnTo>
                  <a:lnTo>
                    <a:pt x="21653" y="4699"/>
                  </a:lnTo>
                  <a:close/>
                </a:path>
                <a:path w="74295" h="196215">
                  <a:moveTo>
                    <a:pt x="74155" y="4699"/>
                  </a:moveTo>
                  <a:lnTo>
                    <a:pt x="69291" y="0"/>
                  </a:lnTo>
                  <a:lnTo>
                    <a:pt x="57378" y="0"/>
                  </a:lnTo>
                  <a:lnTo>
                    <a:pt x="52501" y="4699"/>
                  </a:lnTo>
                  <a:lnTo>
                    <a:pt x="52501" y="191325"/>
                  </a:lnTo>
                  <a:lnTo>
                    <a:pt x="57378" y="196189"/>
                  </a:lnTo>
                  <a:lnTo>
                    <a:pt x="69291" y="196189"/>
                  </a:lnTo>
                  <a:lnTo>
                    <a:pt x="74155" y="191325"/>
                  </a:lnTo>
                  <a:lnTo>
                    <a:pt x="74155" y="46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7512479" y="1912583"/>
            <a:ext cx="601980" cy="506730"/>
            <a:chOff x="7512479" y="1912583"/>
            <a:chExt cx="601980" cy="506730"/>
          </a:xfrm>
        </p:grpSpPr>
        <p:sp>
          <p:nvSpPr>
            <p:cNvPr id="14" name="object 14"/>
            <p:cNvSpPr/>
            <p:nvPr/>
          </p:nvSpPr>
          <p:spPr>
            <a:xfrm>
              <a:off x="7865188" y="1953193"/>
              <a:ext cx="248971" cy="154318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512479" y="1912583"/>
              <a:ext cx="377825" cy="194945"/>
            </a:xfrm>
            <a:custGeom>
              <a:avLst/>
              <a:gdLst/>
              <a:ahLst/>
              <a:cxnLst/>
              <a:rect l="l" t="t" r="r" b="b"/>
              <a:pathLst>
                <a:path w="377825" h="194944">
                  <a:moveTo>
                    <a:pt x="11726" y="0"/>
                  </a:moveTo>
                  <a:lnTo>
                    <a:pt x="5232" y="2346"/>
                  </a:lnTo>
                  <a:lnTo>
                    <a:pt x="0" y="12995"/>
                  </a:lnTo>
                  <a:lnTo>
                    <a:pt x="2345" y="19492"/>
                  </a:lnTo>
                  <a:lnTo>
                    <a:pt x="365879" y="194747"/>
                  </a:lnTo>
                  <a:lnTo>
                    <a:pt x="372193" y="192582"/>
                  </a:lnTo>
                  <a:lnTo>
                    <a:pt x="377425" y="181752"/>
                  </a:lnTo>
                  <a:lnTo>
                    <a:pt x="375260" y="17525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815033" y="2069068"/>
              <a:ext cx="121559" cy="349788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/>
          <p:nvPr/>
        </p:nvSpPr>
        <p:spPr>
          <a:xfrm>
            <a:off x="9075044" y="1563697"/>
            <a:ext cx="161650" cy="103961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8502230" y="2839035"/>
            <a:ext cx="723900" cy="125730"/>
          </a:xfrm>
          <a:custGeom>
            <a:avLst/>
            <a:gdLst/>
            <a:ahLst/>
            <a:cxnLst/>
            <a:rect l="l" t="t" r="r" b="b"/>
            <a:pathLst>
              <a:path w="723900" h="125730">
                <a:moveTo>
                  <a:pt x="25257" y="0"/>
                </a:moveTo>
                <a:lnTo>
                  <a:pt x="0" y="0"/>
                </a:lnTo>
                <a:lnTo>
                  <a:pt x="0" y="125440"/>
                </a:lnTo>
                <a:lnTo>
                  <a:pt x="25257" y="125440"/>
                </a:lnTo>
                <a:lnTo>
                  <a:pt x="25257" y="87537"/>
                </a:lnTo>
                <a:lnTo>
                  <a:pt x="45825" y="66600"/>
                </a:lnTo>
                <a:lnTo>
                  <a:pt x="74834" y="66600"/>
                </a:lnTo>
                <a:lnTo>
                  <a:pt x="67787" y="55771"/>
                </a:lnTo>
                <a:lnTo>
                  <a:pt x="25257" y="55771"/>
                </a:lnTo>
                <a:lnTo>
                  <a:pt x="25257" y="0"/>
                </a:lnTo>
                <a:close/>
              </a:path>
              <a:path w="723900" h="125730">
                <a:moveTo>
                  <a:pt x="74834" y="66600"/>
                </a:moveTo>
                <a:lnTo>
                  <a:pt x="45825" y="66600"/>
                </a:lnTo>
                <a:lnTo>
                  <a:pt x="80284" y="125440"/>
                </a:lnTo>
                <a:lnTo>
                  <a:pt x="113119" y="125440"/>
                </a:lnTo>
                <a:lnTo>
                  <a:pt x="74834" y="66600"/>
                </a:lnTo>
                <a:close/>
              </a:path>
              <a:path w="723900" h="125730">
                <a:moveTo>
                  <a:pt x="110413" y="0"/>
                </a:moveTo>
                <a:lnTo>
                  <a:pt x="76495" y="0"/>
                </a:lnTo>
                <a:lnTo>
                  <a:pt x="25257" y="55771"/>
                </a:lnTo>
                <a:lnTo>
                  <a:pt x="67787" y="55771"/>
                </a:lnTo>
                <a:lnTo>
                  <a:pt x="63325" y="48912"/>
                </a:lnTo>
                <a:lnTo>
                  <a:pt x="110413" y="0"/>
                </a:lnTo>
                <a:close/>
              </a:path>
              <a:path w="723900" h="125730">
                <a:moveTo>
                  <a:pt x="222811" y="0"/>
                </a:moveTo>
                <a:lnTo>
                  <a:pt x="129898" y="0"/>
                </a:lnTo>
                <a:lnTo>
                  <a:pt x="129898" y="125440"/>
                </a:lnTo>
                <a:lnTo>
                  <a:pt x="225337" y="125440"/>
                </a:lnTo>
                <a:lnTo>
                  <a:pt x="225337" y="104322"/>
                </a:lnTo>
                <a:lnTo>
                  <a:pt x="155155" y="104322"/>
                </a:lnTo>
                <a:lnTo>
                  <a:pt x="155155" y="70210"/>
                </a:lnTo>
                <a:lnTo>
                  <a:pt x="218120" y="70210"/>
                </a:lnTo>
                <a:lnTo>
                  <a:pt x="218120" y="49093"/>
                </a:lnTo>
                <a:lnTo>
                  <a:pt x="155155" y="49093"/>
                </a:lnTo>
                <a:lnTo>
                  <a:pt x="155155" y="21297"/>
                </a:lnTo>
                <a:lnTo>
                  <a:pt x="222811" y="21297"/>
                </a:lnTo>
                <a:lnTo>
                  <a:pt x="222811" y="0"/>
                </a:lnTo>
                <a:close/>
              </a:path>
              <a:path w="723900" h="125730">
                <a:moveTo>
                  <a:pt x="264847" y="0"/>
                </a:moveTo>
                <a:lnTo>
                  <a:pt x="237424" y="0"/>
                </a:lnTo>
                <a:lnTo>
                  <a:pt x="282167" y="125440"/>
                </a:lnTo>
                <a:lnTo>
                  <a:pt x="309229" y="125440"/>
                </a:lnTo>
                <a:lnTo>
                  <a:pt x="320864" y="92952"/>
                </a:lnTo>
                <a:lnTo>
                  <a:pt x="296600" y="92952"/>
                </a:lnTo>
                <a:lnTo>
                  <a:pt x="264847" y="0"/>
                </a:lnTo>
                <a:close/>
              </a:path>
              <a:path w="723900" h="125730">
                <a:moveTo>
                  <a:pt x="354152" y="0"/>
                </a:moveTo>
                <a:lnTo>
                  <a:pt x="327270" y="0"/>
                </a:lnTo>
                <a:lnTo>
                  <a:pt x="296600" y="92952"/>
                </a:lnTo>
                <a:lnTo>
                  <a:pt x="320864" y="92952"/>
                </a:lnTo>
                <a:lnTo>
                  <a:pt x="354152" y="0"/>
                </a:lnTo>
                <a:close/>
              </a:path>
              <a:path w="723900" h="125730">
                <a:moveTo>
                  <a:pt x="396549" y="1082"/>
                </a:moveTo>
                <a:lnTo>
                  <a:pt x="371291" y="1082"/>
                </a:lnTo>
                <a:lnTo>
                  <a:pt x="371291" y="125440"/>
                </a:lnTo>
                <a:lnTo>
                  <a:pt x="459514" y="125440"/>
                </a:lnTo>
                <a:lnTo>
                  <a:pt x="459514" y="104322"/>
                </a:lnTo>
                <a:lnTo>
                  <a:pt x="396549" y="104322"/>
                </a:lnTo>
                <a:lnTo>
                  <a:pt x="396549" y="1082"/>
                </a:lnTo>
                <a:close/>
              </a:path>
              <a:path w="723900" h="125730">
                <a:moveTo>
                  <a:pt x="543767" y="0"/>
                </a:moveTo>
                <a:lnTo>
                  <a:pt x="516885" y="0"/>
                </a:lnTo>
                <a:lnTo>
                  <a:pt x="467993" y="125440"/>
                </a:lnTo>
                <a:lnTo>
                  <a:pt x="494875" y="125440"/>
                </a:lnTo>
                <a:lnTo>
                  <a:pt x="505339" y="97103"/>
                </a:lnTo>
                <a:lnTo>
                  <a:pt x="582592" y="97103"/>
                </a:lnTo>
                <a:lnTo>
                  <a:pt x="574077" y="75805"/>
                </a:lnTo>
                <a:lnTo>
                  <a:pt x="513097" y="75805"/>
                </a:lnTo>
                <a:lnTo>
                  <a:pt x="530056" y="29419"/>
                </a:lnTo>
                <a:lnTo>
                  <a:pt x="555530" y="29419"/>
                </a:lnTo>
                <a:lnTo>
                  <a:pt x="543767" y="0"/>
                </a:lnTo>
                <a:close/>
              </a:path>
              <a:path w="723900" h="125730">
                <a:moveTo>
                  <a:pt x="582592" y="97103"/>
                </a:moveTo>
                <a:lnTo>
                  <a:pt x="555314" y="97103"/>
                </a:lnTo>
                <a:lnTo>
                  <a:pt x="566319" y="125440"/>
                </a:lnTo>
                <a:lnTo>
                  <a:pt x="593922" y="125440"/>
                </a:lnTo>
                <a:lnTo>
                  <a:pt x="582592" y="97103"/>
                </a:lnTo>
                <a:close/>
              </a:path>
              <a:path w="723900" h="125730">
                <a:moveTo>
                  <a:pt x="555530" y="29419"/>
                </a:moveTo>
                <a:lnTo>
                  <a:pt x="530056" y="29419"/>
                </a:lnTo>
                <a:lnTo>
                  <a:pt x="547195" y="75805"/>
                </a:lnTo>
                <a:lnTo>
                  <a:pt x="574077" y="75805"/>
                </a:lnTo>
                <a:lnTo>
                  <a:pt x="555530" y="29419"/>
                </a:lnTo>
                <a:close/>
              </a:path>
              <a:path w="723900" h="125730">
                <a:moveTo>
                  <a:pt x="664464" y="0"/>
                </a:moveTo>
                <a:lnTo>
                  <a:pt x="611242" y="0"/>
                </a:lnTo>
                <a:lnTo>
                  <a:pt x="611242" y="125440"/>
                </a:lnTo>
                <a:lnTo>
                  <a:pt x="636500" y="125440"/>
                </a:lnTo>
                <a:lnTo>
                  <a:pt x="636500" y="73098"/>
                </a:lnTo>
                <a:lnTo>
                  <a:pt x="685795" y="73098"/>
                </a:lnTo>
                <a:lnTo>
                  <a:pt x="680701" y="70210"/>
                </a:lnTo>
                <a:lnTo>
                  <a:pt x="688420" y="68554"/>
                </a:lnTo>
                <a:lnTo>
                  <a:pt x="695089" y="66036"/>
                </a:lnTo>
                <a:lnTo>
                  <a:pt x="700744" y="62672"/>
                </a:lnTo>
                <a:lnTo>
                  <a:pt x="705418" y="58478"/>
                </a:lnTo>
                <a:lnTo>
                  <a:pt x="710502" y="53063"/>
                </a:lnTo>
                <a:lnTo>
                  <a:pt x="636500" y="53063"/>
                </a:lnTo>
                <a:lnTo>
                  <a:pt x="636500" y="21297"/>
                </a:lnTo>
                <a:lnTo>
                  <a:pt x="711913" y="21297"/>
                </a:lnTo>
                <a:lnTo>
                  <a:pt x="708305" y="15522"/>
                </a:lnTo>
                <a:lnTo>
                  <a:pt x="673800" y="231"/>
                </a:lnTo>
                <a:lnTo>
                  <a:pt x="664464" y="0"/>
                </a:lnTo>
                <a:close/>
              </a:path>
              <a:path w="723900" h="125730">
                <a:moveTo>
                  <a:pt x="685795" y="73098"/>
                </a:moveTo>
                <a:lnTo>
                  <a:pt x="647505" y="73098"/>
                </a:lnTo>
                <a:lnTo>
                  <a:pt x="651655" y="73639"/>
                </a:lnTo>
                <a:lnTo>
                  <a:pt x="657067" y="75444"/>
                </a:lnTo>
                <a:lnTo>
                  <a:pt x="659593" y="77249"/>
                </a:lnTo>
                <a:lnTo>
                  <a:pt x="664284" y="82303"/>
                </a:lnTo>
                <a:lnTo>
                  <a:pt x="668794" y="88439"/>
                </a:lnTo>
                <a:lnTo>
                  <a:pt x="675289" y="98186"/>
                </a:lnTo>
                <a:lnTo>
                  <a:pt x="693691" y="125440"/>
                </a:lnTo>
                <a:lnTo>
                  <a:pt x="723820" y="125440"/>
                </a:lnTo>
                <a:lnTo>
                  <a:pt x="708665" y="101074"/>
                </a:lnTo>
                <a:lnTo>
                  <a:pt x="686114" y="73278"/>
                </a:lnTo>
                <a:lnTo>
                  <a:pt x="685795" y="73098"/>
                </a:lnTo>
                <a:close/>
              </a:path>
              <a:path w="723900" h="125730">
                <a:moveTo>
                  <a:pt x="711913" y="21297"/>
                </a:moveTo>
                <a:lnTo>
                  <a:pt x="666449" y="21297"/>
                </a:lnTo>
                <a:lnTo>
                  <a:pt x="672583" y="21478"/>
                </a:lnTo>
                <a:lnTo>
                  <a:pt x="674748" y="21658"/>
                </a:lnTo>
                <a:lnTo>
                  <a:pt x="687557" y="40610"/>
                </a:lnTo>
                <a:lnTo>
                  <a:pt x="686835" y="43858"/>
                </a:lnTo>
                <a:lnTo>
                  <a:pt x="685031" y="46205"/>
                </a:lnTo>
                <a:lnTo>
                  <a:pt x="683407" y="48732"/>
                </a:lnTo>
                <a:lnTo>
                  <a:pt x="681062" y="50537"/>
                </a:lnTo>
                <a:lnTo>
                  <a:pt x="674928" y="52702"/>
                </a:lnTo>
                <a:lnTo>
                  <a:pt x="667351" y="53063"/>
                </a:lnTo>
                <a:lnTo>
                  <a:pt x="710502" y="53063"/>
                </a:lnTo>
                <a:lnTo>
                  <a:pt x="711011" y="52522"/>
                </a:lnTo>
                <a:lnTo>
                  <a:pt x="713717" y="44580"/>
                </a:lnTo>
                <a:lnTo>
                  <a:pt x="713717" y="27795"/>
                </a:lnTo>
                <a:lnTo>
                  <a:pt x="711913" y="2129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9" name="object 19"/>
          <p:cNvGrpSpPr/>
          <p:nvPr/>
        </p:nvGrpSpPr>
        <p:grpSpPr>
          <a:xfrm>
            <a:off x="9211978" y="1173840"/>
            <a:ext cx="474980" cy="544830"/>
            <a:chOff x="9211978" y="1173840"/>
            <a:chExt cx="474980" cy="544830"/>
          </a:xfrm>
        </p:grpSpPr>
        <p:sp>
          <p:nvSpPr>
            <p:cNvPr id="20" name="object 20"/>
            <p:cNvSpPr/>
            <p:nvPr/>
          </p:nvSpPr>
          <p:spPr>
            <a:xfrm>
              <a:off x="9211978" y="1533556"/>
              <a:ext cx="474849" cy="185001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9663554" y="1305417"/>
              <a:ext cx="22225" cy="281940"/>
            </a:xfrm>
            <a:custGeom>
              <a:avLst/>
              <a:gdLst/>
              <a:ahLst/>
              <a:cxnLst/>
              <a:rect l="l" t="t" r="r" b="b"/>
              <a:pathLst>
                <a:path w="22225" h="281940">
                  <a:moveTo>
                    <a:pt x="16778" y="0"/>
                  </a:moveTo>
                  <a:lnTo>
                    <a:pt x="4871" y="0"/>
                  </a:lnTo>
                  <a:lnTo>
                    <a:pt x="0" y="4873"/>
                  </a:lnTo>
                  <a:lnTo>
                    <a:pt x="0" y="276690"/>
                  </a:lnTo>
                  <a:lnTo>
                    <a:pt x="4871" y="281563"/>
                  </a:lnTo>
                  <a:lnTo>
                    <a:pt x="16778" y="281563"/>
                  </a:lnTo>
                  <a:lnTo>
                    <a:pt x="21649" y="276690"/>
                  </a:lnTo>
                  <a:lnTo>
                    <a:pt x="21649" y="48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9211978" y="1173840"/>
              <a:ext cx="474849" cy="382817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9213602" y="1305417"/>
              <a:ext cx="22225" cy="281940"/>
            </a:xfrm>
            <a:custGeom>
              <a:avLst/>
              <a:gdLst/>
              <a:ahLst/>
              <a:cxnLst/>
              <a:rect l="l" t="t" r="r" b="b"/>
              <a:pathLst>
                <a:path w="22225" h="281940">
                  <a:moveTo>
                    <a:pt x="16778" y="0"/>
                  </a:moveTo>
                  <a:lnTo>
                    <a:pt x="4871" y="0"/>
                  </a:lnTo>
                  <a:lnTo>
                    <a:pt x="0" y="4873"/>
                  </a:lnTo>
                  <a:lnTo>
                    <a:pt x="0" y="276690"/>
                  </a:lnTo>
                  <a:lnTo>
                    <a:pt x="4871" y="281563"/>
                  </a:lnTo>
                  <a:lnTo>
                    <a:pt x="16778" y="281563"/>
                  </a:lnTo>
                  <a:lnTo>
                    <a:pt x="21649" y="276690"/>
                  </a:lnTo>
                  <a:lnTo>
                    <a:pt x="21649" y="48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9662111" y="973497"/>
            <a:ext cx="608965" cy="429895"/>
            <a:chOff x="9662111" y="973497"/>
            <a:chExt cx="608965" cy="429895"/>
          </a:xfrm>
        </p:grpSpPr>
        <p:sp>
          <p:nvSpPr>
            <p:cNvPr id="25" name="object 25"/>
            <p:cNvSpPr/>
            <p:nvPr/>
          </p:nvSpPr>
          <p:spPr>
            <a:xfrm>
              <a:off x="9846314" y="973497"/>
              <a:ext cx="100129" cy="125440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846494" y="1124025"/>
              <a:ext cx="99408" cy="125440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9662111" y="1229431"/>
              <a:ext cx="153532" cy="99269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9978016" y="1226543"/>
              <a:ext cx="292735" cy="176530"/>
            </a:xfrm>
            <a:custGeom>
              <a:avLst/>
              <a:gdLst/>
              <a:ahLst/>
              <a:cxnLst/>
              <a:rect l="l" t="t" r="r" b="b"/>
              <a:pathLst>
                <a:path w="292734" h="176530">
                  <a:moveTo>
                    <a:pt x="12628" y="0"/>
                  </a:moveTo>
                  <a:lnTo>
                    <a:pt x="5953" y="1804"/>
                  </a:lnTo>
                  <a:lnTo>
                    <a:pt x="0" y="12273"/>
                  </a:lnTo>
                  <a:lnTo>
                    <a:pt x="1984" y="18770"/>
                  </a:lnTo>
                  <a:lnTo>
                    <a:pt x="280002" y="176518"/>
                  </a:lnTo>
                  <a:lnTo>
                    <a:pt x="286497" y="174713"/>
                  </a:lnTo>
                  <a:lnTo>
                    <a:pt x="292450" y="164245"/>
                  </a:lnTo>
                  <a:lnTo>
                    <a:pt x="290646" y="1577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/>
          <p:nvPr/>
        </p:nvSpPr>
        <p:spPr>
          <a:xfrm>
            <a:off x="7632624" y="985595"/>
            <a:ext cx="134620" cy="1727835"/>
          </a:xfrm>
          <a:custGeom>
            <a:avLst/>
            <a:gdLst/>
            <a:ahLst/>
            <a:cxnLst/>
            <a:rect l="l" t="t" r="r" b="b"/>
            <a:pathLst>
              <a:path w="134620" h="1727835">
                <a:moveTo>
                  <a:pt x="134302" y="0"/>
                </a:moveTo>
                <a:lnTo>
                  <a:pt x="10833" y="0"/>
                </a:lnTo>
                <a:lnTo>
                  <a:pt x="10833" y="10833"/>
                </a:lnTo>
                <a:lnTo>
                  <a:pt x="0" y="10833"/>
                </a:lnTo>
                <a:lnTo>
                  <a:pt x="0" y="1716455"/>
                </a:lnTo>
                <a:lnTo>
                  <a:pt x="10833" y="1716455"/>
                </a:lnTo>
                <a:lnTo>
                  <a:pt x="10833" y="1727288"/>
                </a:lnTo>
                <a:lnTo>
                  <a:pt x="134302" y="1727288"/>
                </a:lnTo>
                <a:lnTo>
                  <a:pt x="134302" y="1705622"/>
                </a:lnTo>
                <a:lnTo>
                  <a:pt x="21653" y="1705622"/>
                </a:lnTo>
                <a:lnTo>
                  <a:pt x="21653" y="21653"/>
                </a:lnTo>
                <a:lnTo>
                  <a:pt x="134302" y="21653"/>
                </a:lnTo>
                <a:lnTo>
                  <a:pt x="1343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0009759" y="985595"/>
            <a:ext cx="134620" cy="1727835"/>
          </a:xfrm>
          <a:custGeom>
            <a:avLst/>
            <a:gdLst/>
            <a:ahLst/>
            <a:cxnLst/>
            <a:rect l="l" t="t" r="r" b="b"/>
            <a:pathLst>
              <a:path w="134620" h="1727835">
                <a:moveTo>
                  <a:pt x="134226" y="10833"/>
                </a:moveTo>
                <a:lnTo>
                  <a:pt x="123469" y="10833"/>
                </a:lnTo>
                <a:lnTo>
                  <a:pt x="123469" y="0"/>
                </a:lnTo>
                <a:lnTo>
                  <a:pt x="0" y="0"/>
                </a:lnTo>
                <a:lnTo>
                  <a:pt x="0" y="21653"/>
                </a:lnTo>
                <a:lnTo>
                  <a:pt x="112585" y="21653"/>
                </a:lnTo>
                <a:lnTo>
                  <a:pt x="112585" y="1705622"/>
                </a:lnTo>
                <a:lnTo>
                  <a:pt x="0" y="1705622"/>
                </a:lnTo>
                <a:lnTo>
                  <a:pt x="0" y="1727288"/>
                </a:lnTo>
                <a:lnTo>
                  <a:pt x="123469" y="1727288"/>
                </a:lnTo>
                <a:lnTo>
                  <a:pt x="123469" y="1716455"/>
                </a:lnTo>
                <a:lnTo>
                  <a:pt x="134226" y="1716455"/>
                </a:lnTo>
                <a:lnTo>
                  <a:pt x="134226" y="1083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1" name="object 31"/>
          <p:cNvGrpSpPr/>
          <p:nvPr/>
        </p:nvGrpSpPr>
        <p:grpSpPr>
          <a:xfrm>
            <a:off x="4830265" y="1855729"/>
            <a:ext cx="474980" cy="544830"/>
            <a:chOff x="4830265" y="1855729"/>
            <a:chExt cx="474980" cy="544830"/>
          </a:xfrm>
        </p:grpSpPr>
        <p:sp>
          <p:nvSpPr>
            <p:cNvPr id="32" name="object 32"/>
            <p:cNvSpPr/>
            <p:nvPr/>
          </p:nvSpPr>
          <p:spPr>
            <a:xfrm>
              <a:off x="4831708" y="1987306"/>
              <a:ext cx="22225" cy="281940"/>
            </a:xfrm>
            <a:custGeom>
              <a:avLst/>
              <a:gdLst/>
              <a:ahLst/>
              <a:cxnLst/>
              <a:rect l="l" t="t" r="r" b="b"/>
              <a:pathLst>
                <a:path w="22225" h="281939">
                  <a:moveTo>
                    <a:pt x="16778" y="0"/>
                  </a:moveTo>
                  <a:lnTo>
                    <a:pt x="4871" y="0"/>
                  </a:lnTo>
                  <a:lnTo>
                    <a:pt x="0" y="4692"/>
                  </a:lnTo>
                  <a:lnTo>
                    <a:pt x="0" y="276690"/>
                  </a:lnTo>
                  <a:lnTo>
                    <a:pt x="4871" y="281563"/>
                  </a:lnTo>
                  <a:lnTo>
                    <a:pt x="16778" y="281563"/>
                  </a:lnTo>
                  <a:lnTo>
                    <a:pt x="21649" y="276690"/>
                  </a:lnTo>
                  <a:lnTo>
                    <a:pt x="21649" y="46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4830265" y="2017447"/>
              <a:ext cx="474669" cy="382817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4830254" y="1855736"/>
              <a:ext cx="474980" cy="413384"/>
            </a:xfrm>
            <a:custGeom>
              <a:avLst/>
              <a:gdLst/>
              <a:ahLst/>
              <a:cxnLst/>
              <a:rect l="l" t="t" r="r" b="b"/>
              <a:pathLst>
                <a:path w="474979" h="413385">
                  <a:moveTo>
                    <a:pt x="422173" y="172910"/>
                  </a:moveTo>
                  <a:lnTo>
                    <a:pt x="420370" y="166230"/>
                  </a:lnTo>
                  <a:lnTo>
                    <a:pt x="237426" y="60464"/>
                  </a:lnTo>
                  <a:lnTo>
                    <a:pt x="230936" y="62268"/>
                  </a:lnTo>
                  <a:lnTo>
                    <a:pt x="224980" y="72732"/>
                  </a:lnTo>
                  <a:lnTo>
                    <a:pt x="226606" y="79235"/>
                  </a:lnTo>
                  <a:lnTo>
                    <a:pt x="409549" y="185000"/>
                  </a:lnTo>
                  <a:lnTo>
                    <a:pt x="416217" y="183197"/>
                  </a:lnTo>
                  <a:lnTo>
                    <a:pt x="422173" y="172910"/>
                  </a:lnTo>
                  <a:close/>
                </a:path>
                <a:path w="474979" h="413385">
                  <a:moveTo>
                    <a:pt x="474675" y="142582"/>
                  </a:moveTo>
                  <a:lnTo>
                    <a:pt x="473049" y="136563"/>
                  </a:lnTo>
                  <a:lnTo>
                    <a:pt x="473049" y="136271"/>
                  </a:lnTo>
                  <a:lnTo>
                    <a:pt x="472871" y="135902"/>
                  </a:lnTo>
                  <a:lnTo>
                    <a:pt x="472351" y="135610"/>
                  </a:lnTo>
                  <a:lnTo>
                    <a:pt x="468172" y="131572"/>
                  </a:lnTo>
                  <a:lnTo>
                    <a:pt x="465366" y="131572"/>
                  </a:lnTo>
                  <a:lnTo>
                    <a:pt x="245325" y="4572"/>
                  </a:lnTo>
                  <a:lnTo>
                    <a:pt x="243738" y="1803"/>
                  </a:lnTo>
                  <a:lnTo>
                    <a:pt x="237731" y="190"/>
                  </a:lnTo>
                  <a:lnTo>
                    <a:pt x="237426" y="0"/>
                  </a:lnTo>
                  <a:lnTo>
                    <a:pt x="237248" y="50"/>
                  </a:lnTo>
                  <a:lnTo>
                    <a:pt x="237070" y="0"/>
                  </a:lnTo>
                  <a:lnTo>
                    <a:pt x="236740" y="203"/>
                  </a:lnTo>
                  <a:lnTo>
                    <a:pt x="230936" y="1803"/>
                  </a:lnTo>
                  <a:lnTo>
                    <a:pt x="229425" y="4419"/>
                  </a:lnTo>
                  <a:lnTo>
                    <a:pt x="1625" y="135902"/>
                  </a:lnTo>
                  <a:lnTo>
                    <a:pt x="0" y="142582"/>
                  </a:lnTo>
                  <a:lnTo>
                    <a:pt x="5956" y="152869"/>
                  </a:lnTo>
                  <a:lnTo>
                    <a:pt x="12458" y="154673"/>
                  </a:lnTo>
                  <a:lnTo>
                    <a:pt x="237236" y="24917"/>
                  </a:lnTo>
                  <a:lnTo>
                    <a:pt x="451396" y="148539"/>
                  </a:lnTo>
                  <a:lnTo>
                    <a:pt x="451396" y="408266"/>
                  </a:lnTo>
                  <a:lnTo>
                    <a:pt x="456272" y="413143"/>
                  </a:lnTo>
                  <a:lnTo>
                    <a:pt x="468172" y="413143"/>
                  </a:lnTo>
                  <a:lnTo>
                    <a:pt x="473049" y="408266"/>
                  </a:lnTo>
                  <a:lnTo>
                    <a:pt x="473049" y="145402"/>
                  </a:lnTo>
                  <a:lnTo>
                    <a:pt x="474675" y="14258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5" name="object 35"/>
          <p:cNvGrpSpPr/>
          <p:nvPr/>
        </p:nvGrpSpPr>
        <p:grpSpPr>
          <a:xfrm>
            <a:off x="5015370" y="1546370"/>
            <a:ext cx="314325" cy="332740"/>
            <a:chOff x="5015370" y="1546370"/>
            <a:chExt cx="314325" cy="332740"/>
          </a:xfrm>
        </p:grpSpPr>
        <p:sp>
          <p:nvSpPr>
            <p:cNvPr id="36" name="object 36"/>
            <p:cNvSpPr/>
            <p:nvPr/>
          </p:nvSpPr>
          <p:spPr>
            <a:xfrm>
              <a:off x="5015370" y="1546370"/>
              <a:ext cx="230388" cy="125440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5056682" y="1619833"/>
              <a:ext cx="273050" cy="259715"/>
            </a:xfrm>
            <a:custGeom>
              <a:avLst/>
              <a:gdLst/>
              <a:ahLst/>
              <a:cxnLst/>
              <a:rect l="l" t="t" r="r" b="b"/>
              <a:pathLst>
                <a:path w="273050" h="259714">
                  <a:moveTo>
                    <a:pt x="21640" y="81584"/>
                  </a:moveTo>
                  <a:lnTo>
                    <a:pt x="16776" y="76885"/>
                  </a:lnTo>
                  <a:lnTo>
                    <a:pt x="4864" y="76885"/>
                  </a:lnTo>
                  <a:lnTo>
                    <a:pt x="0" y="81584"/>
                  </a:lnTo>
                  <a:lnTo>
                    <a:pt x="0" y="254317"/>
                  </a:lnTo>
                  <a:lnTo>
                    <a:pt x="4864" y="259181"/>
                  </a:lnTo>
                  <a:lnTo>
                    <a:pt x="16776" y="259181"/>
                  </a:lnTo>
                  <a:lnTo>
                    <a:pt x="21640" y="254317"/>
                  </a:lnTo>
                  <a:lnTo>
                    <a:pt x="21640" y="81584"/>
                  </a:lnTo>
                  <a:close/>
                </a:path>
                <a:path w="273050" h="259714">
                  <a:moveTo>
                    <a:pt x="272783" y="18770"/>
                  </a:moveTo>
                  <a:lnTo>
                    <a:pt x="270078" y="12458"/>
                  </a:lnTo>
                  <a:lnTo>
                    <a:pt x="259435" y="2527"/>
                  </a:lnTo>
                  <a:lnTo>
                    <a:pt x="252209" y="0"/>
                  </a:lnTo>
                  <a:lnTo>
                    <a:pt x="234353" y="0"/>
                  </a:lnTo>
                  <a:lnTo>
                    <a:pt x="227317" y="2171"/>
                  </a:lnTo>
                  <a:lnTo>
                    <a:pt x="216128" y="10833"/>
                  </a:lnTo>
                  <a:lnTo>
                    <a:pt x="212699" y="17868"/>
                  </a:lnTo>
                  <a:lnTo>
                    <a:pt x="211620" y="27800"/>
                  </a:lnTo>
                  <a:lnTo>
                    <a:pt x="229666" y="29603"/>
                  </a:lnTo>
                  <a:lnTo>
                    <a:pt x="230022" y="24371"/>
                  </a:lnTo>
                  <a:lnTo>
                    <a:pt x="231292" y="20574"/>
                  </a:lnTo>
                  <a:lnTo>
                    <a:pt x="235610" y="16065"/>
                  </a:lnTo>
                  <a:lnTo>
                    <a:pt x="238683" y="14986"/>
                  </a:lnTo>
                  <a:lnTo>
                    <a:pt x="246265" y="14986"/>
                  </a:lnTo>
                  <a:lnTo>
                    <a:pt x="249148" y="16065"/>
                  </a:lnTo>
                  <a:lnTo>
                    <a:pt x="253479" y="20396"/>
                  </a:lnTo>
                  <a:lnTo>
                    <a:pt x="254558" y="23469"/>
                  </a:lnTo>
                  <a:lnTo>
                    <a:pt x="254558" y="31051"/>
                  </a:lnTo>
                  <a:lnTo>
                    <a:pt x="253479" y="34836"/>
                  </a:lnTo>
                  <a:lnTo>
                    <a:pt x="249148" y="41148"/>
                  </a:lnTo>
                  <a:lnTo>
                    <a:pt x="244094" y="46393"/>
                  </a:lnTo>
                  <a:lnTo>
                    <a:pt x="229044" y="60566"/>
                  </a:lnTo>
                  <a:lnTo>
                    <a:pt x="223367" y="66509"/>
                  </a:lnTo>
                  <a:lnTo>
                    <a:pt x="209461" y="94399"/>
                  </a:lnTo>
                  <a:lnTo>
                    <a:pt x="272783" y="94399"/>
                  </a:lnTo>
                  <a:lnTo>
                    <a:pt x="272783" y="77609"/>
                  </a:lnTo>
                  <a:lnTo>
                    <a:pt x="236880" y="77609"/>
                  </a:lnTo>
                  <a:lnTo>
                    <a:pt x="237782" y="75984"/>
                  </a:lnTo>
                  <a:lnTo>
                    <a:pt x="242112" y="70929"/>
                  </a:lnTo>
                  <a:lnTo>
                    <a:pt x="261061" y="53060"/>
                  </a:lnTo>
                  <a:lnTo>
                    <a:pt x="266471" y="46024"/>
                  </a:lnTo>
                  <a:lnTo>
                    <a:pt x="268998" y="42062"/>
                  </a:lnTo>
                  <a:lnTo>
                    <a:pt x="271881" y="34480"/>
                  </a:lnTo>
                  <a:lnTo>
                    <a:pt x="272783" y="30327"/>
                  </a:lnTo>
                  <a:lnTo>
                    <a:pt x="272783" y="1877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/>
          <p:nvPr/>
        </p:nvSpPr>
        <p:spPr>
          <a:xfrm>
            <a:off x="5015369" y="2377173"/>
            <a:ext cx="314325" cy="375285"/>
          </a:xfrm>
          <a:custGeom>
            <a:avLst/>
            <a:gdLst/>
            <a:ahLst/>
            <a:cxnLst/>
            <a:rect l="l" t="t" r="r" b="b"/>
            <a:pathLst>
              <a:path w="314325" h="375285">
                <a:moveTo>
                  <a:pt x="62953" y="4686"/>
                </a:moveTo>
                <a:lnTo>
                  <a:pt x="58089" y="0"/>
                </a:lnTo>
                <a:lnTo>
                  <a:pt x="46177" y="0"/>
                </a:lnTo>
                <a:lnTo>
                  <a:pt x="41313" y="4686"/>
                </a:lnTo>
                <a:lnTo>
                  <a:pt x="41313" y="188963"/>
                </a:lnTo>
                <a:lnTo>
                  <a:pt x="46177" y="193840"/>
                </a:lnTo>
                <a:lnTo>
                  <a:pt x="58089" y="193840"/>
                </a:lnTo>
                <a:lnTo>
                  <a:pt x="62953" y="188963"/>
                </a:lnTo>
                <a:lnTo>
                  <a:pt x="62953" y="4686"/>
                </a:lnTo>
                <a:close/>
              </a:path>
              <a:path w="314325" h="375285">
                <a:moveTo>
                  <a:pt x="99402" y="207022"/>
                </a:moveTo>
                <a:lnTo>
                  <a:pt x="75946" y="207022"/>
                </a:lnTo>
                <a:lnTo>
                  <a:pt x="75946" y="290766"/>
                </a:lnTo>
                <a:lnTo>
                  <a:pt x="51435" y="250698"/>
                </a:lnTo>
                <a:lnTo>
                  <a:pt x="24714" y="207022"/>
                </a:lnTo>
                <a:lnTo>
                  <a:pt x="0" y="207022"/>
                </a:lnTo>
                <a:lnTo>
                  <a:pt x="0" y="332460"/>
                </a:lnTo>
                <a:lnTo>
                  <a:pt x="23444" y="332460"/>
                </a:lnTo>
                <a:lnTo>
                  <a:pt x="23444" y="250698"/>
                </a:lnTo>
                <a:lnTo>
                  <a:pt x="74142" y="332460"/>
                </a:lnTo>
                <a:lnTo>
                  <a:pt x="99402" y="332460"/>
                </a:lnTo>
                <a:lnTo>
                  <a:pt x="99402" y="290766"/>
                </a:lnTo>
                <a:lnTo>
                  <a:pt x="99402" y="207022"/>
                </a:lnTo>
                <a:close/>
              </a:path>
              <a:path w="314325" h="375285">
                <a:moveTo>
                  <a:pt x="230378" y="207022"/>
                </a:moveTo>
                <a:lnTo>
                  <a:pt x="204939" y="207022"/>
                </a:lnTo>
                <a:lnTo>
                  <a:pt x="204939" y="256286"/>
                </a:lnTo>
                <a:lnTo>
                  <a:pt x="155333" y="256286"/>
                </a:lnTo>
                <a:lnTo>
                  <a:pt x="155333" y="207022"/>
                </a:lnTo>
                <a:lnTo>
                  <a:pt x="130073" y="207022"/>
                </a:lnTo>
                <a:lnTo>
                  <a:pt x="130073" y="332460"/>
                </a:lnTo>
                <a:lnTo>
                  <a:pt x="155333" y="332460"/>
                </a:lnTo>
                <a:lnTo>
                  <a:pt x="155333" y="277583"/>
                </a:lnTo>
                <a:lnTo>
                  <a:pt x="204939" y="277583"/>
                </a:lnTo>
                <a:lnTo>
                  <a:pt x="204939" y="332460"/>
                </a:lnTo>
                <a:lnTo>
                  <a:pt x="230378" y="332460"/>
                </a:lnTo>
                <a:lnTo>
                  <a:pt x="230378" y="277583"/>
                </a:lnTo>
                <a:lnTo>
                  <a:pt x="230378" y="256286"/>
                </a:lnTo>
                <a:lnTo>
                  <a:pt x="230378" y="207022"/>
                </a:lnTo>
                <a:close/>
              </a:path>
              <a:path w="314325" h="375285">
                <a:moveTo>
                  <a:pt x="314096" y="299250"/>
                </a:moveTo>
                <a:lnTo>
                  <a:pt x="311391" y="292925"/>
                </a:lnTo>
                <a:lnTo>
                  <a:pt x="300748" y="283006"/>
                </a:lnTo>
                <a:lnTo>
                  <a:pt x="293522" y="280479"/>
                </a:lnTo>
                <a:lnTo>
                  <a:pt x="275666" y="280479"/>
                </a:lnTo>
                <a:lnTo>
                  <a:pt x="268630" y="282638"/>
                </a:lnTo>
                <a:lnTo>
                  <a:pt x="257441" y="291312"/>
                </a:lnTo>
                <a:lnTo>
                  <a:pt x="254012" y="298348"/>
                </a:lnTo>
                <a:lnTo>
                  <a:pt x="252933" y="308267"/>
                </a:lnTo>
                <a:lnTo>
                  <a:pt x="270979" y="310083"/>
                </a:lnTo>
                <a:lnTo>
                  <a:pt x="271335" y="304838"/>
                </a:lnTo>
                <a:lnTo>
                  <a:pt x="272605" y="301053"/>
                </a:lnTo>
                <a:lnTo>
                  <a:pt x="276923" y="296545"/>
                </a:lnTo>
                <a:lnTo>
                  <a:pt x="279996" y="295452"/>
                </a:lnTo>
                <a:lnTo>
                  <a:pt x="287578" y="295452"/>
                </a:lnTo>
                <a:lnTo>
                  <a:pt x="290461" y="296545"/>
                </a:lnTo>
                <a:lnTo>
                  <a:pt x="294792" y="300875"/>
                </a:lnTo>
                <a:lnTo>
                  <a:pt x="295871" y="303936"/>
                </a:lnTo>
                <a:lnTo>
                  <a:pt x="295871" y="311518"/>
                </a:lnTo>
                <a:lnTo>
                  <a:pt x="294792" y="315315"/>
                </a:lnTo>
                <a:lnTo>
                  <a:pt x="290461" y="321627"/>
                </a:lnTo>
                <a:lnTo>
                  <a:pt x="285407" y="326859"/>
                </a:lnTo>
                <a:lnTo>
                  <a:pt x="270357" y="340956"/>
                </a:lnTo>
                <a:lnTo>
                  <a:pt x="264680" y="346964"/>
                </a:lnTo>
                <a:lnTo>
                  <a:pt x="250774" y="374878"/>
                </a:lnTo>
                <a:lnTo>
                  <a:pt x="314096" y="374878"/>
                </a:lnTo>
                <a:lnTo>
                  <a:pt x="314096" y="358089"/>
                </a:lnTo>
                <a:lnTo>
                  <a:pt x="278193" y="358089"/>
                </a:lnTo>
                <a:lnTo>
                  <a:pt x="279095" y="356463"/>
                </a:lnTo>
                <a:lnTo>
                  <a:pt x="283425" y="351409"/>
                </a:lnTo>
                <a:lnTo>
                  <a:pt x="302374" y="333540"/>
                </a:lnTo>
                <a:lnTo>
                  <a:pt x="307784" y="326504"/>
                </a:lnTo>
                <a:lnTo>
                  <a:pt x="310311" y="322529"/>
                </a:lnTo>
                <a:lnTo>
                  <a:pt x="313194" y="314947"/>
                </a:lnTo>
                <a:lnTo>
                  <a:pt x="314096" y="310794"/>
                </a:lnTo>
                <a:lnTo>
                  <a:pt x="314096" y="2992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4827378" y="2893182"/>
            <a:ext cx="1732695" cy="162440"/>
          </a:xfrm>
          <a:prstGeom prst="rect">
            <a:avLst/>
          </a:prstGeom>
          <a:blipFill>
            <a:blip r:embed="rId1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40"/>
          <p:cNvGrpSpPr/>
          <p:nvPr/>
        </p:nvGrpSpPr>
        <p:grpSpPr>
          <a:xfrm>
            <a:off x="3099644" y="1730289"/>
            <a:ext cx="699135" cy="544830"/>
            <a:chOff x="3099644" y="1730289"/>
            <a:chExt cx="699135" cy="544830"/>
          </a:xfrm>
        </p:grpSpPr>
        <p:sp>
          <p:nvSpPr>
            <p:cNvPr id="41" name="object 41"/>
            <p:cNvSpPr/>
            <p:nvPr/>
          </p:nvSpPr>
          <p:spPr>
            <a:xfrm>
              <a:off x="3101178" y="1861866"/>
              <a:ext cx="22225" cy="281940"/>
            </a:xfrm>
            <a:custGeom>
              <a:avLst/>
              <a:gdLst/>
              <a:ahLst/>
              <a:cxnLst/>
              <a:rect l="l" t="t" r="r" b="b"/>
              <a:pathLst>
                <a:path w="22225" h="281939">
                  <a:moveTo>
                    <a:pt x="16796" y="0"/>
                  </a:moveTo>
                  <a:lnTo>
                    <a:pt x="4853" y="0"/>
                  </a:lnTo>
                  <a:lnTo>
                    <a:pt x="0" y="4692"/>
                  </a:lnTo>
                  <a:lnTo>
                    <a:pt x="0" y="276690"/>
                  </a:lnTo>
                  <a:lnTo>
                    <a:pt x="4853" y="281563"/>
                  </a:lnTo>
                  <a:lnTo>
                    <a:pt x="16796" y="281563"/>
                  </a:lnTo>
                  <a:lnTo>
                    <a:pt x="21649" y="276690"/>
                  </a:lnTo>
                  <a:lnTo>
                    <a:pt x="21649" y="46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3099644" y="1892007"/>
              <a:ext cx="474759" cy="382817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3099638" y="1730298"/>
              <a:ext cx="699135" cy="413384"/>
            </a:xfrm>
            <a:custGeom>
              <a:avLst/>
              <a:gdLst/>
              <a:ahLst/>
              <a:cxnLst/>
              <a:rect l="l" t="t" r="r" b="b"/>
              <a:pathLst>
                <a:path w="699135" h="413385">
                  <a:moveTo>
                    <a:pt x="422262" y="172910"/>
                  </a:moveTo>
                  <a:lnTo>
                    <a:pt x="420458" y="166230"/>
                  </a:lnTo>
                  <a:lnTo>
                    <a:pt x="237515" y="60464"/>
                  </a:lnTo>
                  <a:lnTo>
                    <a:pt x="231025" y="62268"/>
                  </a:lnTo>
                  <a:lnTo>
                    <a:pt x="224993" y="72732"/>
                  </a:lnTo>
                  <a:lnTo>
                    <a:pt x="226758" y="79235"/>
                  </a:lnTo>
                  <a:lnTo>
                    <a:pt x="409625" y="185000"/>
                  </a:lnTo>
                  <a:lnTo>
                    <a:pt x="416306" y="183197"/>
                  </a:lnTo>
                  <a:lnTo>
                    <a:pt x="422262" y="172910"/>
                  </a:lnTo>
                  <a:close/>
                </a:path>
                <a:path w="699135" h="413385">
                  <a:moveTo>
                    <a:pt x="698830" y="12636"/>
                  </a:moveTo>
                  <a:lnTo>
                    <a:pt x="692873" y="2159"/>
                  </a:lnTo>
                  <a:lnTo>
                    <a:pt x="686384" y="355"/>
                  </a:lnTo>
                  <a:lnTo>
                    <a:pt x="462305" y="129755"/>
                  </a:lnTo>
                  <a:lnTo>
                    <a:pt x="245224" y="4457"/>
                  </a:lnTo>
                  <a:lnTo>
                    <a:pt x="243649" y="1803"/>
                  </a:lnTo>
                  <a:lnTo>
                    <a:pt x="237832" y="203"/>
                  </a:lnTo>
                  <a:lnTo>
                    <a:pt x="237515" y="0"/>
                  </a:lnTo>
                  <a:lnTo>
                    <a:pt x="237337" y="50"/>
                  </a:lnTo>
                  <a:lnTo>
                    <a:pt x="237159" y="0"/>
                  </a:lnTo>
                  <a:lnTo>
                    <a:pt x="236829" y="203"/>
                  </a:lnTo>
                  <a:lnTo>
                    <a:pt x="231025" y="1803"/>
                  </a:lnTo>
                  <a:lnTo>
                    <a:pt x="229476" y="4432"/>
                  </a:lnTo>
                  <a:lnTo>
                    <a:pt x="1765" y="135902"/>
                  </a:lnTo>
                  <a:lnTo>
                    <a:pt x="0" y="142582"/>
                  </a:lnTo>
                  <a:lnTo>
                    <a:pt x="5969" y="152869"/>
                  </a:lnTo>
                  <a:lnTo>
                    <a:pt x="12598" y="154673"/>
                  </a:lnTo>
                  <a:lnTo>
                    <a:pt x="237363" y="24904"/>
                  </a:lnTo>
                  <a:lnTo>
                    <a:pt x="451485" y="148539"/>
                  </a:lnTo>
                  <a:lnTo>
                    <a:pt x="451485" y="408266"/>
                  </a:lnTo>
                  <a:lnTo>
                    <a:pt x="456361" y="413143"/>
                  </a:lnTo>
                  <a:lnTo>
                    <a:pt x="468261" y="413143"/>
                  </a:lnTo>
                  <a:lnTo>
                    <a:pt x="473138" y="408266"/>
                  </a:lnTo>
                  <a:lnTo>
                    <a:pt x="473138" y="148539"/>
                  </a:lnTo>
                  <a:lnTo>
                    <a:pt x="697204" y="19126"/>
                  </a:lnTo>
                  <a:lnTo>
                    <a:pt x="698830" y="1263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/>
          <p:nvPr/>
        </p:nvSpPr>
        <p:spPr>
          <a:xfrm>
            <a:off x="3773754" y="1730654"/>
            <a:ext cx="338455" cy="207010"/>
          </a:xfrm>
          <a:custGeom>
            <a:avLst/>
            <a:gdLst/>
            <a:ahLst/>
            <a:cxnLst/>
            <a:rect l="l" t="t" r="r" b="b"/>
            <a:pathLst>
              <a:path w="338454" h="207010">
                <a:moveTo>
                  <a:pt x="171754" y="97472"/>
                </a:moveTo>
                <a:lnTo>
                  <a:pt x="169951" y="90970"/>
                </a:lnTo>
                <a:lnTo>
                  <a:pt x="12623" y="0"/>
                </a:lnTo>
                <a:lnTo>
                  <a:pt x="6134" y="1803"/>
                </a:lnTo>
                <a:lnTo>
                  <a:pt x="0" y="12280"/>
                </a:lnTo>
                <a:lnTo>
                  <a:pt x="1803" y="18770"/>
                </a:lnTo>
                <a:lnTo>
                  <a:pt x="159131" y="109740"/>
                </a:lnTo>
                <a:lnTo>
                  <a:pt x="165798" y="107937"/>
                </a:lnTo>
                <a:lnTo>
                  <a:pt x="171754" y="97472"/>
                </a:lnTo>
                <a:close/>
              </a:path>
              <a:path w="338454" h="207010">
                <a:moveTo>
                  <a:pt x="289026" y="166408"/>
                </a:moveTo>
                <a:lnTo>
                  <a:pt x="264490" y="158470"/>
                </a:lnTo>
                <a:lnTo>
                  <a:pt x="262318" y="167678"/>
                </a:lnTo>
                <a:lnTo>
                  <a:pt x="258889" y="174536"/>
                </a:lnTo>
                <a:lnTo>
                  <a:pt x="254025" y="178689"/>
                </a:lnTo>
                <a:lnTo>
                  <a:pt x="249148" y="183019"/>
                </a:lnTo>
                <a:lnTo>
                  <a:pt x="243382" y="185178"/>
                </a:lnTo>
                <a:lnTo>
                  <a:pt x="227507" y="185178"/>
                </a:lnTo>
                <a:lnTo>
                  <a:pt x="220103" y="181749"/>
                </a:lnTo>
                <a:lnTo>
                  <a:pt x="205854" y="141147"/>
                </a:lnTo>
                <a:lnTo>
                  <a:pt x="206400" y="130695"/>
                </a:lnTo>
                <a:lnTo>
                  <a:pt x="227863" y="98729"/>
                </a:lnTo>
                <a:lnTo>
                  <a:pt x="243916" y="98729"/>
                </a:lnTo>
                <a:lnTo>
                  <a:pt x="263588" y="119849"/>
                </a:lnTo>
                <a:lnTo>
                  <a:pt x="288658" y="113715"/>
                </a:lnTo>
                <a:lnTo>
                  <a:pt x="259346" y="80454"/>
                </a:lnTo>
                <a:lnTo>
                  <a:pt x="238506" y="77076"/>
                </a:lnTo>
                <a:lnTo>
                  <a:pt x="225920" y="78155"/>
                </a:lnTo>
                <a:lnTo>
                  <a:pt x="188823" y="103936"/>
                </a:lnTo>
                <a:lnTo>
                  <a:pt x="179692" y="143129"/>
                </a:lnTo>
                <a:lnTo>
                  <a:pt x="180708" y="157111"/>
                </a:lnTo>
                <a:lnTo>
                  <a:pt x="204482" y="197167"/>
                </a:lnTo>
                <a:lnTo>
                  <a:pt x="236880" y="206844"/>
                </a:lnTo>
                <a:lnTo>
                  <a:pt x="246570" y="206209"/>
                </a:lnTo>
                <a:lnTo>
                  <a:pt x="280771" y="185178"/>
                </a:lnTo>
                <a:lnTo>
                  <a:pt x="281470" y="184238"/>
                </a:lnTo>
                <a:lnTo>
                  <a:pt x="285711" y="175945"/>
                </a:lnTo>
                <a:lnTo>
                  <a:pt x="289026" y="166408"/>
                </a:lnTo>
                <a:close/>
              </a:path>
              <a:path w="338454" h="207010">
                <a:moveTo>
                  <a:pt x="338277" y="79235"/>
                </a:moveTo>
                <a:lnTo>
                  <a:pt x="314286" y="79235"/>
                </a:lnTo>
                <a:lnTo>
                  <a:pt x="314286" y="204673"/>
                </a:lnTo>
                <a:lnTo>
                  <a:pt x="338277" y="204673"/>
                </a:lnTo>
                <a:lnTo>
                  <a:pt x="338277" y="7923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5" name="object 45"/>
          <p:cNvGrpSpPr/>
          <p:nvPr/>
        </p:nvGrpSpPr>
        <p:grpSpPr>
          <a:xfrm>
            <a:off x="3723606" y="1419306"/>
            <a:ext cx="121920" cy="349885"/>
            <a:chOff x="3723606" y="1419306"/>
            <a:chExt cx="121920" cy="349885"/>
          </a:xfrm>
        </p:grpSpPr>
        <p:sp>
          <p:nvSpPr>
            <p:cNvPr id="46" name="object 46"/>
            <p:cNvSpPr/>
            <p:nvPr/>
          </p:nvSpPr>
          <p:spPr>
            <a:xfrm>
              <a:off x="3723606" y="1419306"/>
              <a:ext cx="121560" cy="129591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749217" y="1572907"/>
              <a:ext cx="74295" cy="196215"/>
            </a:xfrm>
            <a:custGeom>
              <a:avLst/>
              <a:gdLst/>
              <a:ahLst/>
              <a:cxnLst/>
              <a:rect l="l" t="t" r="r" b="b"/>
              <a:pathLst>
                <a:path w="74295" h="196214">
                  <a:moveTo>
                    <a:pt x="21653" y="4699"/>
                  </a:moveTo>
                  <a:lnTo>
                    <a:pt x="16776" y="0"/>
                  </a:lnTo>
                  <a:lnTo>
                    <a:pt x="4686" y="0"/>
                  </a:lnTo>
                  <a:lnTo>
                    <a:pt x="0" y="4699"/>
                  </a:lnTo>
                  <a:lnTo>
                    <a:pt x="0" y="191325"/>
                  </a:lnTo>
                  <a:lnTo>
                    <a:pt x="4686" y="196189"/>
                  </a:lnTo>
                  <a:lnTo>
                    <a:pt x="16776" y="196189"/>
                  </a:lnTo>
                  <a:lnTo>
                    <a:pt x="21653" y="191325"/>
                  </a:lnTo>
                  <a:lnTo>
                    <a:pt x="21653" y="4699"/>
                  </a:lnTo>
                  <a:close/>
                </a:path>
                <a:path w="74295" h="196214">
                  <a:moveTo>
                    <a:pt x="73964" y="4699"/>
                  </a:moveTo>
                  <a:lnTo>
                    <a:pt x="69100" y="0"/>
                  </a:lnTo>
                  <a:lnTo>
                    <a:pt x="57188" y="0"/>
                  </a:lnTo>
                  <a:lnTo>
                    <a:pt x="52324" y="4699"/>
                  </a:lnTo>
                  <a:lnTo>
                    <a:pt x="52324" y="191325"/>
                  </a:lnTo>
                  <a:lnTo>
                    <a:pt x="57188" y="196189"/>
                  </a:lnTo>
                  <a:lnTo>
                    <a:pt x="69100" y="196189"/>
                  </a:lnTo>
                  <a:lnTo>
                    <a:pt x="73964" y="191325"/>
                  </a:lnTo>
                  <a:lnTo>
                    <a:pt x="73964" y="46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/>
          <p:nvPr/>
        </p:nvSpPr>
        <p:spPr>
          <a:xfrm>
            <a:off x="2875426" y="2120146"/>
            <a:ext cx="249554" cy="154940"/>
          </a:xfrm>
          <a:custGeom>
            <a:avLst/>
            <a:gdLst/>
            <a:ahLst/>
            <a:cxnLst/>
            <a:rect l="l" t="t" r="r" b="b"/>
            <a:pathLst>
              <a:path w="249555" h="154939">
                <a:moveTo>
                  <a:pt x="236342" y="0"/>
                </a:moveTo>
                <a:lnTo>
                  <a:pt x="1786" y="135547"/>
                </a:lnTo>
                <a:lnTo>
                  <a:pt x="0" y="142045"/>
                </a:lnTo>
                <a:lnTo>
                  <a:pt x="5989" y="152513"/>
                </a:lnTo>
                <a:lnTo>
                  <a:pt x="12610" y="154318"/>
                </a:lnTo>
                <a:lnTo>
                  <a:pt x="247167" y="18770"/>
                </a:lnTo>
                <a:lnTo>
                  <a:pt x="248935" y="12092"/>
                </a:lnTo>
                <a:lnTo>
                  <a:pt x="242963" y="18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9" name="object 49"/>
          <p:cNvGrpSpPr/>
          <p:nvPr/>
        </p:nvGrpSpPr>
        <p:grpSpPr>
          <a:xfrm>
            <a:off x="2516511" y="2067623"/>
            <a:ext cx="384175" cy="207010"/>
            <a:chOff x="2516511" y="2067623"/>
            <a:chExt cx="384175" cy="207010"/>
          </a:xfrm>
        </p:grpSpPr>
        <p:sp>
          <p:nvSpPr>
            <p:cNvPr id="50" name="object 50"/>
            <p:cNvSpPr/>
            <p:nvPr/>
          </p:nvSpPr>
          <p:spPr>
            <a:xfrm>
              <a:off x="2516511" y="2067623"/>
              <a:ext cx="158565" cy="129771"/>
            </a:xfrm>
            <a:prstGeom prst="rect">
              <a:avLst/>
            </a:prstGeom>
            <a:blipFill>
              <a:blip r:embed="rId1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2706793" y="2152273"/>
              <a:ext cx="193675" cy="122555"/>
            </a:xfrm>
            <a:custGeom>
              <a:avLst/>
              <a:gdLst/>
              <a:ahLst/>
              <a:cxnLst/>
              <a:rect l="l" t="t" r="r" b="b"/>
              <a:pathLst>
                <a:path w="193675" h="122555">
                  <a:moveTo>
                    <a:pt x="12592" y="0"/>
                  </a:moveTo>
                  <a:lnTo>
                    <a:pt x="5971" y="1804"/>
                  </a:lnTo>
                  <a:lnTo>
                    <a:pt x="0" y="12092"/>
                  </a:lnTo>
                  <a:lnTo>
                    <a:pt x="1768" y="18770"/>
                  </a:lnTo>
                  <a:lnTo>
                    <a:pt x="180774" y="122191"/>
                  </a:lnTo>
                  <a:lnTo>
                    <a:pt x="187395" y="120386"/>
                  </a:lnTo>
                  <a:lnTo>
                    <a:pt x="193367" y="109918"/>
                  </a:lnTo>
                  <a:lnTo>
                    <a:pt x="191599" y="1034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2" name="object 52"/>
          <p:cNvSpPr/>
          <p:nvPr/>
        </p:nvSpPr>
        <p:spPr>
          <a:xfrm>
            <a:off x="2825216" y="2236025"/>
            <a:ext cx="121920" cy="349885"/>
          </a:xfrm>
          <a:custGeom>
            <a:avLst/>
            <a:gdLst/>
            <a:ahLst/>
            <a:cxnLst/>
            <a:rect l="l" t="t" r="r" b="b"/>
            <a:pathLst>
              <a:path w="121919" h="349885">
                <a:moveTo>
                  <a:pt x="47193" y="4876"/>
                </a:moveTo>
                <a:lnTo>
                  <a:pt x="42341" y="0"/>
                </a:lnTo>
                <a:lnTo>
                  <a:pt x="30391" y="0"/>
                </a:lnTo>
                <a:lnTo>
                  <a:pt x="25539" y="4876"/>
                </a:lnTo>
                <a:lnTo>
                  <a:pt x="25539" y="201066"/>
                </a:lnTo>
                <a:lnTo>
                  <a:pt x="30391" y="205943"/>
                </a:lnTo>
                <a:lnTo>
                  <a:pt x="42341" y="205943"/>
                </a:lnTo>
                <a:lnTo>
                  <a:pt x="47193" y="201066"/>
                </a:lnTo>
                <a:lnTo>
                  <a:pt x="47193" y="4876"/>
                </a:lnTo>
                <a:close/>
              </a:path>
              <a:path w="121919" h="349885">
                <a:moveTo>
                  <a:pt x="99606" y="4876"/>
                </a:moveTo>
                <a:lnTo>
                  <a:pt x="94767" y="0"/>
                </a:lnTo>
                <a:lnTo>
                  <a:pt x="82804" y="0"/>
                </a:lnTo>
                <a:lnTo>
                  <a:pt x="77952" y="4876"/>
                </a:lnTo>
                <a:lnTo>
                  <a:pt x="77952" y="201066"/>
                </a:lnTo>
                <a:lnTo>
                  <a:pt x="82804" y="205943"/>
                </a:lnTo>
                <a:lnTo>
                  <a:pt x="94767" y="205943"/>
                </a:lnTo>
                <a:lnTo>
                  <a:pt x="99606" y="201066"/>
                </a:lnTo>
                <a:lnTo>
                  <a:pt x="99606" y="4876"/>
                </a:lnTo>
                <a:close/>
              </a:path>
              <a:path w="121919" h="349885">
                <a:moveTo>
                  <a:pt x="121577" y="284632"/>
                </a:moveTo>
                <a:lnTo>
                  <a:pt x="112255" y="246748"/>
                </a:lnTo>
                <a:lnTo>
                  <a:pt x="95427" y="229527"/>
                </a:lnTo>
                <a:lnTo>
                  <a:pt x="95427" y="284632"/>
                </a:lnTo>
                <a:lnTo>
                  <a:pt x="94818" y="294855"/>
                </a:lnTo>
                <a:lnTo>
                  <a:pt x="68110" y="327456"/>
                </a:lnTo>
                <a:lnTo>
                  <a:pt x="60883" y="328129"/>
                </a:lnTo>
                <a:lnTo>
                  <a:pt x="53644" y="327456"/>
                </a:lnTo>
                <a:lnTo>
                  <a:pt x="26695" y="294817"/>
                </a:lnTo>
                <a:lnTo>
                  <a:pt x="26098" y="284632"/>
                </a:lnTo>
                <a:lnTo>
                  <a:pt x="26682" y="274764"/>
                </a:lnTo>
                <a:lnTo>
                  <a:pt x="53479" y="242506"/>
                </a:lnTo>
                <a:lnTo>
                  <a:pt x="60883" y="241858"/>
                </a:lnTo>
                <a:lnTo>
                  <a:pt x="68326" y="242506"/>
                </a:lnTo>
                <a:lnTo>
                  <a:pt x="94843" y="274510"/>
                </a:lnTo>
                <a:lnTo>
                  <a:pt x="95427" y="284632"/>
                </a:lnTo>
                <a:lnTo>
                  <a:pt x="95427" y="229527"/>
                </a:lnTo>
                <a:lnTo>
                  <a:pt x="85572" y="224434"/>
                </a:lnTo>
                <a:lnTo>
                  <a:pt x="73799" y="221259"/>
                </a:lnTo>
                <a:lnTo>
                  <a:pt x="60629" y="220192"/>
                </a:lnTo>
                <a:lnTo>
                  <a:pt x="53200" y="220497"/>
                </a:lnTo>
                <a:lnTo>
                  <a:pt x="12458" y="241490"/>
                </a:lnTo>
                <a:lnTo>
                  <a:pt x="0" y="285711"/>
                </a:lnTo>
                <a:lnTo>
                  <a:pt x="1028" y="299935"/>
                </a:lnTo>
                <a:lnTo>
                  <a:pt x="25476" y="340271"/>
                </a:lnTo>
                <a:lnTo>
                  <a:pt x="60972" y="349796"/>
                </a:lnTo>
                <a:lnTo>
                  <a:pt x="74091" y="348729"/>
                </a:lnTo>
                <a:lnTo>
                  <a:pt x="108585" y="328129"/>
                </a:lnTo>
                <a:lnTo>
                  <a:pt x="121577" y="285711"/>
                </a:lnTo>
                <a:lnTo>
                  <a:pt x="121577" y="28463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4368045" y="2114190"/>
            <a:ext cx="87681" cy="87717"/>
          </a:xfrm>
          <a:prstGeom prst="rect">
            <a:avLst/>
          </a:prstGeom>
          <a:blipFill>
            <a:blip r:embed="rId2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78606" y="2866108"/>
            <a:ext cx="1042669" cy="162560"/>
          </a:xfrm>
          <a:custGeom>
            <a:avLst/>
            <a:gdLst/>
            <a:ahLst/>
            <a:cxnLst/>
            <a:rect l="l" t="t" r="r" b="b"/>
            <a:pathLst>
              <a:path w="1042669" h="162560">
                <a:moveTo>
                  <a:pt x="140253" y="32668"/>
                </a:moveTo>
                <a:lnTo>
                  <a:pt x="105251" y="52378"/>
                </a:lnTo>
                <a:lnTo>
                  <a:pt x="98614" y="80678"/>
                </a:lnTo>
                <a:lnTo>
                  <a:pt x="99175" y="89748"/>
                </a:lnTo>
                <a:lnTo>
                  <a:pt x="122047" y="123702"/>
                </a:lnTo>
                <a:lnTo>
                  <a:pt x="142653" y="127605"/>
                </a:lnTo>
                <a:lnTo>
                  <a:pt x="149824" y="127168"/>
                </a:lnTo>
                <a:lnTo>
                  <a:pt x="178965" y="109557"/>
                </a:lnTo>
                <a:lnTo>
                  <a:pt x="137385" y="109557"/>
                </a:lnTo>
                <a:lnTo>
                  <a:pt x="132766" y="107571"/>
                </a:lnTo>
                <a:lnTo>
                  <a:pt x="125351" y="99630"/>
                </a:lnTo>
                <a:lnTo>
                  <a:pt x="123421" y="94215"/>
                </a:lnTo>
                <a:lnTo>
                  <a:pt x="123240" y="86995"/>
                </a:lnTo>
                <a:lnTo>
                  <a:pt x="183444" y="86995"/>
                </a:lnTo>
                <a:lnTo>
                  <a:pt x="182937" y="74071"/>
                </a:lnTo>
                <a:lnTo>
                  <a:pt x="182627" y="72376"/>
                </a:lnTo>
                <a:lnTo>
                  <a:pt x="123673" y="72376"/>
                </a:lnTo>
                <a:lnTo>
                  <a:pt x="123735" y="65337"/>
                </a:lnTo>
                <a:lnTo>
                  <a:pt x="125297" y="60463"/>
                </a:lnTo>
                <a:lnTo>
                  <a:pt x="132135" y="52883"/>
                </a:lnTo>
                <a:lnTo>
                  <a:pt x="136465" y="51078"/>
                </a:lnTo>
                <a:lnTo>
                  <a:pt x="175653" y="51078"/>
                </a:lnTo>
                <a:lnTo>
                  <a:pt x="172241" y="46024"/>
                </a:lnTo>
                <a:lnTo>
                  <a:pt x="165847" y="40130"/>
                </a:lnTo>
                <a:lnTo>
                  <a:pt x="158385" y="35962"/>
                </a:lnTo>
                <a:lnTo>
                  <a:pt x="149854" y="33486"/>
                </a:lnTo>
                <a:lnTo>
                  <a:pt x="140253" y="32668"/>
                </a:lnTo>
                <a:close/>
              </a:path>
              <a:path w="1042669" h="162560">
                <a:moveTo>
                  <a:pt x="62513" y="21297"/>
                </a:moveTo>
                <a:lnTo>
                  <a:pt x="37201" y="21297"/>
                </a:lnTo>
                <a:lnTo>
                  <a:pt x="37201" y="125440"/>
                </a:lnTo>
                <a:lnTo>
                  <a:pt x="62513" y="125440"/>
                </a:lnTo>
                <a:lnTo>
                  <a:pt x="62513" y="21297"/>
                </a:lnTo>
                <a:close/>
              </a:path>
              <a:path w="1042669" h="162560">
                <a:moveTo>
                  <a:pt x="158223" y="96561"/>
                </a:moveTo>
                <a:lnTo>
                  <a:pt x="156906" y="101074"/>
                </a:lnTo>
                <a:lnTo>
                  <a:pt x="154975" y="104503"/>
                </a:lnTo>
                <a:lnTo>
                  <a:pt x="152413" y="106488"/>
                </a:lnTo>
                <a:lnTo>
                  <a:pt x="149833" y="108654"/>
                </a:lnTo>
                <a:lnTo>
                  <a:pt x="146676" y="109557"/>
                </a:lnTo>
                <a:lnTo>
                  <a:pt x="178965" y="109557"/>
                </a:lnTo>
                <a:lnTo>
                  <a:pt x="179096" y="109376"/>
                </a:lnTo>
                <a:lnTo>
                  <a:pt x="182163" y="100532"/>
                </a:lnTo>
                <a:lnTo>
                  <a:pt x="158223" y="96561"/>
                </a:lnTo>
                <a:close/>
              </a:path>
              <a:path w="1042669" h="162560">
                <a:moveTo>
                  <a:pt x="175653" y="51078"/>
                </a:moveTo>
                <a:lnTo>
                  <a:pt x="146622" y="51078"/>
                </a:lnTo>
                <a:lnTo>
                  <a:pt x="150789" y="52883"/>
                </a:lnTo>
                <a:lnTo>
                  <a:pt x="157627" y="60102"/>
                </a:lnTo>
                <a:lnTo>
                  <a:pt x="159413" y="65337"/>
                </a:lnTo>
                <a:lnTo>
                  <a:pt x="159594" y="72376"/>
                </a:lnTo>
                <a:lnTo>
                  <a:pt x="182627" y="72376"/>
                </a:lnTo>
                <a:lnTo>
                  <a:pt x="180901" y="62923"/>
                </a:lnTo>
                <a:lnTo>
                  <a:pt x="177335" y="53568"/>
                </a:lnTo>
                <a:lnTo>
                  <a:pt x="175653" y="51078"/>
                </a:lnTo>
                <a:close/>
              </a:path>
              <a:path w="1042669" h="162560">
                <a:moveTo>
                  <a:pt x="99642" y="0"/>
                </a:moveTo>
                <a:lnTo>
                  <a:pt x="0" y="0"/>
                </a:lnTo>
                <a:lnTo>
                  <a:pt x="0" y="21297"/>
                </a:lnTo>
                <a:lnTo>
                  <a:pt x="99642" y="21297"/>
                </a:lnTo>
                <a:lnTo>
                  <a:pt x="99642" y="0"/>
                </a:lnTo>
                <a:close/>
              </a:path>
              <a:path w="1042669" h="162560">
                <a:moveTo>
                  <a:pt x="227249" y="34653"/>
                </a:moveTo>
                <a:lnTo>
                  <a:pt x="204914" y="34653"/>
                </a:lnTo>
                <a:lnTo>
                  <a:pt x="204914" y="125440"/>
                </a:lnTo>
                <a:lnTo>
                  <a:pt x="228945" y="125440"/>
                </a:lnTo>
                <a:lnTo>
                  <a:pt x="228945" y="97464"/>
                </a:lnTo>
                <a:lnTo>
                  <a:pt x="229073" y="86835"/>
                </a:lnTo>
                <a:lnTo>
                  <a:pt x="241664" y="54146"/>
                </a:lnTo>
                <a:lnTo>
                  <a:pt x="257727" y="54146"/>
                </a:lnTo>
                <a:lnTo>
                  <a:pt x="260039" y="47649"/>
                </a:lnTo>
                <a:lnTo>
                  <a:pt x="227249" y="47649"/>
                </a:lnTo>
                <a:lnTo>
                  <a:pt x="227249" y="34653"/>
                </a:lnTo>
                <a:close/>
              </a:path>
              <a:path w="1042669" h="162560">
                <a:moveTo>
                  <a:pt x="257727" y="54146"/>
                </a:moveTo>
                <a:lnTo>
                  <a:pt x="248502" y="54146"/>
                </a:lnTo>
                <a:lnTo>
                  <a:pt x="252272" y="55410"/>
                </a:lnTo>
                <a:lnTo>
                  <a:pt x="256314" y="58117"/>
                </a:lnTo>
                <a:lnTo>
                  <a:pt x="257727" y="54146"/>
                </a:lnTo>
                <a:close/>
              </a:path>
              <a:path w="1042669" h="162560">
                <a:moveTo>
                  <a:pt x="253409" y="32668"/>
                </a:moveTo>
                <a:lnTo>
                  <a:pt x="244063" y="32668"/>
                </a:lnTo>
                <a:lnTo>
                  <a:pt x="240600" y="33571"/>
                </a:lnTo>
                <a:lnTo>
                  <a:pt x="237551" y="35556"/>
                </a:lnTo>
                <a:lnTo>
                  <a:pt x="234502" y="37361"/>
                </a:lnTo>
                <a:lnTo>
                  <a:pt x="231056" y="41512"/>
                </a:lnTo>
                <a:lnTo>
                  <a:pt x="227249" y="47649"/>
                </a:lnTo>
                <a:lnTo>
                  <a:pt x="260039" y="47649"/>
                </a:lnTo>
                <a:lnTo>
                  <a:pt x="263765" y="37180"/>
                </a:lnTo>
                <a:lnTo>
                  <a:pt x="258695" y="34112"/>
                </a:lnTo>
                <a:lnTo>
                  <a:pt x="253409" y="32668"/>
                </a:lnTo>
                <a:close/>
              </a:path>
              <a:path w="1042669" h="162560">
                <a:moveTo>
                  <a:pt x="310799" y="32668"/>
                </a:moveTo>
                <a:lnTo>
                  <a:pt x="275796" y="52378"/>
                </a:lnTo>
                <a:lnTo>
                  <a:pt x="269159" y="80678"/>
                </a:lnTo>
                <a:lnTo>
                  <a:pt x="269718" y="89748"/>
                </a:lnTo>
                <a:lnTo>
                  <a:pt x="292584" y="123702"/>
                </a:lnTo>
                <a:lnTo>
                  <a:pt x="313198" y="127605"/>
                </a:lnTo>
                <a:lnTo>
                  <a:pt x="320369" y="127168"/>
                </a:lnTo>
                <a:lnTo>
                  <a:pt x="349493" y="109557"/>
                </a:lnTo>
                <a:lnTo>
                  <a:pt x="307930" y="109557"/>
                </a:lnTo>
                <a:lnTo>
                  <a:pt x="303311" y="107571"/>
                </a:lnTo>
                <a:lnTo>
                  <a:pt x="295896" y="99630"/>
                </a:lnTo>
                <a:lnTo>
                  <a:pt x="293948" y="94215"/>
                </a:lnTo>
                <a:lnTo>
                  <a:pt x="293786" y="86995"/>
                </a:lnTo>
                <a:lnTo>
                  <a:pt x="353990" y="86995"/>
                </a:lnTo>
                <a:lnTo>
                  <a:pt x="353482" y="74071"/>
                </a:lnTo>
                <a:lnTo>
                  <a:pt x="353173" y="72376"/>
                </a:lnTo>
                <a:lnTo>
                  <a:pt x="294219" y="72376"/>
                </a:lnTo>
                <a:lnTo>
                  <a:pt x="294263" y="65337"/>
                </a:lnTo>
                <a:lnTo>
                  <a:pt x="295842" y="60463"/>
                </a:lnTo>
                <a:lnTo>
                  <a:pt x="302680" y="52883"/>
                </a:lnTo>
                <a:lnTo>
                  <a:pt x="307010" y="51078"/>
                </a:lnTo>
                <a:lnTo>
                  <a:pt x="346199" y="51078"/>
                </a:lnTo>
                <a:lnTo>
                  <a:pt x="342786" y="46024"/>
                </a:lnTo>
                <a:lnTo>
                  <a:pt x="336393" y="40130"/>
                </a:lnTo>
                <a:lnTo>
                  <a:pt x="328930" y="35962"/>
                </a:lnTo>
                <a:lnTo>
                  <a:pt x="320399" y="33486"/>
                </a:lnTo>
                <a:lnTo>
                  <a:pt x="310799" y="32668"/>
                </a:lnTo>
                <a:close/>
              </a:path>
              <a:path w="1042669" h="162560">
                <a:moveTo>
                  <a:pt x="328768" y="96561"/>
                </a:moveTo>
                <a:lnTo>
                  <a:pt x="327451" y="101074"/>
                </a:lnTo>
                <a:lnTo>
                  <a:pt x="325520" y="104503"/>
                </a:lnTo>
                <a:lnTo>
                  <a:pt x="322940" y="106488"/>
                </a:lnTo>
                <a:lnTo>
                  <a:pt x="320379" y="108654"/>
                </a:lnTo>
                <a:lnTo>
                  <a:pt x="317221" y="109557"/>
                </a:lnTo>
                <a:lnTo>
                  <a:pt x="349493" y="109557"/>
                </a:lnTo>
                <a:lnTo>
                  <a:pt x="349624" y="109376"/>
                </a:lnTo>
                <a:lnTo>
                  <a:pt x="352709" y="100532"/>
                </a:lnTo>
                <a:lnTo>
                  <a:pt x="328768" y="96561"/>
                </a:lnTo>
                <a:close/>
              </a:path>
              <a:path w="1042669" h="162560">
                <a:moveTo>
                  <a:pt x="346199" y="51078"/>
                </a:moveTo>
                <a:lnTo>
                  <a:pt x="317167" y="51078"/>
                </a:lnTo>
                <a:lnTo>
                  <a:pt x="321317" y="52883"/>
                </a:lnTo>
                <a:lnTo>
                  <a:pt x="328172" y="60102"/>
                </a:lnTo>
                <a:lnTo>
                  <a:pt x="329959" y="65337"/>
                </a:lnTo>
                <a:lnTo>
                  <a:pt x="330139" y="72376"/>
                </a:lnTo>
                <a:lnTo>
                  <a:pt x="353173" y="72376"/>
                </a:lnTo>
                <a:lnTo>
                  <a:pt x="351446" y="62923"/>
                </a:lnTo>
                <a:lnTo>
                  <a:pt x="347880" y="53568"/>
                </a:lnTo>
                <a:lnTo>
                  <a:pt x="346199" y="51078"/>
                </a:lnTo>
                <a:close/>
              </a:path>
              <a:path w="1042669" h="162560">
                <a:moveTo>
                  <a:pt x="398209" y="34653"/>
                </a:moveTo>
                <a:lnTo>
                  <a:pt x="375802" y="34653"/>
                </a:lnTo>
                <a:lnTo>
                  <a:pt x="375802" y="160094"/>
                </a:lnTo>
                <a:lnTo>
                  <a:pt x="399833" y="160094"/>
                </a:lnTo>
                <a:lnTo>
                  <a:pt x="399833" y="114249"/>
                </a:lnTo>
                <a:lnTo>
                  <a:pt x="453793" y="114249"/>
                </a:lnTo>
                <a:lnTo>
                  <a:pt x="457822" y="108474"/>
                </a:lnTo>
                <a:lnTo>
                  <a:pt x="414627" y="108474"/>
                </a:lnTo>
                <a:lnTo>
                  <a:pt x="409702" y="106127"/>
                </a:lnTo>
                <a:lnTo>
                  <a:pt x="401601" y="96381"/>
                </a:lnTo>
                <a:lnTo>
                  <a:pt x="399580" y="88800"/>
                </a:lnTo>
                <a:lnTo>
                  <a:pt x="399580" y="69668"/>
                </a:lnTo>
                <a:lnTo>
                  <a:pt x="401511" y="62990"/>
                </a:lnTo>
                <a:lnTo>
                  <a:pt x="405390" y="58478"/>
                </a:lnTo>
                <a:lnTo>
                  <a:pt x="409269" y="53785"/>
                </a:lnTo>
                <a:lnTo>
                  <a:pt x="414140" y="51619"/>
                </a:lnTo>
                <a:lnTo>
                  <a:pt x="458089" y="51619"/>
                </a:lnTo>
                <a:lnTo>
                  <a:pt x="455543" y="48010"/>
                </a:lnTo>
                <a:lnTo>
                  <a:pt x="398209" y="48010"/>
                </a:lnTo>
                <a:lnTo>
                  <a:pt x="398209" y="34653"/>
                </a:lnTo>
                <a:close/>
              </a:path>
              <a:path w="1042669" h="162560">
                <a:moveTo>
                  <a:pt x="453793" y="114249"/>
                </a:moveTo>
                <a:lnTo>
                  <a:pt x="399833" y="114249"/>
                </a:lnTo>
                <a:lnTo>
                  <a:pt x="404343" y="119122"/>
                </a:lnTo>
                <a:lnTo>
                  <a:pt x="408637" y="122552"/>
                </a:lnTo>
                <a:lnTo>
                  <a:pt x="416792" y="126523"/>
                </a:lnTo>
                <a:lnTo>
                  <a:pt x="421338" y="127605"/>
                </a:lnTo>
                <a:lnTo>
                  <a:pt x="426354" y="127605"/>
                </a:lnTo>
                <a:lnTo>
                  <a:pt x="453793" y="114249"/>
                </a:lnTo>
                <a:close/>
              </a:path>
              <a:path w="1042669" h="162560">
                <a:moveTo>
                  <a:pt x="458089" y="51619"/>
                </a:moveTo>
                <a:lnTo>
                  <a:pt x="425668" y="51619"/>
                </a:lnTo>
                <a:lnTo>
                  <a:pt x="430395" y="53966"/>
                </a:lnTo>
                <a:lnTo>
                  <a:pt x="434220" y="58478"/>
                </a:lnTo>
                <a:lnTo>
                  <a:pt x="438045" y="63171"/>
                </a:lnTo>
                <a:lnTo>
                  <a:pt x="439793" y="69668"/>
                </a:lnTo>
                <a:lnTo>
                  <a:pt x="439829" y="90326"/>
                </a:lnTo>
                <a:lnTo>
                  <a:pt x="438099" y="97283"/>
                </a:lnTo>
                <a:lnTo>
                  <a:pt x="430684" y="106308"/>
                </a:lnTo>
                <a:lnTo>
                  <a:pt x="426029" y="108474"/>
                </a:lnTo>
                <a:lnTo>
                  <a:pt x="457822" y="108474"/>
                </a:lnTo>
                <a:lnTo>
                  <a:pt x="458154" y="107997"/>
                </a:lnTo>
                <a:lnTo>
                  <a:pt x="461627" y="99788"/>
                </a:lnTo>
                <a:lnTo>
                  <a:pt x="463709" y="90326"/>
                </a:lnTo>
                <a:lnTo>
                  <a:pt x="464403" y="79595"/>
                </a:lnTo>
                <a:lnTo>
                  <a:pt x="463713" y="69104"/>
                </a:lnTo>
                <a:lnTo>
                  <a:pt x="461645" y="59832"/>
                </a:lnTo>
                <a:lnTo>
                  <a:pt x="458200" y="51777"/>
                </a:lnTo>
                <a:lnTo>
                  <a:pt x="458089" y="51619"/>
                </a:lnTo>
                <a:close/>
              </a:path>
              <a:path w="1042669" h="162560">
                <a:moveTo>
                  <a:pt x="426516" y="32668"/>
                </a:moveTo>
                <a:lnTo>
                  <a:pt x="420472" y="32668"/>
                </a:lnTo>
                <a:lnTo>
                  <a:pt x="414970" y="34112"/>
                </a:lnTo>
                <a:lnTo>
                  <a:pt x="410008" y="36819"/>
                </a:lnTo>
                <a:lnTo>
                  <a:pt x="405047" y="39707"/>
                </a:lnTo>
                <a:lnTo>
                  <a:pt x="401114" y="43497"/>
                </a:lnTo>
                <a:lnTo>
                  <a:pt x="398209" y="48010"/>
                </a:lnTo>
                <a:lnTo>
                  <a:pt x="455543" y="48010"/>
                </a:lnTo>
                <a:lnTo>
                  <a:pt x="426516" y="32668"/>
                </a:lnTo>
                <a:close/>
              </a:path>
              <a:path w="1042669" h="162560">
                <a:moveTo>
                  <a:pt x="510679" y="0"/>
                </a:moveTo>
                <a:lnTo>
                  <a:pt x="486648" y="0"/>
                </a:lnTo>
                <a:lnTo>
                  <a:pt x="486648" y="125440"/>
                </a:lnTo>
                <a:lnTo>
                  <a:pt x="510679" y="125440"/>
                </a:lnTo>
                <a:lnTo>
                  <a:pt x="510679" y="72376"/>
                </a:lnTo>
                <a:lnTo>
                  <a:pt x="511401" y="66600"/>
                </a:lnTo>
                <a:lnTo>
                  <a:pt x="512862" y="62629"/>
                </a:lnTo>
                <a:lnTo>
                  <a:pt x="514306" y="58839"/>
                </a:lnTo>
                <a:lnTo>
                  <a:pt x="516615" y="55771"/>
                </a:lnTo>
                <a:lnTo>
                  <a:pt x="519736" y="53966"/>
                </a:lnTo>
                <a:lnTo>
                  <a:pt x="522875" y="51980"/>
                </a:lnTo>
                <a:lnTo>
                  <a:pt x="526447" y="51078"/>
                </a:lnTo>
                <a:lnTo>
                  <a:pt x="567433" y="51078"/>
                </a:lnTo>
                <a:lnTo>
                  <a:pt x="567275" y="50356"/>
                </a:lnTo>
                <a:lnTo>
                  <a:pt x="565742" y="46746"/>
                </a:lnTo>
                <a:lnTo>
                  <a:pt x="565366" y="46205"/>
                </a:lnTo>
                <a:lnTo>
                  <a:pt x="510679" y="46205"/>
                </a:lnTo>
                <a:lnTo>
                  <a:pt x="510679" y="0"/>
                </a:lnTo>
                <a:close/>
              </a:path>
              <a:path w="1042669" h="162560">
                <a:moveTo>
                  <a:pt x="567433" y="51078"/>
                </a:moveTo>
                <a:lnTo>
                  <a:pt x="533917" y="51078"/>
                </a:lnTo>
                <a:lnTo>
                  <a:pt x="536803" y="51800"/>
                </a:lnTo>
                <a:lnTo>
                  <a:pt x="541422" y="54688"/>
                </a:lnTo>
                <a:lnTo>
                  <a:pt x="543027" y="56854"/>
                </a:lnTo>
                <a:lnTo>
                  <a:pt x="544868" y="61907"/>
                </a:lnTo>
                <a:lnTo>
                  <a:pt x="545213" y="66600"/>
                </a:lnTo>
                <a:lnTo>
                  <a:pt x="545319" y="125440"/>
                </a:lnTo>
                <a:lnTo>
                  <a:pt x="569350" y="125440"/>
                </a:lnTo>
                <a:lnTo>
                  <a:pt x="569249" y="62629"/>
                </a:lnTo>
                <a:lnTo>
                  <a:pt x="568935" y="58117"/>
                </a:lnTo>
                <a:lnTo>
                  <a:pt x="567433" y="51078"/>
                </a:lnTo>
                <a:close/>
              </a:path>
              <a:path w="1042669" h="162560">
                <a:moveTo>
                  <a:pt x="544002" y="32668"/>
                </a:moveTo>
                <a:lnTo>
                  <a:pt x="538481" y="32668"/>
                </a:lnTo>
                <a:lnTo>
                  <a:pt x="530676" y="33514"/>
                </a:lnTo>
                <a:lnTo>
                  <a:pt x="523443" y="36052"/>
                </a:lnTo>
                <a:lnTo>
                  <a:pt x="516779" y="40282"/>
                </a:lnTo>
                <a:lnTo>
                  <a:pt x="510679" y="46205"/>
                </a:lnTo>
                <a:lnTo>
                  <a:pt x="565366" y="46205"/>
                </a:lnTo>
                <a:lnTo>
                  <a:pt x="563486" y="43497"/>
                </a:lnTo>
                <a:lnTo>
                  <a:pt x="561231" y="40429"/>
                </a:lnTo>
                <a:lnTo>
                  <a:pt x="557894" y="37722"/>
                </a:lnTo>
                <a:lnTo>
                  <a:pt x="553437" y="35736"/>
                </a:lnTo>
                <a:lnTo>
                  <a:pt x="548999" y="33571"/>
                </a:lnTo>
                <a:lnTo>
                  <a:pt x="544002" y="32668"/>
                </a:lnTo>
                <a:close/>
              </a:path>
              <a:path w="1042669" h="162560">
                <a:moveTo>
                  <a:pt x="622211" y="53785"/>
                </a:moveTo>
                <a:lnTo>
                  <a:pt x="598090" y="53785"/>
                </a:lnTo>
                <a:lnTo>
                  <a:pt x="598212" y="104683"/>
                </a:lnTo>
                <a:lnTo>
                  <a:pt x="598342" y="107571"/>
                </a:lnTo>
                <a:lnTo>
                  <a:pt x="598866" y="110459"/>
                </a:lnTo>
                <a:lnTo>
                  <a:pt x="599479" y="114249"/>
                </a:lnTo>
                <a:lnTo>
                  <a:pt x="600616" y="117498"/>
                </a:lnTo>
                <a:lnTo>
                  <a:pt x="602239" y="119664"/>
                </a:lnTo>
                <a:lnTo>
                  <a:pt x="603863" y="122010"/>
                </a:lnTo>
                <a:lnTo>
                  <a:pt x="606407" y="123996"/>
                </a:lnTo>
                <a:lnTo>
                  <a:pt x="613371" y="126884"/>
                </a:lnTo>
                <a:lnTo>
                  <a:pt x="617268" y="127605"/>
                </a:lnTo>
                <a:lnTo>
                  <a:pt x="628670" y="127605"/>
                </a:lnTo>
                <a:lnTo>
                  <a:pt x="635002" y="126342"/>
                </a:lnTo>
                <a:lnTo>
                  <a:pt x="640595" y="123996"/>
                </a:lnTo>
                <a:lnTo>
                  <a:pt x="638778" y="107571"/>
                </a:lnTo>
                <a:lnTo>
                  <a:pt x="627281" y="107571"/>
                </a:lnTo>
                <a:lnTo>
                  <a:pt x="625928" y="107210"/>
                </a:lnTo>
                <a:lnTo>
                  <a:pt x="622211" y="97825"/>
                </a:lnTo>
                <a:lnTo>
                  <a:pt x="622211" y="53785"/>
                </a:lnTo>
                <a:close/>
              </a:path>
              <a:path w="1042669" h="162560">
                <a:moveTo>
                  <a:pt x="638539" y="105405"/>
                </a:moveTo>
                <a:lnTo>
                  <a:pt x="634317" y="106849"/>
                </a:lnTo>
                <a:lnTo>
                  <a:pt x="631105" y="107571"/>
                </a:lnTo>
                <a:lnTo>
                  <a:pt x="638778" y="107571"/>
                </a:lnTo>
                <a:lnTo>
                  <a:pt x="638539" y="105405"/>
                </a:lnTo>
                <a:close/>
              </a:path>
              <a:path w="1042669" h="162560">
                <a:moveTo>
                  <a:pt x="638629" y="34653"/>
                </a:moveTo>
                <a:lnTo>
                  <a:pt x="587048" y="34653"/>
                </a:lnTo>
                <a:lnTo>
                  <a:pt x="587048" y="53785"/>
                </a:lnTo>
                <a:lnTo>
                  <a:pt x="638629" y="53785"/>
                </a:lnTo>
                <a:lnTo>
                  <a:pt x="638629" y="34653"/>
                </a:lnTo>
                <a:close/>
              </a:path>
              <a:path w="1042669" h="162560">
                <a:moveTo>
                  <a:pt x="622211" y="2526"/>
                </a:moveTo>
                <a:lnTo>
                  <a:pt x="598090" y="16605"/>
                </a:lnTo>
                <a:lnTo>
                  <a:pt x="598090" y="34653"/>
                </a:lnTo>
                <a:lnTo>
                  <a:pt x="622211" y="34653"/>
                </a:lnTo>
                <a:lnTo>
                  <a:pt x="622211" y="2526"/>
                </a:lnTo>
                <a:close/>
              </a:path>
              <a:path w="1042669" h="162560">
                <a:moveTo>
                  <a:pt x="729825" y="51078"/>
                </a:moveTo>
                <a:lnTo>
                  <a:pt x="697119" y="51078"/>
                </a:lnTo>
                <a:lnTo>
                  <a:pt x="701431" y="51980"/>
                </a:lnTo>
                <a:lnTo>
                  <a:pt x="705995" y="55951"/>
                </a:lnTo>
                <a:lnTo>
                  <a:pt x="707132" y="59200"/>
                </a:lnTo>
                <a:lnTo>
                  <a:pt x="707132" y="66239"/>
                </a:lnTo>
                <a:lnTo>
                  <a:pt x="702802" y="68044"/>
                </a:lnTo>
                <a:lnTo>
                  <a:pt x="695026" y="70029"/>
                </a:lnTo>
                <a:lnTo>
                  <a:pt x="683786" y="72195"/>
                </a:lnTo>
                <a:lnTo>
                  <a:pt x="675451" y="73639"/>
                </a:lnTo>
                <a:lnTo>
                  <a:pt x="669083" y="75625"/>
                </a:lnTo>
                <a:lnTo>
                  <a:pt x="660242" y="79956"/>
                </a:lnTo>
                <a:lnTo>
                  <a:pt x="656814" y="83025"/>
                </a:lnTo>
                <a:lnTo>
                  <a:pt x="651907" y="90966"/>
                </a:lnTo>
                <a:lnTo>
                  <a:pt x="650680" y="95659"/>
                </a:lnTo>
                <a:lnTo>
                  <a:pt x="650680" y="108474"/>
                </a:lnTo>
                <a:lnTo>
                  <a:pt x="653387" y="114791"/>
                </a:lnTo>
                <a:lnTo>
                  <a:pt x="658763" y="120025"/>
                </a:lnTo>
                <a:lnTo>
                  <a:pt x="664157" y="125079"/>
                </a:lnTo>
                <a:lnTo>
                  <a:pt x="671518" y="127605"/>
                </a:lnTo>
                <a:lnTo>
                  <a:pt x="686186" y="127605"/>
                </a:lnTo>
                <a:lnTo>
                  <a:pt x="691165" y="126523"/>
                </a:lnTo>
                <a:lnTo>
                  <a:pt x="700511" y="122552"/>
                </a:lnTo>
                <a:lnTo>
                  <a:pt x="704913" y="119664"/>
                </a:lnTo>
                <a:lnTo>
                  <a:pt x="709008" y="115513"/>
                </a:lnTo>
                <a:lnTo>
                  <a:pt x="732079" y="115513"/>
                </a:lnTo>
                <a:lnTo>
                  <a:pt x="731093" y="110639"/>
                </a:lnTo>
                <a:lnTo>
                  <a:pt x="684183" y="110639"/>
                </a:lnTo>
                <a:lnTo>
                  <a:pt x="680990" y="109376"/>
                </a:lnTo>
                <a:lnTo>
                  <a:pt x="678482" y="107030"/>
                </a:lnTo>
                <a:lnTo>
                  <a:pt x="675974" y="104503"/>
                </a:lnTo>
                <a:lnTo>
                  <a:pt x="674712" y="101615"/>
                </a:lnTo>
                <a:lnTo>
                  <a:pt x="674712" y="94756"/>
                </a:lnTo>
                <a:lnTo>
                  <a:pt x="676281" y="92049"/>
                </a:lnTo>
                <a:lnTo>
                  <a:pt x="679420" y="89703"/>
                </a:lnTo>
                <a:lnTo>
                  <a:pt x="681477" y="88439"/>
                </a:lnTo>
                <a:lnTo>
                  <a:pt x="685843" y="86995"/>
                </a:lnTo>
                <a:lnTo>
                  <a:pt x="699176" y="84108"/>
                </a:lnTo>
                <a:lnTo>
                  <a:pt x="704047" y="82844"/>
                </a:lnTo>
                <a:lnTo>
                  <a:pt x="707132" y="81942"/>
                </a:lnTo>
                <a:lnTo>
                  <a:pt x="730601" y="81942"/>
                </a:lnTo>
                <a:lnTo>
                  <a:pt x="730725" y="68044"/>
                </a:lnTo>
                <a:lnTo>
                  <a:pt x="730730" y="57215"/>
                </a:lnTo>
                <a:lnTo>
                  <a:pt x="729825" y="51078"/>
                </a:lnTo>
                <a:close/>
              </a:path>
              <a:path w="1042669" h="162560">
                <a:moveTo>
                  <a:pt x="732079" y="115513"/>
                </a:moveTo>
                <a:lnTo>
                  <a:pt x="709008" y="115513"/>
                </a:lnTo>
                <a:lnTo>
                  <a:pt x="709527" y="117137"/>
                </a:lnTo>
                <a:lnTo>
                  <a:pt x="710776" y="121469"/>
                </a:lnTo>
                <a:lnTo>
                  <a:pt x="711552" y="123996"/>
                </a:lnTo>
                <a:lnTo>
                  <a:pt x="712184" y="125440"/>
                </a:lnTo>
                <a:lnTo>
                  <a:pt x="735962" y="125440"/>
                </a:lnTo>
                <a:lnTo>
                  <a:pt x="733851" y="121108"/>
                </a:lnTo>
                <a:lnTo>
                  <a:pt x="732408" y="117137"/>
                </a:lnTo>
                <a:lnTo>
                  <a:pt x="732079" y="115513"/>
                </a:lnTo>
                <a:close/>
              </a:path>
              <a:path w="1042669" h="162560">
                <a:moveTo>
                  <a:pt x="730601" y="81942"/>
                </a:moveTo>
                <a:lnTo>
                  <a:pt x="707132" y="81942"/>
                </a:lnTo>
                <a:lnTo>
                  <a:pt x="707132" y="92410"/>
                </a:lnTo>
                <a:lnTo>
                  <a:pt x="706825" y="96381"/>
                </a:lnTo>
                <a:lnTo>
                  <a:pt x="706194" y="98366"/>
                </a:lnTo>
                <a:lnTo>
                  <a:pt x="705274" y="101615"/>
                </a:lnTo>
                <a:lnTo>
                  <a:pt x="703361" y="104142"/>
                </a:lnTo>
                <a:lnTo>
                  <a:pt x="700457" y="106308"/>
                </a:lnTo>
                <a:lnTo>
                  <a:pt x="696524" y="109196"/>
                </a:lnTo>
                <a:lnTo>
                  <a:pt x="692392" y="110639"/>
                </a:lnTo>
                <a:lnTo>
                  <a:pt x="731093" y="110639"/>
                </a:lnTo>
                <a:lnTo>
                  <a:pt x="730874" y="109557"/>
                </a:lnTo>
                <a:lnTo>
                  <a:pt x="730538" y="104503"/>
                </a:lnTo>
                <a:lnTo>
                  <a:pt x="730601" y="81942"/>
                </a:lnTo>
                <a:close/>
              </a:path>
              <a:path w="1042669" h="162560">
                <a:moveTo>
                  <a:pt x="703235" y="32668"/>
                </a:moveTo>
                <a:lnTo>
                  <a:pt x="692500" y="32668"/>
                </a:lnTo>
                <a:lnTo>
                  <a:pt x="684196" y="33046"/>
                </a:lnTo>
                <a:lnTo>
                  <a:pt x="653170" y="58478"/>
                </a:lnTo>
                <a:lnTo>
                  <a:pt x="674982" y="62449"/>
                </a:lnTo>
                <a:lnTo>
                  <a:pt x="676462" y="58117"/>
                </a:lnTo>
                <a:lnTo>
                  <a:pt x="678392" y="55229"/>
                </a:lnTo>
                <a:lnTo>
                  <a:pt x="680791" y="53605"/>
                </a:lnTo>
                <a:lnTo>
                  <a:pt x="683191" y="51800"/>
                </a:lnTo>
                <a:lnTo>
                  <a:pt x="686529" y="51078"/>
                </a:lnTo>
                <a:lnTo>
                  <a:pt x="729825" y="51078"/>
                </a:lnTo>
                <a:lnTo>
                  <a:pt x="729666" y="49995"/>
                </a:lnTo>
                <a:lnTo>
                  <a:pt x="727537" y="46024"/>
                </a:lnTo>
                <a:lnTo>
                  <a:pt x="725390" y="42234"/>
                </a:lnTo>
                <a:lnTo>
                  <a:pt x="721709" y="38985"/>
                </a:lnTo>
                <a:lnTo>
                  <a:pt x="711209" y="33931"/>
                </a:lnTo>
                <a:lnTo>
                  <a:pt x="703235" y="32668"/>
                </a:lnTo>
                <a:close/>
              </a:path>
              <a:path w="1042669" h="162560">
                <a:moveTo>
                  <a:pt x="781372" y="0"/>
                </a:moveTo>
                <a:lnTo>
                  <a:pt x="757341" y="0"/>
                </a:lnTo>
                <a:lnTo>
                  <a:pt x="757341" y="125440"/>
                </a:lnTo>
                <a:lnTo>
                  <a:pt x="781372" y="125440"/>
                </a:lnTo>
                <a:lnTo>
                  <a:pt x="781372" y="0"/>
                </a:lnTo>
                <a:close/>
              </a:path>
              <a:path w="1042669" h="162560">
                <a:moveTo>
                  <a:pt x="848685" y="32668"/>
                </a:moveTo>
                <a:lnTo>
                  <a:pt x="839790" y="32668"/>
                </a:lnTo>
                <a:lnTo>
                  <a:pt x="831726" y="34653"/>
                </a:lnTo>
                <a:lnTo>
                  <a:pt x="803870" y="63171"/>
                </a:lnTo>
                <a:lnTo>
                  <a:pt x="801966" y="80137"/>
                </a:lnTo>
                <a:lnTo>
                  <a:pt x="802272" y="86319"/>
                </a:lnTo>
                <a:lnTo>
                  <a:pt x="825032" y="122010"/>
                </a:lnTo>
                <a:lnTo>
                  <a:pt x="840530" y="127605"/>
                </a:lnTo>
                <a:lnTo>
                  <a:pt x="848847" y="127605"/>
                </a:lnTo>
                <a:lnTo>
                  <a:pt x="887269" y="107932"/>
                </a:lnTo>
                <a:lnTo>
                  <a:pt x="842497" y="107932"/>
                </a:lnTo>
                <a:lnTo>
                  <a:pt x="837228" y="105586"/>
                </a:lnTo>
                <a:lnTo>
                  <a:pt x="832935" y="100713"/>
                </a:lnTo>
                <a:lnTo>
                  <a:pt x="828659" y="96020"/>
                </a:lnTo>
                <a:lnTo>
                  <a:pt x="826530" y="89161"/>
                </a:lnTo>
                <a:lnTo>
                  <a:pt x="826642" y="70751"/>
                </a:lnTo>
                <a:lnTo>
                  <a:pt x="828659" y="64254"/>
                </a:lnTo>
                <a:lnTo>
                  <a:pt x="837228" y="54507"/>
                </a:lnTo>
                <a:lnTo>
                  <a:pt x="842497" y="52161"/>
                </a:lnTo>
                <a:lnTo>
                  <a:pt x="887440" y="52161"/>
                </a:lnTo>
                <a:lnTo>
                  <a:pt x="882458" y="46024"/>
                </a:lnTo>
                <a:lnTo>
                  <a:pt x="875413" y="40130"/>
                </a:lnTo>
                <a:lnTo>
                  <a:pt x="867432" y="35962"/>
                </a:lnTo>
                <a:lnTo>
                  <a:pt x="858521" y="33486"/>
                </a:lnTo>
                <a:lnTo>
                  <a:pt x="848685" y="32668"/>
                </a:lnTo>
                <a:close/>
              </a:path>
              <a:path w="1042669" h="162560">
                <a:moveTo>
                  <a:pt x="887440" y="52161"/>
                </a:moveTo>
                <a:lnTo>
                  <a:pt x="855035" y="52161"/>
                </a:lnTo>
                <a:lnTo>
                  <a:pt x="860303" y="54507"/>
                </a:lnTo>
                <a:lnTo>
                  <a:pt x="868801" y="64254"/>
                </a:lnTo>
                <a:lnTo>
                  <a:pt x="870855" y="70751"/>
                </a:lnTo>
                <a:lnTo>
                  <a:pt x="870858" y="89161"/>
                </a:lnTo>
                <a:lnTo>
                  <a:pt x="868801" y="96020"/>
                </a:lnTo>
                <a:lnTo>
                  <a:pt x="864543" y="100713"/>
                </a:lnTo>
                <a:lnTo>
                  <a:pt x="860303" y="105586"/>
                </a:lnTo>
                <a:lnTo>
                  <a:pt x="855035" y="107932"/>
                </a:lnTo>
                <a:lnTo>
                  <a:pt x="887269" y="107932"/>
                </a:lnTo>
                <a:lnTo>
                  <a:pt x="888154" y="106832"/>
                </a:lnTo>
                <a:lnTo>
                  <a:pt x="892309" y="98682"/>
                </a:lnTo>
                <a:lnTo>
                  <a:pt x="894799" y="89652"/>
                </a:lnTo>
                <a:lnTo>
                  <a:pt x="895598" y="80137"/>
                </a:lnTo>
                <a:lnTo>
                  <a:pt x="895552" y="78873"/>
                </a:lnTo>
                <a:lnTo>
                  <a:pt x="894806" y="70035"/>
                </a:lnTo>
                <a:lnTo>
                  <a:pt x="892338" y="61140"/>
                </a:lnTo>
                <a:lnTo>
                  <a:pt x="888223" y="53125"/>
                </a:lnTo>
                <a:lnTo>
                  <a:pt x="887440" y="52161"/>
                </a:lnTo>
                <a:close/>
              </a:path>
              <a:path w="1042669" h="162560">
                <a:moveTo>
                  <a:pt x="912136" y="142045"/>
                </a:moveTo>
                <a:lnTo>
                  <a:pt x="914283" y="160996"/>
                </a:lnTo>
                <a:lnTo>
                  <a:pt x="918721" y="161898"/>
                </a:lnTo>
                <a:lnTo>
                  <a:pt x="923268" y="162440"/>
                </a:lnTo>
                <a:lnTo>
                  <a:pt x="932433" y="162440"/>
                </a:lnTo>
                <a:lnTo>
                  <a:pt x="949302" y="156845"/>
                </a:lnTo>
                <a:lnTo>
                  <a:pt x="951791" y="155220"/>
                </a:lnTo>
                <a:lnTo>
                  <a:pt x="953974" y="152874"/>
                </a:lnTo>
                <a:lnTo>
                  <a:pt x="955887" y="149986"/>
                </a:lnTo>
                <a:lnTo>
                  <a:pt x="957799" y="147279"/>
                </a:lnTo>
                <a:lnTo>
                  <a:pt x="959802" y="143308"/>
                </a:lnTo>
                <a:lnTo>
                  <a:pt x="919299" y="143308"/>
                </a:lnTo>
                <a:lnTo>
                  <a:pt x="915907" y="142947"/>
                </a:lnTo>
                <a:lnTo>
                  <a:pt x="912136" y="142045"/>
                </a:lnTo>
                <a:close/>
              </a:path>
              <a:path w="1042669" h="162560">
                <a:moveTo>
                  <a:pt x="931892" y="34653"/>
                </a:moveTo>
                <a:lnTo>
                  <a:pt x="906327" y="34653"/>
                </a:lnTo>
                <a:lnTo>
                  <a:pt x="940876" y="125801"/>
                </a:lnTo>
                <a:lnTo>
                  <a:pt x="939451" y="130854"/>
                </a:lnTo>
                <a:lnTo>
                  <a:pt x="937394" y="135006"/>
                </a:lnTo>
                <a:lnTo>
                  <a:pt x="932036" y="141503"/>
                </a:lnTo>
                <a:lnTo>
                  <a:pt x="927904" y="143308"/>
                </a:lnTo>
                <a:lnTo>
                  <a:pt x="959802" y="143308"/>
                </a:lnTo>
                <a:lnTo>
                  <a:pt x="961912" y="137893"/>
                </a:lnTo>
                <a:lnTo>
                  <a:pt x="967650" y="122010"/>
                </a:lnTo>
                <a:lnTo>
                  <a:pt x="976067" y="99088"/>
                </a:lnTo>
                <a:lnTo>
                  <a:pt x="953613" y="99088"/>
                </a:lnTo>
                <a:lnTo>
                  <a:pt x="931892" y="34653"/>
                </a:lnTo>
                <a:close/>
              </a:path>
              <a:path w="1042669" h="162560">
                <a:moveTo>
                  <a:pt x="999727" y="34653"/>
                </a:moveTo>
                <a:lnTo>
                  <a:pt x="974830" y="34653"/>
                </a:lnTo>
                <a:lnTo>
                  <a:pt x="953613" y="99088"/>
                </a:lnTo>
                <a:lnTo>
                  <a:pt x="976067" y="99088"/>
                </a:lnTo>
                <a:lnTo>
                  <a:pt x="999727" y="34653"/>
                </a:lnTo>
                <a:close/>
              </a:path>
              <a:path w="1042669" h="162560">
                <a:moveTo>
                  <a:pt x="1042052" y="0"/>
                </a:moveTo>
                <a:lnTo>
                  <a:pt x="1018021" y="0"/>
                </a:lnTo>
                <a:lnTo>
                  <a:pt x="1018021" y="125440"/>
                </a:lnTo>
                <a:lnTo>
                  <a:pt x="1042052" y="125440"/>
                </a:lnTo>
                <a:lnTo>
                  <a:pt x="104205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3105959" y="2864123"/>
            <a:ext cx="713740" cy="130175"/>
          </a:xfrm>
          <a:custGeom>
            <a:avLst/>
            <a:gdLst/>
            <a:ahLst/>
            <a:cxnLst/>
            <a:rect l="l" t="t" r="r" b="b"/>
            <a:pathLst>
              <a:path w="713739" h="130175">
                <a:moveTo>
                  <a:pt x="58688" y="0"/>
                </a:moveTo>
                <a:lnTo>
                  <a:pt x="16165" y="17326"/>
                </a:lnTo>
                <a:lnTo>
                  <a:pt x="0" y="65878"/>
                </a:lnTo>
                <a:lnTo>
                  <a:pt x="1007" y="79883"/>
                </a:lnTo>
                <a:lnTo>
                  <a:pt x="24685" y="120073"/>
                </a:lnTo>
                <a:lnTo>
                  <a:pt x="57137" y="129591"/>
                </a:lnTo>
                <a:lnTo>
                  <a:pt x="66791" y="128979"/>
                </a:lnTo>
                <a:lnTo>
                  <a:pt x="101062" y="107932"/>
                </a:lnTo>
                <a:lnTo>
                  <a:pt x="47755" y="107932"/>
                </a:lnTo>
                <a:lnTo>
                  <a:pt x="40340" y="104683"/>
                </a:lnTo>
                <a:lnTo>
                  <a:pt x="26087" y="64073"/>
                </a:lnTo>
                <a:lnTo>
                  <a:pt x="26632" y="53616"/>
                </a:lnTo>
                <a:lnTo>
                  <a:pt x="48098" y="21658"/>
                </a:lnTo>
                <a:lnTo>
                  <a:pt x="102444" y="21658"/>
                </a:lnTo>
                <a:lnTo>
                  <a:pt x="100060" y="18009"/>
                </a:lnTo>
                <a:lnTo>
                  <a:pt x="96052" y="13536"/>
                </a:lnTo>
                <a:lnTo>
                  <a:pt x="88329" y="7614"/>
                </a:lnTo>
                <a:lnTo>
                  <a:pt x="79528" y="3384"/>
                </a:lnTo>
                <a:lnTo>
                  <a:pt x="69649" y="846"/>
                </a:lnTo>
                <a:lnTo>
                  <a:pt x="58688" y="0"/>
                </a:lnTo>
                <a:close/>
              </a:path>
              <a:path w="713739" h="130175">
                <a:moveTo>
                  <a:pt x="84686" y="81400"/>
                </a:moveTo>
                <a:lnTo>
                  <a:pt x="63613" y="107932"/>
                </a:lnTo>
                <a:lnTo>
                  <a:pt x="101062" y="107932"/>
                </a:lnTo>
                <a:lnTo>
                  <a:pt x="101715" y="107052"/>
                </a:lnTo>
                <a:lnTo>
                  <a:pt x="105938" y="98775"/>
                </a:lnTo>
                <a:lnTo>
                  <a:pt x="109222" y="89161"/>
                </a:lnTo>
                <a:lnTo>
                  <a:pt x="84686" y="81400"/>
                </a:lnTo>
                <a:close/>
              </a:path>
              <a:path w="713739" h="130175">
                <a:moveTo>
                  <a:pt x="102444" y="21658"/>
                </a:moveTo>
                <a:lnTo>
                  <a:pt x="64119" y="21658"/>
                </a:lnTo>
                <a:lnTo>
                  <a:pt x="69838" y="23463"/>
                </a:lnTo>
                <a:lnTo>
                  <a:pt x="79255" y="31044"/>
                </a:lnTo>
                <a:lnTo>
                  <a:pt x="82340" y="36097"/>
                </a:lnTo>
                <a:lnTo>
                  <a:pt x="83820" y="42595"/>
                </a:lnTo>
                <a:lnTo>
                  <a:pt x="108879" y="36639"/>
                </a:lnTo>
                <a:lnTo>
                  <a:pt x="106474" y="29526"/>
                </a:lnTo>
                <a:lnTo>
                  <a:pt x="103535" y="23328"/>
                </a:lnTo>
                <a:lnTo>
                  <a:pt x="102444" y="21658"/>
                </a:lnTo>
                <a:close/>
              </a:path>
              <a:path w="713739" h="130175">
                <a:moveTo>
                  <a:pt x="158493" y="1985"/>
                </a:moveTo>
                <a:lnTo>
                  <a:pt x="134462" y="1985"/>
                </a:lnTo>
                <a:lnTo>
                  <a:pt x="134462" y="127425"/>
                </a:lnTo>
                <a:lnTo>
                  <a:pt x="158493" y="127425"/>
                </a:lnTo>
                <a:lnTo>
                  <a:pt x="158493" y="74361"/>
                </a:lnTo>
                <a:lnTo>
                  <a:pt x="159215" y="68585"/>
                </a:lnTo>
                <a:lnTo>
                  <a:pt x="160676" y="64615"/>
                </a:lnTo>
                <a:lnTo>
                  <a:pt x="162119" y="60824"/>
                </a:lnTo>
                <a:lnTo>
                  <a:pt x="164411" y="57756"/>
                </a:lnTo>
                <a:lnTo>
                  <a:pt x="167550" y="55951"/>
                </a:lnTo>
                <a:lnTo>
                  <a:pt x="170689" y="53966"/>
                </a:lnTo>
                <a:lnTo>
                  <a:pt x="174261" y="53063"/>
                </a:lnTo>
                <a:lnTo>
                  <a:pt x="215247" y="53063"/>
                </a:lnTo>
                <a:lnTo>
                  <a:pt x="215089" y="52341"/>
                </a:lnTo>
                <a:lnTo>
                  <a:pt x="213555" y="48732"/>
                </a:lnTo>
                <a:lnTo>
                  <a:pt x="213180" y="48190"/>
                </a:lnTo>
                <a:lnTo>
                  <a:pt x="158493" y="48190"/>
                </a:lnTo>
                <a:lnTo>
                  <a:pt x="158493" y="1985"/>
                </a:lnTo>
                <a:close/>
              </a:path>
              <a:path w="713739" h="130175">
                <a:moveTo>
                  <a:pt x="215247" y="53063"/>
                </a:moveTo>
                <a:lnTo>
                  <a:pt x="181730" y="53063"/>
                </a:lnTo>
                <a:lnTo>
                  <a:pt x="184617" y="53785"/>
                </a:lnTo>
                <a:lnTo>
                  <a:pt x="189236" y="56673"/>
                </a:lnTo>
                <a:lnTo>
                  <a:pt x="190841" y="58839"/>
                </a:lnTo>
                <a:lnTo>
                  <a:pt x="192664" y="63893"/>
                </a:lnTo>
                <a:lnTo>
                  <a:pt x="193022" y="68585"/>
                </a:lnTo>
                <a:lnTo>
                  <a:pt x="193133" y="127425"/>
                </a:lnTo>
                <a:lnTo>
                  <a:pt x="217164" y="127425"/>
                </a:lnTo>
                <a:lnTo>
                  <a:pt x="217063" y="64615"/>
                </a:lnTo>
                <a:lnTo>
                  <a:pt x="216749" y="60102"/>
                </a:lnTo>
                <a:lnTo>
                  <a:pt x="215247" y="53063"/>
                </a:lnTo>
                <a:close/>
              </a:path>
              <a:path w="713739" h="130175">
                <a:moveTo>
                  <a:pt x="191816" y="34653"/>
                </a:moveTo>
                <a:lnTo>
                  <a:pt x="186277" y="34653"/>
                </a:lnTo>
                <a:lnTo>
                  <a:pt x="178483" y="35499"/>
                </a:lnTo>
                <a:lnTo>
                  <a:pt x="171255" y="38038"/>
                </a:lnTo>
                <a:lnTo>
                  <a:pt x="164593" y="42268"/>
                </a:lnTo>
                <a:lnTo>
                  <a:pt x="158493" y="48190"/>
                </a:lnTo>
                <a:lnTo>
                  <a:pt x="213180" y="48190"/>
                </a:lnTo>
                <a:lnTo>
                  <a:pt x="211300" y="45483"/>
                </a:lnTo>
                <a:lnTo>
                  <a:pt x="209045" y="42414"/>
                </a:lnTo>
                <a:lnTo>
                  <a:pt x="205707" y="39707"/>
                </a:lnTo>
                <a:lnTo>
                  <a:pt x="201251" y="37722"/>
                </a:lnTo>
                <a:lnTo>
                  <a:pt x="196813" y="35556"/>
                </a:lnTo>
                <a:lnTo>
                  <a:pt x="191816" y="34653"/>
                </a:lnTo>
                <a:close/>
              </a:path>
              <a:path w="713739" h="130175">
                <a:moveTo>
                  <a:pt x="268906" y="1985"/>
                </a:moveTo>
                <a:lnTo>
                  <a:pt x="244731" y="1985"/>
                </a:lnTo>
                <a:lnTo>
                  <a:pt x="244731" y="127425"/>
                </a:lnTo>
                <a:lnTo>
                  <a:pt x="268906" y="127425"/>
                </a:lnTo>
                <a:lnTo>
                  <a:pt x="268906" y="1985"/>
                </a:lnTo>
                <a:close/>
              </a:path>
              <a:path w="713739" h="130175">
                <a:moveTo>
                  <a:pt x="336201" y="34653"/>
                </a:moveTo>
                <a:lnTo>
                  <a:pt x="327180" y="34653"/>
                </a:lnTo>
                <a:lnTo>
                  <a:pt x="319242" y="36639"/>
                </a:lnTo>
                <a:lnTo>
                  <a:pt x="291278" y="65156"/>
                </a:lnTo>
                <a:lnTo>
                  <a:pt x="289356" y="82122"/>
                </a:lnTo>
                <a:lnTo>
                  <a:pt x="289665" y="88304"/>
                </a:lnTo>
                <a:lnTo>
                  <a:pt x="312567" y="123996"/>
                </a:lnTo>
                <a:lnTo>
                  <a:pt x="327902" y="129591"/>
                </a:lnTo>
                <a:lnTo>
                  <a:pt x="336381" y="129591"/>
                </a:lnTo>
                <a:lnTo>
                  <a:pt x="374690" y="109918"/>
                </a:lnTo>
                <a:lnTo>
                  <a:pt x="329886" y="109918"/>
                </a:lnTo>
                <a:lnTo>
                  <a:pt x="324654" y="107571"/>
                </a:lnTo>
                <a:lnTo>
                  <a:pt x="316175" y="98005"/>
                </a:lnTo>
                <a:lnTo>
                  <a:pt x="314010" y="91147"/>
                </a:lnTo>
                <a:lnTo>
                  <a:pt x="314124" y="72737"/>
                </a:lnTo>
                <a:lnTo>
                  <a:pt x="316175" y="66239"/>
                </a:lnTo>
                <a:lnTo>
                  <a:pt x="320324" y="61366"/>
                </a:lnTo>
                <a:lnTo>
                  <a:pt x="324654" y="56493"/>
                </a:lnTo>
                <a:lnTo>
                  <a:pt x="329886" y="54146"/>
                </a:lnTo>
                <a:lnTo>
                  <a:pt x="374940" y="54146"/>
                </a:lnTo>
                <a:lnTo>
                  <a:pt x="369938" y="48010"/>
                </a:lnTo>
                <a:lnTo>
                  <a:pt x="362865" y="42116"/>
                </a:lnTo>
                <a:lnTo>
                  <a:pt x="354896" y="37947"/>
                </a:lnTo>
                <a:lnTo>
                  <a:pt x="346014" y="35471"/>
                </a:lnTo>
                <a:lnTo>
                  <a:pt x="336201" y="34653"/>
                </a:lnTo>
                <a:close/>
              </a:path>
              <a:path w="713739" h="130175">
                <a:moveTo>
                  <a:pt x="374940" y="54146"/>
                </a:moveTo>
                <a:lnTo>
                  <a:pt x="342515" y="54146"/>
                </a:lnTo>
                <a:lnTo>
                  <a:pt x="347747" y="56493"/>
                </a:lnTo>
                <a:lnTo>
                  <a:pt x="352077" y="61366"/>
                </a:lnTo>
                <a:lnTo>
                  <a:pt x="356227" y="66239"/>
                </a:lnTo>
                <a:lnTo>
                  <a:pt x="358333" y="72737"/>
                </a:lnTo>
                <a:lnTo>
                  <a:pt x="358336" y="91147"/>
                </a:lnTo>
                <a:lnTo>
                  <a:pt x="356227" y="98005"/>
                </a:lnTo>
                <a:lnTo>
                  <a:pt x="347747" y="107571"/>
                </a:lnTo>
                <a:lnTo>
                  <a:pt x="342515" y="109918"/>
                </a:lnTo>
                <a:lnTo>
                  <a:pt x="374690" y="109918"/>
                </a:lnTo>
                <a:lnTo>
                  <a:pt x="375573" y="108818"/>
                </a:lnTo>
                <a:lnTo>
                  <a:pt x="379748" y="100667"/>
                </a:lnTo>
                <a:lnTo>
                  <a:pt x="382266" y="91637"/>
                </a:lnTo>
                <a:lnTo>
                  <a:pt x="383078" y="82122"/>
                </a:lnTo>
                <a:lnTo>
                  <a:pt x="383033" y="80859"/>
                </a:lnTo>
                <a:lnTo>
                  <a:pt x="382294" y="72020"/>
                </a:lnTo>
                <a:lnTo>
                  <a:pt x="379838" y="63126"/>
                </a:lnTo>
                <a:lnTo>
                  <a:pt x="375726" y="55111"/>
                </a:lnTo>
                <a:lnTo>
                  <a:pt x="374940" y="54146"/>
                </a:lnTo>
                <a:close/>
              </a:path>
              <a:path w="713739" h="130175">
                <a:moveTo>
                  <a:pt x="426408" y="36639"/>
                </a:moveTo>
                <a:lnTo>
                  <a:pt x="404037" y="36639"/>
                </a:lnTo>
                <a:lnTo>
                  <a:pt x="404037" y="127425"/>
                </a:lnTo>
                <a:lnTo>
                  <a:pt x="428212" y="127425"/>
                </a:lnTo>
                <a:lnTo>
                  <a:pt x="428319" y="88820"/>
                </a:lnTo>
                <a:lnTo>
                  <a:pt x="428663" y="80204"/>
                </a:lnTo>
                <a:lnTo>
                  <a:pt x="440841" y="56132"/>
                </a:lnTo>
                <a:lnTo>
                  <a:pt x="456892" y="56132"/>
                </a:lnTo>
                <a:lnTo>
                  <a:pt x="459243" y="49634"/>
                </a:lnTo>
                <a:lnTo>
                  <a:pt x="426408" y="49634"/>
                </a:lnTo>
                <a:lnTo>
                  <a:pt x="426408" y="36639"/>
                </a:lnTo>
                <a:close/>
              </a:path>
              <a:path w="713739" h="130175">
                <a:moveTo>
                  <a:pt x="456892" y="56132"/>
                </a:moveTo>
                <a:lnTo>
                  <a:pt x="447697" y="56132"/>
                </a:lnTo>
                <a:lnTo>
                  <a:pt x="451485" y="57395"/>
                </a:lnTo>
                <a:lnTo>
                  <a:pt x="455454" y="60102"/>
                </a:lnTo>
                <a:lnTo>
                  <a:pt x="456892" y="56132"/>
                </a:lnTo>
                <a:close/>
              </a:path>
              <a:path w="713739" h="130175">
                <a:moveTo>
                  <a:pt x="452568" y="34653"/>
                </a:moveTo>
                <a:lnTo>
                  <a:pt x="443186" y="34653"/>
                </a:lnTo>
                <a:lnTo>
                  <a:pt x="439758" y="35556"/>
                </a:lnTo>
                <a:lnTo>
                  <a:pt x="436691" y="37541"/>
                </a:lnTo>
                <a:lnTo>
                  <a:pt x="433624" y="39346"/>
                </a:lnTo>
                <a:lnTo>
                  <a:pt x="430197" y="43497"/>
                </a:lnTo>
                <a:lnTo>
                  <a:pt x="426408" y="49634"/>
                </a:lnTo>
                <a:lnTo>
                  <a:pt x="459243" y="49634"/>
                </a:lnTo>
                <a:lnTo>
                  <a:pt x="463032" y="39166"/>
                </a:lnTo>
                <a:lnTo>
                  <a:pt x="457800" y="36097"/>
                </a:lnTo>
                <a:lnTo>
                  <a:pt x="452568" y="34653"/>
                </a:lnTo>
                <a:close/>
              </a:path>
              <a:path w="713739" h="130175">
                <a:moveTo>
                  <a:pt x="499475" y="1985"/>
                </a:moveTo>
                <a:lnTo>
                  <a:pt x="475300" y="1985"/>
                </a:lnTo>
                <a:lnTo>
                  <a:pt x="475300" y="24366"/>
                </a:lnTo>
                <a:lnTo>
                  <a:pt x="499475" y="24366"/>
                </a:lnTo>
                <a:lnTo>
                  <a:pt x="499475" y="1985"/>
                </a:lnTo>
                <a:close/>
              </a:path>
              <a:path w="713739" h="130175">
                <a:moveTo>
                  <a:pt x="499475" y="36639"/>
                </a:moveTo>
                <a:lnTo>
                  <a:pt x="475300" y="36639"/>
                </a:lnTo>
                <a:lnTo>
                  <a:pt x="475300" y="127425"/>
                </a:lnTo>
                <a:lnTo>
                  <a:pt x="499475" y="127425"/>
                </a:lnTo>
                <a:lnTo>
                  <a:pt x="499475" y="36639"/>
                </a:lnTo>
                <a:close/>
              </a:path>
              <a:path w="713739" h="130175">
                <a:moveTo>
                  <a:pt x="558471" y="34653"/>
                </a:moveTo>
                <a:lnTo>
                  <a:pt x="522771" y="61388"/>
                </a:lnTo>
                <a:lnTo>
                  <a:pt x="520043" y="81761"/>
                </a:lnTo>
                <a:lnTo>
                  <a:pt x="520750" y="92387"/>
                </a:lnTo>
                <a:lnTo>
                  <a:pt x="543519" y="126455"/>
                </a:lnTo>
                <a:lnTo>
                  <a:pt x="558110" y="129591"/>
                </a:lnTo>
                <a:lnTo>
                  <a:pt x="563162" y="129591"/>
                </a:lnTo>
                <a:lnTo>
                  <a:pt x="568213" y="128327"/>
                </a:lnTo>
                <a:lnTo>
                  <a:pt x="578316" y="123274"/>
                </a:lnTo>
                <a:lnTo>
                  <a:pt x="582827" y="119303"/>
                </a:lnTo>
                <a:lnTo>
                  <a:pt x="586435" y="114069"/>
                </a:lnTo>
                <a:lnTo>
                  <a:pt x="608806" y="114069"/>
                </a:lnTo>
                <a:lnTo>
                  <a:pt x="608806" y="110639"/>
                </a:lnTo>
                <a:lnTo>
                  <a:pt x="557930" y="110639"/>
                </a:lnTo>
                <a:lnTo>
                  <a:pt x="552517" y="107391"/>
                </a:lnTo>
                <a:lnTo>
                  <a:pt x="548728" y="101074"/>
                </a:lnTo>
                <a:lnTo>
                  <a:pt x="546022" y="96742"/>
                </a:lnTo>
                <a:lnTo>
                  <a:pt x="544579" y="89883"/>
                </a:lnTo>
                <a:lnTo>
                  <a:pt x="559012" y="53063"/>
                </a:lnTo>
                <a:lnTo>
                  <a:pt x="608806" y="53063"/>
                </a:lnTo>
                <a:lnTo>
                  <a:pt x="608806" y="47288"/>
                </a:lnTo>
                <a:lnTo>
                  <a:pt x="584811" y="47288"/>
                </a:lnTo>
                <a:lnTo>
                  <a:pt x="578996" y="41735"/>
                </a:lnTo>
                <a:lnTo>
                  <a:pt x="572656" y="37789"/>
                </a:lnTo>
                <a:lnTo>
                  <a:pt x="565809" y="35435"/>
                </a:lnTo>
                <a:lnTo>
                  <a:pt x="558471" y="34653"/>
                </a:lnTo>
                <a:close/>
              </a:path>
              <a:path w="713739" h="130175">
                <a:moveTo>
                  <a:pt x="608806" y="114069"/>
                </a:moveTo>
                <a:lnTo>
                  <a:pt x="586435" y="114069"/>
                </a:lnTo>
                <a:lnTo>
                  <a:pt x="586435" y="127425"/>
                </a:lnTo>
                <a:lnTo>
                  <a:pt x="608806" y="127425"/>
                </a:lnTo>
                <a:lnTo>
                  <a:pt x="608806" y="114069"/>
                </a:lnTo>
                <a:close/>
              </a:path>
              <a:path w="713739" h="130175">
                <a:moveTo>
                  <a:pt x="608806" y="53063"/>
                </a:moveTo>
                <a:lnTo>
                  <a:pt x="570559" y="53063"/>
                </a:lnTo>
                <a:lnTo>
                  <a:pt x="575430" y="55229"/>
                </a:lnTo>
                <a:lnTo>
                  <a:pt x="579218" y="59922"/>
                </a:lnTo>
                <a:lnTo>
                  <a:pt x="583007" y="64434"/>
                </a:lnTo>
                <a:lnTo>
                  <a:pt x="584811" y="72015"/>
                </a:lnTo>
                <a:lnTo>
                  <a:pt x="584811" y="91688"/>
                </a:lnTo>
                <a:lnTo>
                  <a:pt x="582827" y="98727"/>
                </a:lnTo>
                <a:lnTo>
                  <a:pt x="579038" y="103420"/>
                </a:lnTo>
                <a:lnTo>
                  <a:pt x="575069" y="108293"/>
                </a:lnTo>
                <a:lnTo>
                  <a:pt x="570378" y="110639"/>
                </a:lnTo>
                <a:lnTo>
                  <a:pt x="608806" y="110639"/>
                </a:lnTo>
                <a:lnTo>
                  <a:pt x="608806" y="53063"/>
                </a:lnTo>
                <a:close/>
              </a:path>
              <a:path w="713739" h="130175">
                <a:moveTo>
                  <a:pt x="608806" y="1985"/>
                </a:moveTo>
                <a:lnTo>
                  <a:pt x="584811" y="1985"/>
                </a:lnTo>
                <a:lnTo>
                  <a:pt x="584811" y="47288"/>
                </a:lnTo>
                <a:lnTo>
                  <a:pt x="608806" y="47288"/>
                </a:lnTo>
                <a:lnTo>
                  <a:pt x="608806" y="1985"/>
                </a:lnTo>
                <a:close/>
              </a:path>
              <a:path w="713739" h="130175">
                <a:moveTo>
                  <a:pt x="670327" y="34653"/>
                </a:moveTo>
                <a:lnTo>
                  <a:pt x="635350" y="54363"/>
                </a:lnTo>
                <a:lnTo>
                  <a:pt x="628652" y="82664"/>
                </a:lnTo>
                <a:lnTo>
                  <a:pt x="629224" y="91733"/>
                </a:lnTo>
                <a:lnTo>
                  <a:pt x="652128" y="125688"/>
                </a:lnTo>
                <a:lnTo>
                  <a:pt x="672673" y="129591"/>
                </a:lnTo>
                <a:lnTo>
                  <a:pt x="679915" y="129154"/>
                </a:lnTo>
                <a:lnTo>
                  <a:pt x="708990" y="111542"/>
                </a:lnTo>
                <a:lnTo>
                  <a:pt x="667441" y="111542"/>
                </a:lnTo>
                <a:lnTo>
                  <a:pt x="662931" y="109557"/>
                </a:lnTo>
                <a:lnTo>
                  <a:pt x="659142" y="105586"/>
                </a:lnTo>
                <a:lnTo>
                  <a:pt x="655534" y="101615"/>
                </a:lnTo>
                <a:lnTo>
                  <a:pt x="653549" y="96200"/>
                </a:lnTo>
                <a:lnTo>
                  <a:pt x="653369" y="88981"/>
                </a:lnTo>
                <a:lnTo>
                  <a:pt x="713627" y="88981"/>
                </a:lnTo>
                <a:lnTo>
                  <a:pt x="713122" y="76056"/>
                </a:lnTo>
                <a:lnTo>
                  <a:pt x="712812" y="74361"/>
                </a:lnTo>
                <a:lnTo>
                  <a:pt x="653729" y="74361"/>
                </a:lnTo>
                <a:lnTo>
                  <a:pt x="653841" y="67322"/>
                </a:lnTo>
                <a:lnTo>
                  <a:pt x="655353" y="62449"/>
                </a:lnTo>
                <a:lnTo>
                  <a:pt x="662209" y="54868"/>
                </a:lnTo>
                <a:lnTo>
                  <a:pt x="666539" y="53063"/>
                </a:lnTo>
                <a:lnTo>
                  <a:pt x="705838" y="53063"/>
                </a:lnTo>
                <a:lnTo>
                  <a:pt x="702441" y="48010"/>
                </a:lnTo>
                <a:lnTo>
                  <a:pt x="695977" y="42116"/>
                </a:lnTo>
                <a:lnTo>
                  <a:pt x="688482" y="37947"/>
                </a:lnTo>
                <a:lnTo>
                  <a:pt x="679937" y="35471"/>
                </a:lnTo>
                <a:lnTo>
                  <a:pt x="670327" y="34653"/>
                </a:lnTo>
                <a:close/>
              </a:path>
              <a:path w="713739" h="130175">
                <a:moveTo>
                  <a:pt x="688369" y="98547"/>
                </a:moveTo>
                <a:lnTo>
                  <a:pt x="687106" y="103059"/>
                </a:lnTo>
                <a:lnTo>
                  <a:pt x="685121" y="106488"/>
                </a:lnTo>
                <a:lnTo>
                  <a:pt x="682596" y="108474"/>
                </a:lnTo>
                <a:lnTo>
                  <a:pt x="679889" y="110639"/>
                </a:lnTo>
                <a:lnTo>
                  <a:pt x="676822" y="111542"/>
                </a:lnTo>
                <a:lnTo>
                  <a:pt x="708990" y="111542"/>
                </a:lnTo>
                <a:lnTo>
                  <a:pt x="709116" y="111361"/>
                </a:lnTo>
                <a:lnTo>
                  <a:pt x="712364" y="102517"/>
                </a:lnTo>
                <a:lnTo>
                  <a:pt x="688369" y="98547"/>
                </a:lnTo>
                <a:close/>
              </a:path>
              <a:path w="713739" h="130175">
                <a:moveTo>
                  <a:pt x="705838" y="53063"/>
                </a:moveTo>
                <a:lnTo>
                  <a:pt x="676642" y="53063"/>
                </a:lnTo>
                <a:lnTo>
                  <a:pt x="680972" y="54868"/>
                </a:lnTo>
                <a:lnTo>
                  <a:pt x="684219" y="58478"/>
                </a:lnTo>
                <a:lnTo>
                  <a:pt x="687647" y="62088"/>
                </a:lnTo>
                <a:lnTo>
                  <a:pt x="689451" y="67322"/>
                </a:lnTo>
                <a:lnTo>
                  <a:pt x="689632" y="74361"/>
                </a:lnTo>
                <a:lnTo>
                  <a:pt x="712812" y="74361"/>
                </a:lnTo>
                <a:lnTo>
                  <a:pt x="711078" y="64908"/>
                </a:lnTo>
                <a:lnTo>
                  <a:pt x="707512" y="55554"/>
                </a:lnTo>
                <a:lnTo>
                  <a:pt x="705838" y="5306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6" name="object 56"/>
          <p:cNvGrpSpPr/>
          <p:nvPr/>
        </p:nvGrpSpPr>
        <p:grpSpPr>
          <a:xfrm>
            <a:off x="5870893" y="1968896"/>
            <a:ext cx="1097280" cy="110489"/>
            <a:chOff x="5870893" y="1968896"/>
            <a:chExt cx="1097280" cy="110489"/>
          </a:xfrm>
        </p:grpSpPr>
        <p:sp>
          <p:nvSpPr>
            <p:cNvPr id="57" name="object 57"/>
            <p:cNvSpPr/>
            <p:nvPr/>
          </p:nvSpPr>
          <p:spPr>
            <a:xfrm>
              <a:off x="5870893" y="2014379"/>
              <a:ext cx="915035" cy="22225"/>
            </a:xfrm>
            <a:custGeom>
              <a:avLst/>
              <a:gdLst/>
              <a:ahLst/>
              <a:cxnLst/>
              <a:rect l="l" t="t" r="r" b="b"/>
              <a:pathLst>
                <a:path w="915034" h="22225">
                  <a:moveTo>
                    <a:pt x="914716" y="0"/>
                  </a:moveTo>
                  <a:lnTo>
                    <a:pt x="0" y="0"/>
                  </a:lnTo>
                  <a:lnTo>
                    <a:pt x="0" y="21658"/>
                  </a:lnTo>
                  <a:lnTo>
                    <a:pt x="914716" y="21658"/>
                  </a:lnTo>
                  <a:lnTo>
                    <a:pt x="91471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6756003" y="1968896"/>
              <a:ext cx="212167" cy="110278"/>
            </a:xfrm>
            <a:prstGeom prst="rect">
              <a:avLst/>
            </a:prstGeom>
            <a:blipFill>
              <a:blip r:embed="rId2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9" name="object 59"/>
          <p:cNvSpPr/>
          <p:nvPr/>
        </p:nvSpPr>
        <p:spPr>
          <a:xfrm>
            <a:off x="2776343" y="4280062"/>
            <a:ext cx="121578" cy="129591"/>
          </a:xfrm>
          <a:prstGeom prst="rect">
            <a:avLst/>
          </a:prstGeom>
          <a:blipFill>
            <a:blip r:embed="rId2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877935" y="5316901"/>
            <a:ext cx="121920" cy="130175"/>
          </a:xfrm>
          <a:custGeom>
            <a:avLst/>
            <a:gdLst/>
            <a:ahLst/>
            <a:cxnLst/>
            <a:rect l="l" t="t" r="r" b="b"/>
            <a:pathLst>
              <a:path w="121919" h="130175">
                <a:moveTo>
                  <a:pt x="60637" y="0"/>
                </a:moveTo>
                <a:lnTo>
                  <a:pt x="22335" y="11172"/>
                </a:lnTo>
                <a:lnTo>
                  <a:pt x="1434" y="48001"/>
                </a:lnTo>
                <a:lnTo>
                  <a:pt x="0" y="65625"/>
                </a:lnTo>
                <a:lnTo>
                  <a:pt x="1031" y="79794"/>
                </a:lnTo>
                <a:lnTo>
                  <a:pt x="25478" y="120115"/>
                </a:lnTo>
                <a:lnTo>
                  <a:pt x="60979" y="129717"/>
                </a:lnTo>
                <a:lnTo>
                  <a:pt x="74098" y="128644"/>
                </a:lnTo>
                <a:lnTo>
                  <a:pt x="85825" y="125426"/>
                </a:lnTo>
                <a:lnTo>
                  <a:pt x="96161" y="120062"/>
                </a:lnTo>
                <a:lnTo>
                  <a:pt x="105109" y="112553"/>
                </a:lnTo>
                <a:lnTo>
                  <a:pt x="108563" y="108058"/>
                </a:lnTo>
                <a:lnTo>
                  <a:pt x="60907" y="108058"/>
                </a:lnTo>
                <a:lnTo>
                  <a:pt x="53664" y="107371"/>
                </a:lnTo>
                <a:lnTo>
                  <a:pt x="26703" y="74784"/>
                </a:lnTo>
                <a:lnTo>
                  <a:pt x="26108" y="64434"/>
                </a:lnTo>
                <a:lnTo>
                  <a:pt x="26686" y="54631"/>
                </a:lnTo>
                <a:lnTo>
                  <a:pt x="53455" y="22313"/>
                </a:lnTo>
                <a:lnTo>
                  <a:pt x="60907" y="21640"/>
                </a:lnTo>
                <a:lnTo>
                  <a:pt x="108408" y="21640"/>
                </a:lnTo>
                <a:lnTo>
                  <a:pt x="104982" y="17200"/>
                </a:lnTo>
                <a:lnTo>
                  <a:pt x="95978" y="9677"/>
                </a:lnTo>
                <a:lnTo>
                  <a:pt x="85583" y="4302"/>
                </a:lnTo>
                <a:lnTo>
                  <a:pt x="73802" y="1075"/>
                </a:lnTo>
                <a:lnTo>
                  <a:pt x="60637" y="0"/>
                </a:lnTo>
                <a:close/>
              </a:path>
              <a:path w="121919" h="130175">
                <a:moveTo>
                  <a:pt x="108408" y="21640"/>
                </a:moveTo>
                <a:lnTo>
                  <a:pt x="60907" y="21640"/>
                </a:lnTo>
                <a:lnTo>
                  <a:pt x="68374" y="22313"/>
                </a:lnTo>
                <a:lnTo>
                  <a:pt x="75004" y="24293"/>
                </a:lnTo>
                <a:lnTo>
                  <a:pt x="95457" y="64434"/>
                </a:lnTo>
                <a:lnTo>
                  <a:pt x="94848" y="74661"/>
                </a:lnTo>
                <a:lnTo>
                  <a:pt x="68133" y="107378"/>
                </a:lnTo>
                <a:lnTo>
                  <a:pt x="60907" y="108058"/>
                </a:lnTo>
                <a:lnTo>
                  <a:pt x="108563" y="108058"/>
                </a:lnTo>
                <a:lnTo>
                  <a:pt x="121574" y="65625"/>
                </a:lnTo>
                <a:lnTo>
                  <a:pt x="121574" y="64434"/>
                </a:lnTo>
                <a:lnTo>
                  <a:pt x="120578" y="50549"/>
                </a:lnTo>
                <a:lnTo>
                  <a:pt x="117460" y="37751"/>
                </a:lnTo>
                <a:lnTo>
                  <a:pt x="112262" y="26635"/>
                </a:lnTo>
                <a:lnTo>
                  <a:pt x="108408" y="2164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5075809" y="5312388"/>
            <a:ext cx="121920" cy="130175"/>
          </a:xfrm>
          <a:custGeom>
            <a:avLst/>
            <a:gdLst/>
            <a:ahLst/>
            <a:cxnLst/>
            <a:rect l="l" t="t" r="r" b="b"/>
            <a:pathLst>
              <a:path w="121920" h="130175">
                <a:moveTo>
                  <a:pt x="60619" y="0"/>
                </a:moveTo>
                <a:lnTo>
                  <a:pt x="22371" y="11190"/>
                </a:lnTo>
                <a:lnTo>
                  <a:pt x="1398" y="48001"/>
                </a:lnTo>
                <a:lnTo>
                  <a:pt x="0" y="65625"/>
                </a:lnTo>
                <a:lnTo>
                  <a:pt x="1017" y="79794"/>
                </a:lnTo>
                <a:lnTo>
                  <a:pt x="25384" y="120115"/>
                </a:lnTo>
                <a:lnTo>
                  <a:pt x="60979" y="129717"/>
                </a:lnTo>
                <a:lnTo>
                  <a:pt x="74074" y="128644"/>
                </a:lnTo>
                <a:lnTo>
                  <a:pt x="85764" y="125426"/>
                </a:lnTo>
                <a:lnTo>
                  <a:pt x="96067" y="120062"/>
                </a:lnTo>
                <a:lnTo>
                  <a:pt x="105000" y="112553"/>
                </a:lnTo>
                <a:lnTo>
                  <a:pt x="108461" y="108058"/>
                </a:lnTo>
                <a:lnTo>
                  <a:pt x="60799" y="108058"/>
                </a:lnTo>
                <a:lnTo>
                  <a:pt x="53560" y="107371"/>
                </a:lnTo>
                <a:lnTo>
                  <a:pt x="26616" y="74784"/>
                </a:lnTo>
                <a:lnTo>
                  <a:pt x="26000" y="64434"/>
                </a:lnTo>
                <a:lnTo>
                  <a:pt x="26588" y="54631"/>
                </a:lnTo>
                <a:lnTo>
                  <a:pt x="53430" y="22313"/>
                </a:lnTo>
                <a:lnTo>
                  <a:pt x="60799" y="21640"/>
                </a:lnTo>
                <a:lnTo>
                  <a:pt x="108406" y="21640"/>
                </a:lnTo>
                <a:lnTo>
                  <a:pt x="105000" y="17200"/>
                </a:lnTo>
                <a:lnTo>
                  <a:pt x="95935" y="9677"/>
                </a:lnTo>
                <a:lnTo>
                  <a:pt x="85516" y="4302"/>
                </a:lnTo>
                <a:lnTo>
                  <a:pt x="73744" y="1075"/>
                </a:lnTo>
                <a:lnTo>
                  <a:pt x="60619" y="0"/>
                </a:lnTo>
                <a:close/>
              </a:path>
              <a:path w="121920" h="130175">
                <a:moveTo>
                  <a:pt x="108406" y="21640"/>
                </a:moveTo>
                <a:lnTo>
                  <a:pt x="60799" y="21640"/>
                </a:lnTo>
                <a:lnTo>
                  <a:pt x="68302" y="22313"/>
                </a:lnTo>
                <a:lnTo>
                  <a:pt x="74961" y="24293"/>
                </a:lnTo>
                <a:lnTo>
                  <a:pt x="95438" y="64434"/>
                </a:lnTo>
                <a:lnTo>
                  <a:pt x="94830" y="74661"/>
                </a:lnTo>
                <a:lnTo>
                  <a:pt x="68038" y="107378"/>
                </a:lnTo>
                <a:lnTo>
                  <a:pt x="60799" y="108058"/>
                </a:lnTo>
                <a:lnTo>
                  <a:pt x="108461" y="108058"/>
                </a:lnTo>
                <a:lnTo>
                  <a:pt x="121555" y="65625"/>
                </a:lnTo>
                <a:lnTo>
                  <a:pt x="121555" y="64434"/>
                </a:lnTo>
                <a:lnTo>
                  <a:pt x="120553" y="50549"/>
                </a:lnTo>
                <a:lnTo>
                  <a:pt x="117426" y="37751"/>
                </a:lnTo>
                <a:lnTo>
                  <a:pt x="112237" y="26635"/>
                </a:lnTo>
                <a:lnTo>
                  <a:pt x="108406" y="2164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569231" y="3567851"/>
            <a:ext cx="2796468" cy="1734881"/>
          </a:xfrm>
          <a:prstGeom prst="rect">
            <a:avLst/>
          </a:prstGeom>
          <a:blipFill>
            <a:blip r:embed="rId2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3" name="object 63"/>
          <p:cNvGrpSpPr/>
          <p:nvPr/>
        </p:nvGrpSpPr>
        <p:grpSpPr>
          <a:xfrm>
            <a:off x="7233018" y="4852195"/>
            <a:ext cx="610235" cy="110489"/>
            <a:chOff x="7233018" y="4852195"/>
            <a:chExt cx="610235" cy="110489"/>
          </a:xfrm>
        </p:grpSpPr>
        <p:sp>
          <p:nvSpPr>
            <p:cNvPr id="64" name="object 64"/>
            <p:cNvSpPr/>
            <p:nvPr/>
          </p:nvSpPr>
          <p:spPr>
            <a:xfrm>
              <a:off x="7233018" y="4897606"/>
              <a:ext cx="427990" cy="22225"/>
            </a:xfrm>
            <a:custGeom>
              <a:avLst/>
              <a:gdLst/>
              <a:ahLst/>
              <a:cxnLst/>
              <a:rect l="l" t="t" r="r" b="b"/>
              <a:pathLst>
                <a:path w="427990" h="22225">
                  <a:moveTo>
                    <a:pt x="427599" y="0"/>
                  </a:moveTo>
                  <a:lnTo>
                    <a:pt x="0" y="0"/>
                  </a:lnTo>
                  <a:lnTo>
                    <a:pt x="0" y="21658"/>
                  </a:lnTo>
                  <a:lnTo>
                    <a:pt x="427599" y="21658"/>
                  </a:lnTo>
                  <a:lnTo>
                    <a:pt x="4275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7631010" y="4852195"/>
              <a:ext cx="212167" cy="110332"/>
            </a:xfrm>
            <a:prstGeom prst="rect">
              <a:avLst/>
            </a:prstGeom>
            <a:blipFill>
              <a:blip r:embed="rId2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6" name="object 66"/>
          <p:cNvGrpSpPr/>
          <p:nvPr/>
        </p:nvGrpSpPr>
        <p:grpSpPr>
          <a:xfrm>
            <a:off x="8844656" y="4665226"/>
            <a:ext cx="697865" cy="542925"/>
            <a:chOff x="8844656" y="4665226"/>
            <a:chExt cx="697865" cy="542925"/>
          </a:xfrm>
        </p:grpSpPr>
        <p:sp>
          <p:nvSpPr>
            <p:cNvPr id="67" name="object 67"/>
            <p:cNvSpPr/>
            <p:nvPr/>
          </p:nvSpPr>
          <p:spPr>
            <a:xfrm>
              <a:off x="8846099" y="4796243"/>
              <a:ext cx="22225" cy="280670"/>
            </a:xfrm>
            <a:custGeom>
              <a:avLst/>
              <a:gdLst/>
              <a:ahLst/>
              <a:cxnLst/>
              <a:rect l="l" t="t" r="r" b="b"/>
              <a:pathLst>
                <a:path w="22225" h="280670">
                  <a:moveTo>
                    <a:pt x="16778" y="0"/>
                  </a:moveTo>
                  <a:lnTo>
                    <a:pt x="4871" y="0"/>
                  </a:lnTo>
                  <a:lnTo>
                    <a:pt x="0" y="4855"/>
                  </a:lnTo>
                  <a:lnTo>
                    <a:pt x="0" y="275805"/>
                  </a:lnTo>
                  <a:lnTo>
                    <a:pt x="4871" y="280660"/>
                  </a:lnTo>
                  <a:lnTo>
                    <a:pt x="16778" y="280660"/>
                  </a:lnTo>
                  <a:lnTo>
                    <a:pt x="21649" y="275805"/>
                  </a:lnTo>
                  <a:lnTo>
                    <a:pt x="21649" y="485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8844656" y="4826511"/>
              <a:ext cx="473045" cy="381428"/>
            </a:xfrm>
            <a:prstGeom prst="rect">
              <a:avLst/>
            </a:prstGeom>
            <a:blipFill>
              <a:blip r:embed="rId2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8844648" y="4665230"/>
              <a:ext cx="697865" cy="412115"/>
            </a:xfrm>
            <a:custGeom>
              <a:avLst/>
              <a:gdLst/>
              <a:ahLst/>
              <a:cxnLst/>
              <a:rect l="l" t="t" r="r" b="b"/>
              <a:pathLst>
                <a:path w="697865" h="412114">
                  <a:moveTo>
                    <a:pt x="420725" y="172351"/>
                  </a:moveTo>
                  <a:lnTo>
                    <a:pt x="418922" y="165722"/>
                  </a:lnTo>
                  <a:lnTo>
                    <a:pt x="236702" y="60540"/>
                  </a:lnTo>
                  <a:lnTo>
                    <a:pt x="230212" y="62306"/>
                  </a:lnTo>
                  <a:lnTo>
                    <a:pt x="224078" y="72669"/>
                  </a:lnTo>
                  <a:lnTo>
                    <a:pt x="225882" y="79286"/>
                  </a:lnTo>
                  <a:lnTo>
                    <a:pt x="408101" y="184492"/>
                  </a:lnTo>
                  <a:lnTo>
                    <a:pt x="414769" y="182714"/>
                  </a:lnTo>
                  <a:lnTo>
                    <a:pt x="420725" y="172351"/>
                  </a:lnTo>
                  <a:close/>
                </a:path>
                <a:path w="697865" h="412114">
                  <a:moveTo>
                    <a:pt x="697306" y="12090"/>
                  </a:moveTo>
                  <a:lnTo>
                    <a:pt x="691349" y="1803"/>
                  </a:lnTo>
                  <a:lnTo>
                    <a:pt x="684669" y="0"/>
                  </a:lnTo>
                  <a:lnTo>
                    <a:pt x="460679" y="129374"/>
                  </a:lnTo>
                  <a:lnTo>
                    <a:pt x="244411" y="4457"/>
                  </a:lnTo>
                  <a:lnTo>
                    <a:pt x="242836" y="1803"/>
                  </a:lnTo>
                  <a:lnTo>
                    <a:pt x="237020" y="190"/>
                  </a:lnTo>
                  <a:lnTo>
                    <a:pt x="236702" y="0"/>
                  </a:lnTo>
                  <a:lnTo>
                    <a:pt x="236524" y="50"/>
                  </a:lnTo>
                  <a:lnTo>
                    <a:pt x="236347" y="0"/>
                  </a:lnTo>
                  <a:lnTo>
                    <a:pt x="236016" y="190"/>
                  </a:lnTo>
                  <a:lnTo>
                    <a:pt x="230212" y="1803"/>
                  </a:lnTo>
                  <a:lnTo>
                    <a:pt x="228625" y="4457"/>
                  </a:lnTo>
                  <a:lnTo>
                    <a:pt x="1803" y="135458"/>
                  </a:lnTo>
                  <a:lnTo>
                    <a:pt x="0" y="142087"/>
                  </a:lnTo>
                  <a:lnTo>
                    <a:pt x="5956" y="152438"/>
                  </a:lnTo>
                  <a:lnTo>
                    <a:pt x="12636" y="154216"/>
                  </a:lnTo>
                  <a:lnTo>
                    <a:pt x="236512" y="24917"/>
                  </a:lnTo>
                  <a:lnTo>
                    <a:pt x="449948" y="148183"/>
                  </a:lnTo>
                  <a:lnTo>
                    <a:pt x="449948" y="406819"/>
                  </a:lnTo>
                  <a:lnTo>
                    <a:pt x="454825" y="411683"/>
                  </a:lnTo>
                  <a:lnTo>
                    <a:pt x="466737" y="411683"/>
                  </a:lnTo>
                  <a:lnTo>
                    <a:pt x="471601" y="406819"/>
                  </a:lnTo>
                  <a:lnTo>
                    <a:pt x="471601" y="148082"/>
                  </a:lnTo>
                  <a:lnTo>
                    <a:pt x="695502" y="18770"/>
                  </a:lnTo>
                  <a:lnTo>
                    <a:pt x="697306" y="120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0" name="object 70"/>
          <p:cNvGrpSpPr/>
          <p:nvPr/>
        </p:nvGrpSpPr>
        <p:grpSpPr>
          <a:xfrm>
            <a:off x="9467084" y="4353702"/>
            <a:ext cx="121920" cy="349885"/>
            <a:chOff x="9467084" y="4353702"/>
            <a:chExt cx="121920" cy="349885"/>
          </a:xfrm>
        </p:grpSpPr>
        <p:sp>
          <p:nvSpPr>
            <p:cNvPr id="71" name="object 71"/>
            <p:cNvSpPr/>
            <p:nvPr/>
          </p:nvSpPr>
          <p:spPr>
            <a:xfrm>
              <a:off x="9467084" y="4353702"/>
              <a:ext cx="121559" cy="129771"/>
            </a:xfrm>
            <a:prstGeom prst="rect">
              <a:avLst/>
            </a:prstGeom>
            <a:blipFill>
              <a:blip r:embed="rId2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9492513" y="4507306"/>
              <a:ext cx="74295" cy="196850"/>
            </a:xfrm>
            <a:custGeom>
              <a:avLst/>
              <a:gdLst/>
              <a:ahLst/>
              <a:cxnLst/>
              <a:rect l="l" t="t" r="r" b="b"/>
              <a:pathLst>
                <a:path w="74295" h="196850">
                  <a:moveTo>
                    <a:pt x="21653" y="4876"/>
                  </a:moveTo>
                  <a:lnTo>
                    <a:pt x="16776" y="0"/>
                  </a:lnTo>
                  <a:lnTo>
                    <a:pt x="4876" y="0"/>
                  </a:lnTo>
                  <a:lnTo>
                    <a:pt x="0" y="4876"/>
                  </a:lnTo>
                  <a:lnTo>
                    <a:pt x="0" y="191389"/>
                  </a:lnTo>
                  <a:lnTo>
                    <a:pt x="4876" y="196240"/>
                  </a:lnTo>
                  <a:lnTo>
                    <a:pt x="16776" y="196240"/>
                  </a:lnTo>
                  <a:lnTo>
                    <a:pt x="21653" y="191389"/>
                  </a:lnTo>
                  <a:lnTo>
                    <a:pt x="21653" y="4876"/>
                  </a:lnTo>
                  <a:close/>
                </a:path>
                <a:path w="74295" h="196850">
                  <a:moveTo>
                    <a:pt x="74155" y="4876"/>
                  </a:moveTo>
                  <a:lnTo>
                    <a:pt x="69278" y="0"/>
                  </a:lnTo>
                  <a:lnTo>
                    <a:pt x="57378" y="0"/>
                  </a:lnTo>
                  <a:lnTo>
                    <a:pt x="52501" y="4876"/>
                  </a:lnTo>
                  <a:lnTo>
                    <a:pt x="52501" y="191389"/>
                  </a:lnTo>
                  <a:lnTo>
                    <a:pt x="57378" y="196240"/>
                  </a:lnTo>
                  <a:lnTo>
                    <a:pt x="69278" y="196240"/>
                  </a:lnTo>
                  <a:lnTo>
                    <a:pt x="74155" y="191389"/>
                  </a:lnTo>
                  <a:lnTo>
                    <a:pt x="74155" y="487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3" name="object 73"/>
          <p:cNvSpPr/>
          <p:nvPr/>
        </p:nvSpPr>
        <p:spPr>
          <a:xfrm>
            <a:off x="8620401" y="5053711"/>
            <a:ext cx="249554" cy="154305"/>
          </a:xfrm>
          <a:custGeom>
            <a:avLst/>
            <a:gdLst/>
            <a:ahLst/>
            <a:cxnLst/>
            <a:rect l="l" t="t" r="r" b="b"/>
            <a:pathLst>
              <a:path w="249554" h="154304">
                <a:moveTo>
                  <a:pt x="236342" y="0"/>
                </a:moveTo>
                <a:lnTo>
                  <a:pt x="1804" y="135475"/>
                </a:lnTo>
                <a:lnTo>
                  <a:pt x="0" y="142099"/>
                </a:lnTo>
                <a:lnTo>
                  <a:pt x="5953" y="152459"/>
                </a:lnTo>
                <a:lnTo>
                  <a:pt x="12628" y="154228"/>
                </a:lnTo>
                <a:lnTo>
                  <a:pt x="247167" y="18752"/>
                </a:lnTo>
                <a:lnTo>
                  <a:pt x="248971" y="12128"/>
                </a:lnTo>
                <a:lnTo>
                  <a:pt x="243017" y="17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4" name="object 74"/>
          <p:cNvGrpSpPr/>
          <p:nvPr/>
        </p:nvGrpSpPr>
        <p:grpSpPr>
          <a:xfrm>
            <a:off x="8261558" y="5001207"/>
            <a:ext cx="384175" cy="207010"/>
            <a:chOff x="8261558" y="5001207"/>
            <a:chExt cx="384175" cy="207010"/>
          </a:xfrm>
        </p:grpSpPr>
        <p:sp>
          <p:nvSpPr>
            <p:cNvPr id="75" name="object 75"/>
            <p:cNvSpPr/>
            <p:nvPr/>
          </p:nvSpPr>
          <p:spPr>
            <a:xfrm>
              <a:off x="8261558" y="5001207"/>
              <a:ext cx="158403" cy="129699"/>
            </a:xfrm>
            <a:prstGeom prst="rect">
              <a:avLst/>
            </a:prstGeom>
            <a:blipFill>
              <a:blip r:embed="rId2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8451714" y="5085802"/>
              <a:ext cx="193675" cy="122555"/>
            </a:xfrm>
            <a:custGeom>
              <a:avLst/>
              <a:gdLst/>
              <a:ahLst/>
              <a:cxnLst/>
              <a:rect l="l" t="t" r="r" b="b"/>
              <a:pathLst>
                <a:path w="193675" h="122554">
                  <a:moveTo>
                    <a:pt x="12628" y="0"/>
                  </a:moveTo>
                  <a:lnTo>
                    <a:pt x="5953" y="1768"/>
                  </a:lnTo>
                  <a:lnTo>
                    <a:pt x="0" y="12128"/>
                  </a:lnTo>
                  <a:lnTo>
                    <a:pt x="1804" y="18752"/>
                  </a:lnTo>
                  <a:lnTo>
                    <a:pt x="180774" y="122137"/>
                  </a:lnTo>
                  <a:lnTo>
                    <a:pt x="187450" y="120368"/>
                  </a:lnTo>
                  <a:lnTo>
                    <a:pt x="193403" y="110008"/>
                  </a:lnTo>
                  <a:lnTo>
                    <a:pt x="191599" y="103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7"/>
          <p:cNvSpPr/>
          <p:nvPr/>
        </p:nvSpPr>
        <p:spPr>
          <a:xfrm>
            <a:off x="8570239" y="5169611"/>
            <a:ext cx="121920" cy="349885"/>
          </a:xfrm>
          <a:custGeom>
            <a:avLst/>
            <a:gdLst/>
            <a:ahLst/>
            <a:cxnLst/>
            <a:rect l="l" t="t" r="r" b="b"/>
            <a:pathLst>
              <a:path w="121920" h="349885">
                <a:moveTo>
                  <a:pt x="47091" y="4851"/>
                </a:moveTo>
                <a:lnTo>
                  <a:pt x="42214" y="0"/>
                </a:lnTo>
                <a:lnTo>
                  <a:pt x="30314" y="0"/>
                </a:lnTo>
                <a:lnTo>
                  <a:pt x="25438" y="4851"/>
                </a:lnTo>
                <a:lnTo>
                  <a:pt x="25438" y="201079"/>
                </a:lnTo>
                <a:lnTo>
                  <a:pt x="30314" y="205943"/>
                </a:lnTo>
                <a:lnTo>
                  <a:pt x="42214" y="205943"/>
                </a:lnTo>
                <a:lnTo>
                  <a:pt x="47091" y="201079"/>
                </a:lnTo>
                <a:lnTo>
                  <a:pt x="47091" y="4851"/>
                </a:lnTo>
                <a:close/>
              </a:path>
              <a:path w="121920" h="349885">
                <a:moveTo>
                  <a:pt x="99593" y="4851"/>
                </a:moveTo>
                <a:lnTo>
                  <a:pt x="94716" y="0"/>
                </a:lnTo>
                <a:lnTo>
                  <a:pt x="82816" y="0"/>
                </a:lnTo>
                <a:lnTo>
                  <a:pt x="77939" y="4851"/>
                </a:lnTo>
                <a:lnTo>
                  <a:pt x="77939" y="201079"/>
                </a:lnTo>
                <a:lnTo>
                  <a:pt x="82816" y="205943"/>
                </a:lnTo>
                <a:lnTo>
                  <a:pt x="94716" y="205943"/>
                </a:lnTo>
                <a:lnTo>
                  <a:pt x="99593" y="201079"/>
                </a:lnTo>
                <a:lnTo>
                  <a:pt x="99593" y="4851"/>
                </a:lnTo>
                <a:close/>
              </a:path>
              <a:path w="121920" h="349885">
                <a:moveTo>
                  <a:pt x="121551" y="284518"/>
                </a:moveTo>
                <a:lnTo>
                  <a:pt x="120548" y="270649"/>
                </a:lnTo>
                <a:lnTo>
                  <a:pt x="117424" y="257860"/>
                </a:lnTo>
                <a:lnTo>
                  <a:pt x="112242" y="246735"/>
                </a:lnTo>
                <a:lnTo>
                  <a:pt x="108407" y="241744"/>
                </a:lnTo>
                <a:lnTo>
                  <a:pt x="105003" y="237312"/>
                </a:lnTo>
                <a:lnTo>
                  <a:pt x="95935" y="229781"/>
                </a:lnTo>
                <a:lnTo>
                  <a:pt x="95440" y="229527"/>
                </a:lnTo>
                <a:lnTo>
                  <a:pt x="95440" y="284518"/>
                </a:lnTo>
                <a:lnTo>
                  <a:pt x="94830" y="294754"/>
                </a:lnTo>
                <a:lnTo>
                  <a:pt x="68033" y="327482"/>
                </a:lnTo>
                <a:lnTo>
                  <a:pt x="60794" y="328168"/>
                </a:lnTo>
                <a:lnTo>
                  <a:pt x="53555" y="327482"/>
                </a:lnTo>
                <a:lnTo>
                  <a:pt x="26593" y="294881"/>
                </a:lnTo>
                <a:lnTo>
                  <a:pt x="25996" y="284518"/>
                </a:lnTo>
                <a:lnTo>
                  <a:pt x="26581" y="274726"/>
                </a:lnTo>
                <a:lnTo>
                  <a:pt x="53352" y="242417"/>
                </a:lnTo>
                <a:lnTo>
                  <a:pt x="60794" y="241744"/>
                </a:lnTo>
                <a:lnTo>
                  <a:pt x="68262" y="242417"/>
                </a:lnTo>
                <a:lnTo>
                  <a:pt x="94830" y="274434"/>
                </a:lnTo>
                <a:lnTo>
                  <a:pt x="95440" y="284518"/>
                </a:lnTo>
                <a:lnTo>
                  <a:pt x="95440" y="229527"/>
                </a:lnTo>
                <a:lnTo>
                  <a:pt x="85521" y="224396"/>
                </a:lnTo>
                <a:lnTo>
                  <a:pt x="73748" y="221183"/>
                </a:lnTo>
                <a:lnTo>
                  <a:pt x="60617" y="220103"/>
                </a:lnTo>
                <a:lnTo>
                  <a:pt x="53149" y="220408"/>
                </a:lnTo>
                <a:lnTo>
                  <a:pt x="12446" y="241439"/>
                </a:lnTo>
                <a:lnTo>
                  <a:pt x="0" y="285737"/>
                </a:lnTo>
                <a:lnTo>
                  <a:pt x="1016" y="299897"/>
                </a:lnTo>
                <a:lnTo>
                  <a:pt x="25387" y="340220"/>
                </a:lnTo>
                <a:lnTo>
                  <a:pt x="60985" y="349821"/>
                </a:lnTo>
                <a:lnTo>
                  <a:pt x="74079" y="348754"/>
                </a:lnTo>
                <a:lnTo>
                  <a:pt x="85763" y="345528"/>
                </a:lnTo>
                <a:lnTo>
                  <a:pt x="96062" y="340169"/>
                </a:lnTo>
                <a:lnTo>
                  <a:pt x="105003" y="332663"/>
                </a:lnTo>
                <a:lnTo>
                  <a:pt x="108458" y="328168"/>
                </a:lnTo>
                <a:lnTo>
                  <a:pt x="112242" y="323253"/>
                </a:lnTo>
                <a:lnTo>
                  <a:pt x="117424" y="312204"/>
                </a:lnTo>
                <a:lnTo>
                  <a:pt x="120548" y="299491"/>
                </a:lnTo>
                <a:lnTo>
                  <a:pt x="121551" y="285737"/>
                </a:lnTo>
                <a:lnTo>
                  <a:pt x="121551" y="28451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object 78"/>
          <p:cNvSpPr/>
          <p:nvPr/>
        </p:nvSpPr>
        <p:spPr>
          <a:xfrm>
            <a:off x="7310055" y="4651328"/>
            <a:ext cx="347345" cy="130175"/>
          </a:xfrm>
          <a:custGeom>
            <a:avLst/>
            <a:gdLst/>
            <a:ahLst/>
            <a:cxnLst/>
            <a:rect l="l" t="t" r="r" b="b"/>
            <a:pathLst>
              <a:path w="347345" h="130175">
                <a:moveTo>
                  <a:pt x="47268" y="70102"/>
                </a:moveTo>
                <a:lnTo>
                  <a:pt x="0" y="70102"/>
                </a:lnTo>
                <a:lnTo>
                  <a:pt x="0" y="94143"/>
                </a:lnTo>
                <a:lnTo>
                  <a:pt x="47268" y="94143"/>
                </a:lnTo>
                <a:lnTo>
                  <a:pt x="47268" y="70102"/>
                </a:lnTo>
                <a:close/>
              </a:path>
              <a:path w="347345" h="130175">
                <a:moveTo>
                  <a:pt x="88402" y="2165"/>
                </a:moveTo>
                <a:lnTo>
                  <a:pt x="62964" y="2165"/>
                </a:lnTo>
                <a:lnTo>
                  <a:pt x="62964" y="127587"/>
                </a:lnTo>
                <a:lnTo>
                  <a:pt x="88402" y="127587"/>
                </a:lnTo>
                <a:lnTo>
                  <a:pt x="88402" y="72755"/>
                </a:lnTo>
                <a:lnTo>
                  <a:pt x="163274" y="72755"/>
                </a:lnTo>
                <a:lnTo>
                  <a:pt x="163274" y="51529"/>
                </a:lnTo>
                <a:lnTo>
                  <a:pt x="88402" y="51529"/>
                </a:lnTo>
                <a:lnTo>
                  <a:pt x="88402" y="2165"/>
                </a:lnTo>
                <a:close/>
              </a:path>
              <a:path w="347345" h="130175">
                <a:moveTo>
                  <a:pt x="163274" y="72755"/>
                </a:moveTo>
                <a:lnTo>
                  <a:pt x="138016" y="72755"/>
                </a:lnTo>
                <a:lnTo>
                  <a:pt x="138016" y="127587"/>
                </a:lnTo>
                <a:lnTo>
                  <a:pt x="163274" y="127587"/>
                </a:lnTo>
                <a:lnTo>
                  <a:pt x="163274" y="72755"/>
                </a:lnTo>
                <a:close/>
              </a:path>
              <a:path w="347345" h="130175">
                <a:moveTo>
                  <a:pt x="163274" y="2165"/>
                </a:moveTo>
                <a:lnTo>
                  <a:pt x="138016" y="2165"/>
                </a:lnTo>
                <a:lnTo>
                  <a:pt x="138016" y="51529"/>
                </a:lnTo>
                <a:lnTo>
                  <a:pt x="163274" y="51529"/>
                </a:lnTo>
                <a:lnTo>
                  <a:pt x="163274" y="2165"/>
                </a:lnTo>
                <a:close/>
              </a:path>
              <a:path w="347345" h="130175">
                <a:moveTo>
                  <a:pt x="247347" y="0"/>
                </a:moveTo>
                <a:lnTo>
                  <a:pt x="204950" y="17326"/>
                </a:lnTo>
                <a:lnTo>
                  <a:pt x="188712" y="65986"/>
                </a:lnTo>
                <a:lnTo>
                  <a:pt x="189724" y="80010"/>
                </a:lnTo>
                <a:lnTo>
                  <a:pt x="213429" y="120133"/>
                </a:lnTo>
                <a:lnTo>
                  <a:pt x="245904" y="129735"/>
                </a:lnTo>
                <a:lnTo>
                  <a:pt x="255584" y="129113"/>
                </a:lnTo>
                <a:lnTo>
                  <a:pt x="289806" y="108077"/>
                </a:lnTo>
                <a:lnTo>
                  <a:pt x="236522" y="108077"/>
                </a:lnTo>
                <a:lnTo>
                  <a:pt x="229125" y="104719"/>
                </a:lnTo>
                <a:lnTo>
                  <a:pt x="214872" y="64109"/>
                </a:lnTo>
                <a:lnTo>
                  <a:pt x="215414" y="53677"/>
                </a:lnTo>
                <a:lnTo>
                  <a:pt x="236883" y="21658"/>
                </a:lnTo>
                <a:lnTo>
                  <a:pt x="291170" y="21658"/>
                </a:lnTo>
                <a:lnTo>
                  <a:pt x="288828" y="18034"/>
                </a:lnTo>
                <a:lnTo>
                  <a:pt x="284873" y="13536"/>
                </a:lnTo>
                <a:lnTo>
                  <a:pt x="277132" y="7614"/>
                </a:lnTo>
                <a:lnTo>
                  <a:pt x="268275" y="3384"/>
                </a:lnTo>
                <a:lnTo>
                  <a:pt x="258335" y="846"/>
                </a:lnTo>
                <a:lnTo>
                  <a:pt x="247347" y="0"/>
                </a:lnTo>
                <a:close/>
              </a:path>
              <a:path w="347345" h="130175">
                <a:moveTo>
                  <a:pt x="273507" y="81472"/>
                </a:moveTo>
                <a:lnTo>
                  <a:pt x="271342" y="90659"/>
                </a:lnTo>
                <a:lnTo>
                  <a:pt x="267914" y="97392"/>
                </a:lnTo>
                <a:lnTo>
                  <a:pt x="258172" y="105947"/>
                </a:lnTo>
                <a:lnTo>
                  <a:pt x="252399" y="108077"/>
                </a:lnTo>
                <a:lnTo>
                  <a:pt x="289806" y="108077"/>
                </a:lnTo>
                <a:lnTo>
                  <a:pt x="290488" y="107154"/>
                </a:lnTo>
                <a:lnTo>
                  <a:pt x="294731" y="98871"/>
                </a:lnTo>
                <a:lnTo>
                  <a:pt x="298043" y="89270"/>
                </a:lnTo>
                <a:lnTo>
                  <a:pt x="273507" y="81472"/>
                </a:lnTo>
                <a:close/>
              </a:path>
              <a:path w="347345" h="130175">
                <a:moveTo>
                  <a:pt x="291170" y="21658"/>
                </a:moveTo>
                <a:lnTo>
                  <a:pt x="252940" y="21658"/>
                </a:lnTo>
                <a:lnTo>
                  <a:pt x="258533" y="23463"/>
                </a:lnTo>
                <a:lnTo>
                  <a:pt x="267914" y="31044"/>
                </a:lnTo>
                <a:lnTo>
                  <a:pt x="271162" y="36278"/>
                </a:lnTo>
                <a:lnTo>
                  <a:pt x="272605" y="42721"/>
                </a:lnTo>
                <a:lnTo>
                  <a:pt x="297682" y="36639"/>
                </a:lnTo>
                <a:lnTo>
                  <a:pt x="295250" y="29603"/>
                </a:lnTo>
                <a:lnTo>
                  <a:pt x="292293" y="23395"/>
                </a:lnTo>
                <a:lnTo>
                  <a:pt x="291170" y="21658"/>
                </a:lnTo>
                <a:close/>
              </a:path>
              <a:path w="347345" h="130175">
                <a:moveTo>
                  <a:pt x="347296" y="2165"/>
                </a:moveTo>
                <a:lnTo>
                  <a:pt x="323301" y="2165"/>
                </a:lnTo>
                <a:lnTo>
                  <a:pt x="323301" y="127587"/>
                </a:lnTo>
                <a:lnTo>
                  <a:pt x="347296" y="127587"/>
                </a:lnTo>
                <a:lnTo>
                  <a:pt x="347296" y="216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9" name="object 79"/>
          <p:cNvGrpSpPr/>
          <p:nvPr/>
        </p:nvGrpSpPr>
        <p:grpSpPr>
          <a:xfrm>
            <a:off x="4767121" y="3957888"/>
            <a:ext cx="1799589" cy="2291715"/>
            <a:chOff x="4767121" y="3957888"/>
            <a:chExt cx="1799589" cy="2291715"/>
          </a:xfrm>
        </p:grpSpPr>
        <p:sp>
          <p:nvSpPr>
            <p:cNvPr id="80" name="object 80"/>
            <p:cNvSpPr/>
            <p:nvPr/>
          </p:nvSpPr>
          <p:spPr>
            <a:xfrm>
              <a:off x="4767121" y="3957888"/>
              <a:ext cx="1799268" cy="2110118"/>
            </a:xfrm>
            <a:prstGeom prst="rect">
              <a:avLst/>
            </a:prstGeom>
            <a:blipFill>
              <a:blip r:embed="rId2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6111380" y="6081166"/>
              <a:ext cx="314325" cy="168275"/>
            </a:xfrm>
            <a:custGeom>
              <a:avLst/>
              <a:gdLst/>
              <a:ahLst/>
              <a:cxnLst/>
              <a:rect l="l" t="t" r="r" b="b"/>
              <a:pathLst>
                <a:path w="314325" h="168275">
                  <a:moveTo>
                    <a:pt x="99402" y="0"/>
                  </a:moveTo>
                  <a:lnTo>
                    <a:pt x="75958" y="0"/>
                  </a:lnTo>
                  <a:lnTo>
                    <a:pt x="75958" y="83769"/>
                  </a:lnTo>
                  <a:lnTo>
                    <a:pt x="51396" y="43624"/>
                  </a:lnTo>
                  <a:lnTo>
                    <a:pt x="24714" y="0"/>
                  </a:lnTo>
                  <a:lnTo>
                    <a:pt x="0" y="0"/>
                  </a:lnTo>
                  <a:lnTo>
                    <a:pt x="0" y="125425"/>
                  </a:lnTo>
                  <a:lnTo>
                    <a:pt x="23456" y="125425"/>
                  </a:lnTo>
                  <a:lnTo>
                    <a:pt x="23456" y="43624"/>
                  </a:lnTo>
                  <a:lnTo>
                    <a:pt x="74155" y="125425"/>
                  </a:lnTo>
                  <a:lnTo>
                    <a:pt x="99402" y="125425"/>
                  </a:lnTo>
                  <a:lnTo>
                    <a:pt x="99402" y="83769"/>
                  </a:lnTo>
                  <a:lnTo>
                    <a:pt x="99402" y="0"/>
                  </a:lnTo>
                  <a:close/>
                </a:path>
                <a:path w="314325" h="168275">
                  <a:moveTo>
                    <a:pt x="230390" y="0"/>
                  </a:moveTo>
                  <a:lnTo>
                    <a:pt x="204952" y="0"/>
                  </a:lnTo>
                  <a:lnTo>
                    <a:pt x="204952" y="49364"/>
                  </a:lnTo>
                  <a:lnTo>
                    <a:pt x="155333" y="49364"/>
                  </a:lnTo>
                  <a:lnTo>
                    <a:pt x="155333" y="0"/>
                  </a:lnTo>
                  <a:lnTo>
                    <a:pt x="130073" y="0"/>
                  </a:lnTo>
                  <a:lnTo>
                    <a:pt x="130073" y="125425"/>
                  </a:lnTo>
                  <a:lnTo>
                    <a:pt x="155333" y="125425"/>
                  </a:lnTo>
                  <a:lnTo>
                    <a:pt x="155333" y="70599"/>
                  </a:lnTo>
                  <a:lnTo>
                    <a:pt x="204952" y="70599"/>
                  </a:lnTo>
                  <a:lnTo>
                    <a:pt x="204952" y="125425"/>
                  </a:lnTo>
                  <a:lnTo>
                    <a:pt x="230390" y="125425"/>
                  </a:lnTo>
                  <a:lnTo>
                    <a:pt x="230390" y="70599"/>
                  </a:lnTo>
                  <a:lnTo>
                    <a:pt x="230390" y="49364"/>
                  </a:lnTo>
                  <a:lnTo>
                    <a:pt x="230390" y="0"/>
                  </a:lnTo>
                  <a:close/>
                </a:path>
                <a:path w="314325" h="168275">
                  <a:moveTo>
                    <a:pt x="314096" y="92176"/>
                  </a:moveTo>
                  <a:lnTo>
                    <a:pt x="311391" y="85953"/>
                  </a:lnTo>
                  <a:lnTo>
                    <a:pt x="300748" y="75933"/>
                  </a:lnTo>
                  <a:lnTo>
                    <a:pt x="293535" y="73431"/>
                  </a:lnTo>
                  <a:lnTo>
                    <a:pt x="275666" y="73431"/>
                  </a:lnTo>
                  <a:lnTo>
                    <a:pt x="268630" y="75590"/>
                  </a:lnTo>
                  <a:lnTo>
                    <a:pt x="257454" y="84239"/>
                  </a:lnTo>
                  <a:lnTo>
                    <a:pt x="254025" y="91363"/>
                  </a:lnTo>
                  <a:lnTo>
                    <a:pt x="252933" y="101282"/>
                  </a:lnTo>
                  <a:lnTo>
                    <a:pt x="270979" y="103085"/>
                  </a:lnTo>
                  <a:lnTo>
                    <a:pt x="271335" y="97815"/>
                  </a:lnTo>
                  <a:lnTo>
                    <a:pt x="272605" y="94056"/>
                  </a:lnTo>
                  <a:lnTo>
                    <a:pt x="276936" y="89522"/>
                  </a:lnTo>
                  <a:lnTo>
                    <a:pt x="279996" y="88392"/>
                  </a:lnTo>
                  <a:lnTo>
                    <a:pt x="287578" y="88392"/>
                  </a:lnTo>
                  <a:lnTo>
                    <a:pt x="290461" y="89471"/>
                  </a:lnTo>
                  <a:lnTo>
                    <a:pt x="294792" y="93789"/>
                  </a:lnTo>
                  <a:lnTo>
                    <a:pt x="295871" y="96875"/>
                  </a:lnTo>
                  <a:lnTo>
                    <a:pt x="295871" y="104546"/>
                  </a:lnTo>
                  <a:lnTo>
                    <a:pt x="294614" y="108204"/>
                  </a:lnTo>
                  <a:lnTo>
                    <a:pt x="290461" y="114630"/>
                  </a:lnTo>
                  <a:lnTo>
                    <a:pt x="285419" y="119761"/>
                  </a:lnTo>
                  <a:lnTo>
                    <a:pt x="270357" y="134023"/>
                  </a:lnTo>
                  <a:lnTo>
                    <a:pt x="264693" y="140004"/>
                  </a:lnTo>
                  <a:lnTo>
                    <a:pt x="250774" y="167894"/>
                  </a:lnTo>
                  <a:lnTo>
                    <a:pt x="314096" y="167894"/>
                  </a:lnTo>
                  <a:lnTo>
                    <a:pt x="314096" y="151142"/>
                  </a:lnTo>
                  <a:lnTo>
                    <a:pt x="278193" y="151142"/>
                  </a:lnTo>
                  <a:lnTo>
                    <a:pt x="279095" y="149517"/>
                  </a:lnTo>
                  <a:lnTo>
                    <a:pt x="283425" y="144437"/>
                  </a:lnTo>
                  <a:lnTo>
                    <a:pt x="302374" y="126530"/>
                  </a:lnTo>
                  <a:lnTo>
                    <a:pt x="307784" y="119557"/>
                  </a:lnTo>
                  <a:lnTo>
                    <a:pt x="310311" y="115531"/>
                  </a:lnTo>
                  <a:lnTo>
                    <a:pt x="313194" y="107886"/>
                  </a:lnTo>
                  <a:lnTo>
                    <a:pt x="314096" y="103860"/>
                  </a:lnTo>
                  <a:lnTo>
                    <a:pt x="314096" y="9217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2" name="object 82"/>
          <p:cNvGrpSpPr/>
          <p:nvPr/>
        </p:nvGrpSpPr>
        <p:grpSpPr>
          <a:xfrm>
            <a:off x="9965567" y="4276633"/>
            <a:ext cx="473709" cy="542925"/>
            <a:chOff x="9965567" y="4276633"/>
            <a:chExt cx="473709" cy="542925"/>
          </a:xfrm>
        </p:grpSpPr>
        <p:sp>
          <p:nvSpPr>
            <p:cNvPr id="83" name="object 83"/>
            <p:cNvSpPr/>
            <p:nvPr/>
          </p:nvSpPr>
          <p:spPr>
            <a:xfrm>
              <a:off x="10189822" y="4634904"/>
              <a:ext cx="248971" cy="184532"/>
            </a:xfrm>
            <a:prstGeom prst="rect">
              <a:avLst/>
            </a:prstGeom>
            <a:blipFill>
              <a:blip r:embed="rId2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10415520" y="4407668"/>
              <a:ext cx="22225" cy="280670"/>
            </a:xfrm>
            <a:custGeom>
              <a:avLst/>
              <a:gdLst/>
              <a:ahLst/>
              <a:cxnLst/>
              <a:rect l="l" t="t" r="r" b="b"/>
              <a:pathLst>
                <a:path w="22225" h="280670">
                  <a:moveTo>
                    <a:pt x="16958" y="0"/>
                  </a:moveTo>
                  <a:lnTo>
                    <a:pt x="4871" y="0"/>
                  </a:lnTo>
                  <a:lnTo>
                    <a:pt x="0" y="4873"/>
                  </a:lnTo>
                  <a:lnTo>
                    <a:pt x="0" y="275968"/>
                  </a:lnTo>
                  <a:lnTo>
                    <a:pt x="4871" y="280660"/>
                  </a:lnTo>
                  <a:lnTo>
                    <a:pt x="16958" y="280660"/>
                  </a:lnTo>
                  <a:lnTo>
                    <a:pt x="21649" y="275968"/>
                  </a:lnTo>
                  <a:lnTo>
                    <a:pt x="21649" y="487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9965567" y="4276633"/>
              <a:ext cx="473225" cy="184640"/>
            </a:xfrm>
            <a:prstGeom prst="rect">
              <a:avLst/>
            </a:prstGeom>
            <a:blipFill>
              <a:blip r:embed="rId3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9965563" y="4407674"/>
              <a:ext cx="249554" cy="412115"/>
            </a:xfrm>
            <a:custGeom>
              <a:avLst/>
              <a:gdLst/>
              <a:ahLst/>
              <a:cxnLst/>
              <a:rect l="l" t="t" r="r" b="b"/>
              <a:pathLst>
                <a:path w="249554" h="412114">
                  <a:moveTo>
                    <a:pt x="75768" y="35191"/>
                  </a:moveTo>
                  <a:lnTo>
                    <a:pt x="70904" y="30327"/>
                  </a:lnTo>
                  <a:lnTo>
                    <a:pt x="58813" y="30327"/>
                  </a:lnTo>
                  <a:lnTo>
                    <a:pt x="54127" y="35191"/>
                  </a:lnTo>
                  <a:lnTo>
                    <a:pt x="54127" y="245643"/>
                  </a:lnTo>
                  <a:lnTo>
                    <a:pt x="58813" y="250520"/>
                  </a:lnTo>
                  <a:lnTo>
                    <a:pt x="70904" y="250520"/>
                  </a:lnTo>
                  <a:lnTo>
                    <a:pt x="75768" y="245643"/>
                  </a:lnTo>
                  <a:lnTo>
                    <a:pt x="75768" y="35191"/>
                  </a:lnTo>
                  <a:close/>
                </a:path>
                <a:path w="249554" h="412114">
                  <a:moveTo>
                    <a:pt x="248970" y="399643"/>
                  </a:moveTo>
                  <a:lnTo>
                    <a:pt x="247167" y="393014"/>
                  </a:lnTo>
                  <a:lnTo>
                    <a:pt x="23266" y="263702"/>
                  </a:lnTo>
                  <a:lnTo>
                    <a:pt x="23266" y="4876"/>
                  </a:lnTo>
                  <a:lnTo>
                    <a:pt x="18402" y="0"/>
                  </a:lnTo>
                  <a:lnTo>
                    <a:pt x="6489" y="0"/>
                  </a:lnTo>
                  <a:lnTo>
                    <a:pt x="1625" y="4876"/>
                  </a:lnTo>
                  <a:lnTo>
                    <a:pt x="1625" y="266928"/>
                  </a:lnTo>
                  <a:lnTo>
                    <a:pt x="0" y="269646"/>
                  </a:lnTo>
                  <a:lnTo>
                    <a:pt x="1625" y="275678"/>
                  </a:lnTo>
                  <a:lnTo>
                    <a:pt x="1625" y="275971"/>
                  </a:lnTo>
                  <a:lnTo>
                    <a:pt x="1803" y="276326"/>
                  </a:lnTo>
                  <a:lnTo>
                    <a:pt x="2273" y="276606"/>
                  </a:lnTo>
                  <a:lnTo>
                    <a:pt x="6489" y="280657"/>
                  </a:lnTo>
                  <a:lnTo>
                    <a:pt x="9296" y="280657"/>
                  </a:lnTo>
                  <a:lnTo>
                    <a:pt x="236347" y="411772"/>
                  </a:lnTo>
                  <a:lnTo>
                    <a:pt x="243014" y="409994"/>
                  </a:lnTo>
                  <a:lnTo>
                    <a:pt x="248970" y="3996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7" name="object 87"/>
          <p:cNvGrpSpPr/>
          <p:nvPr/>
        </p:nvGrpSpPr>
        <p:grpSpPr>
          <a:xfrm>
            <a:off x="9701441" y="4665226"/>
            <a:ext cx="289560" cy="355600"/>
            <a:chOff x="9701441" y="4665226"/>
            <a:chExt cx="289560" cy="355600"/>
          </a:xfrm>
        </p:grpSpPr>
        <p:sp>
          <p:nvSpPr>
            <p:cNvPr id="88" name="object 88"/>
            <p:cNvSpPr/>
            <p:nvPr/>
          </p:nvSpPr>
          <p:spPr>
            <a:xfrm>
              <a:off x="9701622" y="4744334"/>
              <a:ext cx="99408" cy="125440"/>
            </a:xfrm>
            <a:prstGeom prst="rect">
              <a:avLst/>
            </a:prstGeom>
            <a:blipFill>
              <a:blip r:embed="rId3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9701441" y="4894899"/>
              <a:ext cx="100310" cy="125440"/>
            </a:xfrm>
            <a:prstGeom prst="rect">
              <a:avLst/>
            </a:prstGeom>
            <a:blipFill>
              <a:blip r:embed="rId3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9828633" y="4665226"/>
              <a:ext cx="161925" cy="104139"/>
            </a:xfrm>
            <a:custGeom>
              <a:avLst/>
              <a:gdLst/>
              <a:ahLst/>
              <a:cxnLst/>
              <a:rect l="l" t="t" r="r" b="b"/>
              <a:pathLst>
                <a:path w="161925" h="104139">
                  <a:moveTo>
                    <a:pt x="149202" y="0"/>
                  </a:moveTo>
                  <a:lnTo>
                    <a:pt x="1623" y="85136"/>
                  </a:lnTo>
                  <a:lnTo>
                    <a:pt x="0" y="91760"/>
                  </a:lnTo>
                  <a:lnTo>
                    <a:pt x="5953" y="102120"/>
                  </a:lnTo>
                  <a:lnTo>
                    <a:pt x="12448" y="103889"/>
                  </a:lnTo>
                  <a:lnTo>
                    <a:pt x="160027" y="18770"/>
                  </a:lnTo>
                  <a:lnTo>
                    <a:pt x="161831" y="12092"/>
                  </a:lnTo>
                  <a:lnTo>
                    <a:pt x="155697" y="1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1" name="object 91"/>
          <p:cNvGrpSpPr/>
          <p:nvPr/>
        </p:nvGrpSpPr>
        <p:grpSpPr>
          <a:xfrm>
            <a:off x="10414076" y="4226276"/>
            <a:ext cx="499109" cy="205104"/>
            <a:chOff x="10414076" y="4226276"/>
            <a:chExt cx="499109" cy="205104"/>
          </a:xfrm>
        </p:grpSpPr>
        <p:sp>
          <p:nvSpPr>
            <p:cNvPr id="92" name="object 92"/>
            <p:cNvSpPr/>
            <p:nvPr/>
          </p:nvSpPr>
          <p:spPr>
            <a:xfrm>
              <a:off x="10598459" y="4226276"/>
              <a:ext cx="230388" cy="125440"/>
            </a:xfrm>
            <a:prstGeom prst="rect">
              <a:avLst/>
            </a:prstGeom>
            <a:blipFill>
              <a:blip r:embed="rId3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10849235" y="4299735"/>
              <a:ext cx="63500" cy="94615"/>
            </a:xfrm>
            <a:custGeom>
              <a:avLst/>
              <a:gdLst/>
              <a:ahLst/>
              <a:cxnLst/>
              <a:rect l="l" t="t" r="r" b="b"/>
              <a:pathLst>
                <a:path w="63500" h="94614">
                  <a:moveTo>
                    <a:pt x="42758" y="0"/>
                  </a:moveTo>
                  <a:lnTo>
                    <a:pt x="24897" y="0"/>
                  </a:lnTo>
                  <a:lnTo>
                    <a:pt x="17860" y="2165"/>
                  </a:lnTo>
                  <a:lnTo>
                    <a:pt x="6675" y="10829"/>
                  </a:lnTo>
                  <a:lnTo>
                    <a:pt x="3247" y="18048"/>
                  </a:lnTo>
                  <a:lnTo>
                    <a:pt x="2164" y="27975"/>
                  </a:lnTo>
                  <a:lnTo>
                    <a:pt x="20206" y="29600"/>
                  </a:lnTo>
                  <a:lnTo>
                    <a:pt x="20567" y="24366"/>
                  </a:lnTo>
                  <a:lnTo>
                    <a:pt x="21830" y="20575"/>
                  </a:lnTo>
                  <a:lnTo>
                    <a:pt x="26160" y="16063"/>
                  </a:lnTo>
                  <a:lnTo>
                    <a:pt x="29227" y="14980"/>
                  </a:lnTo>
                  <a:lnTo>
                    <a:pt x="36804" y="14980"/>
                  </a:lnTo>
                  <a:lnTo>
                    <a:pt x="39871" y="16063"/>
                  </a:lnTo>
                  <a:lnTo>
                    <a:pt x="44020" y="20395"/>
                  </a:lnTo>
                  <a:lnTo>
                    <a:pt x="45103" y="23463"/>
                  </a:lnTo>
                  <a:lnTo>
                    <a:pt x="45103" y="31224"/>
                  </a:lnTo>
                  <a:lnTo>
                    <a:pt x="44020" y="34834"/>
                  </a:lnTo>
                  <a:lnTo>
                    <a:pt x="39691" y="41151"/>
                  </a:lnTo>
                  <a:lnTo>
                    <a:pt x="34639" y="46385"/>
                  </a:lnTo>
                  <a:lnTo>
                    <a:pt x="19583" y="60638"/>
                  </a:lnTo>
                  <a:lnTo>
                    <a:pt x="13914" y="66600"/>
                  </a:lnTo>
                  <a:lnTo>
                    <a:pt x="9497" y="71885"/>
                  </a:lnTo>
                  <a:lnTo>
                    <a:pt x="2886" y="82122"/>
                  </a:lnTo>
                  <a:lnTo>
                    <a:pt x="721" y="88078"/>
                  </a:lnTo>
                  <a:lnTo>
                    <a:pt x="0" y="94576"/>
                  </a:lnTo>
                  <a:lnTo>
                    <a:pt x="63325" y="94576"/>
                  </a:lnTo>
                  <a:lnTo>
                    <a:pt x="63325" y="77790"/>
                  </a:lnTo>
                  <a:lnTo>
                    <a:pt x="27422" y="77790"/>
                  </a:lnTo>
                  <a:lnTo>
                    <a:pt x="29587" y="74542"/>
                  </a:lnTo>
                  <a:lnTo>
                    <a:pt x="36263" y="67503"/>
                  </a:lnTo>
                  <a:lnTo>
                    <a:pt x="47629" y="57215"/>
                  </a:lnTo>
                  <a:lnTo>
                    <a:pt x="51598" y="53063"/>
                  </a:lnTo>
                  <a:lnTo>
                    <a:pt x="57010" y="46205"/>
                  </a:lnTo>
                  <a:lnTo>
                    <a:pt x="59536" y="42234"/>
                  </a:lnTo>
                  <a:lnTo>
                    <a:pt x="62423" y="34473"/>
                  </a:lnTo>
                  <a:lnTo>
                    <a:pt x="63325" y="30502"/>
                  </a:lnTo>
                  <a:lnTo>
                    <a:pt x="63325" y="18770"/>
                  </a:lnTo>
                  <a:lnTo>
                    <a:pt x="60619" y="12634"/>
                  </a:lnTo>
                  <a:lnTo>
                    <a:pt x="49974" y="2526"/>
                  </a:lnTo>
                  <a:lnTo>
                    <a:pt x="427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10414076" y="4332043"/>
              <a:ext cx="153171" cy="98908"/>
            </a:xfrm>
            <a:prstGeom prst="rect">
              <a:avLst/>
            </a:prstGeom>
            <a:blipFill>
              <a:blip r:embed="rId3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5" name="object 95"/>
          <p:cNvSpPr/>
          <p:nvPr/>
        </p:nvSpPr>
        <p:spPr>
          <a:xfrm>
            <a:off x="9517239" y="4665226"/>
            <a:ext cx="158223" cy="101850"/>
          </a:xfrm>
          <a:prstGeom prst="rect">
            <a:avLst/>
          </a:prstGeom>
          <a:blipFill>
            <a:blip r:embed="rId3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6" name="object 96"/>
          <p:cNvGrpSpPr/>
          <p:nvPr/>
        </p:nvGrpSpPr>
        <p:grpSpPr>
          <a:xfrm>
            <a:off x="7872766" y="5982636"/>
            <a:ext cx="544830" cy="475615"/>
            <a:chOff x="7872766" y="5982636"/>
            <a:chExt cx="544830" cy="475615"/>
          </a:xfrm>
        </p:grpSpPr>
        <p:sp>
          <p:nvSpPr>
            <p:cNvPr id="97" name="object 97"/>
            <p:cNvSpPr/>
            <p:nvPr/>
          </p:nvSpPr>
          <p:spPr>
            <a:xfrm>
              <a:off x="8003927" y="6434332"/>
              <a:ext cx="281940" cy="22225"/>
            </a:xfrm>
            <a:custGeom>
              <a:avLst/>
              <a:gdLst/>
              <a:ahLst/>
              <a:cxnLst/>
              <a:rect l="l" t="t" r="r" b="b"/>
              <a:pathLst>
                <a:path w="281940" h="22225">
                  <a:moveTo>
                    <a:pt x="4871" y="0"/>
                  </a:moveTo>
                  <a:lnTo>
                    <a:pt x="0" y="4844"/>
                  </a:lnTo>
                  <a:lnTo>
                    <a:pt x="0" y="16805"/>
                  </a:lnTo>
                  <a:lnTo>
                    <a:pt x="4871" y="21658"/>
                  </a:lnTo>
                  <a:lnTo>
                    <a:pt x="276574" y="21878"/>
                  </a:lnTo>
                  <a:lnTo>
                    <a:pt x="281445" y="17032"/>
                  </a:lnTo>
                  <a:lnTo>
                    <a:pt x="281445" y="5071"/>
                  </a:lnTo>
                  <a:lnTo>
                    <a:pt x="276574" y="2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8034237" y="5982834"/>
              <a:ext cx="382838" cy="474910"/>
            </a:xfrm>
            <a:prstGeom prst="rect">
              <a:avLst/>
            </a:prstGeom>
            <a:blipFill>
              <a:blip r:embed="rId3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7872756" y="5982639"/>
              <a:ext cx="413384" cy="474980"/>
            </a:xfrm>
            <a:custGeom>
              <a:avLst/>
              <a:gdLst/>
              <a:ahLst/>
              <a:cxnLst/>
              <a:rect l="l" t="t" r="r" b="b"/>
              <a:pathLst>
                <a:path w="413384" h="474979">
                  <a:moveTo>
                    <a:pt x="184924" y="65074"/>
                  </a:moveTo>
                  <a:lnTo>
                    <a:pt x="183121" y="58445"/>
                  </a:lnTo>
                  <a:lnTo>
                    <a:pt x="172847" y="52451"/>
                  </a:lnTo>
                  <a:lnTo>
                    <a:pt x="166166" y="54241"/>
                  </a:lnTo>
                  <a:lnTo>
                    <a:pt x="60439" y="237147"/>
                  </a:lnTo>
                  <a:lnTo>
                    <a:pt x="62242" y="243776"/>
                  </a:lnTo>
                  <a:lnTo>
                    <a:pt x="72529" y="249758"/>
                  </a:lnTo>
                  <a:lnTo>
                    <a:pt x="79209" y="247992"/>
                  </a:lnTo>
                  <a:lnTo>
                    <a:pt x="184924" y="65074"/>
                  </a:lnTo>
                  <a:close/>
                </a:path>
                <a:path w="413384" h="474979">
                  <a:moveTo>
                    <a:pt x="412965" y="6604"/>
                  </a:moveTo>
                  <a:lnTo>
                    <a:pt x="408101" y="1752"/>
                  </a:lnTo>
                  <a:lnTo>
                    <a:pt x="145224" y="1549"/>
                  </a:lnTo>
                  <a:lnTo>
                    <a:pt x="142532" y="0"/>
                  </a:lnTo>
                  <a:lnTo>
                    <a:pt x="136880" y="1549"/>
                  </a:lnTo>
                  <a:lnTo>
                    <a:pt x="136398" y="1536"/>
                  </a:lnTo>
                  <a:lnTo>
                    <a:pt x="136207" y="1727"/>
                  </a:lnTo>
                  <a:lnTo>
                    <a:pt x="136042" y="1765"/>
                  </a:lnTo>
                  <a:lnTo>
                    <a:pt x="135864" y="2057"/>
                  </a:lnTo>
                  <a:lnTo>
                    <a:pt x="131521" y="6375"/>
                  </a:lnTo>
                  <a:lnTo>
                    <a:pt x="131521" y="9588"/>
                  </a:lnTo>
                  <a:lnTo>
                    <a:pt x="4508" y="229298"/>
                  </a:lnTo>
                  <a:lnTo>
                    <a:pt x="1625" y="230936"/>
                  </a:lnTo>
                  <a:lnTo>
                    <a:pt x="190" y="236753"/>
                  </a:lnTo>
                  <a:lnTo>
                    <a:pt x="0" y="237096"/>
                  </a:lnTo>
                  <a:lnTo>
                    <a:pt x="50" y="237337"/>
                  </a:lnTo>
                  <a:lnTo>
                    <a:pt x="0" y="237566"/>
                  </a:lnTo>
                  <a:lnTo>
                    <a:pt x="190" y="237921"/>
                  </a:lnTo>
                  <a:lnTo>
                    <a:pt x="1625" y="243713"/>
                  </a:lnTo>
                  <a:lnTo>
                    <a:pt x="4470" y="245351"/>
                  </a:lnTo>
                  <a:lnTo>
                    <a:pt x="135674" y="473125"/>
                  </a:lnTo>
                  <a:lnTo>
                    <a:pt x="142176" y="474903"/>
                  </a:lnTo>
                  <a:lnTo>
                    <a:pt x="152628" y="468934"/>
                  </a:lnTo>
                  <a:lnTo>
                    <a:pt x="154444" y="462305"/>
                  </a:lnTo>
                  <a:lnTo>
                    <a:pt x="24790" y="237223"/>
                  </a:lnTo>
                  <a:lnTo>
                    <a:pt x="148653" y="23202"/>
                  </a:lnTo>
                  <a:lnTo>
                    <a:pt x="408101" y="23406"/>
                  </a:lnTo>
                  <a:lnTo>
                    <a:pt x="412965" y="18554"/>
                  </a:lnTo>
                  <a:lnTo>
                    <a:pt x="412965" y="66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0" name="object 100"/>
          <p:cNvGrpSpPr/>
          <p:nvPr/>
        </p:nvGrpSpPr>
        <p:grpSpPr>
          <a:xfrm>
            <a:off x="7368329" y="6157043"/>
            <a:ext cx="527685" cy="169545"/>
            <a:chOff x="7368329" y="6157043"/>
            <a:chExt cx="527685" cy="169545"/>
          </a:xfrm>
        </p:grpSpPr>
        <p:sp>
          <p:nvSpPr>
            <p:cNvPr id="101" name="object 101"/>
            <p:cNvSpPr/>
            <p:nvPr/>
          </p:nvSpPr>
          <p:spPr>
            <a:xfrm>
              <a:off x="7368329" y="6157043"/>
              <a:ext cx="100129" cy="125422"/>
            </a:xfrm>
            <a:prstGeom prst="rect">
              <a:avLst/>
            </a:prstGeom>
            <a:blipFill>
              <a:blip r:embed="rId3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102"/>
            <p:cNvSpPr/>
            <p:nvPr/>
          </p:nvSpPr>
          <p:spPr>
            <a:xfrm>
              <a:off x="7490638" y="6157048"/>
              <a:ext cx="405765" cy="169545"/>
            </a:xfrm>
            <a:custGeom>
              <a:avLst/>
              <a:gdLst/>
              <a:ahLst/>
              <a:cxnLst/>
              <a:rect l="l" t="t" r="r" b="b"/>
              <a:pathLst>
                <a:path w="405765" h="169545">
                  <a:moveTo>
                    <a:pt x="62433" y="133959"/>
                  </a:moveTo>
                  <a:lnTo>
                    <a:pt x="60985" y="129108"/>
                  </a:lnTo>
                  <a:lnTo>
                    <a:pt x="54495" y="121069"/>
                  </a:lnTo>
                  <a:lnTo>
                    <a:pt x="50165" y="118478"/>
                  </a:lnTo>
                  <a:lnTo>
                    <a:pt x="44742" y="117322"/>
                  </a:lnTo>
                  <a:lnTo>
                    <a:pt x="53771" y="112407"/>
                  </a:lnTo>
                  <a:lnTo>
                    <a:pt x="58280" y="105816"/>
                  </a:lnTo>
                  <a:lnTo>
                    <a:pt x="58280" y="91744"/>
                  </a:lnTo>
                  <a:lnTo>
                    <a:pt x="56108" y="86525"/>
                  </a:lnTo>
                  <a:lnTo>
                    <a:pt x="46367" y="76263"/>
                  </a:lnTo>
                  <a:lnTo>
                    <a:pt x="39154" y="73418"/>
                  </a:lnTo>
                  <a:lnTo>
                    <a:pt x="25260" y="73418"/>
                  </a:lnTo>
                  <a:lnTo>
                    <a:pt x="1447" y="98005"/>
                  </a:lnTo>
                  <a:lnTo>
                    <a:pt x="18046" y="100838"/>
                  </a:lnTo>
                  <a:lnTo>
                    <a:pt x="18402" y="96723"/>
                  </a:lnTo>
                  <a:lnTo>
                    <a:pt x="19850" y="93599"/>
                  </a:lnTo>
                  <a:lnTo>
                    <a:pt x="24180" y="89319"/>
                  </a:lnTo>
                  <a:lnTo>
                    <a:pt x="26708" y="88265"/>
                  </a:lnTo>
                  <a:lnTo>
                    <a:pt x="33020" y="88265"/>
                  </a:lnTo>
                  <a:lnTo>
                    <a:pt x="35547" y="89192"/>
                  </a:lnTo>
                  <a:lnTo>
                    <a:pt x="39331" y="92951"/>
                  </a:lnTo>
                  <a:lnTo>
                    <a:pt x="40233" y="95478"/>
                  </a:lnTo>
                  <a:lnTo>
                    <a:pt x="40233" y="102374"/>
                  </a:lnTo>
                  <a:lnTo>
                    <a:pt x="38976" y="105346"/>
                  </a:lnTo>
                  <a:lnTo>
                    <a:pt x="33743" y="109842"/>
                  </a:lnTo>
                  <a:lnTo>
                    <a:pt x="30137" y="110909"/>
                  </a:lnTo>
                  <a:lnTo>
                    <a:pt x="25260" y="110782"/>
                  </a:lnTo>
                  <a:lnTo>
                    <a:pt x="23279" y="125476"/>
                  </a:lnTo>
                  <a:lnTo>
                    <a:pt x="26339" y="124574"/>
                  </a:lnTo>
                  <a:lnTo>
                    <a:pt x="29235" y="124117"/>
                  </a:lnTo>
                  <a:lnTo>
                    <a:pt x="35001" y="124117"/>
                  </a:lnTo>
                  <a:lnTo>
                    <a:pt x="37896" y="125463"/>
                  </a:lnTo>
                  <a:lnTo>
                    <a:pt x="42760" y="130759"/>
                  </a:lnTo>
                  <a:lnTo>
                    <a:pt x="44030" y="134353"/>
                  </a:lnTo>
                  <a:lnTo>
                    <a:pt x="44030" y="143687"/>
                  </a:lnTo>
                  <a:lnTo>
                    <a:pt x="42760" y="147472"/>
                  </a:lnTo>
                  <a:lnTo>
                    <a:pt x="37706" y="153123"/>
                  </a:lnTo>
                  <a:lnTo>
                    <a:pt x="34467" y="154559"/>
                  </a:lnTo>
                  <a:lnTo>
                    <a:pt x="27432" y="154559"/>
                  </a:lnTo>
                  <a:lnTo>
                    <a:pt x="24358" y="153365"/>
                  </a:lnTo>
                  <a:lnTo>
                    <a:pt x="19494" y="148666"/>
                  </a:lnTo>
                  <a:lnTo>
                    <a:pt x="18046" y="145262"/>
                  </a:lnTo>
                  <a:lnTo>
                    <a:pt x="17500" y="140817"/>
                  </a:lnTo>
                  <a:lnTo>
                    <a:pt x="0" y="142925"/>
                  </a:lnTo>
                  <a:lnTo>
                    <a:pt x="901" y="150850"/>
                  </a:lnTo>
                  <a:lnTo>
                    <a:pt x="4152" y="157251"/>
                  </a:lnTo>
                  <a:lnTo>
                    <a:pt x="15341" y="167043"/>
                  </a:lnTo>
                  <a:lnTo>
                    <a:pt x="22377" y="169494"/>
                  </a:lnTo>
                  <a:lnTo>
                    <a:pt x="39878" y="169494"/>
                  </a:lnTo>
                  <a:lnTo>
                    <a:pt x="47459" y="166585"/>
                  </a:lnTo>
                  <a:lnTo>
                    <a:pt x="59537" y="154952"/>
                  </a:lnTo>
                  <a:lnTo>
                    <a:pt x="62433" y="147916"/>
                  </a:lnTo>
                  <a:lnTo>
                    <a:pt x="62433" y="133959"/>
                  </a:lnTo>
                  <a:close/>
                </a:path>
                <a:path w="405765" h="169545">
                  <a:moveTo>
                    <a:pt x="182765" y="0"/>
                  </a:moveTo>
                  <a:lnTo>
                    <a:pt x="159308" y="0"/>
                  </a:lnTo>
                  <a:lnTo>
                    <a:pt x="159308" y="83769"/>
                  </a:lnTo>
                  <a:lnTo>
                    <a:pt x="107899" y="0"/>
                  </a:lnTo>
                  <a:lnTo>
                    <a:pt x="83362" y="0"/>
                  </a:lnTo>
                  <a:lnTo>
                    <a:pt x="83362" y="125425"/>
                  </a:lnTo>
                  <a:lnTo>
                    <a:pt x="106807" y="125425"/>
                  </a:lnTo>
                  <a:lnTo>
                    <a:pt x="106807" y="43624"/>
                  </a:lnTo>
                  <a:lnTo>
                    <a:pt x="157327" y="125425"/>
                  </a:lnTo>
                  <a:lnTo>
                    <a:pt x="182765" y="125425"/>
                  </a:lnTo>
                  <a:lnTo>
                    <a:pt x="182765" y="0"/>
                  </a:lnTo>
                  <a:close/>
                </a:path>
                <a:path w="405765" h="169545">
                  <a:moveTo>
                    <a:pt x="405218" y="56959"/>
                  </a:moveTo>
                  <a:lnTo>
                    <a:pt x="400342" y="52108"/>
                  </a:lnTo>
                  <a:lnTo>
                    <a:pt x="207848" y="51968"/>
                  </a:lnTo>
                  <a:lnTo>
                    <a:pt x="202971" y="56794"/>
                  </a:lnTo>
                  <a:lnTo>
                    <a:pt x="202971" y="68770"/>
                  </a:lnTo>
                  <a:lnTo>
                    <a:pt x="207848" y="73609"/>
                  </a:lnTo>
                  <a:lnTo>
                    <a:pt x="400342" y="73761"/>
                  </a:lnTo>
                  <a:lnTo>
                    <a:pt x="405218" y="68935"/>
                  </a:lnTo>
                  <a:lnTo>
                    <a:pt x="405218" y="5695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3" name="object 103"/>
          <p:cNvGrpSpPr/>
          <p:nvPr/>
        </p:nvGrpSpPr>
        <p:grpSpPr>
          <a:xfrm>
            <a:off x="8393801" y="6157873"/>
            <a:ext cx="532130" cy="168275"/>
            <a:chOff x="8393801" y="6157873"/>
            <a:chExt cx="532130" cy="168275"/>
          </a:xfrm>
        </p:grpSpPr>
        <p:sp>
          <p:nvSpPr>
            <p:cNvPr id="104" name="object 104"/>
            <p:cNvSpPr/>
            <p:nvPr/>
          </p:nvSpPr>
          <p:spPr>
            <a:xfrm>
              <a:off x="8611380" y="6157873"/>
              <a:ext cx="230388" cy="125440"/>
            </a:xfrm>
            <a:prstGeom prst="rect">
              <a:avLst/>
            </a:prstGeom>
            <a:blipFill>
              <a:blip r:embed="rId3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8393798" y="6209576"/>
              <a:ext cx="532130" cy="116205"/>
            </a:xfrm>
            <a:custGeom>
              <a:avLst/>
              <a:gdLst/>
              <a:ahLst/>
              <a:cxnLst/>
              <a:rect l="l" t="t" r="r" b="b"/>
              <a:pathLst>
                <a:path w="532129" h="116204">
                  <a:moveTo>
                    <a:pt x="197548" y="4991"/>
                  </a:moveTo>
                  <a:lnTo>
                    <a:pt x="192684" y="139"/>
                  </a:lnTo>
                  <a:lnTo>
                    <a:pt x="4864" y="0"/>
                  </a:lnTo>
                  <a:lnTo>
                    <a:pt x="0" y="4838"/>
                  </a:lnTo>
                  <a:lnTo>
                    <a:pt x="0" y="16802"/>
                  </a:lnTo>
                  <a:lnTo>
                    <a:pt x="4864" y="21653"/>
                  </a:lnTo>
                  <a:lnTo>
                    <a:pt x="192684" y="21793"/>
                  </a:lnTo>
                  <a:lnTo>
                    <a:pt x="197548" y="16967"/>
                  </a:lnTo>
                  <a:lnTo>
                    <a:pt x="197548" y="4991"/>
                  </a:lnTo>
                  <a:close/>
                </a:path>
                <a:path w="532129" h="116204">
                  <a:moveTo>
                    <a:pt x="531672" y="40474"/>
                  </a:moveTo>
                  <a:lnTo>
                    <a:pt x="528967" y="34251"/>
                  </a:lnTo>
                  <a:lnTo>
                    <a:pt x="518325" y="24257"/>
                  </a:lnTo>
                  <a:lnTo>
                    <a:pt x="511111" y="21742"/>
                  </a:lnTo>
                  <a:lnTo>
                    <a:pt x="493242" y="21742"/>
                  </a:lnTo>
                  <a:lnTo>
                    <a:pt x="486206" y="23914"/>
                  </a:lnTo>
                  <a:lnTo>
                    <a:pt x="475030" y="32537"/>
                  </a:lnTo>
                  <a:lnTo>
                    <a:pt x="471601" y="39662"/>
                  </a:lnTo>
                  <a:lnTo>
                    <a:pt x="470522" y="49593"/>
                  </a:lnTo>
                  <a:lnTo>
                    <a:pt x="488556" y="51396"/>
                  </a:lnTo>
                  <a:lnTo>
                    <a:pt x="488924" y="46126"/>
                  </a:lnTo>
                  <a:lnTo>
                    <a:pt x="490181" y="42354"/>
                  </a:lnTo>
                  <a:lnTo>
                    <a:pt x="494512" y="37820"/>
                  </a:lnTo>
                  <a:lnTo>
                    <a:pt x="497573" y="36690"/>
                  </a:lnTo>
                  <a:lnTo>
                    <a:pt x="505155" y="36690"/>
                  </a:lnTo>
                  <a:lnTo>
                    <a:pt x="508038" y="37769"/>
                  </a:lnTo>
                  <a:lnTo>
                    <a:pt x="512368" y="42100"/>
                  </a:lnTo>
                  <a:lnTo>
                    <a:pt x="513461" y="45186"/>
                  </a:lnTo>
                  <a:lnTo>
                    <a:pt x="513461" y="52844"/>
                  </a:lnTo>
                  <a:lnTo>
                    <a:pt x="512191" y="56527"/>
                  </a:lnTo>
                  <a:lnTo>
                    <a:pt x="507860" y="62953"/>
                  </a:lnTo>
                  <a:lnTo>
                    <a:pt x="502996" y="68072"/>
                  </a:lnTo>
                  <a:lnTo>
                    <a:pt x="487908" y="82334"/>
                  </a:lnTo>
                  <a:lnTo>
                    <a:pt x="482180" y="88315"/>
                  </a:lnTo>
                  <a:lnTo>
                    <a:pt x="468350" y="116205"/>
                  </a:lnTo>
                  <a:lnTo>
                    <a:pt x="531672" y="116205"/>
                  </a:lnTo>
                  <a:lnTo>
                    <a:pt x="531672" y="99466"/>
                  </a:lnTo>
                  <a:lnTo>
                    <a:pt x="495769" y="99466"/>
                  </a:lnTo>
                  <a:lnTo>
                    <a:pt x="496671" y="97840"/>
                  </a:lnTo>
                  <a:lnTo>
                    <a:pt x="501002" y="92735"/>
                  </a:lnTo>
                  <a:lnTo>
                    <a:pt x="519950" y="74841"/>
                  </a:lnTo>
                  <a:lnTo>
                    <a:pt x="525360" y="67856"/>
                  </a:lnTo>
                  <a:lnTo>
                    <a:pt x="527888" y="63855"/>
                  </a:lnTo>
                  <a:lnTo>
                    <a:pt x="530771" y="56197"/>
                  </a:lnTo>
                  <a:lnTo>
                    <a:pt x="531672" y="52158"/>
                  </a:lnTo>
                  <a:lnTo>
                    <a:pt x="531672" y="4047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6" name="object 106"/>
          <p:cNvGrpSpPr/>
          <p:nvPr/>
        </p:nvGrpSpPr>
        <p:grpSpPr>
          <a:xfrm>
            <a:off x="7680262" y="6011155"/>
            <a:ext cx="155575" cy="155575"/>
            <a:chOff x="7680262" y="6011155"/>
            <a:chExt cx="155575" cy="155575"/>
          </a:xfrm>
        </p:grpSpPr>
        <p:sp>
          <p:nvSpPr>
            <p:cNvPr id="107" name="object 107"/>
            <p:cNvSpPr/>
            <p:nvPr/>
          </p:nvSpPr>
          <p:spPr>
            <a:xfrm>
              <a:off x="7688924" y="6019817"/>
              <a:ext cx="138430" cy="138430"/>
            </a:xfrm>
            <a:custGeom>
              <a:avLst/>
              <a:gdLst/>
              <a:ahLst/>
              <a:cxnLst/>
              <a:rect l="l" t="t" r="r" b="b"/>
              <a:pathLst>
                <a:path w="138429" h="138429">
                  <a:moveTo>
                    <a:pt x="138016" y="69037"/>
                  </a:moveTo>
                  <a:lnTo>
                    <a:pt x="132601" y="95905"/>
                  </a:lnTo>
                  <a:lnTo>
                    <a:pt x="117832" y="117850"/>
                  </a:lnTo>
                  <a:lnTo>
                    <a:pt x="95926" y="132647"/>
                  </a:lnTo>
                  <a:lnTo>
                    <a:pt x="69098" y="138074"/>
                  </a:lnTo>
                  <a:lnTo>
                    <a:pt x="42242" y="132647"/>
                  </a:lnTo>
                  <a:lnTo>
                    <a:pt x="20274" y="117850"/>
                  </a:lnTo>
                  <a:lnTo>
                    <a:pt x="5443" y="95905"/>
                  </a:lnTo>
                  <a:lnTo>
                    <a:pt x="0" y="69037"/>
                  </a:lnTo>
                  <a:lnTo>
                    <a:pt x="5443" y="42160"/>
                  </a:lnTo>
                  <a:lnTo>
                    <a:pt x="20274" y="20217"/>
                  </a:lnTo>
                  <a:lnTo>
                    <a:pt x="42242" y="5423"/>
                  </a:lnTo>
                  <a:lnTo>
                    <a:pt x="69098" y="0"/>
                  </a:lnTo>
                  <a:lnTo>
                    <a:pt x="95926" y="5423"/>
                  </a:lnTo>
                  <a:lnTo>
                    <a:pt x="117832" y="20217"/>
                  </a:lnTo>
                  <a:lnTo>
                    <a:pt x="132601" y="42160"/>
                  </a:lnTo>
                  <a:lnTo>
                    <a:pt x="138016" y="69037"/>
                  </a:lnTo>
                  <a:close/>
                </a:path>
              </a:pathLst>
            </a:custGeom>
            <a:ln w="173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08"/>
            <p:cNvSpPr/>
            <p:nvPr/>
          </p:nvSpPr>
          <p:spPr>
            <a:xfrm>
              <a:off x="7716888" y="6047803"/>
              <a:ext cx="81280" cy="81280"/>
            </a:xfrm>
            <a:custGeom>
              <a:avLst/>
              <a:gdLst/>
              <a:ahLst/>
              <a:cxnLst/>
              <a:rect l="l" t="t" r="r" b="b"/>
              <a:pathLst>
                <a:path w="81279" h="81279">
                  <a:moveTo>
                    <a:pt x="81102" y="31902"/>
                  </a:moveTo>
                  <a:lnTo>
                    <a:pt x="49250" y="31902"/>
                  </a:lnTo>
                  <a:lnTo>
                    <a:pt x="49250" y="0"/>
                  </a:lnTo>
                  <a:lnTo>
                    <a:pt x="31927" y="0"/>
                  </a:lnTo>
                  <a:lnTo>
                    <a:pt x="31927" y="31902"/>
                  </a:lnTo>
                  <a:lnTo>
                    <a:pt x="0" y="31902"/>
                  </a:lnTo>
                  <a:lnTo>
                    <a:pt x="0" y="49237"/>
                  </a:lnTo>
                  <a:lnTo>
                    <a:pt x="31927" y="49237"/>
                  </a:lnTo>
                  <a:lnTo>
                    <a:pt x="31927" y="81140"/>
                  </a:lnTo>
                  <a:lnTo>
                    <a:pt x="49250" y="81140"/>
                  </a:lnTo>
                  <a:lnTo>
                    <a:pt x="49250" y="49237"/>
                  </a:lnTo>
                  <a:lnTo>
                    <a:pt x="81102" y="49237"/>
                  </a:lnTo>
                  <a:lnTo>
                    <a:pt x="81102" y="319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9" name="object 109"/>
          <p:cNvSpPr/>
          <p:nvPr/>
        </p:nvSpPr>
        <p:spPr>
          <a:xfrm>
            <a:off x="7137218" y="6167457"/>
            <a:ext cx="158583" cy="129717"/>
          </a:xfrm>
          <a:prstGeom prst="rect">
            <a:avLst/>
          </a:prstGeom>
          <a:blipFill>
            <a:blip r:embed="rId3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10" name="object 110"/>
          <p:cNvGrpSpPr/>
          <p:nvPr/>
        </p:nvGrpSpPr>
        <p:grpSpPr>
          <a:xfrm>
            <a:off x="7124768" y="5955853"/>
            <a:ext cx="155575" cy="155575"/>
            <a:chOff x="7124768" y="5955853"/>
            <a:chExt cx="155575" cy="155575"/>
          </a:xfrm>
        </p:grpSpPr>
        <p:sp>
          <p:nvSpPr>
            <p:cNvPr id="111" name="object 111"/>
            <p:cNvSpPr/>
            <p:nvPr/>
          </p:nvSpPr>
          <p:spPr>
            <a:xfrm>
              <a:off x="7133429" y="5964515"/>
              <a:ext cx="138430" cy="138430"/>
            </a:xfrm>
            <a:custGeom>
              <a:avLst/>
              <a:gdLst/>
              <a:ahLst/>
              <a:cxnLst/>
              <a:rect l="l" t="t" r="r" b="b"/>
              <a:pathLst>
                <a:path w="138429" h="138429">
                  <a:moveTo>
                    <a:pt x="138016" y="69037"/>
                  </a:moveTo>
                  <a:lnTo>
                    <a:pt x="132573" y="95905"/>
                  </a:lnTo>
                  <a:lnTo>
                    <a:pt x="117742" y="117850"/>
                  </a:lnTo>
                  <a:lnTo>
                    <a:pt x="95774" y="132647"/>
                  </a:lnTo>
                  <a:lnTo>
                    <a:pt x="68918" y="138074"/>
                  </a:lnTo>
                  <a:lnTo>
                    <a:pt x="42090" y="132647"/>
                  </a:lnTo>
                  <a:lnTo>
                    <a:pt x="20183" y="117850"/>
                  </a:lnTo>
                  <a:lnTo>
                    <a:pt x="5415" y="95905"/>
                  </a:lnTo>
                  <a:lnTo>
                    <a:pt x="0" y="69037"/>
                  </a:lnTo>
                  <a:lnTo>
                    <a:pt x="5415" y="42160"/>
                  </a:lnTo>
                  <a:lnTo>
                    <a:pt x="20183" y="20217"/>
                  </a:lnTo>
                  <a:lnTo>
                    <a:pt x="42090" y="5423"/>
                  </a:lnTo>
                  <a:lnTo>
                    <a:pt x="68918" y="0"/>
                  </a:lnTo>
                  <a:lnTo>
                    <a:pt x="95774" y="5423"/>
                  </a:lnTo>
                  <a:lnTo>
                    <a:pt x="117742" y="20217"/>
                  </a:lnTo>
                  <a:lnTo>
                    <a:pt x="132573" y="42160"/>
                  </a:lnTo>
                  <a:lnTo>
                    <a:pt x="138016" y="69037"/>
                  </a:lnTo>
                  <a:close/>
                </a:path>
              </a:pathLst>
            </a:custGeom>
            <a:ln w="1732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112"/>
            <p:cNvSpPr/>
            <p:nvPr/>
          </p:nvSpPr>
          <p:spPr>
            <a:xfrm>
              <a:off x="7161394" y="6024401"/>
              <a:ext cx="81280" cy="17780"/>
            </a:xfrm>
            <a:custGeom>
              <a:avLst/>
              <a:gdLst/>
              <a:ahLst/>
              <a:cxnLst/>
              <a:rect l="l" t="t" r="r" b="b"/>
              <a:pathLst>
                <a:path w="81279" h="17779">
                  <a:moveTo>
                    <a:pt x="81105" y="0"/>
                  </a:moveTo>
                  <a:lnTo>
                    <a:pt x="0" y="0"/>
                  </a:lnTo>
                  <a:lnTo>
                    <a:pt x="0" y="17327"/>
                  </a:lnTo>
                  <a:lnTo>
                    <a:pt x="81105" y="17327"/>
                  </a:lnTo>
                  <a:lnTo>
                    <a:pt x="8110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3" name="object 113"/>
          <p:cNvGrpSpPr/>
          <p:nvPr/>
        </p:nvGrpSpPr>
        <p:grpSpPr>
          <a:xfrm>
            <a:off x="1685033" y="819540"/>
            <a:ext cx="9088755" cy="2386330"/>
            <a:chOff x="1685033" y="819540"/>
            <a:chExt cx="9088755" cy="2386330"/>
          </a:xfrm>
        </p:grpSpPr>
        <p:sp>
          <p:nvSpPr>
            <p:cNvPr id="114" name="object 114"/>
            <p:cNvSpPr/>
            <p:nvPr/>
          </p:nvSpPr>
          <p:spPr>
            <a:xfrm>
              <a:off x="10246292" y="2321211"/>
              <a:ext cx="82809" cy="92771"/>
            </a:xfrm>
            <a:prstGeom prst="rect">
              <a:avLst/>
            </a:prstGeom>
            <a:blipFill>
              <a:blip r:embed="rId4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object 115"/>
            <p:cNvSpPr/>
            <p:nvPr/>
          </p:nvSpPr>
          <p:spPr>
            <a:xfrm>
              <a:off x="1733749" y="889930"/>
              <a:ext cx="9039860" cy="2315845"/>
            </a:xfrm>
            <a:custGeom>
              <a:avLst/>
              <a:gdLst/>
              <a:ahLst/>
              <a:cxnLst/>
              <a:rect l="l" t="t" r="r" b="b"/>
              <a:pathLst>
                <a:path w="9039860" h="2315845">
                  <a:moveTo>
                    <a:pt x="0" y="2250702"/>
                  </a:moveTo>
                  <a:lnTo>
                    <a:pt x="5107" y="2275931"/>
                  </a:lnTo>
                  <a:lnTo>
                    <a:pt x="19031" y="2296591"/>
                  </a:lnTo>
                  <a:lnTo>
                    <a:pt x="39677" y="2310551"/>
                  </a:lnTo>
                  <a:lnTo>
                    <a:pt x="64948" y="2315678"/>
                  </a:lnTo>
                  <a:lnTo>
                    <a:pt x="8974763" y="2315678"/>
                  </a:lnTo>
                  <a:lnTo>
                    <a:pt x="8999982" y="2310551"/>
                  </a:lnTo>
                  <a:lnTo>
                    <a:pt x="9020633" y="2296591"/>
                  </a:lnTo>
                  <a:lnTo>
                    <a:pt x="9034587" y="2275931"/>
                  </a:lnTo>
                  <a:lnTo>
                    <a:pt x="9035312" y="2272360"/>
                  </a:lnTo>
                  <a:lnTo>
                    <a:pt x="21649" y="2272360"/>
                  </a:lnTo>
                  <a:lnTo>
                    <a:pt x="0" y="2250702"/>
                  </a:lnTo>
                  <a:close/>
                </a:path>
                <a:path w="9039860" h="2315845">
                  <a:moveTo>
                    <a:pt x="8996413" y="0"/>
                  </a:moveTo>
                  <a:lnTo>
                    <a:pt x="8996413" y="2207384"/>
                  </a:lnTo>
                  <a:lnTo>
                    <a:pt x="8977334" y="2253274"/>
                  </a:lnTo>
                  <a:lnTo>
                    <a:pt x="8931464" y="2272360"/>
                  </a:lnTo>
                  <a:lnTo>
                    <a:pt x="9035312" y="2272360"/>
                  </a:lnTo>
                  <a:lnTo>
                    <a:pt x="9039712" y="2250702"/>
                  </a:lnTo>
                  <a:lnTo>
                    <a:pt x="9039712" y="43317"/>
                  </a:lnTo>
                  <a:lnTo>
                    <a:pt x="8996413" y="0"/>
                  </a:lnTo>
                  <a:close/>
                </a:path>
              </a:pathLst>
            </a:custGeom>
            <a:solidFill>
              <a:srgbClr val="000000">
                <a:alpha val="2470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6" name="object 116"/>
            <p:cNvSpPr/>
            <p:nvPr/>
          </p:nvSpPr>
          <p:spPr>
            <a:xfrm>
              <a:off x="1690447" y="824955"/>
              <a:ext cx="9039860" cy="2337435"/>
            </a:xfrm>
            <a:custGeom>
              <a:avLst/>
              <a:gdLst/>
              <a:ahLst/>
              <a:cxnLst/>
              <a:rect l="l" t="t" r="r" b="b"/>
              <a:pathLst>
                <a:path w="9039860" h="2337435">
                  <a:moveTo>
                    <a:pt x="0" y="2272360"/>
                  </a:moveTo>
                  <a:lnTo>
                    <a:pt x="0" y="996216"/>
                  </a:lnTo>
                  <a:lnTo>
                    <a:pt x="0" y="340899"/>
                  </a:lnTo>
                  <a:lnTo>
                    <a:pt x="0" y="99466"/>
                  </a:lnTo>
                  <a:lnTo>
                    <a:pt x="5107" y="39670"/>
                  </a:lnTo>
                  <a:lnTo>
                    <a:pt x="39678" y="5101"/>
                  </a:lnTo>
                  <a:lnTo>
                    <a:pt x="64950" y="0"/>
                  </a:lnTo>
                  <a:lnTo>
                    <a:pt x="5215937" y="0"/>
                  </a:lnTo>
                  <a:lnTo>
                    <a:pt x="7861038" y="0"/>
                  </a:lnTo>
                  <a:lnTo>
                    <a:pt x="8835549" y="0"/>
                  </a:lnTo>
                  <a:lnTo>
                    <a:pt x="8974765" y="0"/>
                  </a:lnTo>
                  <a:lnTo>
                    <a:pt x="8999983" y="5101"/>
                  </a:lnTo>
                  <a:lnTo>
                    <a:pt x="9020635" y="19019"/>
                  </a:lnTo>
                  <a:lnTo>
                    <a:pt x="9034589" y="39670"/>
                  </a:lnTo>
                  <a:lnTo>
                    <a:pt x="9039714" y="64976"/>
                  </a:lnTo>
                  <a:lnTo>
                    <a:pt x="9039714" y="1341120"/>
                  </a:lnTo>
                  <a:lnTo>
                    <a:pt x="9039714" y="1996437"/>
                  </a:lnTo>
                  <a:lnTo>
                    <a:pt x="9039714" y="2237870"/>
                  </a:lnTo>
                  <a:lnTo>
                    <a:pt x="9039714" y="2272360"/>
                  </a:lnTo>
                  <a:lnTo>
                    <a:pt x="9034589" y="2297589"/>
                  </a:lnTo>
                  <a:lnTo>
                    <a:pt x="9020635" y="2318250"/>
                  </a:lnTo>
                  <a:lnTo>
                    <a:pt x="8999983" y="2332209"/>
                  </a:lnTo>
                  <a:lnTo>
                    <a:pt x="8974765" y="2337336"/>
                  </a:lnTo>
                  <a:lnTo>
                    <a:pt x="3823778" y="2337336"/>
                  </a:lnTo>
                  <a:lnTo>
                    <a:pt x="1178677" y="2337336"/>
                  </a:lnTo>
                  <a:lnTo>
                    <a:pt x="204166" y="2337336"/>
                  </a:lnTo>
                  <a:lnTo>
                    <a:pt x="64950" y="2337336"/>
                  </a:lnTo>
                  <a:lnTo>
                    <a:pt x="39678" y="2332209"/>
                  </a:lnTo>
                  <a:lnTo>
                    <a:pt x="19032" y="2318250"/>
                  </a:lnTo>
                  <a:lnTo>
                    <a:pt x="5107" y="2297589"/>
                  </a:lnTo>
                  <a:lnTo>
                    <a:pt x="0" y="2272360"/>
                  </a:lnTo>
                  <a:close/>
                </a:path>
              </a:pathLst>
            </a:custGeom>
            <a:ln w="1082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7" name="object 117"/>
          <p:cNvGrpSpPr/>
          <p:nvPr/>
        </p:nvGrpSpPr>
        <p:grpSpPr>
          <a:xfrm>
            <a:off x="7221111" y="4896487"/>
            <a:ext cx="643255" cy="980440"/>
            <a:chOff x="7221111" y="4896487"/>
            <a:chExt cx="643255" cy="980440"/>
          </a:xfrm>
        </p:grpSpPr>
        <p:sp>
          <p:nvSpPr>
            <p:cNvPr id="118" name="object 118"/>
            <p:cNvSpPr/>
            <p:nvPr/>
          </p:nvSpPr>
          <p:spPr>
            <a:xfrm>
              <a:off x="7221111" y="4896487"/>
              <a:ext cx="607695" cy="840740"/>
            </a:xfrm>
            <a:custGeom>
              <a:avLst/>
              <a:gdLst/>
              <a:ahLst/>
              <a:cxnLst/>
              <a:rect l="l" t="t" r="r" b="b"/>
              <a:pathLst>
                <a:path w="607695" h="840739">
                  <a:moveTo>
                    <a:pt x="607269" y="794929"/>
                  </a:moveTo>
                  <a:lnTo>
                    <a:pt x="585623" y="794929"/>
                  </a:lnTo>
                  <a:lnTo>
                    <a:pt x="585623" y="795488"/>
                  </a:lnTo>
                  <a:lnTo>
                    <a:pt x="585587" y="795687"/>
                  </a:lnTo>
                  <a:lnTo>
                    <a:pt x="583999" y="829041"/>
                  </a:lnTo>
                  <a:lnTo>
                    <a:pt x="583639" y="835015"/>
                  </a:lnTo>
                  <a:lnTo>
                    <a:pt x="588329" y="840087"/>
                  </a:lnTo>
                  <a:lnTo>
                    <a:pt x="600237" y="840665"/>
                  </a:lnTo>
                  <a:lnTo>
                    <a:pt x="605288" y="836044"/>
                  </a:lnTo>
                  <a:lnTo>
                    <a:pt x="605698" y="829041"/>
                  </a:lnTo>
                  <a:lnTo>
                    <a:pt x="607273" y="795687"/>
                  </a:lnTo>
                  <a:lnTo>
                    <a:pt x="607269" y="794929"/>
                  </a:lnTo>
                  <a:close/>
                </a:path>
                <a:path w="607695" h="840739">
                  <a:moveTo>
                    <a:pt x="585620" y="794985"/>
                  </a:moveTo>
                  <a:lnTo>
                    <a:pt x="585597" y="795488"/>
                  </a:lnTo>
                  <a:lnTo>
                    <a:pt x="585620" y="794985"/>
                  </a:lnTo>
                  <a:close/>
                </a:path>
                <a:path w="607695" h="840739">
                  <a:moveTo>
                    <a:pt x="607094" y="761520"/>
                  </a:moveTo>
                  <a:lnTo>
                    <a:pt x="585443" y="761520"/>
                  </a:lnTo>
                  <a:lnTo>
                    <a:pt x="585620" y="794985"/>
                  </a:lnTo>
                  <a:lnTo>
                    <a:pt x="607269" y="794929"/>
                  </a:lnTo>
                  <a:lnTo>
                    <a:pt x="607094" y="761520"/>
                  </a:lnTo>
                  <a:close/>
                </a:path>
                <a:path w="607695" h="840739">
                  <a:moveTo>
                    <a:pt x="584634" y="596445"/>
                  </a:moveTo>
                  <a:lnTo>
                    <a:pt x="562530" y="596445"/>
                  </a:lnTo>
                  <a:lnTo>
                    <a:pt x="570108" y="629474"/>
                  </a:lnTo>
                  <a:lnTo>
                    <a:pt x="576242" y="662215"/>
                  </a:lnTo>
                  <a:lnTo>
                    <a:pt x="580932" y="695299"/>
                  </a:lnTo>
                  <a:lnTo>
                    <a:pt x="580801" y="695299"/>
                  </a:lnTo>
                  <a:lnTo>
                    <a:pt x="583999" y="728491"/>
                  </a:lnTo>
                  <a:lnTo>
                    <a:pt x="583841" y="728491"/>
                  </a:lnTo>
                  <a:lnTo>
                    <a:pt x="585443" y="761989"/>
                  </a:lnTo>
                  <a:lnTo>
                    <a:pt x="585443" y="761520"/>
                  </a:lnTo>
                  <a:lnTo>
                    <a:pt x="607094" y="761520"/>
                  </a:lnTo>
                  <a:lnTo>
                    <a:pt x="607092" y="761195"/>
                  </a:lnTo>
                  <a:lnTo>
                    <a:pt x="605551" y="728491"/>
                  </a:lnTo>
                  <a:lnTo>
                    <a:pt x="583999" y="728491"/>
                  </a:lnTo>
                  <a:lnTo>
                    <a:pt x="583819" y="728021"/>
                  </a:lnTo>
                  <a:lnTo>
                    <a:pt x="605529" y="728021"/>
                  </a:lnTo>
                  <a:lnTo>
                    <a:pt x="605469" y="726740"/>
                  </a:lnTo>
                  <a:lnTo>
                    <a:pt x="602649" y="695299"/>
                  </a:lnTo>
                  <a:lnTo>
                    <a:pt x="580932" y="695299"/>
                  </a:lnTo>
                  <a:lnTo>
                    <a:pt x="580752" y="694793"/>
                  </a:lnTo>
                  <a:lnTo>
                    <a:pt x="602604" y="694793"/>
                  </a:lnTo>
                  <a:lnTo>
                    <a:pt x="602402" y="692537"/>
                  </a:lnTo>
                  <a:lnTo>
                    <a:pt x="597530" y="658461"/>
                  </a:lnTo>
                  <a:lnTo>
                    <a:pt x="591216" y="624836"/>
                  </a:lnTo>
                  <a:lnTo>
                    <a:pt x="584634" y="596445"/>
                  </a:lnTo>
                  <a:close/>
                </a:path>
                <a:path w="607695" h="840739">
                  <a:moveTo>
                    <a:pt x="576061" y="661728"/>
                  </a:moveTo>
                  <a:lnTo>
                    <a:pt x="576132" y="662215"/>
                  </a:lnTo>
                  <a:lnTo>
                    <a:pt x="576061" y="661728"/>
                  </a:lnTo>
                  <a:close/>
                </a:path>
                <a:path w="607695" h="840739">
                  <a:moveTo>
                    <a:pt x="569927" y="629059"/>
                  </a:moveTo>
                  <a:lnTo>
                    <a:pt x="570006" y="629474"/>
                  </a:lnTo>
                  <a:lnTo>
                    <a:pt x="569927" y="629059"/>
                  </a:lnTo>
                  <a:close/>
                </a:path>
                <a:path w="607695" h="840739">
                  <a:moveTo>
                    <a:pt x="554944" y="501417"/>
                  </a:moveTo>
                  <a:lnTo>
                    <a:pt x="531860" y="501417"/>
                  </a:lnTo>
                  <a:lnTo>
                    <a:pt x="543587" y="533093"/>
                  </a:lnTo>
                  <a:lnTo>
                    <a:pt x="553870" y="564877"/>
                  </a:lnTo>
                  <a:lnTo>
                    <a:pt x="562530" y="596896"/>
                  </a:lnTo>
                  <a:lnTo>
                    <a:pt x="562530" y="596445"/>
                  </a:lnTo>
                  <a:lnTo>
                    <a:pt x="584634" y="596445"/>
                  </a:lnTo>
                  <a:lnTo>
                    <a:pt x="583458" y="591373"/>
                  </a:lnTo>
                  <a:lnTo>
                    <a:pt x="574437" y="558434"/>
                  </a:lnTo>
                  <a:lnTo>
                    <a:pt x="563973" y="525765"/>
                  </a:lnTo>
                  <a:lnTo>
                    <a:pt x="554944" y="501417"/>
                  </a:lnTo>
                  <a:close/>
                </a:path>
                <a:path w="607695" h="840739">
                  <a:moveTo>
                    <a:pt x="553690" y="564408"/>
                  </a:moveTo>
                  <a:lnTo>
                    <a:pt x="553818" y="564877"/>
                  </a:lnTo>
                  <a:lnTo>
                    <a:pt x="553690" y="564408"/>
                  </a:lnTo>
                  <a:close/>
                </a:path>
                <a:path w="607695" h="840739">
                  <a:moveTo>
                    <a:pt x="543406" y="532660"/>
                  </a:moveTo>
                  <a:lnTo>
                    <a:pt x="543547" y="533093"/>
                  </a:lnTo>
                  <a:lnTo>
                    <a:pt x="543406" y="532660"/>
                  </a:lnTo>
                  <a:close/>
                </a:path>
                <a:path w="607695" h="840739">
                  <a:moveTo>
                    <a:pt x="542337" y="470571"/>
                  </a:moveTo>
                  <a:lnTo>
                    <a:pt x="518870" y="470571"/>
                  </a:lnTo>
                  <a:lnTo>
                    <a:pt x="519050" y="470968"/>
                  </a:lnTo>
                  <a:lnTo>
                    <a:pt x="531860" y="501832"/>
                  </a:lnTo>
                  <a:lnTo>
                    <a:pt x="531860" y="501417"/>
                  </a:lnTo>
                  <a:lnTo>
                    <a:pt x="554944" y="501417"/>
                  </a:lnTo>
                  <a:lnTo>
                    <a:pt x="552066" y="493656"/>
                  </a:lnTo>
                  <a:lnTo>
                    <a:pt x="542337" y="470571"/>
                  </a:lnTo>
                  <a:close/>
                </a:path>
                <a:path w="607695" h="840739">
                  <a:moveTo>
                    <a:pt x="518921" y="470694"/>
                  </a:moveTo>
                  <a:lnTo>
                    <a:pt x="519035" y="470968"/>
                  </a:lnTo>
                  <a:lnTo>
                    <a:pt x="518921" y="470694"/>
                  </a:lnTo>
                  <a:close/>
                </a:path>
                <a:path w="607695" h="840739">
                  <a:moveTo>
                    <a:pt x="528528" y="440375"/>
                  </a:moveTo>
                  <a:lnTo>
                    <a:pt x="504617" y="440375"/>
                  </a:lnTo>
                  <a:lnTo>
                    <a:pt x="504798" y="440754"/>
                  </a:lnTo>
                  <a:lnTo>
                    <a:pt x="518921" y="470694"/>
                  </a:lnTo>
                  <a:lnTo>
                    <a:pt x="542337" y="470571"/>
                  </a:lnTo>
                  <a:lnTo>
                    <a:pt x="538716" y="461980"/>
                  </a:lnTo>
                  <a:lnTo>
                    <a:pt x="528528" y="440375"/>
                  </a:lnTo>
                  <a:close/>
                </a:path>
                <a:path w="607695" h="840739">
                  <a:moveTo>
                    <a:pt x="504779" y="440719"/>
                  </a:moveTo>
                  <a:close/>
                </a:path>
                <a:path w="607695" h="840739">
                  <a:moveTo>
                    <a:pt x="513644" y="410703"/>
                  </a:moveTo>
                  <a:lnTo>
                    <a:pt x="489282" y="410703"/>
                  </a:lnTo>
                  <a:lnTo>
                    <a:pt x="504779" y="440719"/>
                  </a:lnTo>
                  <a:lnTo>
                    <a:pt x="504617" y="440375"/>
                  </a:lnTo>
                  <a:lnTo>
                    <a:pt x="528528" y="440375"/>
                  </a:lnTo>
                  <a:lnTo>
                    <a:pt x="524102" y="430990"/>
                  </a:lnTo>
                  <a:lnTo>
                    <a:pt x="513644" y="410703"/>
                  </a:lnTo>
                  <a:close/>
                </a:path>
                <a:path w="607695" h="840739">
                  <a:moveTo>
                    <a:pt x="497683" y="381734"/>
                  </a:moveTo>
                  <a:lnTo>
                    <a:pt x="472684" y="381734"/>
                  </a:lnTo>
                  <a:lnTo>
                    <a:pt x="489463" y="411100"/>
                  </a:lnTo>
                  <a:lnTo>
                    <a:pt x="489282" y="410703"/>
                  </a:lnTo>
                  <a:lnTo>
                    <a:pt x="513644" y="410703"/>
                  </a:lnTo>
                  <a:lnTo>
                    <a:pt x="508406" y="400541"/>
                  </a:lnTo>
                  <a:lnTo>
                    <a:pt x="497683" y="381734"/>
                  </a:lnTo>
                  <a:close/>
                </a:path>
                <a:path w="607695" h="840739">
                  <a:moveTo>
                    <a:pt x="436060" y="325765"/>
                  </a:moveTo>
                  <a:lnTo>
                    <a:pt x="455364" y="353777"/>
                  </a:lnTo>
                  <a:lnTo>
                    <a:pt x="472864" y="382077"/>
                  </a:lnTo>
                  <a:lnTo>
                    <a:pt x="472684" y="381734"/>
                  </a:lnTo>
                  <a:lnTo>
                    <a:pt x="497683" y="381734"/>
                  </a:lnTo>
                  <a:lnTo>
                    <a:pt x="491447" y="370797"/>
                  </a:lnTo>
                  <a:lnTo>
                    <a:pt x="473225" y="341720"/>
                  </a:lnTo>
                  <a:lnTo>
                    <a:pt x="462591" y="326090"/>
                  </a:lnTo>
                  <a:lnTo>
                    <a:pt x="436421" y="326090"/>
                  </a:lnTo>
                  <a:lnTo>
                    <a:pt x="436060" y="325765"/>
                  </a:lnTo>
                  <a:close/>
                </a:path>
                <a:path w="607695" h="840739">
                  <a:moveTo>
                    <a:pt x="455003" y="353380"/>
                  </a:moveTo>
                  <a:lnTo>
                    <a:pt x="455251" y="353777"/>
                  </a:lnTo>
                  <a:lnTo>
                    <a:pt x="455003" y="353380"/>
                  </a:lnTo>
                  <a:close/>
                </a:path>
                <a:path w="607695" h="840739">
                  <a:moveTo>
                    <a:pt x="443119" y="298872"/>
                  </a:moveTo>
                  <a:lnTo>
                    <a:pt x="416214" y="298872"/>
                  </a:lnTo>
                  <a:lnTo>
                    <a:pt x="436421" y="326090"/>
                  </a:lnTo>
                  <a:lnTo>
                    <a:pt x="462591" y="326090"/>
                  </a:lnTo>
                  <a:lnTo>
                    <a:pt x="453921" y="313347"/>
                  </a:lnTo>
                  <a:lnTo>
                    <a:pt x="443119" y="298872"/>
                  </a:lnTo>
                  <a:close/>
                </a:path>
                <a:path w="607695" h="840739">
                  <a:moveTo>
                    <a:pt x="423012" y="272972"/>
                  </a:moveTo>
                  <a:lnTo>
                    <a:pt x="395286" y="272972"/>
                  </a:lnTo>
                  <a:lnTo>
                    <a:pt x="416395" y="299233"/>
                  </a:lnTo>
                  <a:lnTo>
                    <a:pt x="416214" y="298872"/>
                  </a:lnTo>
                  <a:lnTo>
                    <a:pt x="443119" y="298872"/>
                  </a:lnTo>
                  <a:lnTo>
                    <a:pt x="433354" y="285786"/>
                  </a:lnTo>
                  <a:lnTo>
                    <a:pt x="423012" y="272972"/>
                  </a:lnTo>
                  <a:close/>
                </a:path>
                <a:path w="607695" h="840739">
                  <a:moveTo>
                    <a:pt x="309533" y="157025"/>
                  </a:moveTo>
                  <a:lnTo>
                    <a:pt x="275492" y="157025"/>
                  </a:lnTo>
                  <a:lnTo>
                    <a:pt x="301652" y="178540"/>
                  </a:lnTo>
                  <a:lnTo>
                    <a:pt x="326549" y="200740"/>
                  </a:lnTo>
                  <a:lnTo>
                    <a:pt x="350544" y="224005"/>
                  </a:lnTo>
                  <a:lnTo>
                    <a:pt x="373456" y="248172"/>
                  </a:lnTo>
                  <a:lnTo>
                    <a:pt x="395467" y="273315"/>
                  </a:lnTo>
                  <a:lnTo>
                    <a:pt x="395286" y="272972"/>
                  </a:lnTo>
                  <a:lnTo>
                    <a:pt x="423012" y="272972"/>
                  </a:lnTo>
                  <a:lnTo>
                    <a:pt x="389333" y="233408"/>
                  </a:lnTo>
                  <a:lnTo>
                    <a:pt x="340982" y="184730"/>
                  </a:lnTo>
                  <a:lnTo>
                    <a:pt x="315543" y="161971"/>
                  </a:lnTo>
                  <a:lnTo>
                    <a:pt x="309533" y="157025"/>
                  </a:lnTo>
                  <a:close/>
                </a:path>
                <a:path w="607695" h="840739">
                  <a:moveTo>
                    <a:pt x="373096" y="247866"/>
                  </a:moveTo>
                  <a:lnTo>
                    <a:pt x="373365" y="248172"/>
                  </a:lnTo>
                  <a:lnTo>
                    <a:pt x="373096" y="247866"/>
                  </a:lnTo>
                  <a:close/>
                </a:path>
                <a:path w="607695" h="840739">
                  <a:moveTo>
                    <a:pt x="350183" y="223680"/>
                  </a:moveTo>
                  <a:lnTo>
                    <a:pt x="350492" y="224005"/>
                  </a:lnTo>
                  <a:lnTo>
                    <a:pt x="350183" y="223680"/>
                  </a:lnTo>
                  <a:close/>
                </a:path>
                <a:path w="607695" h="840739">
                  <a:moveTo>
                    <a:pt x="326188" y="200451"/>
                  </a:moveTo>
                  <a:lnTo>
                    <a:pt x="326487" y="200740"/>
                  </a:lnTo>
                  <a:lnTo>
                    <a:pt x="326188" y="200451"/>
                  </a:lnTo>
                  <a:close/>
                </a:path>
                <a:path w="607695" h="840739">
                  <a:moveTo>
                    <a:pt x="301291" y="178269"/>
                  </a:moveTo>
                  <a:lnTo>
                    <a:pt x="301595" y="178540"/>
                  </a:lnTo>
                  <a:lnTo>
                    <a:pt x="301291" y="178269"/>
                  </a:lnTo>
                  <a:close/>
                </a:path>
                <a:path w="607695" h="840739">
                  <a:moveTo>
                    <a:pt x="284865" y="137027"/>
                  </a:moveTo>
                  <a:lnTo>
                    <a:pt x="248790" y="137027"/>
                  </a:lnTo>
                  <a:lnTo>
                    <a:pt x="275852" y="157332"/>
                  </a:lnTo>
                  <a:lnTo>
                    <a:pt x="275492" y="157025"/>
                  </a:lnTo>
                  <a:lnTo>
                    <a:pt x="309533" y="157025"/>
                  </a:lnTo>
                  <a:lnTo>
                    <a:pt x="289023" y="140149"/>
                  </a:lnTo>
                  <a:lnTo>
                    <a:pt x="284865" y="137027"/>
                  </a:lnTo>
                  <a:close/>
                </a:path>
                <a:path w="607695" h="840739">
                  <a:moveTo>
                    <a:pt x="233744" y="100424"/>
                  </a:moveTo>
                  <a:lnTo>
                    <a:pt x="193223" y="100424"/>
                  </a:lnTo>
                  <a:lnTo>
                    <a:pt x="221728" y="118437"/>
                  </a:lnTo>
                  <a:lnTo>
                    <a:pt x="249151" y="137298"/>
                  </a:lnTo>
                  <a:lnTo>
                    <a:pt x="248790" y="137027"/>
                  </a:lnTo>
                  <a:lnTo>
                    <a:pt x="284865" y="137027"/>
                  </a:lnTo>
                  <a:lnTo>
                    <a:pt x="261600" y="119556"/>
                  </a:lnTo>
                  <a:lnTo>
                    <a:pt x="233744" y="100424"/>
                  </a:lnTo>
                  <a:close/>
                </a:path>
                <a:path w="607695" h="840739">
                  <a:moveTo>
                    <a:pt x="221367" y="118220"/>
                  </a:moveTo>
                  <a:lnTo>
                    <a:pt x="221683" y="118437"/>
                  </a:lnTo>
                  <a:lnTo>
                    <a:pt x="221367" y="118220"/>
                  </a:lnTo>
                  <a:close/>
                </a:path>
                <a:path w="607695" h="840739">
                  <a:moveTo>
                    <a:pt x="207713" y="84053"/>
                  </a:moveTo>
                  <a:lnTo>
                    <a:pt x="164176" y="84053"/>
                  </a:lnTo>
                  <a:lnTo>
                    <a:pt x="193584" y="100695"/>
                  </a:lnTo>
                  <a:lnTo>
                    <a:pt x="193223" y="100424"/>
                  </a:lnTo>
                  <a:lnTo>
                    <a:pt x="233744" y="100424"/>
                  </a:lnTo>
                  <a:lnTo>
                    <a:pt x="233455" y="100225"/>
                  </a:lnTo>
                  <a:lnTo>
                    <a:pt x="207713" y="84053"/>
                  </a:lnTo>
                  <a:close/>
                </a:path>
                <a:path w="607695" h="840739">
                  <a:moveTo>
                    <a:pt x="181396" y="68983"/>
                  </a:moveTo>
                  <a:lnTo>
                    <a:pt x="134408" y="68983"/>
                  </a:lnTo>
                  <a:lnTo>
                    <a:pt x="164537" y="84288"/>
                  </a:lnTo>
                  <a:lnTo>
                    <a:pt x="164176" y="84053"/>
                  </a:lnTo>
                  <a:lnTo>
                    <a:pt x="207713" y="84053"/>
                  </a:lnTo>
                  <a:lnTo>
                    <a:pt x="204408" y="81978"/>
                  </a:lnTo>
                  <a:lnTo>
                    <a:pt x="181396" y="68983"/>
                  </a:lnTo>
                  <a:close/>
                </a:path>
                <a:path w="607695" h="840739">
                  <a:moveTo>
                    <a:pt x="155151" y="55247"/>
                  </a:moveTo>
                  <a:lnTo>
                    <a:pt x="103918" y="55247"/>
                  </a:lnTo>
                  <a:lnTo>
                    <a:pt x="134769" y="69199"/>
                  </a:lnTo>
                  <a:lnTo>
                    <a:pt x="134408" y="68983"/>
                  </a:lnTo>
                  <a:lnTo>
                    <a:pt x="181396" y="68983"/>
                  </a:lnTo>
                  <a:lnTo>
                    <a:pt x="174460" y="65066"/>
                  </a:lnTo>
                  <a:lnTo>
                    <a:pt x="155151" y="55247"/>
                  </a:lnTo>
                  <a:close/>
                </a:path>
                <a:path w="607695" h="840739">
                  <a:moveTo>
                    <a:pt x="103922" y="31928"/>
                  </a:moveTo>
                  <a:lnTo>
                    <a:pt x="41314" y="31928"/>
                  </a:lnTo>
                  <a:lnTo>
                    <a:pt x="73428" y="43028"/>
                  </a:lnTo>
                  <a:lnTo>
                    <a:pt x="104279" y="55428"/>
                  </a:lnTo>
                  <a:lnTo>
                    <a:pt x="103918" y="55247"/>
                  </a:lnTo>
                  <a:lnTo>
                    <a:pt x="155151" y="55247"/>
                  </a:lnTo>
                  <a:lnTo>
                    <a:pt x="143970" y="49562"/>
                  </a:lnTo>
                  <a:lnTo>
                    <a:pt x="112578" y="35412"/>
                  </a:lnTo>
                  <a:lnTo>
                    <a:pt x="103922" y="31928"/>
                  </a:lnTo>
                  <a:close/>
                </a:path>
                <a:path w="607695" h="840739">
                  <a:moveTo>
                    <a:pt x="72887" y="42848"/>
                  </a:moveTo>
                  <a:lnTo>
                    <a:pt x="73337" y="43028"/>
                  </a:lnTo>
                  <a:lnTo>
                    <a:pt x="72887" y="42848"/>
                  </a:lnTo>
                  <a:close/>
                </a:path>
                <a:path w="607695" h="840739">
                  <a:moveTo>
                    <a:pt x="9381" y="0"/>
                  </a:moveTo>
                  <a:lnTo>
                    <a:pt x="3427" y="3302"/>
                  </a:lnTo>
                  <a:lnTo>
                    <a:pt x="1623" y="9024"/>
                  </a:lnTo>
                  <a:lnTo>
                    <a:pt x="0" y="14764"/>
                  </a:lnTo>
                  <a:lnTo>
                    <a:pt x="3247" y="20792"/>
                  </a:lnTo>
                  <a:lnTo>
                    <a:pt x="41675" y="32091"/>
                  </a:lnTo>
                  <a:lnTo>
                    <a:pt x="41314" y="31928"/>
                  </a:lnTo>
                  <a:lnTo>
                    <a:pt x="103922" y="31928"/>
                  </a:lnTo>
                  <a:lnTo>
                    <a:pt x="80825" y="22633"/>
                  </a:lnTo>
                  <a:lnTo>
                    <a:pt x="47990" y="11370"/>
                  </a:lnTo>
                  <a:lnTo>
                    <a:pt x="938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9" name="object 119"/>
            <p:cNvSpPr/>
            <p:nvPr/>
          </p:nvSpPr>
          <p:spPr>
            <a:xfrm>
              <a:off x="7775162" y="5695839"/>
              <a:ext cx="88583" cy="180578"/>
            </a:xfrm>
            <a:prstGeom prst="rect">
              <a:avLst/>
            </a:prstGeom>
            <a:blipFill>
              <a:blip r:embed="rId4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0" name="object 120"/>
          <p:cNvSpPr/>
          <p:nvPr/>
        </p:nvSpPr>
        <p:spPr>
          <a:xfrm>
            <a:off x="3995928" y="19811"/>
            <a:ext cx="2526029" cy="843533"/>
          </a:xfrm>
          <a:prstGeom prst="rect">
            <a:avLst/>
          </a:prstGeom>
          <a:blipFill>
            <a:blip r:embed="rId4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121"/>
          <p:cNvSpPr txBox="1">
            <a:spLocks noGrp="1"/>
          </p:cNvSpPr>
          <p:nvPr>
            <p:ph type="title"/>
          </p:nvPr>
        </p:nvSpPr>
        <p:spPr>
          <a:xfrm>
            <a:off x="4220717" y="105536"/>
            <a:ext cx="37547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60" dirty="0"/>
              <a:t>Formation </a:t>
            </a:r>
            <a:r>
              <a:rPr spc="-140" dirty="0"/>
              <a:t>of</a:t>
            </a:r>
            <a:r>
              <a:rPr spc="-520" dirty="0"/>
              <a:t> </a:t>
            </a:r>
            <a:r>
              <a:rPr spc="-170" dirty="0"/>
              <a:t>Polyamides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756791" y="1368552"/>
            <a:ext cx="5520808" cy="271016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93139" y="997712"/>
            <a:ext cx="4435475" cy="1550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212725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latin typeface="Arial"/>
                <a:cs typeface="Arial"/>
              </a:rPr>
              <a:t>ARAMIDES (aromatic</a:t>
            </a:r>
            <a:r>
              <a:rPr sz="2000" b="1" spc="-95" dirty="0">
                <a:latin typeface="Arial"/>
                <a:cs typeface="Arial"/>
              </a:rPr>
              <a:t> </a:t>
            </a:r>
            <a:r>
              <a:rPr sz="2000" b="1" spc="-5" dirty="0">
                <a:latin typeface="Arial"/>
                <a:cs typeface="Arial"/>
              </a:rPr>
              <a:t>polyamides):  </a:t>
            </a:r>
            <a:r>
              <a:rPr sz="2000" b="1" dirty="0">
                <a:latin typeface="Arial"/>
                <a:cs typeface="Arial"/>
              </a:rPr>
              <a:t>(KEVLAR) : STRONG</a:t>
            </a:r>
            <a:r>
              <a:rPr sz="2000" b="1" spc="-7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FIBERS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20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000" b="1" dirty="0">
                <a:latin typeface="Arial"/>
                <a:cs typeface="Arial"/>
              </a:rPr>
              <a:t>(H-Bonding + strong </a:t>
            </a:r>
            <a:r>
              <a:rPr sz="2000" b="1" spc="-10" dirty="0">
                <a:latin typeface="Symbol"/>
                <a:cs typeface="Symbol"/>
              </a:rPr>
              <a:t></a:t>
            </a:r>
            <a:r>
              <a:rPr sz="2000" b="1" spc="-10" dirty="0">
                <a:latin typeface="Arial"/>
                <a:cs typeface="Arial"/>
              </a:rPr>
              <a:t>-</a:t>
            </a:r>
            <a:r>
              <a:rPr sz="2000" b="1" spc="-10" dirty="0">
                <a:latin typeface="Symbol"/>
                <a:cs typeface="Symbol"/>
              </a:rPr>
              <a:t></a:t>
            </a:r>
            <a:r>
              <a:rPr sz="2000" b="1" spc="-2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Arial"/>
                <a:cs typeface="Arial"/>
              </a:rPr>
              <a:t>interactions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000" b="1" dirty="0">
                <a:latin typeface="Arial"/>
                <a:cs typeface="Arial"/>
              </a:rPr>
              <a:t>between</a:t>
            </a:r>
            <a:r>
              <a:rPr sz="2000" b="1" spc="-6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chains)</a:t>
            </a:r>
            <a:endParaRPr sz="20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228344" y="2781300"/>
            <a:ext cx="3456431" cy="345643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507228" y="4555616"/>
            <a:ext cx="56407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Bullet proof </a:t>
            </a:r>
            <a:r>
              <a:rPr sz="2000" b="1" spc="-5" dirty="0">
                <a:latin typeface="Arial"/>
                <a:cs typeface="Arial"/>
              </a:rPr>
              <a:t>vests, </a:t>
            </a:r>
            <a:r>
              <a:rPr sz="2000" b="1" dirty="0">
                <a:latin typeface="Arial"/>
                <a:cs typeface="Arial"/>
              </a:rPr>
              <a:t>high performance</a:t>
            </a:r>
            <a:r>
              <a:rPr sz="2000" b="1" spc="-10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materials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8866" y="1169873"/>
            <a:ext cx="8288655" cy="758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Nylons: </a:t>
            </a:r>
            <a:r>
              <a:rPr sz="2400" b="1" dirty="0">
                <a:latin typeface="Arial"/>
                <a:cs typeface="Arial"/>
              </a:rPr>
              <a:t>aliphatic </a:t>
            </a:r>
            <a:r>
              <a:rPr sz="2400" b="1" spc="-5" dirty="0">
                <a:latin typeface="Arial"/>
                <a:cs typeface="Arial"/>
              </a:rPr>
              <a:t>polyamides: </a:t>
            </a:r>
            <a:r>
              <a:rPr sz="2400" b="1" dirty="0">
                <a:latin typeface="Arial"/>
                <a:cs typeface="Arial"/>
              </a:rPr>
              <a:t>fibres (H-Bonding</a:t>
            </a:r>
            <a:r>
              <a:rPr sz="2400" b="1" spc="-25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between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b="1" spc="-5" dirty="0">
                <a:latin typeface="Arial"/>
                <a:cs typeface="Arial"/>
              </a:rPr>
              <a:t>chains): originally proposed as alternatives </a:t>
            </a:r>
            <a:r>
              <a:rPr sz="2400" b="1" dirty="0">
                <a:latin typeface="Arial"/>
                <a:cs typeface="Arial"/>
              </a:rPr>
              <a:t>to silk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792480" y="2526792"/>
            <a:ext cx="3538728" cy="265480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437888" y="2599944"/>
            <a:ext cx="3726179" cy="2386583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437888" y="2599944"/>
            <a:ext cx="942340" cy="390525"/>
          </a:xfrm>
          <a:prstGeom prst="rect">
            <a:avLst/>
          </a:prstGeom>
          <a:solidFill>
            <a:srgbClr val="9933FF"/>
          </a:solidFill>
        </p:spPr>
        <p:txBody>
          <a:bodyPr vert="horz" wrap="square" lIns="0" tIns="39370" rIns="0" bIns="0" rtlCol="0">
            <a:spAutoFit/>
          </a:bodyPr>
          <a:lstStyle/>
          <a:p>
            <a:pPr marL="92710">
              <a:lnSpc>
                <a:spcPct val="100000"/>
              </a:lnSpc>
              <a:spcBef>
                <a:spcPts val="310"/>
              </a:spcBef>
            </a:pPr>
            <a:r>
              <a:rPr sz="1800" b="1" spc="-5" dirty="0">
                <a:solidFill>
                  <a:srgbClr val="FFFF66"/>
                </a:solidFill>
                <a:latin typeface="Arial"/>
                <a:cs typeface="Arial"/>
              </a:rPr>
              <a:t>Nylon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307323" y="2496311"/>
            <a:ext cx="2391155" cy="276758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4536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1233</Words>
  <Application>Microsoft Office PowerPoint</Application>
  <PresentationFormat>Widescreen</PresentationFormat>
  <Paragraphs>177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Arial</vt:lpstr>
      <vt:lpstr>Calibri</vt:lpstr>
      <vt:lpstr>Carlito</vt:lpstr>
      <vt:lpstr>Symbol</vt:lpstr>
      <vt:lpstr>Times New Roman</vt:lpstr>
      <vt:lpstr>Trebuchet MS</vt:lpstr>
      <vt:lpstr>Office Theme</vt:lpstr>
      <vt:lpstr>PowerPoint Presentation</vt:lpstr>
      <vt:lpstr>QXU4004 Engineering Chemistry</vt:lpstr>
      <vt:lpstr>PowerPoint Presentation</vt:lpstr>
      <vt:lpstr>Examples of amines</vt:lpstr>
      <vt:lpstr>Nomenclature and properties</vt:lpstr>
      <vt:lpstr>Basicity</vt:lpstr>
      <vt:lpstr>Reactions: amine as nucleophile</vt:lpstr>
      <vt:lpstr>PowerPoint Presentation</vt:lpstr>
      <vt:lpstr>Functional groups: carboxylic acids, esters, acyl chlorides,  amides</vt:lpstr>
      <vt:lpstr>Polyesters and polyamides are VERY important type of polymers</vt:lpstr>
      <vt:lpstr>Polyesters and polyamides are VERY important type of polymers</vt:lpstr>
      <vt:lpstr>Polyesters and polyamides are VERY important type of polymers</vt:lpstr>
      <vt:lpstr>Nomenclature</vt:lpstr>
      <vt:lpstr>Physical properties</vt:lpstr>
      <vt:lpstr>Acidity of carboxylic acids</vt:lpstr>
      <vt:lpstr>Preparation of acids (we will not see this topic</vt:lpstr>
      <vt:lpstr>PowerPoint Presentation</vt:lpstr>
      <vt:lpstr>Reactivity: acyl nucleophilic substitution</vt:lpstr>
      <vt:lpstr>Explanation of Reactivity: acyl nucleophilic substitution</vt:lpstr>
      <vt:lpstr>Reactivity: acyl nucleophilic substitution mechanism</vt:lpstr>
      <vt:lpstr>Reactivity: acyl nucleophilic substitution</vt:lpstr>
      <vt:lpstr>Reactivity: acyl nucleophilic substitution</vt:lpstr>
      <vt:lpstr>Acid-catalysed substitution</vt:lpstr>
      <vt:lpstr>Scope of nucleophilic substitution</vt:lpstr>
      <vt:lpstr>Formation of Polyesters</vt:lpstr>
      <vt:lpstr>Formation of Polyesters</vt:lpstr>
      <vt:lpstr>Formation of Polyesters</vt:lpstr>
      <vt:lpstr>PET: thermoplastic and fibers and metalised film (high  resistance, low permeability)</vt:lpstr>
      <vt:lpstr>Formation of Polyamides ?</vt:lpstr>
      <vt:lpstr>Formation of Polyamides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MAT4001 Molecules to Materials &amp;  DEN4401 Engineering Chemistry</dc:title>
  <dc:creator>Gabriel Cavalli</dc:creator>
  <cp:lastModifiedBy>Sulafudin Vukusic</cp:lastModifiedBy>
  <cp:revision>5</cp:revision>
  <dcterms:created xsi:type="dcterms:W3CDTF">2023-05-22T07:37:36Z</dcterms:created>
  <dcterms:modified xsi:type="dcterms:W3CDTF">2023-05-22T07:56:25Z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2021-12-08T00:00:00Z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2023-05-22T00:00:00Z</vt:filetime>
  </property>
</Properties>
</file>